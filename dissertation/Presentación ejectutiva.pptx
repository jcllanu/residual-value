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5"/>
  </p:sldMasterIdLst>
  <p:notesMasterIdLst>
    <p:notesMasterId r:id="rId29"/>
  </p:notesMasterIdLst>
  <p:handoutMasterIdLst>
    <p:handoutMasterId r:id="rId30"/>
  </p:handoutMasterIdLst>
  <p:sldIdLst>
    <p:sldId id="2147472373" r:id="rId6"/>
    <p:sldId id="2147482569" r:id="rId7"/>
    <p:sldId id="2147482633" r:id="rId8"/>
    <p:sldId id="2147482572" r:id="rId9"/>
    <p:sldId id="2147482634" r:id="rId10"/>
    <p:sldId id="2147482581" r:id="rId11"/>
    <p:sldId id="2147482589" r:id="rId12"/>
    <p:sldId id="2147482594" r:id="rId13"/>
    <p:sldId id="2147482595" r:id="rId14"/>
    <p:sldId id="2147482644" r:id="rId15"/>
    <p:sldId id="2147482635" r:id="rId16"/>
    <p:sldId id="2147482564" r:id="rId17"/>
    <p:sldId id="2147482646" r:id="rId18"/>
    <p:sldId id="2147482630" r:id="rId19"/>
    <p:sldId id="2147482636" r:id="rId20"/>
    <p:sldId id="2147482627" r:id="rId21"/>
    <p:sldId id="2147482626" r:id="rId22"/>
    <p:sldId id="2147482637" r:id="rId23"/>
    <p:sldId id="2147482612" r:id="rId24"/>
    <p:sldId id="2147482629" r:id="rId25"/>
    <p:sldId id="2147482559" r:id="rId26"/>
    <p:sldId id="2147482638" r:id="rId27"/>
    <p:sldId id="2147482647" r:id="rId28"/>
  </p:sldIdLst>
  <p:sldSz cx="12192000" cy="6858000"/>
  <p:notesSz cx="6799263" cy="9929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uerpo de la propuesta" id="{7C5E3ABF-B27F-4F3D-B3A4-D7B8B35C545A}">
          <p14:sldIdLst>
            <p14:sldId id="2147472373"/>
            <p14:sldId id="2147482569"/>
            <p14:sldId id="2147482633"/>
            <p14:sldId id="2147482572"/>
            <p14:sldId id="2147482634"/>
            <p14:sldId id="2147482581"/>
            <p14:sldId id="2147482589"/>
            <p14:sldId id="2147482594"/>
            <p14:sldId id="2147482595"/>
            <p14:sldId id="2147482644"/>
            <p14:sldId id="2147482635"/>
            <p14:sldId id="2147482564"/>
            <p14:sldId id="2147482646"/>
            <p14:sldId id="2147482630"/>
            <p14:sldId id="2147482636"/>
            <p14:sldId id="2147482627"/>
            <p14:sldId id="2147482626"/>
            <p14:sldId id="2147482637"/>
            <p14:sldId id="2147482612"/>
            <p14:sldId id="2147482629"/>
            <p14:sldId id="2147482559"/>
            <p14:sldId id="2147482638"/>
            <p14:sldId id="2147482647"/>
          </p14:sldIdLst>
        </p14:section>
      </p14:sectionLst>
    </p:ext>
    <p:ext uri="{EFAFB233-063F-42B5-8137-9DF3F51BA10A}">
      <p15:sldGuideLst xmlns:p15="http://schemas.microsoft.com/office/powerpoint/2012/main">
        <p15:guide id="2" pos="7061" userDrawn="1">
          <p15:clr>
            <a:srgbClr val="A4A3A4"/>
          </p15:clr>
        </p15:guide>
        <p15:guide id="3" pos="347" userDrawn="1">
          <p15:clr>
            <a:srgbClr val="A4A3A4"/>
          </p15:clr>
        </p15:guide>
        <p15:guide id="4" orient="horz" pos="1457" userDrawn="1">
          <p15:clr>
            <a:srgbClr val="A4A3A4"/>
          </p15:clr>
        </p15:guide>
        <p15:guide id="5" orient="horz" pos="1593" userDrawn="1">
          <p15:clr>
            <a:srgbClr val="A4A3A4"/>
          </p15:clr>
        </p15:guide>
        <p15:guide id="6" orient="horz" pos="1933" userDrawn="1">
          <p15:clr>
            <a:srgbClr val="A4A3A4"/>
          </p15:clr>
        </p15:guide>
        <p15:guide id="7" orient="horz" pos="2069" userDrawn="1">
          <p15:clr>
            <a:srgbClr val="A4A3A4"/>
          </p15:clr>
        </p15:guide>
        <p15:guide id="8" orient="horz" pos="2205" userDrawn="1">
          <p15:clr>
            <a:srgbClr val="A4A3A4"/>
          </p15:clr>
        </p15:guide>
        <p15:guide id="9" orient="horz" pos="2409" userDrawn="1">
          <p15:clr>
            <a:srgbClr val="A4A3A4"/>
          </p15:clr>
        </p15:guide>
        <p15:guide id="10" orient="horz" pos="2546" userDrawn="1">
          <p15:clr>
            <a:srgbClr val="A4A3A4"/>
          </p15:clr>
        </p15:guide>
        <p15:guide id="11" orient="horz" pos="2682" userDrawn="1">
          <p15:clr>
            <a:srgbClr val="A4A3A4"/>
          </p15:clr>
        </p15:guide>
        <p15:guide id="12" orient="horz" pos="2818" userDrawn="1">
          <p15:clr>
            <a:srgbClr val="A4A3A4"/>
          </p15:clr>
        </p15:guide>
        <p15:guide id="13" orient="horz" pos="3022" userDrawn="1">
          <p15:clr>
            <a:srgbClr val="A4A3A4"/>
          </p15:clr>
        </p15:guide>
        <p15:guide id="14" orient="horz" pos="3181" userDrawn="1">
          <p15:clr>
            <a:srgbClr val="A4A3A4"/>
          </p15:clr>
        </p15:guide>
        <p15:guide id="15" orient="horz" pos="3317" userDrawn="1">
          <p15:clr>
            <a:srgbClr val="A4A3A4"/>
          </p15:clr>
        </p15:guide>
        <p15:guide id="16" orient="horz" pos="3453" userDrawn="1">
          <p15:clr>
            <a:srgbClr val="A4A3A4"/>
          </p15:clr>
        </p15:guide>
        <p15:guide id="17" orient="horz" pos="3657" userDrawn="1">
          <p15:clr>
            <a:srgbClr val="A4A3A4"/>
          </p15:clr>
        </p15:guide>
        <p15:guide id="18" orient="horz" pos="3861" userDrawn="1">
          <p15:clr>
            <a:srgbClr val="A4A3A4"/>
          </p15:clr>
        </p15:guide>
        <p15:guide id="19" orient="horz" pos="1729"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7F04301-E9D5-6459-4B72-02D25EC24869}" name="Paula Florian Julvez" initials="" userId="S::paula.florian.julvez@managementsolutions.com::66ddba71-8e14-4f49-bf10-f4208c061397" providerId="AD"/>
  <p188:author id="{EA533511-1FBC-A619-1816-E7185A968B82}" name="Juan Carlos Llamas Nuñez" initials="JL" userId="S::juan.carlos.llamas.1@managementsolutions.com::686aeec9-d228-4f5c-866f-834e64171512" providerId="AD"/>
  <p188:author id="{685D212B-E2DB-12F8-9FF5-7C39C6253E05}" name="seisdedos jimeno, ainhoa (ext)" initials="AS" userId="S::ainhoa.seisdedos@servexternos.repsol.com::8b8dad6a-3787-4eef-b864-0a9771b23873" providerId="AD"/>
  <p188:author id="{D4EE7043-D1E6-6088-05E5-615649C5B128}" name="Carmen Azcoiti Navarro" initials="CAN" userId="S::carmen.azcoiti.nava1@managementsolutions.com::33c9ce60-c1a7-48e7-876a-57a2fb708fb8" providerId="AD"/>
  <p188:author id="{71C0C84E-7640-DE5E-DE39-38F956422A6D}" name="Irene Esteban González" initials="IE" userId="S::irene.esteban.gonza1@managementsolutions.com::98172696-5eb7-4b6a-8b2d-7590ad55e276" providerId="AD"/>
  <p188:author id="{45194C5D-C9F6-7C48-EAA9-3AF876BB5898}" name="Ainhoa Seisdedos Jimeno" initials="AS" userId="S::ainhoa.seisdedos.ji1@managementsolutions.com::b94fdeb8-4151-477a-a8b1-559aa1e3c1cf" providerId="AD"/>
  <p188:author id="{3B8E0B67-EAEB-5B40-D22B-CD343C58AC08}" name="Carmen Fernandez Casal" initials="CF" userId="S::carmen.fernandez.ca1@managementsolutions.com::8eab5370-896e-4253-b717-dd33ece302a8" providerId="AD"/>
  <p188:author id="{F1BDA46A-E956-625C-C0C1-3A75A19B4033}" name="Lucia Bravo Dalmau" initials="LB" userId="S::lucia.bravo.dalmau@managementsolutions.com::e9bee553-56b0-4b31-8ff8-8de77de38d2f" providerId="AD"/>
  <p188:author id="{8855197F-1932-6C6D-E00A-95ED497644FA}" name="Francisco Jose Alcoba Garcia" initials="FJAG" userId="S::francisco.jose.alco1@managementsolutions.com::1b0df762-2f7b-4d9a-a242-6169bf672f5b" providerId="AD"/>
  <p188:author id="{5D61B88B-31D5-7421-4588-255A5C859C88}" name="Alejandro De La Parte Autran" initials="AD" userId="S::alejandro.de.la.par1@managementsolutions.com::431658e0-aeda-4506-8305-088d42436e9b" providerId="AD"/>
  <p188:author id="{69423A91-E8CF-3F2D-68D9-519F93071ED1}" name="Olatz Gonzalez Santiago" initials="OGS" userId="S::olatz.gonzalez.sant1@managementsolutions.com::3b1fd342-97e7-4fc4-9a3b-86578e37e9a3" providerId="AD"/>
  <p188:author id="{91727C93-39D3-C975-AC1C-673700B61D24}" name="Ana Villoria Jimenez" initials="AV" userId="S::ana.villoria.jimenez@managementsolutions.com::1692c769-f181-456d-9302-cd3105039470" providerId="AD"/>
  <p188:author id="{F73149B8-1367-9480-1D7F-F20BA8420268}" name="Alejandro Sanchez Guerrero" initials="ASG" userId="S::alejandro.sanchez.g1@managementsolutions.com::a72fed8f-0e92-41c0-ae21-96d7db807227" providerId="AD"/>
  <p188:author id="{83E5B5C6-E765-E0BE-CE66-DA4196659D6D}" name="Luis Barandiaran Iturmendi" initials="LB" userId="S::luis.barandiaran.it1@managementsolutions.com::d265ec86-2b92-4035-8474-315f508dd28a" providerId="AD"/>
  <p188:author id="{CC9D3EEB-E814-0B11-2D57-0B00CBD523DD}" name="Lucia Garcia De Santos" initials="LG" userId="S::lucia.garcia.de.san1@managementsolutions.com::ce5b23a2-8529-4c99-88c2-4f31ecbd374c" providerId="AD"/>
  <p188:author id="{15BFC2EE-9423-F868-E879-5F737D4226E9}" name="Pedro Gonzalez Soberado" initials="PG" userId="S::pedro.gonzalez.sobe1@managementsolutions.com::2bc581ab-797e-48e0-99db-259b414b69c4" providerId="AD"/>
  <p188:author id="{E935ACF4-3437-80FF-DE2B-1E1DB8169461}" name="Pablo Redondo Llano" initials="PR" userId="S::pablo.redondo.llano@managementsolutions.com::453601d6-d7f4-4d1a-898f-d1e18797ad56"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iguel Valdunquillo García" initials="MVG" lastIdx="55" clrIdx="0">
    <p:extLst>
      <p:ext uri="{19B8F6BF-5375-455C-9EA6-DF929625EA0E}">
        <p15:presenceInfo xmlns:p15="http://schemas.microsoft.com/office/powerpoint/2012/main" userId="Miguel Valdunquillo García" providerId="None"/>
      </p:ext>
    </p:extLst>
  </p:cmAuthor>
  <p:cmAuthor id="2" name="Juan Manuel López Medina" initials="JMLM" lastIdx="1" clrIdx="1">
    <p:extLst>
      <p:ext uri="{19B8F6BF-5375-455C-9EA6-DF929625EA0E}">
        <p15:presenceInfo xmlns:p15="http://schemas.microsoft.com/office/powerpoint/2012/main" userId="S-1-5-21-3589766136-3503691329-2759057371-6123" providerId="AD"/>
      </p:ext>
    </p:extLst>
  </p:cmAuthor>
  <p:cmAuthor id="3" name="Robert Sanchís Clemente" initials="RSC" lastIdx="20" clrIdx="2">
    <p:extLst>
      <p:ext uri="{19B8F6BF-5375-455C-9EA6-DF929625EA0E}">
        <p15:presenceInfo xmlns:p15="http://schemas.microsoft.com/office/powerpoint/2012/main" userId="S::robert.sanchis.clem1@managementsolutions.com::7c101a86-8884-421f-9a14-36a71f552478" providerId="AD"/>
      </p:ext>
    </p:extLst>
  </p:cmAuthor>
  <p:cmAuthor id="4" name="Angelo Sardi Saenz" initials="ASS" lastIdx="1" clrIdx="3">
    <p:extLst>
      <p:ext uri="{19B8F6BF-5375-455C-9EA6-DF929625EA0E}">
        <p15:presenceInfo xmlns:p15="http://schemas.microsoft.com/office/powerpoint/2012/main" userId="S::angelo.sardi.saenz@managementsolutions.com::5a70b840-a3cb-499f-900e-2b165cdf116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4A7E"/>
    <a:srgbClr val="314C80"/>
    <a:srgbClr val="063075"/>
    <a:srgbClr val="F9F9F9"/>
    <a:srgbClr val="C2CBDB"/>
    <a:srgbClr val="34455A"/>
    <a:srgbClr val="D5BF81"/>
    <a:srgbClr val="D9C58B"/>
    <a:srgbClr val="C7A851"/>
    <a:srgbClr val="CCB06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80E0BE-F5D4-4857-81B6-93F184FD4624}" v="640" dt="2025-05-13T15:34:01.163"/>
    <p1510:client id="{7B03D68E-66AC-4283-8A56-E41F30CB8503}" v="31" dt="2025-05-13T18:36:11.022"/>
    <p1510:client id="{AFB057CB-6A9C-4FA4-AAF3-B69C705B0A34}" v="1355" dt="2025-05-13T18:24:12.708"/>
    <p1510:client id="{F06B10D4-44B7-42F7-9061-498812E38B6E}" v="3" dt="2025-05-13T12:42:43.638"/>
    <p1510:client id="{F4BD3BC5-BA32-4F0F-B313-E7B1B807938E}" v="52" dt="2025-05-13T18:38:15.045"/>
    <p1510:client id="{F9EF724D-30AD-4237-90EB-B88826A82AA8}" v="63" dt="2025-05-13T19:28:57.9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1" d="100"/>
          <a:sy n="71" d="100"/>
        </p:scale>
        <p:origin x="460" y="48"/>
      </p:cViewPr>
      <p:guideLst>
        <p:guide pos="7061"/>
        <p:guide pos="347"/>
        <p:guide orient="horz" pos="1457"/>
        <p:guide orient="horz" pos="1593"/>
        <p:guide orient="horz" pos="1933"/>
        <p:guide orient="horz" pos="2069"/>
        <p:guide orient="horz" pos="2205"/>
        <p:guide orient="horz" pos="2409"/>
        <p:guide orient="horz" pos="2546"/>
        <p:guide orient="horz" pos="2682"/>
        <p:guide orient="horz" pos="2818"/>
        <p:guide orient="horz" pos="3022"/>
        <p:guide orient="horz" pos="3181"/>
        <p:guide orient="horz" pos="3317"/>
        <p:guide orient="horz" pos="3453"/>
        <p:guide orient="horz" pos="3657"/>
        <p:guide orient="horz" pos="3861"/>
        <p:guide orient="horz" pos="1729"/>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viewProps" Target="viewProps.xml"/><Relationship Id="rId38"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commentAuthors" Target="commentAuthor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cia Bravo Dalmau" userId="e9bee553-56b0-4b31-8ff8-8de77de38d2f" providerId="ADAL" clId="{5180E0BE-F5D4-4857-81B6-93F184FD4624}"/>
    <pc:docChg chg="undo redo custSel delSld modSld modSection">
      <pc:chgData name="Lucia Bravo Dalmau" userId="e9bee553-56b0-4b31-8ff8-8de77de38d2f" providerId="ADAL" clId="{5180E0BE-F5D4-4857-81B6-93F184FD4624}" dt="2025-05-13T15:34:01.163" v="638" actId="14861"/>
      <pc:docMkLst>
        <pc:docMk/>
      </pc:docMkLst>
      <pc:sldChg chg="modSp mod">
        <pc:chgData name="Lucia Bravo Dalmau" userId="e9bee553-56b0-4b31-8ff8-8de77de38d2f" providerId="ADAL" clId="{5180E0BE-F5D4-4857-81B6-93F184FD4624}" dt="2025-05-13T10:59:51.918" v="2" actId="1036"/>
        <pc:sldMkLst>
          <pc:docMk/>
          <pc:sldMk cId="3234617902" sldId="2147472373"/>
        </pc:sldMkLst>
        <pc:spChg chg="mod">
          <ac:chgData name="Lucia Bravo Dalmau" userId="e9bee553-56b0-4b31-8ff8-8de77de38d2f" providerId="ADAL" clId="{5180E0BE-F5D4-4857-81B6-93F184FD4624}" dt="2025-05-13T10:59:51.918" v="2" actId="1036"/>
          <ac:spMkLst>
            <pc:docMk/>
            <pc:sldMk cId="3234617902" sldId="2147472373"/>
            <ac:spMk id="24" creationId="{00000000-0000-0000-0000-000000000000}"/>
          </ac:spMkLst>
        </pc:spChg>
      </pc:sldChg>
      <pc:sldChg chg="delSp modSp del mod">
        <pc:chgData name="Lucia Bravo Dalmau" userId="e9bee553-56b0-4b31-8ff8-8de77de38d2f" providerId="ADAL" clId="{5180E0BE-F5D4-4857-81B6-93F184FD4624}" dt="2025-05-13T15:25:39.192" v="629" actId="47"/>
        <pc:sldMkLst>
          <pc:docMk/>
          <pc:sldMk cId="473804894" sldId="2147482561"/>
        </pc:sldMkLst>
        <pc:spChg chg="mod">
          <ac:chgData name="Lucia Bravo Dalmau" userId="e9bee553-56b0-4b31-8ff8-8de77de38d2f" providerId="ADAL" clId="{5180E0BE-F5D4-4857-81B6-93F184FD4624}" dt="2025-05-13T14:57:50.947" v="288" actId="20577"/>
          <ac:spMkLst>
            <pc:docMk/>
            <pc:sldMk cId="473804894" sldId="2147482561"/>
            <ac:spMk id="69" creationId="{1AED5D3E-0641-274F-1319-902D4368FA61}"/>
          </ac:spMkLst>
        </pc:spChg>
        <pc:spChg chg="mod">
          <ac:chgData name="Lucia Bravo Dalmau" userId="e9bee553-56b0-4b31-8ff8-8de77de38d2f" providerId="ADAL" clId="{5180E0BE-F5D4-4857-81B6-93F184FD4624}" dt="2025-05-13T15:03:15.918" v="370" actId="14100"/>
          <ac:spMkLst>
            <pc:docMk/>
            <pc:sldMk cId="473804894" sldId="2147482561"/>
            <ac:spMk id="71" creationId="{84892D81-12EF-4B02-0234-398B4424CF44}"/>
          </ac:spMkLst>
        </pc:spChg>
        <pc:spChg chg="mod">
          <ac:chgData name="Lucia Bravo Dalmau" userId="e9bee553-56b0-4b31-8ff8-8de77de38d2f" providerId="ADAL" clId="{5180E0BE-F5D4-4857-81B6-93F184FD4624}" dt="2025-05-13T15:03:55.529" v="375" actId="1076"/>
          <ac:spMkLst>
            <pc:docMk/>
            <pc:sldMk cId="473804894" sldId="2147482561"/>
            <ac:spMk id="73" creationId="{84ED1306-2BB1-AC38-CCB5-74F08BCFB892}"/>
          </ac:spMkLst>
        </pc:spChg>
        <pc:spChg chg="mod">
          <ac:chgData name="Lucia Bravo Dalmau" userId="e9bee553-56b0-4b31-8ff8-8de77de38d2f" providerId="ADAL" clId="{5180E0BE-F5D4-4857-81B6-93F184FD4624}" dt="2025-05-13T15:03:51.316" v="374" actId="1076"/>
          <ac:spMkLst>
            <pc:docMk/>
            <pc:sldMk cId="473804894" sldId="2147482561"/>
            <ac:spMk id="76" creationId="{71704B0E-03C4-263C-EC4D-EEB27BC06CCE}"/>
          </ac:spMkLst>
        </pc:spChg>
        <pc:spChg chg="del mod">
          <ac:chgData name="Lucia Bravo Dalmau" userId="e9bee553-56b0-4b31-8ff8-8de77de38d2f" providerId="ADAL" clId="{5180E0BE-F5D4-4857-81B6-93F184FD4624}" dt="2025-05-13T15:02:27.944" v="360" actId="478"/>
          <ac:spMkLst>
            <pc:docMk/>
            <pc:sldMk cId="473804894" sldId="2147482561"/>
            <ac:spMk id="84" creationId="{07E624E6-834D-F677-17CF-294670B550D3}"/>
          </ac:spMkLst>
        </pc:spChg>
        <pc:spChg chg="mod">
          <ac:chgData name="Lucia Bravo Dalmau" userId="e9bee553-56b0-4b31-8ff8-8de77de38d2f" providerId="ADAL" clId="{5180E0BE-F5D4-4857-81B6-93F184FD4624}" dt="2025-05-13T15:03:24.244" v="371" actId="1076"/>
          <ac:spMkLst>
            <pc:docMk/>
            <pc:sldMk cId="473804894" sldId="2147482561"/>
            <ac:spMk id="86" creationId="{AD8CF828-63E0-D2FA-9215-79A6B13E3AA0}"/>
          </ac:spMkLst>
        </pc:spChg>
        <pc:spChg chg="del mod">
          <ac:chgData name="Lucia Bravo Dalmau" userId="e9bee553-56b0-4b31-8ff8-8de77de38d2f" providerId="ADAL" clId="{5180E0BE-F5D4-4857-81B6-93F184FD4624}" dt="2025-05-13T14:57:44.169" v="287" actId="478"/>
          <ac:spMkLst>
            <pc:docMk/>
            <pc:sldMk cId="473804894" sldId="2147482561"/>
            <ac:spMk id="90" creationId="{77CA3C9F-44B3-FC3E-E3EF-71B5EDC68BD6}"/>
          </ac:spMkLst>
        </pc:spChg>
        <pc:spChg chg="del mod">
          <ac:chgData name="Lucia Bravo Dalmau" userId="e9bee553-56b0-4b31-8ff8-8de77de38d2f" providerId="ADAL" clId="{5180E0BE-F5D4-4857-81B6-93F184FD4624}" dt="2025-05-13T15:00:05.504" v="310" actId="478"/>
          <ac:spMkLst>
            <pc:docMk/>
            <pc:sldMk cId="473804894" sldId="2147482561"/>
            <ac:spMk id="91" creationId="{51ED3C39-96AF-AE91-4EA2-1FD7CB60E7EB}"/>
          </ac:spMkLst>
        </pc:spChg>
        <pc:spChg chg="mod">
          <ac:chgData name="Lucia Bravo Dalmau" userId="e9bee553-56b0-4b31-8ff8-8de77de38d2f" providerId="ADAL" clId="{5180E0BE-F5D4-4857-81B6-93F184FD4624}" dt="2025-05-13T15:03:33.065" v="372" actId="1076"/>
          <ac:spMkLst>
            <pc:docMk/>
            <pc:sldMk cId="473804894" sldId="2147482561"/>
            <ac:spMk id="116" creationId="{0596A994-4304-4813-5584-1CB2BDAACEC3}"/>
          </ac:spMkLst>
        </pc:spChg>
        <pc:spChg chg="del">
          <ac:chgData name="Lucia Bravo Dalmau" userId="e9bee553-56b0-4b31-8ff8-8de77de38d2f" providerId="ADAL" clId="{5180E0BE-F5D4-4857-81B6-93F184FD4624}" dt="2025-05-13T15:00:03.804" v="308" actId="478"/>
          <ac:spMkLst>
            <pc:docMk/>
            <pc:sldMk cId="473804894" sldId="2147482561"/>
            <ac:spMk id="196" creationId="{161586F2-3923-E566-2698-323D6A605249}"/>
          </ac:spMkLst>
        </pc:spChg>
        <pc:cxnChg chg="mod">
          <ac:chgData name="Lucia Bravo Dalmau" userId="e9bee553-56b0-4b31-8ff8-8de77de38d2f" providerId="ADAL" clId="{5180E0BE-F5D4-4857-81B6-93F184FD4624}" dt="2025-05-13T15:03:15.918" v="370" actId="14100"/>
          <ac:cxnSpMkLst>
            <pc:docMk/>
            <pc:sldMk cId="473804894" sldId="2147482561"/>
            <ac:cxnSpMk id="72" creationId="{9EB0DA46-DC46-D94F-2090-7D030751C7CA}"/>
          </ac:cxnSpMkLst>
        </pc:cxnChg>
        <pc:cxnChg chg="mod">
          <ac:chgData name="Lucia Bravo Dalmau" userId="e9bee553-56b0-4b31-8ff8-8de77de38d2f" providerId="ADAL" clId="{5180E0BE-F5D4-4857-81B6-93F184FD4624}" dt="2025-05-13T15:04:00.338" v="376" actId="14100"/>
          <ac:cxnSpMkLst>
            <pc:docMk/>
            <pc:sldMk cId="473804894" sldId="2147482561"/>
            <ac:cxnSpMk id="74" creationId="{87554A0B-BDDD-E784-E903-E986F10296CC}"/>
          </ac:cxnSpMkLst>
        </pc:cxnChg>
        <pc:cxnChg chg="mod">
          <ac:chgData name="Lucia Bravo Dalmau" userId="e9bee553-56b0-4b31-8ff8-8de77de38d2f" providerId="ADAL" clId="{5180E0BE-F5D4-4857-81B6-93F184FD4624}" dt="2025-05-13T15:03:51.316" v="374" actId="1076"/>
          <ac:cxnSpMkLst>
            <pc:docMk/>
            <pc:sldMk cId="473804894" sldId="2147482561"/>
            <ac:cxnSpMk id="77" creationId="{472F3627-F8A2-F7DD-4923-F12C0E7FF4AF}"/>
          </ac:cxnSpMkLst>
        </pc:cxnChg>
        <pc:cxnChg chg="mod">
          <ac:chgData name="Lucia Bravo Dalmau" userId="e9bee553-56b0-4b31-8ff8-8de77de38d2f" providerId="ADAL" clId="{5180E0BE-F5D4-4857-81B6-93F184FD4624}" dt="2025-05-13T15:03:24.244" v="371" actId="1076"/>
          <ac:cxnSpMkLst>
            <pc:docMk/>
            <pc:sldMk cId="473804894" sldId="2147482561"/>
            <ac:cxnSpMk id="80" creationId="{D8267AD2-DD18-080D-DA39-D7AC08EE2075}"/>
          </ac:cxnSpMkLst>
        </pc:cxnChg>
        <pc:cxnChg chg="del mod">
          <ac:chgData name="Lucia Bravo Dalmau" userId="e9bee553-56b0-4b31-8ff8-8de77de38d2f" providerId="ADAL" clId="{5180E0BE-F5D4-4857-81B6-93F184FD4624}" dt="2025-05-13T15:02:30.318" v="361" actId="478"/>
          <ac:cxnSpMkLst>
            <pc:docMk/>
            <pc:sldMk cId="473804894" sldId="2147482561"/>
            <ac:cxnSpMk id="85" creationId="{627A2D4D-B0A4-CF50-D54D-B140D330069A}"/>
          </ac:cxnSpMkLst>
        </pc:cxnChg>
        <pc:cxnChg chg="mod">
          <ac:chgData name="Lucia Bravo Dalmau" userId="e9bee553-56b0-4b31-8ff8-8de77de38d2f" providerId="ADAL" clId="{5180E0BE-F5D4-4857-81B6-93F184FD4624}" dt="2025-05-13T15:03:43.858" v="373" actId="14100"/>
          <ac:cxnSpMkLst>
            <pc:docMk/>
            <pc:sldMk cId="473804894" sldId="2147482561"/>
            <ac:cxnSpMk id="87" creationId="{CF285915-FE50-7DCD-C113-DE5A0C480814}"/>
          </ac:cxnSpMkLst>
        </pc:cxnChg>
        <pc:cxnChg chg="del">
          <ac:chgData name="Lucia Bravo Dalmau" userId="e9bee553-56b0-4b31-8ff8-8de77de38d2f" providerId="ADAL" clId="{5180E0BE-F5D4-4857-81B6-93F184FD4624}" dt="2025-05-13T15:00:06.827" v="311" actId="478"/>
          <ac:cxnSpMkLst>
            <pc:docMk/>
            <pc:sldMk cId="473804894" sldId="2147482561"/>
            <ac:cxnSpMk id="93" creationId="{31D43AA7-BF53-2B5D-8AB7-3C0F767CA78C}"/>
          </ac:cxnSpMkLst>
        </pc:cxnChg>
      </pc:sldChg>
      <pc:sldChg chg="addSp delSp modSp mod">
        <pc:chgData name="Lucia Bravo Dalmau" userId="e9bee553-56b0-4b31-8ff8-8de77de38d2f" providerId="ADAL" clId="{5180E0BE-F5D4-4857-81B6-93F184FD4624}" dt="2025-05-13T15:34:01.163" v="638" actId="14861"/>
        <pc:sldMkLst>
          <pc:docMk/>
          <pc:sldMk cId="54939763" sldId="2147482564"/>
        </pc:sldMkLst>
        <pc:spChg chg="mod">
          <ac:chgData name="Lucia Bravo Dalmau" userId="e9bee553-56b0-4b31-8ff8-8de77de38d2f" providerId="ADAL" clId="{5180E0BE-F5D4-4857-81B6-93F184FD4624}" dt="2025-05-13T15:05:45.469" v="406" actId="14100"/>
          <ac:spMkLst>
            <pc:docMk/>
            <pc:sldMk cId="54939763" sldId="2147482564"/>
            <ac:spMk id="8" creationId="{16CF801C-ACF6-1102-CC4B-8F6421F2EF46}"/>
          </ac:spMkLst>
        </pc:spChg>
        <pc:spChg chg="mod">
          <ac:chgData name="Lucia Bravo Dalmau" userId="e9bee553-56b0-4b31-8ff8-8de77de38d2f" providerId="ADAL" clId="{5180E0BE-F5D4-4857-81B6-93F184FD4624}" dt="2025-05-13T15:04:18.624" v="377"/>
          <ac:spMkLst>
            <pc:docMk/>
            <pc:sldMk cId="54939763" sldId="2147482564"/>
            <ac:spMk id="11" creationId="{B29D4A1B-90B6-D46D-28FD-34269F63A0C9}"/>
          </ac:spMkLst>
        </pc:spChg>
        <pc:spChg chg="mod">
          <ac:chgData name="Lucia Bravo Dalmau" userId="e9bee553-56b0-4b31-8ff8-8de77de38d2f" providerId="ADAL" clId="{5180E0BE-F5D4-4857-81B6-93F184FD4624}" dt="2025-05-13T15:33:46.663" v="636" actId="1076"/>
          <ac:spMkLst>
            <pc:docMk/>
            <pc:sldMk cId="54939763" sldId="2147482564"/>
            <ac:spMk id="12" creationId="{D9EC6A86-B6D1-5D0F-5F6F-6A9308F74A12}"/>
          </ac:spMkLst>
        </pc:spChg>
        <pc:spChg chg="mod">
          <ac:chgData name="Lucia Bravo Dalmau" userId="e9bee553-56b0-4b31-8ff8-8de77de38d2f" providerId="ADAL" clId="{5180E0BE-F5D4-4857-81B6-93F184FD4624}" dt="2025-05-13T15:04:18.624" v="377"/>
          <ac:spMkLst>
            <pc:docMk/>
            <pc:sldMk cId="54939763" sldId="2147482564"/>
            <ac:spMk id="13" creationId="{3D1E9AD8-81F0-560E-A61E-8960031151A5}"/>
          </ac:spMkLst>
        </pc:spChg>
        <pc:spChg chg="mod">
          <ac:chgData name="Lucia Bravo Dalmau" userId="e9bee553-56b0-4b31-8ff8-8de77de38d2f" providerId="ADAL" clId="{5180E0BE-F5D4-4857-81B6-93F184FD4624}" dt="2025-05-13T15:05:17.910" v="400" actId="14100"/>
          <ac:spMkLst>
            <pc:docMk/>
            <pc:sldMk cId="54939763" sldId="2147482564"/>
            <ac:spMk id="14" creationId="{9510C715-FC44-7B54-FCBB-36F653A298E8}"/>
          </ac:spMkLst>
        </pc:spChg>
        <pc:spChg chg="mod">
          <ac:chgData name="Lucia Bravo Dalmau" userId="e9bee553-56b0-4b31-8ff8-8de77de38d2f" providerId="ADAL" clId="{5180E0BE-F5D4-4857-81B6-93F184FD4624}" dt="2025-05-13T15:04:18.624" v="377"/>
          <ac:spMkLst>
            <pc:docMk/>
            <pc:sldMk cId="54939763" sldId="2147482564"/>
            <ac:spMk id="23" creationId="{AB42E4D1-2884-3C92-7BFA-6B782B39693D}"/>
          </ac:spMkLst>
        </pc:spChg>
        <pc:spChg chg="add del mod topLvl">
          <ac:chgData name="Lucia Bravo Dalmau" userId="e9bee553-56b0-4b31-8ff8-8de77de38d2f" providerId="ADAL" clId="{5180E0BE-F5D4-4857-81B6-93F184FD4624}" dt="2025-05-13T15:34:01.163" v="638" actId="14861"/>
          <ac:spMkLst>
            <pc:docMk/>
            <pc:sldMk cId="54939763" sldId="2147482564"/>
            <ac:spMk id="25" creationId="{8FBC2937-2A66-A1C9-F130-A6F26F4EA946}"/>
          </ac:spMkLst>
        </pc:spChg>
        <pc:spChg chg="mod">
          <ac:chgData name="Lucia Bravo Dalmau" userId="e9bee553-56b0-4b31-8ff8-8de77de38d2f" providerId="ADAL" clId="{5180E0BE-F5D4-4857-81B6-93F184FD4624}" dt="2025-05-13T15:04:18.624" v="377"/>
          <ac:spMkLst>
            <pc:docMk/>
            <pc:sldMk cId="54939763" sldId="2147482564"/>
            <ac:spMk id="28" creationId="{55B89B67-83C5-F517-C512-51EC621684C6}"/>
          </ac:spMkLst>
        </pc:spChg>
        <pc:spChg chg="add del mod">
          <ac:chgData name="Lucia Bravo Dalmau" userId="e9bee553-56b0-4b31-8ff8-8de77de38d2f" providerId="ADAL" clId="{5180E0BE-F5D4-4857-81B6-93F184FD4624}" dt="2025-05-13T15:04:33.706" v="379" actId="478"/>
          <ac:spMkLst>
            <pc:docMk/>
            <pc:sldMk cId="54939763" sldId="2147482564"/>
            <ac:spMk id="36" creationId="{D77E1CA0-502F-12B8-3E56-3A605A9E1D65}"/>
          </ac:spMkLst>
        </pc:spChg>
        <pc:spChg chg="add mod">
          <ac:chgData name="Lucia Bravo Dalmau" userId="e9bee553-56b0-4b31-8ff8-8de77de38d2f" providerId="ADAL" clId="{5180E0BE-F5D4-4857-81B6-93F184FD4624}" dt="2025-05-13T15:04:18.624" v="377"/>
          <ac:spMkLst>
            <pc:docMk/>
            <pc:sldMk cId="54939763" sldId="2147482564"/>
            <ac:spMk id="37" creationId="{4AC62E46-8654-FE11-6BA9-08DDAD6E2A73}"/>
          </ac:spMkLst>
        </pc:spChg>
        <pc:spChg chg="add mod">
          <ac:chgData name="Lucia Bravo Dalmau" userId="e9bee553-56b0-4b31-8ff8-8de77de38d2f" providerId="ADAL" clId="{5180E0BE-F5D4-4857-81B6-93F184FD4624}" dt="2025-05-13T15:04:18.624" v="377"/>
          <ac:spMkLst>
            <pc:docMk/>
            <pc:sldMk cId="54939763" sldId="2147482564"/>
            <ac:spMk id="38" creationId="{F0C93776-F107-F199-2444-D24C2C47023B}"/>
          </ac:spMkLst>
        </pc:spChg>
        <pc:spChg chg="del mod">
          <ac:chgData name="Lucia Bravo Dalmau" userId="e9bee553-56b0-4b31-8ff8-8de77de38d2f" providerId="ADAL" clId="{5180E0BE-F5D4-4857-81B6-93F184FD4624}" dt="2025-05-13T15:04:33.706" v="379" actId="478"/>
          <ac:spMkLst>
            <pc:docMk/>
            <pc:sldMk cId="54939763" sldId="2147482564"/>
            <ac:spMk id="39" creationId="{945A0A67-0A79-5D0A-113C-F3F77BF487F0}"/>
          </ac:spMkLst>
        </pc:spChg>
        <pc:spChg chg="del mod">
          <ac:chgData name="Lucia Bravo Dalmau" userId="e9bee553-56b0-4b31-8ff8-8de77de38d2f" providerId="ADAL" clId="{5180E0BE-F5D4-4857-81B6-93F184FD4624}" dt="2025-05-13T15:04:33.706" v="379" actId="478"/>
          <ac:spMkLst>
            <pc:docMk/>
            <pc:sldMk cId="54939763" sldId="2147482564"/>
            <ac:spMk id="40" creationId="{8406C664-4248-CA6D-C782-424BA7C13B6F}"/>
          </ac:spMkLst>
        </pc:spChg>
        <pc:spChg chg="del mod">
          <ac:chgData name="Lucia Bravo Dalmau" userId="e9bee553-56b0-4b31-8ff8-8de77de38d2f" providerId="ADAL" clId="{5180E0BE-F5D4-4857-81B6-93F184FD4624}" dt="2025-05-13T15:04:33.706" v="379" actId="478"/>
          <ac:spMkLst>
            <pc:docMk/>
            <pc:sldMk cId="54939763" sldId="2147482564"/>
            <ac:spMk id="42" creationId="{D413ABA5-6352-F96F-177F-D0086B8286FB}"/>
          </ac:spMkLst>
        </pc:spChg>
        <pc:spChg chg="add del mod">
          <ac:chgData name="Lucia Bravo Dalmau" userId="e9bee553-56b0-4b31-8ff8-8de77de38d2f" providerId="ADAL" clId="{5180E0BE-F5D4-4857-81B6-93F184FD4624}" dt="2025-05-13T15:04:33.706" v="379" actId="478"/>
          <ac:spMkLst>
            <pc:docMk/>
            <pc:sldMk cId="54939763" sldId="2147482564"/>
            <ac:spMk id="47" creationId="{82B4201F-5B34-D4E9-F2F3-CA1D96302B90}"/>
          </ac:spMkLst>
        </pc:spChg>
        <pc:spChg chg="del mod">
          <ac:chgData name="Lucia Bravo Dalmau" userId="e9bee553-56b0-4b31-8ff8-8de77de38d2f" providerId="ADAL" clId="{5180E0BE-F5D4-4857-81B6-93F184FD4624}" dt="2025-05-13T15:04:33.706" v="379" actId="478"/>
          <ac:spMkLst>
            <pc:docMk/>
            <pc:sldMk cId="54939763" sldId="2147482564"/>
            <ac:spMk id="49" creationId="{ECC04579-927B-6E6A-44B5-C888926DF61D}"/>
          </ac:spMkLst>
        </pc:spChg>
        <pc:spChg chg="add del mod">
          <ac:chgData name="Lucia Bravo Dalmau" userId="e9bee553-56b0-4b31-8ff8-8de77de38d2f" providerId="ADAL" clId="{5180E0BE-F5D4-4857-81B6-93F184FD4624}" dt="2025-05-13T15:04:33.706" v="379" actId="478"/>
          <ac:spMkLst>
            <pc:docMk/>
            <pc:sldMk cId="54939763" sldId="2147482564"/>
            <ac:spMk id="50" creationId="{47669A90-70B5-58C0-C47F-73D3944BF609}"/>
          </ac:spMkLst>
        </pc:spChg>
        <pc:spChg chg="del mod">
          <ac:chgData name="Lucia Bravo Dalmau" userId="e9bee553-56b0-4b31-8ff8-8de77de38d2f" providerId="ADAL" clId="{5180E0BE-F5D4-4857-81B6-93F184FD4624}" dt="2025-05-13T15:04:33.706" v="379" actId="478"/>
          <ac:spMkLst>
            <pc:docMk/>
            <pc:sldMk cId="54939763" sldId="2147482564"/>
            <ac:spMk id="51" creationId="{4AC13F3F-56CA-DE94-6FB6-9BE07672AAD0}"/>
          </ac:spMkLst>
        </pc:spChg>
        <pc:spChg chg="add mod">
          <ac:chgData name="Lucia Bravo Dalmau" userId="e9bee553-56b0-4b31-8ff8-8de77de38d2f" providerId="ADAL" clId="{5180E0BE-F5D4-4857-81B6-93F184FD4624}" dt="2025-05-13T15:04:18.624" v="377"/>
          <ac:spMkLst>
            <pc:docMk/>
            <pc:sldMk cId="54939763" sldId="2147482564"/>
            <ac:spMk id="52" creationId="{87E350F3-06EF-9BAE-88D7-46D7194E0614}"/>
          </ac:spMkLst>
        </pc:spChg>
        <pc:spChg chg="del mod">
          <ac:chgData name="Lucia Bravo Dalmau" userId="e9bee553-56b0-4b31-8ff8-8de77de38d2f" providerId="ADAL" clId="{5180E0BE-F5D4-4857-81B6-93F184FD4624}" dt="2025-05-13T15:04:33.706" v="379" actId="478"/>
          <ac:spMkLst>
            <pc:docMk/>
            <pc:sldMk cId="54939763" sldId="2147482564"/>
            <ac:spMk id="54" creationId="{583CFB75-C3FD-9274-1A9F-4E1DA849B135}"/>
          </ac:spMkLst>
        </pc:spChg>
        <pc:spChg chg="del mod">
          <ac:chgData name="Lucia Bravo Dalmau" userId="e9bee553-56b0-4b31-8ff8-8de77de38d2f" providerId="ADAL" clId="{5180E0BE-F5D4-4857-81B6-93F184FD4624}" dt="2025-05-13T15:04:33.706" v="379" actId="478"/>
          <ac:spMkLst>
            <pc:docMk/>
            <pc:sldMk cId="54939763" sldId="2147482564"/>
            <ac:spMk id="55" creationId="{60C7A827-CA89-3D52-EFEB-9DF863D55E0E}"/>
          </ac:spMkLst>
        </pc:spChg>
        <pc:spChg chg="mod">
          <ac:chgData name="Lucia Bravo Dalmau" userId="e9bee553-56b0-4b31-8ff8-8de77de38d2f" providerId="ADAL" clId="{5180E0BE-F5D4-4857-81B6-93F184FD4624}" dt="2025-05-13T15:23:33.250" v="616" actId="1076"/>
          <ac:spMkLst>
            <pc:docMk/>
            <pc:sldMk cId="54939763" sldId="2147482564"/>
            <ac:spMk id="61" creationId="{703CAB86-CB86-37DF-D25E-A8208F68C3E7}"/>
          </ac:spMkLst>
        </pc:spChg>
        <pc:spChg chg="mod">
          <ac:chgData name="Lucia Bravo Dalmau" userId="e9bee553-56b0-4b31-8ff8-8de77de38d2f" providerId="ADAL" clId="{5180E0BE-F5D4-4857-81B6-93F184FD4624}" dt="2025-05-13T15:06:11.449" v="407"/>
          <ac:spMkLst>
            <pc:docMk/>
            <pc:sldMk cId="54939763" sldId="2147482564"/>
            <ac:spMk id="73" creationId="{021BB827-F0C5-CD75-3D8F-0B2100366B1A}"/>
          </ac:spMkLst>
        </pc:spChg>
        <pc:spChg chg="mod">
          <ac:chgData name="Lucia Bravo Dalmau" userId="e9bee553-56b0-4b31-8ff8-8de77de38d2f" providerId="ADAL" clId="{5180E0BE-F5D4-4857-81B6-93F184FD4624}" dt="2025-05-13T15:06:11.449" v="407"/>
          <ac:spMkLst>
            <pc:docMk/>
            <pc:sldMk cId="54939763" sldId="2147482564"/>
            <ac:spMk id="75" creationId="{66E938F0-16D6-E4E6-B97D-40C4446BFBFB}"/>
          </ac:spMkLst>
        </pc:spChg>
        <pc:spChg chg="del mod">
          <ac:chgData name="Lucia Bravo Dalmau" userId="e9bee553-56b0-4b31-8ff8-8de77de38d2f" providerId="ADAL" clId="{5180E0BE-F5D4-4857-81B6-93F184FD4624}" dt="2025-05-13T15:24:45.970" v="624" actId="14861"/>
          <ac:spMkLst>
            <pc:docMk/>
            <pc:sldMk cId="54939763" sldId="2147482564"/>
            <ac:spMk id="80" creationId="{EA6597DF-9063-FE7A-7404-1B9384C74896}"/>
          </ac:spMkLst>
        </pc:spChg>
        <pc:spChg chg="mod">
          <ac:chgData name="Lucia Bravo Dalmau" userId="e9bee553-56b0-4b31-8ff8-8de77de38d2f" providerId="ADAL" clId="{5180E0BE-F5D4-4857-81B6-93F184FD4624}" dt="2025-05-13T15:23:55.523" v="620" actId="1076"/>
          <ac:spMkLst>
            <pc:docMk/>
            <pc:sldMk cId="54939763" sldId="2147482564"/>
            <ac:spMk id="81" creationId="{767213C7-CBCB-3282-2563-BCC87F91A765}"/>
          </ac:spMkLst>
        </pc:spChg>
        <pc:spChg chg="add del mod">
          <ac:chgData name="Lucia Bravo Dalmau" userId="e9bee553-56b0-4b31-8ff8-8de77de38d2f" providerId="ADAL" clId="{5180E0BE-F5D4-4857-81B6-93F184FD4624}" dt="2025-05-13T15:25:17.496" v="626" actId="1076"/>
          <ac:spMkLst>
            <pc:docMk/>
            <pc:sldMk cId="54939763" sldId="2147482564"/>
            <ac:spMk id="82" creationId="{5204EB53-5BDC-56D5-2DC8-6BE21226C6A1}"/>
          </ac:spMkLst>
        </pc:spChg>
        <pc:spChg chg="add mod">
          <ac:chgData name="Lucia Bravo Dalmau" userId="e9bee553-56b0-4b31-8ff8-8de77de38d2f" providerId="ADAL" clId="{5180E0BE-F5D4-4857-81B6-93F184FD4624}" dt="2025-05-13T15:06:11.449" v="407"/>
          <ac:spMkLst>
            <pc:docMk/>
            <pc:sldMk cId="54939763" sldId="2147482564"/>
            <ac:spMk id="83" creationId="{1BC21D95-170E-3032-D31B-C8927C212C39}"/>
          </ac:spMkLst>
        </pc:spChg>
        <pc:spChg chg="add del mod">
          <ac:chgData name="Lucia Bravo Dalmau" userId="e9bee553-56b0-4b31-8ff8-8de77de38d2f" providerId="ADAL" clId="{5180E0BE-F5D4-4857-81B6-93F184FD4624}" dt="2025-05-13T15:08:23.046" v="479" actId="478"/>
          <ac:spMkLst>
            <pc:docMk/>
            <pc:sldMk cId="54939763" sldId="2147482564"/>
            <ac:spMk id="84" creationId="{EDEEDBD7-9865-8A51-0345-543CA9B3827F}"/>
          </ac:spMkLst>
        </pc:spChg>
        <pc:spChg chg="add del mod">
          <ac:chgData name="Lucia Bravo Dalmau" userId="e9bee553-56b0-4b31-8ff8-8de77de38d2f" providerId="ADAL" clId="{5180E0BE-F5D4-4857-81B6-93F184FD4624}" dt="2025-05-13T15:06:51.912" v="413" actId="478"/>
          <ac:spMkLst>
            <pc:docMk/>
            <pc:sldMk cId="54939763" sldId="2147482564"/>
            <ac:spMk id="86" creationId="{BB24DD1C-5F8F-9D65-003C-7DB3D58C88F5}"/>
          </ac:spMkLst>
        </pc:spChg>
        <pc:spChg chg="add mod">
          <ac:chgData name="Lucia Bravo Dalmau" userId="e9bee553-56b0-4b31-8ff8-8de77de38d2f" providerId="ADAL" clId="{5180E0BE-F5D4-4857-81B6-93F184FD4624}" dt="2025-05-13T15:17:56.492" v="510" actId="20577"/>
          <ac:spMkLst>
            <pc:docMk/>
            <pc:sldMk cId="54939763" sldId="2147482564"/>
            <ac:spMk id="88" creationId="{72B5472B-2EFA-66CA-7ADB-306C7EDEF09E}"/>
          </ac:spMkLst>
        </pc:spChg>
        <pc:spChg chg="add del mod">
          <ac:chgData name="Lucia Bravo Dalmau" userId="e9bee553-56b0-4b31-8ff8-8de77de38d2f" providerId="ADAL" clId="{5180E0BE-F5D4-4857-81B6-93F184FD4624}" dt="2025-05-13T15:07:46.819" v="456" actId="478"/>
          <ac:spMkLst>
            <pc:docMk/>
            <pc:sldMk cId="54939763" sldId="2147482564"/>
            <ac:spMk id="89" creationId="{C47D90A1-78E4-A85E-A1A5-7A1CF6659CB4}"/>
          </ac:spMkLst>
        </pc:spChg>
        <pc:spChg chg="add del mod">
          <ac:chgData name="Lucia Bravo Dalmau" userId="e9bee553-56b0-4b31-8ff8-8de77de38d2f" providerId="ADAL" clId="{5180E0BE-F5D4-4857-81B6-93F184FD4624}" dt="2025-05-13T15:23:48.085" v="619" actId="1076"/>
          <ac:spMkLst>
            <pc:docMk/>
            <pc:sldMk cId="54939763" sldId="2147482564"/>
            <ac:spMk id="91" creationId="{3756FFC8-1B92-36E6-B93F-1A877306A870}"/>
          </ac:spMkLst>
        </pc:spChg>
        <pc:spChg chg="add del mod">
          <ac:chgData name="Lucia Bravo Dalmau" userId="e9bee553-56b0-4b31-8ff8-8de77de38d2f" providerId="ADAL" clId="{5180E0BE-F5D4-4857-81B6-93F184FD4624}" dt="2025-05-13T15:06:46.378" v="412" actId="1076"/>
          <ac:spMkLst>
            <pc:docMk/>
            <pc:sldMk cId="54939763" sldId="2147482564"/>
            <ac:spMk id="93" creationId="{E032C3DF-E04B-7EE5-92C7-47B7BD41B919}"/>
          </ac:spMkLst>
        </pc:spChg>
        <pc:spChg chg="add mod">
          <ac:chgData name="Lucia Bravo Dalmau" userId="e9bee553-56b0-4b31-8ff8-8de77de38d2f" providerId="ADAL" clId="{5180E0BE-F5D4-4857-81B6-93F184FD4624}" dt="2025-05-13T15:06:11.449" v="407"/>
          <ac:spMkLst>
            <pc:docMk/>
            <pc:sldMk cId="54939763" sldId="2147482564"/>
            <ac:spMk id="94" creationId="{6D049DB4-1EA6-9001-80F2-27714D58B076}"/>
          </ac:spMkLst>
        </pc:spChg>
        <pc:spChg chg="add del mod">
          <ac:chgData name="Lucia Bravo Dalmau" userId="e9bee553-56b0-4b31-8ff8-8de77de38d2f" providerId="ADAL" clId="{5180E0BE-F5D4-4857-81B6-93F184FD4624}" dt="2025-05-13T15:18:09.966" v="516" actId="20577"/>
          <ac:spMkLst>
            <pc:docMk/>
            <pc:sldMk cId="54939763" sldId="2147482564"/>
            <ac:spMk id="95" creationId="{4C47BC49-D1E9-1131-8451-AA89E79D3952}"/>
          </ac:spMkLst>
        </pc:spChg>
        <pc:spChg chg="add del mod">
          <ac:chgData name="Lucia Bravo Dalmau" userId="e9bee553-56b0-4b31-8ff8-8de77de38d2f" providerId="ADAL" clId="{5180E0BE-F5D4-4857-81B6-93F184FD4624}" dt="2025-05-13T15:18:59.398" v="525" actId="478"/>
          <ac:spMkLst>
            <pc:docMk/>
            <pc:sldMk cId="54939763" sldId="2147482564"/>
            <ac:spMk id="96" creationId="{873E3C32-04FD-1FA3-FF7B-D1A70FB902C6}"/>
          </ac:spMkLst>
        </pc:spChg>
        <pc:spChg chg="add del mod">
          <ac:chgData name="Lucia Bravo Dalmau" userId="e9bee553-56b0-4b31-8ff8-8de77de38d2f" providerId="ADAL" clId="{5180E0BE-F5D4-4857-81B6-93F184FD4624}" dt="2025-05-13T15:23:10.723" v="612" actId="20577"/>
          <ac:spMkLst>
            <pc:docMk/>
            <pc:sldMk cId="54939763" sldId="2147482564"/>
            <ac:spMk id="98" creationId="{2DEF0362-FA11-E479-5D6C-0CDBE5350234}"/>
          </ac:spMkLst>
        </pc:spChg>
        <pc:spChg chg="add del mod">
          <ac:chgData name="Lucia Bravo Dalmau" userId="e9bee553-56b0-4b31-8ff8-8de77de38d2f" providerId="ADAL" clId="{5180E0BE-F5D4-4857-81B6-93F184FD4624}" dt="2025-05-13T15:08:10.053" v="477" actId="478"/>
          <ac:spMkLst>
            <pc:docMk/>
            <pc:sldMk cId="54939763" sldId="2147482564"/>
            <ac:spMk id="99" creationId="{3E7ADAD1-EAD5-8D69-280A-84B864D0932C}"/>
          </ac:spMkLst>
        </pc:spChg>
        <pc:grpChg chg="del">
          <ac:chgData name="Lucia Bravo Dalmau" userId="e9bee553-56b0-4b31-8ff8-8de77de38d2f" providerId="ADAL" clId="{5180E0BE-F5D4-4857-81B6-93F184FD4624}" dt="2025-05-13T11:08:25.979" v="71" actId="478"/>
          <ac:grpSpMkLst>
            <pc:docMk/>
            <pc:sldMk cId="54939763" sldId="2147482564"/>
            <ac:grpSpMk id="24" creationId="{18F50E1C-EBD6-C639-1E4D-5CC11D55A6AB}"/>
          </ac:grpSpMkLst>
        </pc:grpChg>
        <pc:grpChg chg="mod">
          <ac:chgData name="Lucia Bravo Dalmau" userId="e9bee553-56b0-4b31-8ff8-8de77de38d2f" providerId="ADAL" clId="{5180E0BE-F5D4-4857-81B6-93F184FD4624}" dt="2025-05-13T15:24:32.366" v="622" actId="14861"/>
          <ac:grpSpMkLst>
            <pc:docMk/>
            <pc:sldMk cId="54939763" sldId="2147482564"/>
            <ac:grpSpMk id="56" creationId="{CC2BC736-4495-490E-C425-23CA58C935E8}"/>
          </ac:grpSpMkLst>
        </pc:grpChg>
        <pc:grpChg chg="mod">
          <ac:chgData name="Lucia Bravo Dalmau" userId="e9bee553-56b0-4b31-8ff8-8de77de38d2f" providerId="ADAL" clId="{5180E0BE-F5D4-4857-81B6-93F184FD4624}" dt="2025-05-13T15:24:32.366" v="622" actId="14861"/>
          <ac:grpSpMkLst>
            <pc:docMk/>
            <pc:sldMk cId="54939763" sldId="2147482564"/>
            <ac:grpSpMk id="59" creationId="{C8849AE1-05B3-5DD4-97AB-B0234C5ED6A4}"/>
          </ac:grpSpMkLst>
        </pc:grpChg>
        <pc:grpChg chg="mod">
          <ac:chgData name="Lucia Bravo Dalmau" userId="e9bee553-56b0-4b31-8ff8-8de77de38d2f" providerId="ADAL" clId="{5180E0BE-F5D4-4857-81B6-93F184FD4624}" dt="2025-05-13T15:24:32.366" v="622" actId="14861"/>
          <ac:grpSpMkLst>
            <pc:docMk/>
            <pc:sldMk cId="54939763" sldId="2147482564"/>
            <ac:grpSpMk id="62" creationId="{93E829A2-3871-C094-1838-B75591E24B1C}"/>
          </ac:grpSpMkLst>
        </pc:grpChg>
        <pc:grpChg chg="mod">
          <ac:chgData name="Lucia Bravo Dalmau" userId="e9bee553-56b0-4b31-8ff8-8de77de38d2f" providerId="ADAL" clId="{5180E0BE-F5D4-4857-81B6-93F184FD4624}" dt="2025-05-13T15:24:32.366" v="622" actId="14861"/>
          <ac:grpSpMkLst>
            <pc:docMk/>
            <pc:sldMk cId="54939763" sldId="2147482564"/>
            <ac:grpSpMk id="65" creationId="{950437A6-4E37-B145-2891-A955491B4133}"/>
          </ac:grpSpMkLst>
        </pc:grpChg>
        <pc:grpChg chg="mod">
          <ac:chgData name="Lucia Bravo Dalmau" userId="e9bee553-56b0-4b31-8ff8-8de77de38d2f" providerId="ADAL" clId="{5180E0BE-F5D4-4857-81B6-93F184FD4624}" dt="2025-05-13T15:24:32.366" v="622" actId="14861"/>
          <ac:grpSpMkLst>
            <pc:docMk/>
            <pc:sldMk cId="54939763" sldId="2147482564"/>
            <ac:grpSpMk id="68" creationId="{B1188582-8284-4C38-3E11-88B4A85C2901}"/>
          </ac:grpSpMkLst>
        </pc:grpChg>
        <pc:grpChg chg="mod">
          <ac:chgData name="Lucia Bravo Dalmau" userId="e9bee553-56b0-4b31-8ff8-8de77de38d2f" providerId="ADAL" clId="{5180E0BE-F5D4-4857-81B6-93F184FD4624}" dt="2025-05-13T15:24:40.755" v="623" actId="14861"/>
          <ac:grpSpMkLst>
            <pc:docMk/>
            <pc:sldMk cId="54939763" sldId="2147482564"/>
            <ac:grpSpMk id="71" creationId="{8DE4AC5D-502B-B28D-CF90-DCCE532F9986}"/>
          </ac:grpSpMkLst>
        </pc:grpChg>
        <pc:grpChg chg="mod">
          <ac:chgData name="Lucia Bravo Dalmau" userId="e9bee553-56b0-4b31-8ff8-8de77de38d2f" providerId="ADAL" clId="{5180E0BE-F5D4-4857-81B6-93F184FD4624}" dt="2025-05-13T15:24:04.179" v="621" actId="14861"/>
          <ac:grpSpMkLst>
            <pc:docMk/>
            <pc:sldMk cId="54939763" sldId="2147482564"/>
            <ac:grpSpMk id="74" creationId="{8C1599E5-FFB6-C890-6D28-B13F3078D3F8}"/>
          </ac:grpSpMkLst>
        </pc:grpChg>
        <pc:grpChg chg="mod">
          <ac:chgData name="Lucia Bravo Dalmau" userId="e9bee553-56b0-4b31-8ff8-8de77de38d2f" providerId="ADAL" clId="{5180E0BE-F5D4-4857-81B6-93F184FD4624}" dt="2025-05-13T15:24:32.366" v="622" actId="14861"/>
          <ac:grpSpMkLst>
            <pc:docMk/>
            <pc:sldMk cId="54939763" sldId="2147482564"/>
            <ac:grpSpMk id="77" creationId="{F3ADF6FA-C95E-32E0-2DCE-F9627A949E1D}"/>
          </ac:grpSpMkLst>
        </pc:grpChg>
        <pc:picChg chg="add del mod">
          <ac:chgData name="Lucia Bravo Dalmau" userId="e9bee553-56b0-4b31-8ff8-8de77de38d2f" providerId="ADAL" clId="{5180E0BE-F5D4-4857-81B6-93F184FD4624}" dt="2025-05-13T15:25:30.387" v="628" actId="478"/>
          <ac:picMkLst>
            <pc:docMk/>
            <pc:sldMk cId="54939763" sldId="2147482564"/>
            <ac:picMk id="3" creationId="{195D6B0D-0427-FBC2-2302-F920A81E5F17}"/>
          </ac:picMkLst>
        </pc:picChg>
        <pc:picChg chg="add mod">
          <ac:chgData name="Lucia Bravo Dalmau" userId="e9bee553-56b0-4b31-8ff8-8de77de38d2f" providerId="ADAL" clId="{5180E0BE-F5D4-4857-81B6-93F184FD4624}" dt="2025-05-13T14:50:28.857" v="122" actId="571"/>
          <ac:picMkLst>
            <pc:docMk/>
            <pc:sldMk cId="54939763" sldId="2147482564"/>
            <ac:picMk id="4" creationId="{E9B28D78-308A-8CF0-A567-80D3204CC22E}"/>
          </ac:picMkLst>
        </pc:picChg>
        <pc:picChg chg="del topLvl">
          <ac:chgData name="Lucia Bravo Dalmau" userId="e9bee553-56b0-4b31-8ff8-8de77de38d2f" providerId="ADAL" clId="{5180E0BE-F5D4-4857-81B6-93F184FD4624}" dt="2025-05-13T11:08:25.979" v="71" actId="478"/>
          <ac:picMkLst>
            <pc:docMk/>
            <pc:sldMk cId="54939763" sldId="2147482564"/>
            <ac:picMk id="26" creationId="{B8D867A0-5D2D-646A-9920-9A5BE93E8D25}"/>
          </ac:picMkLst>
        </pc:picChg>
        <pc:picChg chg="add mod">
          <ac:chgData name="Lucia Bravo Dalmau" userId="e9bee553-56b0-4b31-8ff8-8de77de38d2f" providerId="ADAL" clId="{5180E0BE-F5D4-4857-81B6-93F184FD4624}" dt="2025-05-13T15:29:40.098" v="632"/>
          <ac:picMkLst>
            <pc:docMk/>
            <pc:sldMk cId="54939763" sldId="2147482564"/>
            <ac:picMk id="103" creationId="{39AA0FA4-524C-1977-4F0C-E5C557413B6F}"/>
          </ac:picMkLst>
        </pc:picChg>
        <pc:picChg chg="add mod">
          <ac:chgData name="Lucia Bravo Dalmau" userId="e9bee553-56b0-4b31-8ff8-8de77de38d2f" providerId="ADAL" clId="{5180E0BE-F5D4-4857-81B6-93F184FD4624}" dt="2025-05-13T15:33:46.663" v="636" actId="1076"/>
          <ac:picMkLst>
            <pc:docMk/>
            <pc:sldMk cId="54939763" sldId="2147482564"/>
            <ac:picMk id="104" creationId="{A0A84974-635E-4208-B13F-7977AF7B5098}"/>
          </ac:picMkLst>
        </pc:picChg>
        <pc:cxnChg chg="del mod">
          <ac:chgData name="Lucia Bravo Dalmau" userId="e9bee553-56b0-4b31-8ff8-8de77de38d2f" providerId="ADAL" clId="{5180E0BE-F5D4-4857-81B6-93F184FD4624}" dt="2025-05-13T15:18:15.706" v="517" actId="478"/>
          <ac:cxnSpMkLst>
            <pc:docMk/>
            <pc:sldMk cId="54939763" sldId="2147482564"/>
            <ac:cxnSpMk id="85" creationId="{5C5F2C59-C602-722B-FF4E-0388E26F9A42}"/>
          </ac:cxnSpMkLst>
        </pc:cxnChg>
        <pc:cxnChg chg="del mod">
          <ac:chgData name="Lucia Bravo Dalmau" userId="e9bee553-56b0-4b31-8ff8-8de77de38d2f" providerId="ADAL" clId="{5180E0BE-F5D4-4857-81B6-93F184FD4624}" dt="2025-05-13T15:06:56.966" v="416" actId="478"/>
          <ac:cxnSpMkLst>
            <pc:docMk/>
            <pc:sldMk cId="54939763" sldId="2147482564"/>
            <ac:cxnSpMk id="87" creationId="{13F1CB8F-B57F-D95C-EB6F-9D53A7FFB960}"/>
          </ac:cxnSpMkLst>
        </pc:cxnChg>
        <pc:cxnChg chg="del mod">
          <ac:chgData name="Lucia Bravo Dalmau" userId="e9bee553-56b0-4b31-8ff8-8de77de38d2f" providerId="ADAL" clId="{5180E0BE-F5D4-4857-81B6-93F184FD4624}" dt="2025-05-13T15:07:45.240" v="455" actId="478"/>
          <ac:cxnSpMkLst>
            <pc:docMk/>
            <pc:sldMk cId="54939763" sldId="2147482564"/>
            <ac:cxnSpMk id="90" creationId="{475BE2EB-C0C9-A5EC-4803-BC353F1F3605}"/>
          </ac:cxnSpMkLst>
        </pc:cxnChg>
        <pc:cxnChg chg="del mod">
          <ac:chgData name="Lucia Bravo Dalmau" userId="e9bee553-56b0-4b31-8ff8-8de77de38d2f" providerId="ADAL" clId="{5180E0BE-F5D4-4857-81B6-93F184FD4624}" dt="2025-05-13T15:19:02.360" v="526" actId="478"/>
          <ac:cxnSpMkLst>
            <pc:docMk/>
            <pc:sldMk cId="54939763" sldId="2147482564"/>
            <ac:cxnSpMk id="92" creationId="{F8AFEC53-FBBC-B337-3D5E-6F6C40510F38}"/>
          </ac:cxnSpMkLst>
        </pc:cxnChg>
        <pc:cxnChg chg="del mod">
          <ac:chgData name="Lucia Bravo Dalmau" userId="e9bee553-56b0-4b31-8ff8-8de77de38d2f" providerId="ADAL" clId="{5180E0BE-F5D4-4857-81B6-93F184FD4624}" dt="2025-05-13T15:08:11.728" v="478" actId="478"/>
          <ac:cxnSpMkLst>
            <pc:docMk/>
            <pc:sldMk cId="54939763" sldId="2147482564"/>
            <ac:cxnSpMk id="97" creationId="{3799E295-AFE4-C872-0453-B2D4B1AE33AF}"/>
          </ac:cxnSpMkLst>
        </pc:cxnChg>
      </pc:sldChg>
      <pc:sldChg chg="del">
        <pc:chgData name="Lucia Bravo Dalmau" userId="e9bee553-56b0-4b31-8ff8-8de77de38d2f" providerId="ADAL" clId="{5180E0BE-F5D4-4857-81B6-93F184FD4624}" dt="2025-05-13T11:07:44.493" v="70" actId="47"/>
        <pc:sldMkLst>
          <pc:docMk/>
          <pc:sldMk cId="2262725393" sldId="2147482599"/>
        </pc:sldMkLst>
      </pc:sldChg>
      <pc:sldChg chg="modSp del mod">
        <pc:chgData name="Lucia Bravo Dalmau" userId="e9bee553-56b0-4b31-8ff8-8de77de38d2f" providerId="ADAL" clId="{5180E0BE-F5D4-4857-81B6-93F184FD4624}" dt="2025-05-13T11:07:28.923" v="69" actId="47"/>
        <pc:sldMkLst>
          <pc:docMk/>
          <pc:sldMk cId="1139429206" sldId="2147482600"/>
        </pc:sldMkLst>
        <pc:spChg chg="mod">
          <ac:chgData name="Lucia Bravo Dalmau" userId="e9bee553-56b0-4b31-8ff8-8de77de38d2f" providerId="ADAL" clId="{5180E0BE-F5D4-4857-81B6-93F184FD4624}" dt="2025-05-13T11:01:54.999" v="4" actId="108"/>
          <ac:spMkLst>
            <pc:docMk/>
            <pc:sldMk cId="1139429206" sldId="2147482600"/>
            <ac:spMk id="8" creationId="{CD361A8A-10B7-9619-93B5-3EF6D366825F}"/>
          </ac:spMkLst>
        </pc:spChg>
      </pc:sldChg>
    </pc:docChg>
  </pc:docChgLst>
  <pc:docChgLst>
    <pc:chgData name="Lucia Garcia De Santos" userId="ce5b23a2-8529-4c99-88c2-4f31ecbd374c" providerId="ADAL" clId="{F4BD3BC5-BA32-4F0F-B313-E7B1B807938E}"/>
    <pc:docChg chg="custSel addSld delSld modSld modSection">
      <pc:chgData name="Lucia Garcia De Santos" userId="ce5b23a2-8529-4c99-88c2-4f31ecbd374c" providerId="ADAL" clId="{F4BD3BC5-BA32-4F0F-B313-E7B1B807938E}" dt="2025-05-13T18:38:15.045" v="50" actId="1037"/>
      <pc:docMkLst>
        <pc:docMk/>
      </pc:docMkLst>
      <pc:sldChg chg="add del">
        <pc:chgData name="Lucia Garcia De Santos" userId="ce5b23a2-8529-4c99-88c2-4f31ecbd374c" providerId="ADAL" clId="{F4BD3BC5-BA32-4F0F-B313-E7B1B807938E}" dt="2025-05-13T18:36:56.275" v="14" actId="47"/>
        <pc:sldMkLst>
          <pc:docMk/>
          <pc:sldMk cId="3684479695" sldId="2147482559"/>
        </pc:sldMkLst>
      </pc:sldChg>
      <pc:sldChg chg="del">
        <pc:chgData name="Lucia Garcia De Santos" userId="ce5b23a2-8529-4c99-88c2-4f31ecbd374c" providerId="ADAL" clId="{F4BD3BC5-BA32-4F0F-B313-E7B1B807938E}" dt="2025-05-13T09:35:21.891" v="0" actId="47"/>
        <pc:sldMkLst>
          <pc:docMk/>
          <pc:sldMk cId="988605573" sldId="2147482574"/>
        </pc:sldMkLst>
      </pc:sldChg>
      <pc:sldChg chg="del">
        <pc:chgData name="Lucia Garcia De Santos" userId="ce5b23a2-8529-4c99-88c2-4f31ecbd374c" providerId="ADAL" clId="{F4BD3BC5-BA32-4F0F-B313-E7B1B807938E}" dt="2025-05-13T09:35:21.891" v="0" actId="47"/>
        <pc:sldMkLst>
          <pc:docMk/>
          <pc:sldMk cId="4092872610" sldId="2147482576"/>
        </pc:sldMkLst>
      </pc:sldChg>
      <pc:sldChg chg="modSp mod">
        <pc:chgData name="Lucia Garcia De Santos" userId="ce5b23a2-8529-4c99-88c2-4f31ecbd374c" providerId="ADAL" clId="{F4BD3BC5-BA32-4F0F-B313-E7B1B807938E}" dt="2025-05-13T18:36:16.852" v="9" actId="1035"/>
        <pc:sldMkLst>
          <pc:docMk/>
          <pc:sldMk cId="919194026" sldId="2147482581"/>
        </pc:sldMkLst>
        <pc:spChg chg="mod">
          <ac:chgData name="Lucia Garcia De Santos" userId="ce5b23a2-8529-4c99-88c2-4f31ecbd374c" providerId="ADAL" clId="{F4BD3BC5-BA32-4F0F-B313-E7B1B807938E}" dt="2025-05-13T18:36:16.852" v="9" actId="1035"/>
          <ac:spMkLst>
            <pc:docMk/>
            <pc:sldMk cId="919194026" sldId="2147482581"/>
            <ac:spMk id="11" creationId="{92D67949-3D5E-27EB-08F1-7CF13ECEB78A}"/>
          </ac:spMkLst>
        </pc:spChg>
      </pc:sldChg>
      <pc:sldChg chg="del">
        <pc:chgData name="Lucia Garcia De Santos" userId="ce5b23a2-8529-4c99-88c2-4f31ecbd374c" providerId="ADAL" clId="{F4BD3BC5-BA32-4F0F-B313-E7B1B807938E}" dt="2025-05-13T09:35:21.891" v="0" actId="47"/>
        <pc:sldMkLst>
          <pc:docMk/>
          <pc:sldMk cId="663549903" sldId="2147482583"/>
        </pc:sldMkLst>
      </pc:sldChg>
      <pc:sldChg chg="del">
        <pc:chgData name="Lucia Garcia De Santos" userId="ce5b23a2-8529-4c99-88c2-4f31ecbd374c" providerId="ADAL" clId="{F4BD3BC5-BA32-4F0F-B313-E7B1B807938E}" dt="2025-05-13T09:35:21.891" v="0" actId="47"/>
        <pc:sldMkLst>
          <pc:docMk/>
          <pc:sldMk cId="3203248365" sldId="2147482585"/>
        </pc:sldMkLst>
      </pc:sldChg>
      <pc:sldChg chg="del">
        <pc:chgData name="Lucia Garcia De Santos" userId="ce5b23a2-8529-4c99-88c2-4f31ecbd374c" providerId="ADAL" clId="{F4BD3BC5-BA32-4F0F-B313-E7B1B807938E}" dt="2025-05-13T09:35:21.891" v="0" actId="47"/>
        <pc:sldMkLst>
          <pc:docMk/>
          <pc:sldMk cId="1314125654" sldId="2147482586"/>
        </pc:sldMkLst>
      </pc:sldChg>
      <pc:sldChg chg="modSp mod">
        <pc:chgData name="Lucia Garcia De Santos" userId="ce5b23a2-8529-4c99-88c2-4f31ecbd374c" providerId="ADAL" clId="{F4BD3BC5-BA32-4F0F-B313-E7B1B807938E}" dt="2025-05-13T17:13:55.801" v="2" actId="1036"/>
        <pc:sldMkLst>
          <pc:docMk/>
          <pc:sldMk cId="459560712" sldId="2147482595"/>
        </pc:sldMkLst>
        <pc:spChg chg="mod">
          <ac:chgData name="Lucia Garcia De Santos" userId="ce5b23a2-8529-4c99-88c2-4f31ecbd374c" providerId="ADAL" clId="{F4BD3BC5-BA32-4F0F-B313-E7B1B807938E}" dt="2025-05-13T17:13:55.801" v="2" actId="1036"/>
          <ac:spMkLst>
            <pc:docMk/>
            <pc:sldMk cId="459560712" sldId="2147482595"/>
            <ac:spMk id="2" creationId="{C9E6A7E3-8481-D7A6-CC3E-51ED4B424B2E}"/>
          </ac:spMkLst>
        </pc:spChg>
      </pc:sldChg>
      <pc:sldChg chg="del">
        <pc:chgData name="Lucia Garcia De Santos" userId="ce5b23a2-8529-4c99-88c2-4f31ecbd374c" providerId="ADAL" clId="{F4BD3BC5-BA32-4F0F-B313-E7B1B807938E}" dt="2025-05-13T09:35:21.891" v="0" actId="47"/>
        <pc:sldMkLst>
          <pc:docMk/>
          <pc:sldMk cId="3227843776" sldId="2147482597"/>
        </pc:sldMkLst>
      </pc:sldChg>
      <pc:sldChg chg="del">
        <pc:chgData name="Lucia Garcia De Santos" userId="ce5b23a2-8529-4c99-88c2-4f31ecbd374c" providerId="ADAL" clId="{F4BD3BC5-BA32-4F0F-B313-E7B1B807938E}" dt="2025-05-13T09:35:21.891" v="0" actId="47"/>
        <pc:sldMkLst>
          <pc:docMk/>
          <pc:sldMk cId="600793719" sldId="2147482631"/>
        </pc:sldMkLst>
      </pc:sldChg>
      <pc:sldChg chg="add del">
        <pc:chgData name="Lucia Garcia De Santos" userId="ce5b23a2-8529-4c99-88c2-4f31ecbd374c" providerId="ADAL" clId="{F4BD3BC5-BA32-4F0F-B313-E7B1B807938E}" dt="2025-05-13T18:37:24.348" v="19" actId="47"/>
        <pc:sldMkLst>
          <pc:docMk/>
          <pc:sldMk cId="2477477731" sldId="2147482648"/>
        </pc:sldMkLst>
      </pc:sldChg>
      <pc:sldChg chg="addSp delSp modSp add mod">
        <pc:chgData name="Lucia Garcia De Santos" userId="ce5b23a2-8529-4c99-88c2-4f31ecbd374c" providerId="ADAL" clId="{F4BD3BC5-BA32-4F0F-B313-E7B1B807938E}" dt="2025-05-13T18:38:15.045" v="50" actId="1037"/>
        <pc:sldMkLst>
          <pc:docMk/>
          <pc:sldMk cId="3546942874" sldId="2147482649"/>
        </pc:sldMkLst>
        <pc:spChg chg="mod">
          <ac:chgData name="Lucia Garcia De Santos" userId="ce5b23a2-8529-4c99-88c2-4f31ecbd374c" providerId="ADAL" clId="{F4BD3BC5-BA32-4F0F-B313-E7B1B807938E}" dt="2025-05-13T18:37:20.853" v="18"/>
          <ac:spMkLst>
            <pc:docMk/>
            <pc:sldMk cId="3546942874" sldId="2147482649"/>
            <ac:spMk id="2" creationId="{200D98DA-B67A-7B95-2F6D-3833D9DDFCC3}"/>
          </ac:spMkLst>
        </pc:spChg>
        <pc:spChg chg="del">
          <ac:chgData name="Lucia Garcia De Santos" userId="ce5b23a2-8529-4c99-88c2-4f31ecbd374c" providerId="ADAL" clId="{F4BD3BC5-BA32-4F0F-B313-E7B1B807938E}" dt="2025-05-13T18:37:03.901" v="16" actId="478"/>
          <ac:spMkLst>
            <pc:docMk/>
            <pc:sldMk cId="3546942874" sldId="2147482649"/>
            <ac:spMk id="4" creationId="{E017DD7A-CA3B-CDC4-5F6D-403C57063751}"/>
          </ac:spMkLst>
        </pc:spChg>
        <pc:spChg chg="del">
          <ac:chgData name="Lucia Garcia De Santos" userId="ce5b23a2-8529-4c99-88c2-4f31ecbd374c" providerId="ADAL" clId="{F4BD3BC5-BA32-4F0F-B313-E7B1B807938E}" dt="2025-05-13T18:37:03.901" v="16" actId="478"/>
          <ac:spMkLst>
            <pc:docMk/>
            <pc:sldMk cId="3546942874" sldId="2147482649"/>
            <ac:spMk id="5" creationId="{A8DCC916-23F8-2565-3BBF-5B1063787455}"/>
          </ac:spMkLst>
        </pc:spChg>
        <pc:spChg chg="del">
          <ac:chgData name="Lucia Garcia De Santos" userId="ce5b23a2-8529-4c99-88c2-4f31ecbd374c" providerId="ADAL" clId="{F4BD3BC5-BA32-4F0F-B313-E7B1B807938E}" dt="2025-05-13T18:37:03.901" v="16" actId="478"/>
          <ac:spMkLst>
            <pc:docMk/>
            <pc:sldMk cId="3546942874" sldId="2147482649"/>
            <ac:spMk id="7" creationId="{638B41D0-5AAB-E152-F3D4-C43339CCCED4}"/>
          </ac:spMkLst>
        </pc:spChg>
        <pc:spChg chg="del">
          <ac:chgData name="Lucia Garcia De Santos" userId="ce5b23a2-8529-4c99-88c2-4f31ecbd374c" providerId="ADAL" clId="{F4BD3BC5-BA32-4F0F-B313-E7B1B807938E}" dt="2025-05-13T18:37:03.901" v="16" actId="478"/>
          <ac:spMkLst>
            <pc:docMk/>
            <pc:sldMk cId="3546942874" sldId="2147482649"/>
            <ac:spMk id="8" creationId="{70F295C4-A6C4-2874-F51E-A6151C78765A}"/>
          </ac:spMkLst>
        </pc:spChg>
        <pc:spChg chg="add mod">
          <ac:chgData name="Lucia Garcia De Santos" userId="ce5b23a2-8529-4c99-88c2-4f31ecbd374c" providerId="ADAL" clId="{F4BD3BC5-BA32-4F0F-B313-E7B1B807938E}" dt="2025-05-13T18:37:12.255" v="17"/>
          <ac:spMkLst>
            <pc:docMk/>
            <pc:sldMk cId="3546942874" sldId="2147482649"/>
            <ac:spMk id="12" creationId="{4215052E-EDB6-DDFE-65B6-CECD3D911076}"/>
          </ac:spMkLst>
        </pc:spChg>
        <pc:spChg chg="add mod">
          <ac:chgData name="Lucia Garcia De Santos" userId="ce5b23a2-8529-4c99-88c2-4f31ecbd374c" providerId="ADAL" clId="{F4BD3BC5-BA32-4F0F-B313-E7B1B807938E}" dt="2025-05-13T18:37:12.255" v="17"/>
          <ac:spMkLst>
            <pc:docMk/>
            <pc:sldMk cId="3546942874" sldId="2147482649"/>
            <ac:spMk id="16" creationId="{CE0A1075-4D42-ACC8-725F-18A9C613D447}"/>
          </ac:spMkLst>
        </pc:spChg>
        <pc:spChg chg="add mod">
          <ac:chgData name="Lucia Garcia De Santos" userId="ce5b23a2-8529-4c99-88c2-4f31ecbd374c" providerId="ADAL" clId="{F4BD3BC5-BA32-4F0F-B313-E7B1B807938E}" dt="2025-05-13T18:37:12.255" v="17"/>
          <ac:spMkLst>
            <pc:docMk/>
            <pc:sldMk cId="3546942874" sldId="2147482649"/>
            <ac:spMk id="17" creationId="{9EABC22E-0CCD-9B24-B748-B12CC9F8D352}"/>
          </ac:spMkLst>
        </pc:spChg>
        <pc:spChg chg="add mod">
          <ac:chgData name="Lucia Garcia De Santos" userId="ce5b23a2-8529-4c99-88c2-4f31ecbd374c" providerId="ADAL" clId="{F4BD3BC5-BA32-4F0F-B313-E7B1B807938E}" dt="2025-05-13T18:37:12.255" v="17"/>
          <ac:spMkLst>
            <pc:docMk/>
            <pc:sldMk cId="3546942874" sldId="2147482649"/>
            <ac:spMk id="18" creationId="{11725B1B-3C3C-852D-7DA1-C8125CE8D866}"/>
          </ac:spMkLst>
        </pc:spChg>
        <pc:spChg chg="add mod">
          <ac:chgData name="Lucia Garcia De Santos" userId="ce5b23a2-8529-4c99-88c2-4f31ecbd374c" providerId="ADAL" clId="{F4BD3BC5-BA32-4F0F-B313-E7B1B807938E}" dt="2025-05-13T18:37:12.255" v="17"/>
          <ac:spMkLst>
            <pc:docMk/>
            <pc:sldMk cId="3546942874" sldId="2147482649"/>
            <ac:spMk id="23" creationId="{31884812-42C5-5852-6087-5C52EF4A9713}"/>
          </ac:spMkLst>
        </pc:spChg>
        <pc:spChg chg="mod">
          <ac:chgData name="Lucia Garcia De Santos" userId="ce5b23a2-8529-4c99-88c2-4f31ecbd374c" providerId="ADAL" clId="{F4BD3BC5-BA32-4F0F-B313-E7B1B807938E}" dt="2025-05-13T18:37:12.255" v="17"/>
          <ac:spMkLst>
            <pc:docMk/>
            <pc:sldMk cId="3546942874" sldId="2147482649"/>
            <ac:spMk id="25" creationId="{199FC362-CBCD-EA7A-3667-0664739A2E2D}"/>
          </ac:spMkLst>
        </pc:spChg>
        <pc:spChg chg="mod">
          <ac:chgData name="Lucia Garcia De Santos" userId="ce5b23a2-8529-4c99-88c2-4f31ecbd374c" providerId="ADAL" clId="{F4BD3BC5-BA32-4F0F-B313-E7B1B807938E}" dt="2025-05-13T18:38:15.045" v="50" actId="1037"/>
          <ac:spMkLst>
            <pc:docMk/>
            <pc:sldMk cId="3546942874" sldId="2147482649"/>
            <ac:spMk id="27" creationId="{52FC2C91-E9B7-DBA2-2B9F-4D300A786574}"/>
          </ac:spMkLst>
        </pc:spChg>
        <pc:spChg chg="mod">
          <ac:chgData name="Lucia Garcia De Santos" userId="ce5b23a2-8529-4c99-88c2-4f31ecbd374c" providerId="ADAL" clId="{F4BD3BC5-BA32-4F0F-B313-E7B1B807938E}" dt="2025-05-13T18:37:12.255" v="17"/>
          <ac:spMkLst>
            <pc:docMk/>
            <pc:sldMk cId="3546942874" sldId="2147482649"/>
            <ac:spMk id="29" creationId="{A979384D-FBE5-2C54-C8DD-A76CAA2CC85E}"/>
          </ac:spMkLst>
        </pc:spChg>
        <pc:spChg chg="add mod">
          <ac:chgData name="Lucia Garcia De Santos" userId="ce5b23a2-8529-4c99-88c2-4f31ecbd374c" providerId="ADAL" clId="{F4BD3BC5-BA32-4F0F-B313-E7B1B807938E}" dt="2025-05-13T18:37:12.255" v="17"/>
          <ac:spMkLst>
            <pc:docMk/>
            <pc:sldMk cId="3546942874" sldId="2147482649"/>
            <ac:spMk id="31" creationId="{9AD9E628-FC0F-99F9-7752-0917A78AF699}"/>
          </ac:spMkLst>
        </pc:spChg>
        <pc:spChg chg="add mod">
          <ac:chgData name="Lucia Garcia De Santos" userId="ce5b23a2-8529-4c99-88c2-4f31ecbd374c" providerId="ADAL" clId="{F4BD3BC5-BA32-4F0F-B313-E7B1B807938E}" dt="2025-05-13T18:37:12.255" v="17"/>
          <ac:spMkLst>
            <pc:docMk/>
            <pc:sldMk cId="3546942874" sldId="2147482649"/>
            <ac:spMk id="33" creationId="{19F360B7-8A4C-C349-9294-B522959170F9}"/>
          </ac:spMkLst>
        </pc:spChg>
        <pc:spChg chg="add mod">
          <ac:chgData name="Lucia Garcia De Santos" userId="ce5b23a2-8529-4c99-88c2-4f31ecbd374c" providerId="ADAL" clId="{F4BD3BC5-BA32-4F0F-B313-E7B1B807938E}" dt="2025-05-13T18:37:12.255" v="17"/>
          <ac:spMkLst>
            <pc:docMk/>
            <pc:sldMk cId="3546942874" sldId="2147482649"/>
            <ac:spMk id="34" creationId="{DBC0912C-534F-F919-FF20-D53DEA471F9C}"/>
          </ac:spMkLst>
        </pc:spChg>
        <pc:grpChg chg="mod">
          <ac:chgData name="Lucia Garcia De Santos" userId="ce5b23a2-8529-4c99-88c2-4f31ecbd374c" providerId="ADAL" clId="{F4BD3BC5-BA32-4F0F-B313-E7B1B807938E}" dt="2025-05-13T18:38:12.430" v="42" actId="1037"/>
          <ac:grpSpMkLst>
            <pc:docMk/>
            <pc:sldMk cId="3546942874" sldId="2147482649"/>
            <ac:grpSpMk id="24" creationId="{AB1C71EE-8A85-5D5E-A7CA-8CD5098AE5F9}"/>
          </ac:grpSpMkLst>
        </pc:grpChg>
        <pc:grpChg chg="mod">
          <ac:chgData name="Lucia Garcia De Santos" userId="ce5b23a2-8529-4c99-88c2-4f31ecbd374c" providerId="ADAL" clId="{F4BD3BC5-BA32-4F0F-B313-E7B1B807938E}" dt="2025-05-13T18:38:04.766" v="20" actId="1076"/>
          <ac:grpSpMkLst>
            <pc:docMk/>
            <pc:sldMk cId="3546942874" sldId="2147482649"/>
            <ac:grpSpMk id="28" creationId="{B1DA9F4D-ED36-BCE0-F528-9466DA8E3719}"/>
          </ac:grpSpMkLst>
        </pc:grpChg>
        <pc:graphicFrameChg chg="del">
          <ac:chgData name="Lucia Garcia De Santos" userId="ce5b23a2-8529-4c99-88c2-4f31ecbd374c" providerId="ADAL" clId="{F4BD3BC5-BA32-4F0F-B313-E7B1B807938E}" dt="2025-05-13T18:37:03.901" v="16" actId="478"/>
          <ac:graphicFrameMkLst>
            <pc:docMk/>
            <pc:sldMk cId="3546942874" sldId="2147482649"/>
            <ac:graphicFrameMk id="14" creationId="{33E3AB84-92A6-31C0-E973-0FAB0C7C7046}"/>
          </ac:graphicFrameMkLst>
        </pc:graphicFrameChg>
        <pc:picChg chg="del">
          <ac:chgData name="Lucia Garcia De Santos" userId="ce5b23a2-8529-4c99-88c2-4f31ecbd374c" providerId="ADAL" clId="{F4BD3BC5-BA32-4F0F-B313-E7B1B807938E}" dt="2025-05-13T18:37:03.901" v="16" actId="478"/>
          <ac:picMkLst>
            <pc:docMk/>
            <pc:sldMk cId="3546942874" sldId="2147482649"/>
            <ac:picMk id="13" creationId="{48D9B576-9671-3D0F-181B-96CF4A82D6AF}"/>
          </ac:picMkLst>
        </pc:picChg>
        <pc:picChg chg="del">
          <ac:chgData name="Lucia Garcia De Santos" userId="ce5b23a2-8529-4c99-88c2-4f31ecbd374c" providerId="ADAL" clId="{F4BD3BC5-BA32-4F0F-B313-E7B1B807938E}" dt="2025-05-13T18:37:03.901" v="16" actId="478"/>
          <ac:picMkLst>
            <pc:docMk/>
            <pc:sldMk cId="3546942874" sldId="2147482649"/>
            <ac:picMk id="15" creationId="{56D1DF2F-4719-C68D-F47E-09A82FC71637}"/>
          </ac:picMkLst>
        </pc:picChg>
      </pc:sldChg>
    </pc:docChg>
  </pc:docChgLst>
  <pc:docChgLst>
    <pc:chgData name="Paula Florian Julvez" userId="66ddba71-8e14-4f49-bf10-f4208c061397" providerId="ADAL" clId="{F06B10D4-44B7-42F7-9061-498812E38B6E}"/>
    <pc:docChg chg="addSld delSld modSld modSection">
      <pc:chgData name="Paula Florian Julvez" userId="66ddba71-8e14-4f49-bf10-f4208c061397" providerId="ADAL" clId="{F06B10D4-44B7-42F7-9061-498812E38B6E}" dt="2025-05-13T12:42:43.638" v="2" actId="47"/>
      <pc:docMkLst>
        <pc:docMk/>
      </pc:docMkLst>
      <pc:sldChg chg="del">
        <pc:chgData name="Paula Florian Julvez" userId="66ddba71-8e14-4f49-bf10-f4208c061397" providerId="ADAL" clId="{F06B10D4-44B7-42F7-9061-498812E38B6E}" dt="2025-05-13T12:41:07.652" v="1" actId="47"/>
        <pc:sldMkLst>
          <pc:docMk/>
          <pc:sldMk cId="2677786426" sldId="2147482645"/>
        </pc:sldMkLst>
      </pc:sldChg>
      <pc:sldChg chg="add del">
        <pc:chgData name="Paula Florian Julvez" userId="66ddba71-8e14-4f49-bf10-f4208c061397" providerId="ADAL" clId="{F06B10D4-44B7-42F7-9061-498812E38B6E}" dt="2025-05-13T12:42:43.638" v="2" actId="47"/>
        <pc:sldMkLst>
          <pc:docMk/>
          <pc:sldMk cId="1002626331" sldId="2147482647"/>
        </pc:sldMkLst>
      </pc:sldChg>
    </pc:docChg>
  </pc:docChgLst>
  <pc:docChgLst>
    <pc:chgData name="Carmen Fernandez Casal" userId="8eab5370-896e-4253-b717-dd33ece302a8" providerId="ADAL" clId="{7B03D68E-66AC-4283-8A56-E41F30CB8503}"/>
    <pc:docChg chg="undo custSel addSld delSld modSld modSection">
      <pc:chgData name="Carmen Fernandez Casal" userId="8eab5370-896e-4253-b717-dd33ece302a8" providerId="ADAL" clId="{7B03D68E-66AC-4283-8A56-E41F30CB8503}" dt="2025-05-13T18:36:11.022" v="30" actId="1076"/>
      <pc:docMkLst>
        <pc:docMk/>
      </pc:docMkLst>
      <pc:sldChg chg="add del">
        <pc:chgData name="Carmen Fernandez Casal" userId="8eab5370-896e-4253-b717-dd33ece302a8" providerId="ADAL" clId="{7B03D68E-66AC-4283-8A56-E41F30CB8503}" dt="2025-05-13T18:06:15.320" v="29" actId="47"/>
        <pc:sldMkLst>
          <pc:docMk/>
          <pc:sldMk cId="1625693307" sldId="2147482569"/>
        </pc:sldMkLst>
      </pc:sldChg>
      <pc:sldChg chg="modSp mod">
        <pc:chgData name="Carmen Fernandez Casal" userId="8eab5370-896e-4253-b717-dd33ece302a8" providerId="ADAL" clId="{7B03D68E-66AC-4283-8A56-E41F30CB8503}" dt="2025-05-13T18:36:11.022" v="30" actId="1076"/>
        <pc:sldMkLst>
          <pc:docMk/>
          <pc:sldMk cId="919194026" sldId="2147482581"/>
        </pc:sldMkLst>
        <pc:grpChg chg="mod">
          <ac:chgData name="Carmen Fernandez Casal" userId="8eab5370-896e-4253-b717-dd33ece302a8" providerId="ADAL" clId="{7B03D68E-66AC-4283-8A56-E41F30CB8503}" dt="2025-05-13T18:36:11.022" v="30" actId="1076"/>
          <ac:grpSpMkLst>
            <pc:docMk/>
            <pc:sldMk cId="919194026" sldId="2147482581"/>
            <ac:grpSpMk id="13" creationId="{5F7B6660-0257-3035-352B-1A1B9926F6B5}"/>
          </ac:grpSpMkLst>
        </pc:grpChg>
      </pc:sldChg>
      <pc:sldChg chg="del">
        <pc:chgData name="Carmen Fernandez Casal" userId="8eab5370-896e-4253-b717-dd33ece302a8" providerId="ADAL" clId="{7B03D68E-66AC-4283-8A56-E41F30CB8503}" dt="2025-05-13T17:54:26.107" v="1" actId="47"/>
        <pc:sldMkLst>
          <pc:docMk/>
          <pc:sldMk cId="1700535556" sldId="2147482588"/>
        </pc:sldMkLst>
      </pc:sldChg>
      <pc:sldChg chg="modSp mod">
        <pc:chgData name="Carmen Fernandez Casal" userId="8eab5370-896e-4253-b717-dd33ece302a8" providerId="ADAL" clId="{7B03D68E-66AC-4283-8A56-E41F30CB8503}" dt="2025-05-13T17:58:42.787" v="27" actId="207"/>
        <pc:sldMkLst>
          <pc:docMk/>
          <pc:sldMk cId="459560712" sldId="2147482595"/>
        </pc:sldMkLst>
        <pc:spChg chg="mod">
          <ac:chgData name="Carmen Fernandez Casal" userId="8eab5370-896e-4253-b717-dd33ece302a8" providerId="ADAL" clId="{7B03D68E-66AC-4283-8A56-E41F30CB8503}" dt="2025-05-13T17:58:42.787" v="27" actId="207"/>
          <ac:spMkLst>
            <pc:docMk/>
            <pc:sldMk cId="459560712" sldId="2147482595"/>
            <ac:spMk id="10" creationId="{B018F2FF-1507-0D32-26EB-6ED9100E6357}"/>
          </ac:spMkLst>
        </pc:spChg>
        <pc:spChg chg="mod">
          <ac:chgData name="Carmen Fernandez Casal" userId="8eab5370-896e-4253-b717-dd33ece302a8" providerId="ADAL" clId="{7B03D68E-66AC-4283-8A56-E41F30CB8503}" dt="2025-05-13T17:58:42.787" v="27" actId="207"/>
          <ac:spMkLst>
            <pc:docMk/>
            <pc:sldMk cId="459560712" sldId="2147482595"/>
            <ac:spMk id="16" creationId="{A88C2E2A-7182-5BBA-2DC4-0BC3014A181A}"/>
          </ac:spMkLst>
        </pc:spChg>
        <pc:spChg chg="mod">
          <ac:chgData name="Carmen Fernandez Casal" userId="8eab5370-896e-4253-b717-dd33ece302a8" providerId="ADAL" clId="{7B03D68E-66AC-4283-8A56-E41F30CB8503}" dt="2025-05-13T17:58:42.787" v="27" actId="207"/>
          <ac:spMkLst>
            <pc:docMk/>
            <pc:sldMk cId="459560712" sldId="2147482595"/>
            <ac:spMk id="21" creationId="{7428CF6F-9E01-4A3D-3AE5-323E66E6AABF}"/>
          </ac:spMkLst>
        </pc:spChg>
        <pc:spChg chg="mod">
          <ac:chgData name="Carmen Fernandez Casal" userId="8eab5370-896e-4253-b717-dd33ece302a8" providerId="ADAL" clId="{7B03D68E-66AC-4283-8A56-E41F30CB8503}" dt="2025-05-13T17:58:42.787" v="27" actId="207"/>
          <ac:spMkLst>
            <pc:docMk/>
            <pc:sldMk cId="459560712" sldId="2147482595"/>
            <ac:spMk id="27" creationId="{647D44A6-951B-C799-EF74-1644894D004D}"/>
          </ac:spMkLst>
        </pc:spChg>
        <pc:spChg chg="mod">
          <ac:chgData name="Carmen Fernandez Casal" userId="8eab5370-896e-4253-b717-dd33ece302a8" providerId="ADAL" clId="{7B03D68E-66AC-4283-8A56-E41F30CB8503}" dt="2025-05-13T17:58:21.107" v="26" actId="207"/>
          <ac:spMkLst>
            <pc:docMk/>
            <pc:sldMk cId="459560712" sldId="2147482595"/>
            <ac:spMk id="31" creationId="{41143C6A-BDD9-9321-3D5B-0A7055395B62}"/>
          </ac:spMkLst>
        </pc:spChg>
        <pc:spChg chg="mod">
          <ac:chgData name="Carmen Fernandez Casal" userId="8eab5370-896e-4253-b717-dd33ece302a8" providerId="ADAL" clId="{7B03D68E-66AC-4283-8A56-E41F30CB8503}" dt="2025-05-13T17:58:16.445" v="25" actId="207"/>
          <ac:spMkLst>
            <pc:docMk/>
            <pc:sldMk cId="459560712" sldId="2147482595"/>
            <ac:spMk id="34" creationId="{AFF4317D-7309-CE51-13DD-DD0EF863110E}"/>
          </ac:spMkLst>
        </pc:spChg>
        <pc:spChg chg="mod">
          <ac:chgData name="Carmen Fernandez Casal" userId="8eab5370-896e-4253-b717-dd33ece302a8" providerId="ADAL" clId="{7B03D68E-66AC-4283-8A56-E41F30CB8503}" dt="2025-05-13T17:58:21.107" v="26" actId="207"/>
          <ac:spMkLst>
            <pc:docMk/>
            <pc:sldMk cId="459560712" sldId="2147482595"/>
            <ac:spMk id="35" creationId="{2FD06A11-A22E-36F5-DD50-6F3EB9D2B0E1}"/>
          </ac:spMkLst>
        </pc:spChg>
        <pc:spChg chg="mod">
          <ac:chgData name="Carmen Fernandez Casal" userId="8eab5370-896e-4253-b717-dd33ece302a8" providerId="ADAL" clId="{7B03D68E-66AC-4283-8A56-E41F30CB8503}" dt="2025-05-13T17:58:21.107" v="26" actId="207"/>
          <ac:spMkLst>
            <pc:docMk/>
            <pc:sldMk cId="459560712" sldId="2147482595"/>
            <ac:spMk id="36" creationId="{0EEB4491-A7D6-CBEE-7E89-67B3FF9D3B02}"/>
          </ac:spMkLst>
        </pc:spChg>
        <pc:spChg chg="mod">
          <ac:chgData name="Carmen Fernandez Casal" userId="8eab5370-896e-4253-b717-dd33ece302a8" providerId="ADAL" clId="{7B03D68E-66AC-4283-8A56-E41F30CB8503}" dt="2025-05-13T17:57:45.864" v="24" actId="207"/>
          <ac:spMkLst>
            <pc:docMk/>
            <pc:sldMk cId="459560712" sldId="2147482595"/>
            <ac:spMk id="45" creationId="{3D58D357-BC50-E3CD-3DC8-B28C8E740EF7}"/>
          </ac:spMkLst>
        </pc:spChg>
      </pc:sldChg>
      <pc:sldChg chg="del">
        <pc:chgData name="Carmen Fernandez Casal" userId="8eab5370-896e-4253-b717-dd33ece302a8" providerId="ADAL" clId="{7B03D68E-66AC-4283-8A56-E41F30CB8503}" dt="2025-05-13T17:53:38.326" v="0" actId="47"/>
        <pc:sldMkLst>
          <pc:docMk/>
          <pc:sldMk cId="2705967137" sldId="2147482625"/>
        </pc:sldMkLst>
      </pc:sldChg>
      <pc:sldChg chg="del">
        <pc:chgData name="Carmen Fernandez Casal" userId="8eab5370-896e-4253-b717-dd33ece302a8" providerId="ADAL" clId="{7B03D68E-66AC-4283-8A56-E41F30CB8503}" dt="2025-05-13T17:56:53.452" v="21" actId="47"/>
        <pc:sldMkLst>
          <pc:docMk/>
          <pc:sldMk cId="1088214694" sldId="2147482643"/>
        </pc:sldMkLst>
      </pc:sldChg>
      <pc:sldChg chg="modSp mod">
        <pc:chgData name="Carmen Fernandez Casal" userId="8eab5370-896e-4253-b717-dd33ece302a8" providerId="ADAL" clId="{7B03D68E-66AC-4283-8A56-E41F30CB8503}" dt="2025-05-13T17:56:23.712" v="20" actId="552"/>
        <pc:sldMkLst>
          <pc:docMk/>
          <pc:sldMk cId="940909386" sldId="2147482644"/>
        </pc:sldMkLst>
        <pc:spChg chg="mod">
          <ac:chgData name="Carmen Fernandez Casal" userId="8eab5370-896e-4253-b717-dd33ece302a8" providerId="ADAL" clId="{7B03D68E-66AC-4283-8A56-E41F30CB8503}" dt="2025-05-13T17:56:23.712" v="20" actId="552"/>
          <ac:spMkLst>
            <pc:docMk/>
            <pc:sldMk cId="940909386" sldId="2147482644"/>
            <ac:spMk id="7" creationId="{2534A84B-32C9-B87F-E159-723C9CA77C70}"/>
          </ac:spMkLst>
        </pc:spChg>
        <pc:spChg chg="mod">
          <ac:chgData name="Carmen Fernandez Casal" userId="8eab5370-896e-4253-b717-dd33ece302a8" providerId="ADAL" clId="{7B03D68E-66AC-4283-8A56-E41F30CB8503}" dt="2025-05-13T17:56:23.712" v="20" actId="552"/>
          <ac:spMkLst>
            <pc:docMk/>
            <pc:sldMk cId="940909386" sldId="2147482644"/>
            <ac:spMk id="8" creationId="{9BE53E7B-923B-FAD9-3C4D-04F33F77A305}"/>
          </ac:spMkLst>
        </pc:spChg>
        <pc:spChg chg="mod">
          <ac:chgData name="Carmen Fernandez Casal" userId="8eab5370-896e-4253-b717-dd33ece302a8" providerId="ADAL" clId="{7B03D68E-66AC-4283-8A56-E41F30CB8503}" dt="2025-05-13T17:56:13.892" v="19" actId="1038"/>
          <ac:spMkLst>
            <pc:docMk/>
            <pc:sldMk cId="940909386" sldId="2147482644"/>
            <ac:spMk id="9" creationId="{2817E2AF-2242-5C56-A192-7FC34A60A073}"/>
          </ac:spMkLst>
        </pc:spChg>
        <pc:spChg chg="mod">
          <ac:chgData name="Carmen Fernandez Casal" userId="8eab5370-896e-4253-b717-dd33ece302a8" providerId="ADAL" clId="{7B03D68E-66AC-4283-8A56-E41F30CB8503}" dt="2025-05-13T17:56:13.892" v="19" actId="1038"/>
          <ac:spMkLst>
            <pc:docMk/>
            <pc:sldMk cId="940909386" sldId="2147482644"/>
            <ac:spMk id="10" creationId="{86AC6227-8582-810F-7B0D-6B15D047AA4C}"/>
          </ac:spMkLst>
        </pc:spChg>
        <pc:spChg chg="mod">
          <ac:chgData name="Carmen Fernandez Casal" userId="8eab5370-896e-4253-b717-dd33ece302a8" providerId="ADAL" clId="{7B03D68E-66AC-4283-8A56-E41F30CB8503}" dt="2025-05-13T17:56:23.712" v="20" actId="552"/>
          <ac:spMkLst>
            <pc:docMk/>
            <pc:sldMk cId="940909386" sldId="2147482644"/>
            <ac:spMk id="11" creationId="{688DAD38-DFAA-32DF-35D7-0E29717F4141}"/>
          </ac:spMkLst>
        </pc:spChg>
        <pc:spChg chg="mod">
          <ac:chgData name="Carmen Fernandez Casal" userId="8eab5370-896e-4253-b717-dd33ece302a8" providerId="ADAL" clId="{7B03D68E-66AC-4283-8A56-E41F30CB8503}" dt="2025-05-13T17:56:23.712" v="20" actId="552"/>
          <ac:spMkLst>
            <pc:docMk/>
            <pc:sldMk cId="940909386" sldId="2147482644"/>
            <ac:spMk id="12" creationId="{6904EE29-C7EC-C0C3-3A59-197E48671F80}"/>
          </ac:spMkLst>
        </pc:spChg>
      </pc:sldChg>
    </pc:docChg>
  </pc:docChgLst>
  <pc:docChgLst>
    <pc:chgData name="Ana Villoria Jimenez" userId="1692c769-f181-456d-9302-cd3105039470" providerId="ADAL" clId="{AFB057CB-6A9C-4FA4-AAF3-B69C705B0A34}"/>
    <pc:docChg chg="undo redo custSel addSld delSld modSld modSection">
      <pc:chgData name="Ana Villoria Jimenez" userId="1692c769-f181-456d-9302-cd3105039470" providerId="ADAL" clId="{AFB057CB-6A9C-4FA4-AAF3-B69C705B0A34}" dt="2025-05-13T18:24:12.708" v="1387" actId="1035"/>
      <pc:docMkLst>
        <pc:docMk/>
      </pc:docMkLst>
      <pc:sldChg chg="addSp delSp modSp mod">
        <pc:chgData name="Ana Villoria Jimenez" userId="1692c769-f181-456d-9302-cd3105039470" providerId="ADAL" clId="{AFB057CB-6A9C-4FA4-AAF3-B69C705B0A34}" dt="2025-05-13T18:24:12.708" v="1387" actId="1035"/>
        <pc:sldMkLst>
          <pc:docMk/>
          <pc:sldMk cId="919194026" sldId="2147482581"/>
        </pc:sldMkLst>
        <pc:spChg chg="mod">
          <ac:chgData name="Ana Villoria Jimenez" userId="1692c769-f181-456d-9302-cd3105039470" providerId="ADAL" clId="{AFB057CB-6A9C-4FA4-AAF3-B69C705B0A34}" dt="2025-05-13T18:24:04.321" v="1386" actId="1035"/>
          <ac:spMkLst>
            <pc:docMk/>
            <pc:sldMk cId="919194026" sldId="2147482581"/>
            <ac:spMk id="7" creationId="{4A30B8EF-9D3B-6336-64DE-D6B119885EE3}"/>
          </ac:spMkLst>
        </pc:spChg>
        <pc:spChg chg="mod">
          <ac:chgData name="Ana Villoria Jimenez" userId="1692c769-f181-456d-9302-cd3105039470" providerId="ADAL" clId="{AFB057CB-6A9C-4FA4-AAF3-B69C705B0A34}" dt="2025-05-13T18:24:04.321" v="1386" actId="1035"/>
          <ac:spMkLst>
            <pc:docMk/>
            <pc:sldMk cId="919194026" sldId="2147482581"/>
            <ac:spMk id="8" creationId="{FE290C40-7168-FD78-64A2-EB56F7947497}"/>
          </ac:spMkLst>
        </pc:spChg>
        <pc:spChg chg="del">
          <ac:chgData name="Ana Villoria Jimenez" userId="1692c769-f181-456d-9302-cd3105039470" providerId="ADAL" clId="{AFB057CB-6A9C-4FA4-AAF3-B69C705B0A34}" dt="2025-05-13T18:17:58.207" v="1225" actId="478"/>
          <ac:spMkLst>
            <pc:docMk/>
            <pc:sldMk cId="919194026" sldId="2147482581"/>
            <ac:spMk id="9" creationId="{B525A4F2-1C4C-18FC-085D-4944214C6A44}"/>
          </ac:spMkLst>
        </pc:spChg>
        <pc:spChg chg="del">
          <ac:chgData name="Ana Villoria Jimenez" userId="1692c769-f181-456d-9302-cd3105039470" providerId="ADAL" clId="{AFB057CB-6A9C-4FA4-AAF3-B69C705B0A34}" dt="2025-05-13T18:17:58.207" v="1225" actId="478"/>
          <ac:spMkLst>
            <pc:docMk/>
            <pc:sldMk cId="919194026" sldId="2147482581"/>
            <ac:spMk id="10" creationId="{C7C36ED7-9537-74CB-92C0-B8B1B7FB4E2A}"/>
          </ac:spMkLst>
        </pc:spChg>
        <pc:spChg chg="add mod">
          <ac:chgData name="Ana Villoria Jimenez" userId="1692c769-f181-456d-9302-cd3105039470" providerId="ADAL" clId="{AFB057CB-6A9C-4FA4-AAF3-B69C705B0A34}" dt="2025-05-13T18:24:12.708" v="1387" actId="1035"/>
          <ac:spMkLst>
            <pc:docMk/>
            <pc:sldMk cId="919194026" sldId="2147482581"/>
            <ac:spMk id="11" creationId="{92D67949-3D5E-27EB-08F1-7CF13ECEB78A}"/>
          </ac:spMkLst>
        </pc:spChg>
        <pc:spChg chg="add mod">
          <ac:chgData name="Ana Villoria Jimenez" userId="1692c769-f181-456d-9302-cd3105039470" providerId="ADAL" clId="{AFB057CB-6A9C-4FA4-AAF3-B69C705B0A34}" dt="2025-05-13T18:18:55" v="1279"/>
          <ac:spMkLst>
            <pc:docMk/>
            <pc:sldMk cId="919194026" sldId="2147482581"/>
            <ac:spMk id="19" creationId="{B890F8E8-D54F-AB5E-DB91-CED380A0FD9A}"/>
          </ac:spMkLst>
        </pc:spChg>
        <pc:spChg chg="add mod">
          <ac:chgData name="Ana Villoria Jimenez" userId="1692c769-f181-456d-9302-cd3105039470" providerId="ADAL" clId="{AFB057CB-6A9C-4FA4-AAF3-B69C705B0A34}" dt="2025-05-13T18:22:27.321" v="1364" actId="1037"/>
          <ac:spMkLst>
            <pc:docMk/>
            <pc:sldMk cId="919194026" sldId="2147482581"/>
            <ac:spMk id="21" creationId="{57AB5F1D-1C57-3F5D-B542-1F219C319BDB}"/>
          </ac:spMkLst>
        </pc:spChg>
        <pc:grpChg chg="mod">
          <ac:chgData name="Ana Villoria Jimenez" userId="1692c769-f181-456d-9302-cd3105039470" providerId="ADAL" clId="{AFB057CB-6A9C-4FA4-AAF3-B69C705B0A34}" dt="2025-05-13T18:24:04.321" v="1386" actId="1035"/>
          <ac:grpSpMkLst>
            <pc:docMk/>
            <pc:sldMk cId="919194026" sldId="2147482581"/>
            <ac:grpSpMk id="13" creationId="{5F7B6660-0257-3035-352B-1A1B9926F6B5}"/>
          </ac:grpSpMkLst>
        </pc:grpChg>
        <pc:grpChg chg="del">
          <ac:chgData name="Ana Villoria Jimenez" userId="1692c769-f181-456d-9302-cd3105039470" providerId="ADAL" clId="{AFB057CB-6A9C-4FA4-AAF3-B69C705B0A34}" dt="2025-05-13T18:18:00.400" v="1226" actId="478"/>
          <ac:grpSpMkLst>
            <pc:docMk/>
            <pc:sldMk cId="919194026" sldId="2147482581"/>
            <ac:grpSpMk id="16" creationId="{A669DC83-C958-3AD8-3537-2DBD1F774CB4}"/>
          </ac:grpSpMkLst>
        </pc:grpChg>
        <pc:graphicFrameChg chg="add mod">
          <ac:chgData name="Ana Villoria Jimenez" userId="1692c769-f181-456d-9302-cd3105039470" providerId="ADAL" clId="{AFB057CB-6A9C-4FA4-AAF3-B69C705B0A34}" dt="2025-05-13T18:18:55" v="1279"/>
          <ac:graphicFrameMkLst>
            <pc:docMk/>
            <pc:sldMk cId="919194026" sldId="2147482581"/>
            <ac:graphicFrameMk id="12" creationId="{E85EA446-8536-E0BB-53A2-D5E7E91EED64}"/>
          </ac:graphicFrameMkLst>
        </pc:graphicFrameChg>
        <pc:graphicFrameChg chg="add mod modGraphic">
          <ac:chgData name="Ana Villoria Jimenez" userId="1692c769-f181-456d-9302-cd3105039470" providerId="ADAL" clId="{AFB057CB-6A9C-4FA4-AAF3-B69C705B0A34}" dt="2025-05-13T18:23:34.445" v="1377" actId="1036"/>
          <ac:graphicFrameMkLst>
            <pc:docMk/>
            <pc:sldMk cId="919194026" sldId="2147482581"/>
            <ac:graphicFrameMk id="20" creationId="{F16CEE40-C6EC-3700-B453-1B46D77399C2}"/>
          </ac:graphicFrameMkLst>
        </pc:graphicFrameChg>
      </pc:sldChg>
      <pc:sldChg chg="mod modShow">
        <pc:chgData name="Ana Villoria Jimenez" userId="1692c769-f181-456d-9302-cd3105039470" providerId="ADAL" clId="{AFB057CB-6A9C-4FA4-AAF3-B69C705B0A34}" dt="2025-05-13T18:22:53.636" v="1365" actId="729"/>
        <pc:sldMkLst>
          <pc:docMk/>
          <pc:sldMk cId="3843510123" sldId="2147482587"/>
        </pc:sldMkLst>
      </pc:sldChg>
      <pc:sldChg chg="modSp del mod">
        <pc:chgData name="Ana Villoria Jimenez" userId="1692c769-f181-456d-9302-cd3105039470" providerId="ADAL" clId="{AFB057CB-6A9C-4FA4-AAF3-B69C705B0A34}" dt="2025-05-13T12:27:04.359" v="50" actId="2696"/>
        <pc:sldMkLst>
          <pc:docMk/>
          <pc:sldMk cId="2225197433" sldId="2147482590"/>
        </pc:sldMkLst>
        <pc:spChg chg="mod">
          <ac:chgData name="Ana Villoria Jimenez" userId="1692c769-f181-456d-9302-cd3105039470" providerId="ADAL" clId="{AFB057CB-6A9C-4FA4-AAF3-B69C705B0A34}" dt="2025-05-13T12:10:59.673" v="48" actId="1076"/>
          <ac:spMkLst>
            <pc:docMk/>
            <pc:sldMk cId="2225197433" sldId="2147482590"/>
            <ac:spMk id="3" creationId="{6F0939BB-7E6C-F2D9-1813-7608C32C1855}"/>
          </ac:spMkLst>
        </pc:spChg>
        <pc:spChg chg="mod">
          <ac:chgData name="Ana Villoria Jimenez" userId="1692c769-f181-456d-9302-cd3105039470" providerId="ADAL" clId="{AFB057CB-6A9C-4FA4-AAF3-B69C705B0A34}" dt="2025-05-13T12:10:59.673" v="48" actId="1076"/>
          <ac:spMkLst>
            <pc:docMk/>
            <pc:sldMk cId="2225197433" sldId="2147482590"/>
            <ac:spMk id="4" creationId="{355202F3-DA70-7E3C-1BD9-B9148DA0FA82}"/>
          </ac:spMkLst>
        </pc:spChg>
        <pc:spChg chg="mod">
          <ac:chgData name="Ana Villoria Jimenez" userId="1692c769-f181-456d-9302-cd3105039470" providerId="ADAL" clId="{AFB057CB-6A9C-4FA4-AAF3-B69C705B0A34}" dt="2025-05-13T12:10:59.673" v="48" actId="1076"/>
          <ac:spMkLst>
            <pc:docMk/>
            <pc:sldMk cId="2225197433" sldId="2147482590"/>
            <ac:spMk id="10" creationId="{68BE1D04-5434-C340-6129-277896AF7EC1}"/>
          </ac:spMkLst>
        </pc:spChg>
        <pc:picChg chg="mod">
          <ac:chgData name="Ana Villoria Jimenez" userId="1692c769-f181-456d-9302-cd3105039470" providerId="ADAL" clId="{AFB057CB-6A9C-4FA4-AAF3-B69C705B0A34}" dt="2025-05-13T12:10:59.673" v="48" actId="1076"/>
          <ac:picMkLst>
            <pc:docMk/>
            <pc:sldMk cId="2225197433" sldId="2147482590"/>
            <ac:picMk id="9" creationId="{F67C41FE-31D2-27B5-92F7-7FF8D9D88914}"/>
          </ac:picMkLst>
        </pc:picChg>
      </pc:sldChg>
      <pc:sldChg chg="modSp del mod">
        <pc:chgData name="Ana Villoria Jimenez" userId="1692c769-f181-456d-9302-cd3105039470" providerId="ADAL" clId="{AFB057CB-6A9C-4FA4-AAF3-B69C705B0A34}" dt="2025-05-13T12:46:33.791" v="672" actId="2696"/>
        <pc:sldMkLst>
          <pc:docMk/>
          <pc:sldMk cId="1860253927" sldId="2147482628"/>
        </pc:sldMkLst>
        <pc:spChg chg="mod">
          <ac:chgData name="Ana Villoria Jimenez" userId="1692c769-f181-456d-9302-cd3105039470" providerId="ADAL" clId="{AFB057CB-6A9C-4FA4-AAF3-B69C705B0A34}" dt="2025-05-13T12:31:49.761" v="351" actId="14100"/>
          <ac:spMkLst>
            <pc:docMk/>
            <pc:sldMk cId="1860253927" sldId="2147482628"/>
            <ac:spMk id="8" creationId="{DC64AFAC-CCB9-90F3-83BF-72D11F42FAB5}"/>
          </ac:spMkLst>
        </pc:spChg>
        <pc:spChg chg="mod">
          <ac:chgData name="Ana Villoria Jimenez" userId="1692c769-f181-456d-9302-cd3105039470" providerId="ADAL" clId="{AFB057CB-6A9C-4FA4-AAF3-B69C705B0A34}" dt="2025-05-13T12:31:49.761" v="351" actId="14100"/>
          <ac:spMkLst>
            <pc:docMk/>
            <pc:sldMk cId="1860253927" sldId="2147482628"/>
            <ac:spMk id="13" creationId="{BF4D9C88-F670-34B4-4E38-0E01DEBCDE12}"/>
          </ac:spMkLst>
        </pc:spChg>
        <pc:spChg chg="mod">
          <ac:chgData name="Ana Villoria Jimenez" userId="1692c769-f181-456d-9302-cd3105039470" providerId="ADAL" clId="{AFB057CB-6A9C-4FA4-AAF3-B69C705B0A34}" dt="2025-05-13T12:31:49.761" v="351" actId="14100"/>
          <ac:spMkLst>
            <pc:docMk/>
            <pc:sldMk cId="1860253927" sldId="2147482628"/>
            <ac:spMk id="18" creationId="{9E9D6203-A581-F23C-D196-851F93F713FB}"/>
          </ac:spMkLst>
        </pc:spChg>
        <pc:spChg chg="mod">
          <ac:chgData name="Ana Villoria Jimenez" userId="1692c769-f181-456d-9302-cd3105039470" providerId="ADAL" clId="{AFB057CB-6A9C-4FA4-AAF3-B69C705B0A34}" dt="2025-05-13T12:31:49.761" v="351" actId="14100"/>
          <ac:spMkLst>
            <pc:docMk/>
            <pc:sldMk cId="1860253927" sldId="2147482628"/>
            <ac:spMk id="20" creationId="{2296F648-1B7F-9448-21D5-C7FC7C2FCADD}"/>
          </ac:spMkLst>
        </pc:spChg>
        <pc:spChg chg="mod">
          <ac:chgData name="Ana Villoria Jimenez" userId="1692c769-f181-456d-9302-cd3105039470" providerId="ADAL" clId="{AFB057CB-6A9C-4FA4-AAF3-B69C705B0A34}" dt="2025-05-13T12:31:49.761" v="351" actId="14100"/>
          <ac:spMkLst>
            <pc:docMk/>
            <pc:sldMk cId="1860253927" sldId="2147482628"/>
            <ac:spMk id="22" creationId="{E1306CF2-9B8A-D4E8-277E-5F2828E8DFC2}"/>
          </ac:spMkLst>
        </pc:spChg>
        <pc:spChg chg="mod">
          <ac:chgData name="Ana Villoria Jimenez" userId="1692c769-f181-456d-9302-cd3105039470" providerId="ADAL" clId="{AFB057CB-6A9C-4FA4-AAF3-B69C705B0A34}" dt="2025-05-13T12:31:51.597" v="352" actId="5793"/>
          <ac:spMkLst>
            <pc:docMk/>
            <pc:sldMk cId="1860253927" sldId="2147482628"/>
            <ac:spMk id="36" creationId="{CC4EA27C-3E36-4CD1-50B9-4B7D247EAAC0}"/>
          </ac:spMkLst>
        </pc:spChg>
        <pc:spChg chg="mod">
          <ac:chgData name="Ana Villoria Jimenez" userId="1692c769-f181-456d-9302-cd3105039470" providerId="ADAL" clId="{AFB057CB-6A9C-4FA4-AAF3-B69C705B0A34}" dt="2025-05-13T12:31:54.721" v="353" actId="5793"/>
          <ac:spMkLst>
            <pc:docMk/>
            <pc:sldMk cId="1860253927" sldId="2147482628"/>
            <ac:spMk id="45" creationId="{0C117A2A-7F95-4F48-9BB8-D4910C9B3B83}"/>
          </ac:spMkLst>
        </pc:spChg>
      </pc:sldChg>
      <pc:sldChg chg="addSp delSp modSp mod">
        <pc:chgData name="Ana Villoria Jimenez" userId="1692c769-f181-456d-9302-cd3105039470" providerId="ADAL" clId="{AFB057CB-6A9C-4FA4-AAF3-B69C705B0A34}" dt="2025-05-13T13:11:29.328" v="1212" actId="14100"/>
        <pc:sldMkLst>
          <pc:docMk/>
          <pc:sldMk cId="1911351029" sldId="2147482630"/>
        </pc:sldMkLst>
        <pc:spChg chg="mod">
          <ac:chgData name="Ana Villoria Jimenez" userId="1692c769-f181-456d-9302-cd3105039470" providerId="ADAL" clId="{AFB057CB-6A9C-4FA4-AAF3-B69C705B0A34}" dt="2025-05-13T12:52:37.713" v="770" actId="14100"/>
          <ac:spMkLst>
            <pc:docMk/>
            <pc:sldMk cId="1911351029" sldId="2147482630"/>
            <ac:spMk id="2" creationId="{6207447E-32B2-44DA-E48A-316584E36E75}"/>
          </ac:spMkLst>
        </pc:spChg>
        <pc:spChg chg="mod">
          <ac:chgData name="Ana Villoria Jimenez" userId="1692c769-f181-456d-9302-cd3105039470" providerId="ADAL" clId="{AFB057CB-6A9C-4FA4-AAF3-B69C705B0A34}" dt="2025-05-13T13:07:51.894" v="1186" actId="1038"/>
          <ac:spMkLst>
            <pc:docMk/>
            <pc:sldMk cId="1911351029" sldId="2147482630"/>
            <ac:spMk id="3" creationId="{0F7426BE-4889-C909-F6F8-CEB2C1C6EB75}"/>
          </ac:spMkLst>
        </pc:spChg>
        <pc:spChg chg="mod">
          <ac:chgData name="Ana Villoria Jimenez" userId="1692c769-f181-456d-9302-cd3105039470" providerId="ADAL" clId="{AFB057CB-6A9C-4FA4-AAF3-B69C705B0A34}" dt="2025-05-13T13:07:51.894" v="1186" actId="1038"/>
          <ac:spMkLst>
            <pc:docMk/>
            <pc:sldMk cId="1911351029" sldId="2147482630"/>
            <ac:spMk id="4" creationId="{C836CD13-4D48-9B37-7022-2AD024DE9A78}"/>
          </ac:spMkLst>
        </pc:spChg>
        <pc:spChg chg="add mod">
          <ac:chgData name="Ana Villoria Jimenez" userId="1692c769-f181-456d-9302-cd3105039470" providerId="ADAL" clId="{AFB057CB-6A9C-4FA4-AAF3-B69C705B0A34}" dt="2025-05-13T13:08:08.997" v="1208" actId="1037"/>
          <ac:spMkLst>
            <pc:docMk/>
            <pc:sldMk cId="1911351029" sldId="2147482630"/>
            <ac:spMk id="5" creationId="{3DC6ADC3-6839-82C6-40D7-B99B8A0EE7E0}"/>
          </ac:spMkLst>
        </pc:spChg>
        <pc:spChg chg="mod">
          <ac:chgData name="Ana Villoria Jimenez" userId="1692c769-f181-456d-9302-cd3105039470" providerId="ADAL" clId="{AFB057CB-6A9C-4FA4-AAF3-B69C705B0A34}" dt="2025-05-13T13:02:40.605" v="1095" actId="14100"/>
          <ac:spMkLst>
            <pc:docMk/>
            <pc:sldMk cId="1911351029" sldId="2147482630"/>
            <ac:spMk id="7" creationId="{889C179A-B232-752F-132D-B5573A5DCAD1}"/>
          </ac:spMkLst>
        </pc:spChg>
        <pc:spChg chg="add mod">
          <ac:chgData name="Ana Villoria Jimenez" userId="1692c769-f181-456d-9302-cd3105039470" providerId="ADAL" clId="{AFB057CB-6A9C-4FA4-AAF3-B69C705B0A34}" dt="2025-05-13T13:02:47.906" v="1096" actId="14100"/>
          <ac:spMkLst>
            <pc:docMk/>
            <pc:sldMk cId="1911351029" sldId="2147482630"/>
            <ac:spMk id="8" creationId="{00C19B56-6B8E-979C-4C6F-B446CFF4B5F4}"/>
          </ac:spMkLst>
        </pc:spChg>
        <pc:spChg chg="mod">
          <ac:chgData name="Ana Villoria Jimenez" userId="1692c769-f181-456d-9302-cd3105039470" providerId="ADAL" clId="{AFB057CB-6A9C-4FA4-AAF3-B69C705B0A34}" dt="2025-05-13T13:02:09.841" v="1092" actId="14100"/>
          <ac:spMkLst>
            <pc:docMk/>
            <pc:sldMk cId="1911351029" sldId="2147482630"/>
            <ac:spMk id="9" creationId="{77A18E9F-8F99-9455-FA24-B1D315EFC6EE}"/>
          </ac:spMkLst>
        </pc:spChg>
        <pc:spChg chg="mod">
          <ac:chgData name="Ana Villoria Jimenez" userId="1692c769-f181-456d-9302-cd3105039470" providerId="ADAL" clId="{AFB057CB-6A9C-4FA4-AAF3-B69C705B0A34}" dt="2025-05-13T13:07:59.919" v="1204" actId="1038"/>
          <ac:spMkLst>
            <pc:docMk/>
            <pc:sldMk cId="1911351029" sldId="2147482630"/>
            <ac:spMk id="10" creationId="{52B184A4-7836-1398-64C2-DEA3F3D61154}"/>
          </ac:spMkLst>
        </pc:spChg>
        <pc:spChg chg="mod">
          <ac:chgData name="Ana Villoria Jimenez" userId="1692c769-f181-456d-9302-cd3105039470" providerId="ADAL" clId="{AFB057CB-6A9C-4FA4-AAF3-B69C705B0A34}" dt="2025-05-13T12:58:59.465" v="959" actId="14100"/>
          <ac:spMkLst>
            <pc:docMk/>
            <pc:sldMk cId="1911351029" sldId="2147482630"/>
            <ac:spMk id="11" creationId="{D49DA86C-E004-DFB5-5E29-F7E3622FC437}"/>
          </ac:spMkLst>
        </pc:spChg>
        <pc:spChg chg="mod">
          <ac:chgData name="Ana Villoria Jimenez" userId="1692c769-f181-456d-9302-cd3105039470" providerId="ADAL" clId="{AFB057CB-6A9C-4FA4-AAF3-B69C705B0A34}" dt="2025-05-13T13:01:24.418" v="1088" actId="14100"/>
          <ac:spMkLst>
            <pc:docMk/>
            <pc:sldMk cId="1911351029" sldId="2147482630"/>
            <ac:spMk id="12" creationId="{E5B579DA-FA0C-9D10-F88C-198B4C5ABC6B}"/>
          </ac:spMkLst>
        </pc:spChg>
        <pc:spChg chg="mod">
          <ac:chgData name="Ana Villoria Jimenez" userId="1692c769-f181-456d-9302-cd3105039470" providerId="ADAL" clId="{AFB057CB-6A9C-4FA4-AAF3-B69C705B0A34}" dt="2025-05-13T12:58:09.625" v="931" actId="14100"/>
          <ac:spMkLst>
            <pc:docMk/>
            <pc:sldMk cId="1911351029" sldId="2147482630"/>
            <ac:spMk id="14" creationId="{E284B0C6-AF89-CD2B-1812-B67192E2F5EE}"/>
          </ac:spMkLst>
        </pc:spChg>
        <pc:spChg chg="mod">
          <ac:chgData name="Ana Villoria Jimenez" userId="1692c769-f181-456d-9302-cd3105039470" providerId="ADAL" clId="{AFB057CB-6A9C-4FA4-AAF3-B69C705B0A34}" dt="2025-05-13T13:01:20.472" v="1087" actId="14100"/>
          <ac:spMkLst>
            <pc:docMk/>
            <pc:sldMk cId="1911351029" sldId="2147482630"/>
            <ac:spMk id="18" creationId="{2ECF7680-AF39-8CC7-9839-F226A2C37DDE}"/>
          </ac:spMkLst>
        </pc:spChg>
        <pc:spChg chg="mod">
          <ac:chgData name="Ana Villoria Jimenez" userId="1692c769-f181-456d-9302-cd3105039470" providerId="ADAL" clId="{AFB057CB-6A9C-4FA4-AAF3-B69C705B0A34}" dt="2025-05-13T12:58:23.969" v="946" actId="1038"/>
          <ac:spMkLst>
            <pc:docMk/>
            <pc:sldMk cId="1911351029" sldId="2147482630"/>
            <ac:spMk id="19" creationId="{0DB54DEC-50AB-5482-7E1A-128188A360CF}"/>
          </ac:spMkLst>
        </pc:spChg>
        <pc:spChg chg="add mod">
          <ac:chgData name="Ana Villoria Jimenez" userId="1692c769-f181-456d-9302-cd3105039470" providerId="ADAL" clId="{AFB057CB-6A9C-4FA4-AAF3-B69C705B0A34}" dt="2025-05-13T13:01:31.231" v="1089" actId="14100"/>
          <ac:spMkLst>
            <pc:docMk/>
            <pc:sldMk cId="1911351029" sldId="2147482630"/>
            <ac:spMk id="20" creationId="{7D1161ED-C646-DD70-4676-26DA600F76EA}"/>
          </ac:spMkLst>
        </pc:spChg>
        <pc:spChg chg="mod">
          <ac:chgData name="Ana Villoria Jimenez" userId="1692c769-f181-456d-9302-cd3105039470" providerId="ADAL" clId="{AFB057CB-6A9C-4FA4-AAF3-B69C705B0A34}" dt="2025-05-13T12:59:49.122" v="1032" actId="1036"/>
          <ac:spMkLst>
            <pc:docMk/>
            <pc:sldMk cId="1911351029" sldId="2147482630"/>
            <ac:spMk id="21" creationId="{F63D9E52-B9D2-A73B-5E0E-26769BE20B39}"/>
          </ac:spMkLst>
        </pc:spChg>
        <pc:spChg chg="add mod">
          <ac:chgData name="Ana Villoria Jimenez" userId="1692c769-f181-456d-9302-cd3105039470" providerId="ADAL" clId="{AFB057CB-6A9C-4FA4-AAF3-B69C705B0A34}" dt="2025-05-13T13:01:36.741" v="1090" actId="14100"/>
          <ac:spMkLst>
            <pc:docMk/>
            <pc:sldMk cId="1911351029" sldId="2147482630"/>
            <ac:spMk id="22" creationId="{6DBDB4F2-D057-99AC-1389-168E5CB6CFAD}"/>
          </ac:spMkLst>
        </pc:spChg>
        <pc:spChg chg="add mod">
          <ac:chgData name="Ana Villoria Jimenez" userId="1692c769-f181-456d-9302-cd3105039470" providerId="ADAL" clId="{AFB057CB-6A9C-4FA4-AAF3-B69C705B0A34}" dt="2025-05-13T12:59:57.069" v="1050" actId="1035"/>
          <ac:spMkLst>
            <pc:docMk/>
            <pc:sldMk cId="1911351029" sldId="2147482630"/>
            <ac:spMk id="23" creationId="{8BDF2094-ADE4-0A14-1228-D7C225D7E171}"/>
          </ac:spMkLst>
        </pc:spChg>
        <pc:spChg chg="mod">
          <ac:chgData name="Ana Villoria Jimenez" userId="1692c769-f181-456d-9302-cd3105039470" providerId="ADAL" clId="{AFB057CB-6A9C-4FA4-AAF3-B69C705B0A34}" dt="2025-05-13T13:02:16.696" v="1093" actId="14100"/>
          <ac:spMkLst>
            <pc:docMk/>
            <pc:sldMk cId="1911351029" sldId="2147482630"/>
            <ac:spMk id="24" creationId="{5EDC6C28-6808-A178-FAF2-316A42B27A8D}"/>
          </ac:spMkLst>
        </pc:spChg>
        <pc:spChg chg="mod">
          <ac:chgData name="Ana Villoria Jimenez" userId="1692c769-f181-456d-9302-cd3105039470" providerId="ADAL" clId="{AFB057CB-6A9C-4FA4-AAF3-B69C705B0A34}" dt="2025-05-13T12:59:41.756" v="1010" actId="1036"/>
          <ac:spMkLst>
            <pc:docMk/>
            <pc:sldMk cId="1911351029" sldId="2147482630"/>
            <ac:spMk id="25" creationId="{DDDD4DFB-0E79-58BE-8D35-3019F710347F}"/>
          </ac:spMkLst>
        </pc:spChg>
        <pc:spChg chg="add mod">
          <ac:chgData name="Ana Villoria Jimenez" userId="1692c769-f181-456d-9302-cd3105039470" providerId="ADAL" clId="{AFB057CB-6A9C-4FA4-AAF3-B69C705B0A34}" dt="2025-05-13T13:02:21.605" v="1094" actId="14100"/>
          <ac:spMkLst>
            <pc:docMk/>
            <pc:sldMk cId="1911351029" sldId="2147482630"/>
            <ac:spMk id="26" creationId="{325C5B46-166E-674A-9C88-0C015D6C8D09}"/>
          </ac:spMkLst>
        </pc:spChg>
        <pc:spChg chg="mod">
          <ac:chgData name="Ana Villoria Jimenez" userId="1692c769-f181-456d-9302-cd3105039470" providerId="ADAL" clId="{AFB057CB-6A9C-4FA4-AAF3-B69C705B0A34}" dt="2025-05-13T12:59:35.063" v="989" actId="1035"/>
          <ac:spMkLst>
            <pc:docMk/>
            <pc:sldMk cId="1911351029" sldId="2147482630"/>
            <ac:spMk id="27" creationId="{7B9397B4-3E5C-C84B-45F2-A9EF6AB94BBA}"/>
          </ac:spMkLst>
        </pc:spChg>
        <pc:spChg chg="mod">
          <ac:chgData name="Ana Villoria Jimenez" userId="1692c769-f181-456d-9302-cd3105039470" providerId="ADAL" clId="{AFB057CB-6A9C-4FA4-AAF3-B69C705B0A34}" dt="2025-05-13T12:54:48.340" v="817"/>
          <ac:spMkLst>
            <pc:docMk/>
            <pc:sldMk cId="1911351029" sldId="2147482630"/>
            <ac:spMk id="32" creationId="{8683DF7B-CF2A-A406-9E82-81708887AFD5}"/>
          </ac:spMkLst>
        </pc:spChg>
        <pc:spChg chg="mod">
          <ac:chgData name="Ana Villoria Jimenez" userId="1692c769-f181-456d-9302-cd3105039470" providerId="ADAL" clId="{AFB057CB-6A9C-4FA4-AAF3-B69C705B0A34}" dt="2025-05-13T12:54:48.340" v="817"/>
          <ac:spMkLst>
            <pc:docMk/>
            <pc:sldMk cId="1911351029" sldId="2147482630"/>
            <ac:spMk id="33" creationId="{C99AFD70-B904-E6AB-5E15-7ACAC5534A59}"/>
          </ac:spMkLst>
        </pc:spChg>
        <pc:spChg chg="add mod">
          <ac:chgData name="Ana Villoria Jimenez" userId="1692c769-f181-456d-9302-cd3105039470" providerId="ADAL" clId="{AFB057CB-6A9C-4FA4-AAF3-B69C705B0A34}" dt="2025-05-13T12:54:48.340" v="817"/>
          <ac:spMkLst>
            <pc:docMk/>
            <pc:sldMk cId="1911351029" sldId="2147482630"/>
            <ac:spMk id="37" creationId="{637D732E-BDD8-74E6-DC4F-64737AEF79DB}"/>
          </ac:spMkLst>
        </pc:spChg>
        <pc:spChg chg="mod">
          <ac:chgData name="Ana Villoria Jimenez" userId="1692c769-f181-456d-9302-cd3105039470" providerId="ADAL" clId="{AFB057CB-6A9C-4FA4-AAF3-B69C705B0A34}" dt="2025-05-13T12:55:01.247" v="820" actId="164"/>
          <ac:spMkLst>
            <pc:docMk/>
            <pc:sldMk cId="1911351029" sldId="2147482630"/>
            <ac:spMk id="38" creationId="{5A87C2DB-6370-4C4F-AECE-BEA151B9B22F}"/>
          </ac:spMkLst>
        </pc:spChg>
        <pc:spChg chg="mod">
          <ac:chgData name="Ana Villoria Jimenez" userId="1692c769-f181-456d-9302-cd3105039470" providerId="ADAL" clId="{AFB057CB-6A9C-4FA4-AAF3-B69C705B0A34}" dt="2025-05-13T12:55:01.247" v="820" actId="164"/>
          <ac:spMkLst>
            <pc:docMk/>
            <pc:sldMk cId="1911351029" sldId="2147482630"/>
            <ac:spMk id="45" creationId="{020C717B-7A4F-6487-AE07-CD2068F2A209}"/>
          </ac:spMkLst>
        </pc:spChg>
        <pc:spChg chg="add mod">
          <ac:chgData name="Ana Villoria Jimenez" userId="1692c769-f181-456d-9302-cd3105039470" providerId="ADAL" clId="{AFB057CB-6A9C-4FA4-AAF3-B69C705B0A34}" dt="2025-05-13T12:54:48.340" v="817"/>
          <ac:spMkLst>
            <pc:docMk/>
            <pc:sldMk cId="1911351029" sldId="2147482630"/>
            <ac:spMk id="51" creationId="{21A9275A-9E51-E642-299F-DAAE5A29580D}"/>
          </ac:spMkLst>
        </pc:spChg>
        <pc:spChg chg="add mod">
          <ac:chgData name="Ana Villoria Jimenez" userId="1692c769-f181-456d-9302-cd3105039470" providerId="ADAL" clId="{AFB057CB-6A9C-4FA4-AAF3-B69C705B0A34}" dt="2025-05-13T12:54:48.340" v="817"/>
          <ac:spMkLst>
            <pc:docMk/>
            <pc:sldMk cId="1911351029" sldId="2147482630"/>
            <ac:spMk id="55" creationId="{4DEB3528-3F6A-E9AB-7BA7-A863F4DDFAD1}"/>
          </ac:spMkLst>
        </pc:spChg>
        <pc:spChg chg="mod">
          <ac:chgData name="Ana Villoria Jimenez" userId="1692c769-f181-456d-9302-cd3105039470" providerId="ADAL" clId="{AFB057CB-6A9C-4FA4-AAF3-B69C705B0A34}" dt="2025-05-13T12:55:01.247" v="820" actId="164"/>
          <ac:spMkLst>
            <pc:docMk/>
            <pc:sldMk cId="1911351029" sldId="2147482630"/>
            <ac:spMk id="57" creationId="{092898E7-B8F0-C5D3-1F2C-DD4380E25396}"/>
          </ac:spMkLst>
        </pc:spChg>
        <pc:spChg chg="mod">
          <ac:chgData name="Ana Villoria Jimenez" userId="1692c769-f181-456d-9302-cd3105039470" providerId="ADAL" clId="{AFB057CB-6A9C-4FA4-AAF3-B69C705B0A34}" dt="2025-05-13T12:55:01.247" v="820" actId="164"/>
          <ac:spMkLst>
            <pc:docMk/>
            <pc:sldMk cId="1911351029" sldId="2147482630"/>
            <ac:spMk id="59" creationId="{CE3CFE76-9E72-94E5-DDAF-BDC8A517113C}"/>
          </ac:spMkLst>
        </pc:spChg>
        <pc:spChg chg="mod">
          <ac:chgData name="Ana Villoria Jimenez" userId="1692c769-f181-456d-9302-cd3105039470" providerId="ADAL" clId="{AFB057CB-6A9C-4FA4-AAF3-B69C705B0A34}" dt="2025-05-13T12:55:01.247" v="820" actId="164"/>
          <ac:spMkLst>
            <pc:docMk/>
            <pc:sldMk cId="1911351029" sldId="2147482630"/>
            <ac:spMk id="62" creationId="{D01BC663-CF9D-C4A7-E130-223B4819A64D}"/>
          </ac:spMkLst>
        </pc:spChg>
        <pc:spChg chg="add del mod">
          <ac:chgData name="Ana Villoria Jimenez" userId="1692c769-f181-456d-9302-cd3105039470" providerId="ADAL" clId="{AFB057CB-6A9C-4FA4-AAF3-B69C705B0A34}" dt="2025-05-13T13:01:07.405" v="1086" actId="1038"/>
          <ac:spMkLst>
            <pc:docMk/>
            <pc:sldMk cId="1911351029" sldId="2147482630"/>
            <ac:spMk id="63" creationId="{BDB8C999-399E-56E5-F89E-F93FE1F863C1}"/>
          </ac:spMkLst>
        </pc:spChg>
        <pc:spChg chg="add mod">
          <ac:chgData name="Ana Villoria Jimenez" userId="1692c769-f181-456d-9302-cd3105039470" providerId="ADAL" clId="{AFB057CB-6A9C-4FA4-AAF3-B69C705B0A34}" dt="2025-05-13T13:11:29.328" v="1212" actId="14100"/>
          <ac:spMkLst>
            <pc:docMk/>
            <pc:sldMk cId="1911351029" sldId="2147482630"/>
            <ac:spMk id="65" creationId="{EB3F6374-AA80-84D0-57C0-D3AB0B33A09E}"/>
          </ac:spMkLst>
        </pc:spChg>
        <pc:spChg chg="add mod">
          <ac:chgData name="Ana Villoria Jimenez" userId="1692c769-f181-456d-9302-cd3105039470" providerId="ADAL" clId="{AFB057CB-6A9C-4FA4-AAF3-B69C705B0A34}" dt="2025-05-13T13:05:04.756" v="1148" actId="14100"/>
          <ac:spMkLst>
            <pc:docMk/>
            <pc:sldMk cId="1911351029" sldId="2147482630"/>
            <ac:spMk id="66" creationId="{C6D1EE08-C235-9CAA-9BAC-639D8CDAFF6A}"/>
          </ac:spMkLst>
        </pc:spChg>
        <pc:grpChg chg="mod">
          <ac:chgData name="Ana Villoria Jimenez" userId="1692c769-f181-456d-9302-cd3105039470" providerId="ADAL" clId="{AFB057CB-6A9C-4FA4-AAF3-B69C705B0A34}" dt="2025-05-13T13:00:07.559" v="1051" actId="14100"/>
          <ac:grpSpMkLst>
            <pc:docMk/>
            <pc:sldMk cId="1911351029" sldId="2147482630"/>
            <ac:grpSpMk id="64" creationId="{C47A2B75-B12C-8E53-08CF-9A7E03A16430}"/>
          </ac:grpSpMkLst>
        </pc:grpChg>
        <pc:picChg chg="mod">
          <ac:chgData name="Ana Villoria Jimenez" userId="1692c769-f181-456d-9302-cd3105039470" providerId="ADAL" clId="{AFB057CB-6A9C-4FA4-AAF3-B69C705B0A34}" dt="2025-05-13T13:07:59.919" v="1204" actId="1038"/>
          <ac:picMkLst>
            <pc:docMk/>
            <pc:sldMk cId="1911351029" sldId="2147482630"/>
            <ac:picMk id="13" creationId="{67913144-4D41-B392-FB7A-5403A05FB53F}"/>
          </ac:picMkLst>
        </pc:picChg>
      </pc:sldChg>
      <pc:sldChg chg="del">
        <pc:chgData name="Ana Villoria Jimenez" userId="1692c769-f181-456d-9302-cd3105039470" providerId="ADAL" clId="{AFB057CB-6A9C-4FA4-AAF3-B69C705B0A34}" dt="2025-05-13T12:09:33.792" v="44" actId="2696"/>
        <pc:sldMkLst>
          <pc:docMk/>
          <pc:sldMk cId="107964468" sldId="2147482640"/>
        </pc:sldMkLst>
      </pc:sldChg>
      <pc:sldChg chg="del">
        <pc:chgData name="Ana Villoria Jimenez" userId="1692c769-f181-456d-9302-cd3105039470" providerId="ADAL" clId="{AFB057CB-6A9C-4FA4-AAF3-B69C705B0A34}" dt="2025-05-13T13:08:27.767" v="1209" actId="2696"/>
        <pc:sldMkLst>
          <pc:docMk/>
          <pc:sldMk cId="509301475" sldId="2147482641"/>
        </pc:sldMkLst>
      </pc:sldChg>
      <pc:sldChg chg="addSp delSp modSp add mod">
        <pc:chgData name="Ana Villoria Jimenez" userId="1692c769-f181-456d-9302-cd3105039470" providerId="ADAL" clId="{AFB057CB-6A9C-4FA4-AAF3-B69C705B0A34}" dt="2025-05-13T13:15:39.831" v="1224"/>
        <pc:sldMkLst>
          <pc:docMk/>
          <pc:sldMk cId="3964887022" sldId="2147482646"/>
        </pc:sldMkLst>
        <pc:spChg chg="mod">
          <ac:chgData name="Ana Villoria Jimenez" userId="1692c769-f181-456d-9302-cd3105039470" providerId="ADAL" clId="{AFB057CB-6A9C-4FA4-AAF3-B69C705B0A34}" dt="2025-05-13T12:34:35.650" v="450" actId="1035"/>
          <ac:spMkLst>
            <pc:docMk/>
            <pc:sldMk cId="3964887022" sldId="2147482646"/>
            <ac:spMk id="2" creationId="{E40992B7-DA81-7479-8A9B-28057763CDC7}"/>
          </ac:spMkLst>
        </pc:spChg>
        <pc:spChg chg="mod">
          <ac:chgData name="Ana Villoria Jimenez" userId="1692c769-f181-456d-9302-cd3105039470" providerId="ADAL" clId="{AFB057CB-6A9C-4FA4-AAF3-B69C705B0A34}" dt="2025-05-13T12:46:27.729" v="671" actId="1038"/>
          <ac:spMkLst>
            <pc:docMk/>
            <pc:sldMk cId="3964887022" sldId="2147482646"/>
            <ac:spMk id="3" creationId="{6F0939BB-7E6C-F2D9-1813-7608C32C1855}"/>
          </ac:spMkLst>
        </pc:spChg>
        <pc:spChg chg="mod">
          <ac:chgData name="Ana Villoria Jimenez" userId="1692c769-f181-456d-9302-cd3105039470" providerId="ADAL" clId="{AFB057CB-6A9C-4FA4-AAF3-B69C705B0A34}" dt="2025-05-13T12:46:27.729" v="671" actId="1038"/>
          <ac:spMkLst>
            <pc:docMk/>
            <pc:sldMk cId="3964887022" sldId="2147482646"/>
            <ac:spMk id="4" creationId="{355202F3-DA70-7E3C-1BD9-B9148DA0FA82}"/>
          </ac:spMkLst>
        </pc:spChg>
        <pc:spChg chg="add mod">
          <ac:chgData name="Ana Villoria Jimenez" userId="1692c769-f181-456d-9302-cd3105039470" providerId="ADAL" clId="{AFB057CB-6A9C-4FA4-AAF3-B69C705B0A34}" dt="2025-05-13T12:36:45.439" v="459"/>
          <ac:spMkLst>
            <pc:docMk/>
            <pc:sldMk cId="3964887022" sldId="2147482646"/>
            <ac:spMk id="6" creationId="{7C9E4562-092B-E41F-8909-D7EE090B5D6E}"/>
          </ac:spMkLst>
        </pc:spChg>
        <pc:spChg chg="add mod">
          <ac:chgData name="Ana Villoria Jimenez" userId="1692c769-f181-456d-9302-cd3105039470" providerId="ADAL" clId="{AFB057CB-6A9C-4FA4-AAF3-B69C705B0A34}" dt="2025-05-13T12:36:45.439" v="459"/>
          <ac:spMkLst>
            <pc:docMk/>
            <pc:sldMk cId="3964887022" sldId="2147482646"/>
            <ac:spMk id="7" creationId="{514EDFFE-DE55-F669-B2DC-BFD36B499708}"/>
          </ac:spMkLst>
        </pc:spChg>
        <pc:spChg chg="mod">
          <ac:chgData name="Ana Villoria Jimenez" userId="1692c769-f181-456d-9302-cd3105039470" providerId="ADAL" clId="{AFB057CB-6A9C-4FA4-AAF3-B69C705B0A34}" dt="2025-05-13T12:36:45.439" v="461"/>
          <ac:spMkLst>
            <pc:docMk/>
            <pc:sldMk cId="3964887022" sldId="2147482646"/>
            <ac:spMk id="8" creationId="{A4FCCE2F-45E0-3765-7992-B70CE18F0879}"/>
          </ac:spMkLst>
        </pc:spChg>
        <pc:spChg chg="mod">
          <ac:chgData name="Ana Villoria Jimenez" userId="1692c769-f181-456d-9302-cd3105039470" providerId="ADAL" clId="{AFB057CB-6A9C-4FA4-AAF3-B69C705B0A34}" dt="2025-05-13T12:46:27.729" v="671" actId="1038"/>
          <ac:spMkLst>
            <pc:docMk/>
            <pc:sldMk cId="3964887022" sldId="2147482646"/>
            <ac:spMk id="10" creationId="{68BE1D04-5434-C340-6129-277896AF7EC1}"/>
          </ac:spMkLst>
        </pc:spChg>
        <pc:spChg chg="add mod">
          <ac:chgData name="Ana Villoria Jimenez" userId="1692c769-f181-456d-9302-cd3105039470" providerId="ADAL" clId="{AFB057CB-6A9C-4FA4-AAF3-B69C705B0A34}" dt="2025-05-13T12:36:45.439" v="461"/>
          <ac:spMkLst>
            <pc:docMk/>
            <pc:sldMk cId="3964887022" sldId="2147482646"/>
            <ac:spMk id="11" creationId="{E1537691-FFBA-7BA8-405E-03BF0448E054}"/>
          </ac:spMkLst>
        </pc:spChg>
        <pc:spChg chg="del mod">
          <ac:chgData name="Ana Villoria Jimenez" userId="1692c769-f181-456d-9302-cd3105039470" providerId="ADAL" clId="{AFB057CB-6A9C-4FA4-AAF3-B69C705B0A34}" dt="2025-05-13T12:33:43.835" v="424" actId="478"/>
          <ac:spMkLst>
            <pc:docMk/>
            <pc:sldMk cId="3964887022" sldId="2147482646"/>
            <ac:spMk id="12" creationId="{51DBD509-1C0A-2404-F857-D39A68983188}"/>
          </ac:spMkLst>
        </pc:spChg>
        <pc:spChg chg="add mod">
          <ac:chgData name="Ana Villoria Jimenez" userId="1692c769-f181-456d-9302-cd3105039470" providerId="ADAL" clId="{AFB057CB-6A9C-4FA4-AAF3-B69C705B0A34}" dt="2025-05-13T12:36:45.439" v="463"/>
          <ac:spMkLst>
            <pc:docMk/>
            <pc:sldMk cId="3964887022" sldId="2147482646"/>
            <ac:spMk id="13" creationId="{34C1AEB0-2D75-8CFF-CD26-1B7234CB292E}"/>
          </ac:spMkLst>
        </pc:spChg>
        <pc:spChg chg="add mod">
          <ac:chgData name="Ana Villoria Jimenez" userId="1692c769-f181-456d-9302-cd3105039470" providerId="ADAL" clId="{AFB057CB-6A9C-4FA4-AAF3-B69C705B0A34}" dt="2025-05-13T12:36:45.439" v="463"/>
          <ac:spMkLst>
            <pc:docMk/>
            <pc:sldMk cId="3964887022" sldId="2147482646"/>
            <ac:spMk id="14" creationId="{0C125A2E-077C-977E-DF4C-BE215FECDA4E}"/>
          </ac:spMkLst>
        </pc:spChg>
        <pc:spChg chg="add mod">
          <ac:chgData name="Ana Villoria Jimenez" userId="1692c769-f181-456d-9302-cd3105039470" providerId="ADAL" clId="{AFB057CB-6A9C-4FA4-AAF3-B69C705B0A34}" dt="2025-05-13T12:36:45.439" v="465"/>
          <ac:spMkLst>
            <pc:docMk/>
            <pc:sldMk cId="3964887022" sldId="2147482646"/>
            <ac:spMk id="18" creationId="{A3FC673F-9EA5-2867-AD53-30E5BEAB9CC3}"/>
          </ac:spMkLst>
        </pc:spChg>
        <pc:spChg chg="add mod">
          <ac:chgData name="Ana Villoria Jimenez" userId="1692c769-f181-456d-9302-cd3105039470" providerId="ADAL" clId="{AFB057CB-6A9C-4FA4-AAF3-B69C705B0A34}" dt="2025-05-13T12:36:45.439" v="465"/>
          <ac:spMkLst>
            <pc:docMk/>
            <pc:sldMk cId="3964887022" sldId="2147482646"/>
            <ac:spMk id="19" creationId="{E71DAA93-C601-DE3E-A713-DE6B1002BD5E}"/>
          </ac:spMkLst>
        </pc:spChg>
        <pc:spChg chg="add mod">
          <ac:chgData name="Ana Villoria Jimenez" userId="1692c769-f181-456d-9302-cd3105039470" providerId="ADAL" clId="{AFB057CB-6A9C-4FA4-AAF3-B69C705B0A34}" dt="2025-05-13T13:15:39.831" v="1224"/>
          <ac:spMkLst>
            <pc:docMk/>
            <pc:sldMk cId="3964887022" sldId="2147482646"/>
            <ac:spMk id="20" creationId="{090D3783-7001-F528-2028-1EBC4B11937C}"/>
          </ac:spMkLst>
        </pc:spChg>
        <pc:spChg chg="mod">
          <ac:chgData name="Ana Villoria Jimenez" userId="1692c769-f181-456d-9302-cd3105039470" providerId="ADAL" clId="{AFB057CB-6A9C-4FA4-AAF3-B69C705B0A34}" dt="2025-05-13T12:36:45.439" v="467"/>
          <ac:spMkLst>
            <pc:docMk/>
            <pc:sldMk cId="3964887022" sldId="2147482646"/>
            <ac:spMk id="21" creationId="{4ECF1877-91CC-6679-F21E-DC5785B4918A}"/>
          </ac:spMkLst>
        </pc:spChg>
        <pc:spChg chg="mod">
          <ac:chgData name="Ana Villoria Jimenez" userId="1692c769-f181-456d-9302-cd3105039470" providerId="ADAL" clId="{AFB057CB-6A9C-4FA4-AAF3-B69C705B0A34}" dt="2025-05-13T12:36:45.439" v="469"/>
          <ac:spMkLst>
            <pc:docMk/>
            <pc:sldMk cId="3964887022" sldId="2147482646"/>
            <ac:spMk id="22" creationId="{20207B0F-967B-DED3-B1A7-AE47EDB77288}"/>
          </ac:spMkLst>
        </pc:spChg>
        <pc:spChg chg="mod">
          <ac:chgData name="Ana Villoria Jimenez" userId="1692c769-f181-456d-9302-cd3105039470" providerId="ADAL" clId="{AFB057CB-6A9C-4FA4-AAF3-B69C705B0A34}" dt="2025-05-13T12:36:45.439" v="469"/>
          <ac:spMkLst>
            <pc:docMk/>
            <pc:sldMk cId="3964887022" sldId="2147482646"/>
            <ac:spMk id="23" creationId="{0050E823-45E4-F471-1C4D-7B7FB740E112}"/>
          </ac:spMkLst>
        </pc:spChg>
        <pc:spChg chg="add mod">
          <ac:chgData name="Ana Villoria Jimenez" userId="1692c769-f181-456d-9302-cd3105039470" providerId="ADAL" clId="{AFB057CB-6A9C-4FA4-AAF3-B69C705B0A34}" dt="2025-05-13T12:36:45.439" v="471"/>
          <ac:spMkLst>
            <pc:docMk/>
            <pc:sldMk cId="3964887022" sldId="2147482646"/>
            <ac:spMk id="24" creationId="{07FE0979-2151-3682-B435-AA69C85AACBA}"/>
          </ac:spMkLst>
        </pc:spChg>
        <pc:spChg chg="add mod">
          <ac:chgData name="Ana Villoria Jimenez" userId="1692c769-f181-456d-9302-cd3105039470" providerId="ADAL" clId="{AFB057CB-6A9C-4FA4-AAF3-B69C705B0A34}" dt="2025-05-13T12:36:45.439" v="471"/>
          <ac:spMkLst>
            <pc:docMk/>
            <pc:sldMk cId="3964887022" sldId="2147482646"/>
            <ac:spMk id="25" creationId="{EF922943-8A74-2ECD-7CAF-C845EF10E2DF}"/>
          </ac:spMkLst>
        </pc:spChg>
        <pc:spChg chg="add mod">
          <ac:chgData name="Ana Villoria Jimenez" userId="1692c769-f181-456d-9302-cd3105039470" providerId="ADAL" clId="{AFB057CB-6A9C-4FA4-AAF3-B69C705B0A34}" dt="2025-05-13T12:37:21.870" v="475" actId="164"/>
          <ac:spMkLst>
            <pc:docMk/>
            <pc:sldMk cId="3964887022" sldId="2147482646"/>
            <ac:spMk id="33" creationId="{5825F409-3B29-53C9-0CE5-B2AFF6F855DE}"/>
          </ac:spMkLst>
        </pc:spChg>
        <pc:spChg chg="add mod">
          <ac:chgData name="Ana Villoria Jimenez" userId="1692c769-f181-456d-9302-cd3105039470" providerId="ADAL" clId="{AFB057CB-6A9C-4FA4-AAF3-B69C705B0A34}" dt="2025-05-13T12:46:13.206" v="655" actId="1036"/>
          <ac:spMkLst>
            <pc:docMk/>
            <pc:sldMk cId="3964887022" sldId="2147482646"/>
            <ac:spMk id="35" creationId="{DA57546D-4DC0-F0B1-204B-085E5706FA5E}"/>
          </ac:spMkLst>
        </pc:spChg>
        <pc:spChg chg="add del mod">
          <ac:chgData name="Ana Villoria Jimenez" userId="1692c769-f181-456d-9302-cd3105039470" providerId="ADAL" clId="{AFB057CB-6A9C-4FA4-AAF3-B69C705B0A34}" dt="2025-05-13T12:41:41.040" v="593" actId="478"/>
          <ac:spMkLst>
            <pc:docMk/>
            <pc:sldMk cId="3964887022" sldId="2147482646"/>
            <ac:spMk id="37" creationId="{5BA968E3-464E-A91C-ACE6-1127C674133D}"/>
          </ac:spMkLst>
        </pc:spChg>
        <pc:spChg chg="add mod">
          <ac:chgData name="Ana Villoria Jimenez" userId="1692c769-f181-456d-9302-cd3105039470" providerId="ADAL" clId="{AFB057CB-6A9C-4FA4-AAF3-B69C705B0A34}" dt="2025-05-13T13:15:18.386" v="1219" actId="20577"/>
          <ac:spMkLst>
            <pc:docMk/>
            <pc:sldMk cId="3964887022" sldId="2147482646"/>
            <ac:spMk id="40" creationId="{561CE89D-1D13-7E32-7B25-6FAEE951F2E1}"/>
          </ac:spMkLst>
        </pc:spChg>
        <pc:grpChg chg="add mod">
          <ac:chgData name="Ana Villoria Jimenez" userId="1692c769-f181-456d-9302-cd3105039470" providerId="ADAL" clId="{AFB057CB-6A9C-4FA4-AAF3-B69C705B0A34}" dt="2025-05-13T12:36:53.626" v="473" actId="1076"/>
          <ac:grpSpMkLst>
            <pc:docMk/>
            <pc:sldMk cId="3964887022" sldId="2147482646"/>
            <ac:grpSpMk id="26" creationId="{5D9C80B4-E5EC-50B8-8E14-791B8C8E401D}"/>
          </ac:grpSpMkLst>
        </pc:grpChg>
        <pc:grpChg chg="add mod">
          <ac:chgData name="Ana Villoria Jimenez" userId="1692c769-f181-456d-9302-cd3105039470" providerId="ADAL" clId="{AFB057CB-6A9C-4FA4-AAF3-B69C705B0A34}" dt="2025-05-13T12:36:53.626" v="473" actId="1076"/>
          <ac:grpSpMkLst>
            <pc:docMk/>
            <pc:sldMk cId="3964887022" sldId="2147482646"/>
            <ac:grpSpMk id="27" creationId="{D269A071-3D1B-23AE-EF34-6A36DC2CB7EF}"/>
          </ac:grpSpMkLst>
        </pc:grpChg>
        <pc:grpChg chg="add mod">
          <ac:chgData name="Ana Villoria Jimenez" userId="1692c769-f181-456d-9302-cd3105039470" providerId="ADAL" clId="{AFB057CB-6A9C-4FA4-AAF3-B69C705B0A34}" dt="2025-05-13T12:36:53.626" v="473" actId="1076"/>
          <ac:grpSpMkLst>
            <pc:docMk/>
            <pc:sldMk cId="3964887022" sldId="2147482646"/>
            <ac:grpSpMk id="28" creationId="{A8482795-8614-596A-DE01-80450449DD69}"/>
          </ac:grpSpMkLst>
        </pc:grpChg>
        <pc:grpChg chg="add mod">
          <ac:chgData name="Ana Villoria Jimenez" userId="1692c769-f181-456d-9302-cd3105039470" providerId="ADAL" clId="{AFB057CB-6A9C-4FA4-AAF3-B69C705B0A34}" dt="2025-05-13T12:36:53.626" v="473" actId="1076"/>
          <ac:grpSpMkLst>
            <pc:docMk/>
            <pc:sldMk cId="3964887022" sldId="2147482646"/>
            <ac:grpSpMk id="29" creationId="{B46B57E6-05BB-EE82-4911-3094C6BBD903}"/>
          </ac:grpSpMkLst>
        </pc:grpChg>
        <pc:grpChg chg="add mod">
          <ac:chgData name="Ana Villoria Jimenez" userId="1692c769-f181-456d-9302-cd3105039470" providerId="ADAL" clId="{AFB057CB-6A9C-4FA4-AAF3-B69C705B0A34}" dt="2025-05-13T12:36:53.626" v="473" actId="1076"/>
          <ac:grpSpMkLst>
            <pc:docMk/>
            <pc:sldMk cId="3964887022" sldId="2147482646"/>
            <ac:grpSpMk id="30" creationId="{B7B937B1-374C-2BEA-8E53-4EA8CEC835B6}"/>
          </ac:grpSpMkLst>
        </pc:grpChg>
        <pc:grpChg chg="add mod">
          <ac:chgData name="Ana Villoria Jimenez" userId="1692c769-f181-456d-9302-cd3105039470" providerId="ADAL" clId="{AFB057CB-6A9C-4FA4-AAF3-B69C705B0A34}" dt="2025-05-13T12:36:53.626" v="473" actId="1076"/>
          <ac:grpSpMkLst>
            <pc:docMk/>
            <pc:sldMk cId="3964887022" sldId="2147482646"/>
            <ac:grpSpMk id="31" creationId="{CCF4F477-4F77-9101-CFD3-C6A5B06BC196}"/>
          </ac:grpSpMkLst>
        </pc:grpChg>
        <pc:grpChg chg="add mod">
          <ac:chgData name="Ana Villoria Jimenez" userId="1692c769-f181-456d-9302-cd3105039470" providerId="ADAL" clId="{AFB057CB-6A9C-4FA4-AAF3-B69C705B0A34}" dt="2025-05-13T12:36:53.626" v="473" actId="1076"/>
          <ac:grpSpMkLst>
            <pc:docMk/>
            <pc:sldMk cId="3964887022" sldId="2147482646"/>
            <ac:grpSpMk id="32" creationId="{C99CDBD7-2EC9-B0BF-43E5-88AFD3E6166C}"/>
          </ac:grpSpMkLst>
        </pc:grpChg>
        <pc:grpChg chg="add mod">
          <ac:chgData name="Ana Villoria Jimenez" userId="1692c769-f181-456d-9302-cd3105039470" providerId="ADAL" clId="{AFB057CB-6A9C-4FA4-AAF3-B69C705B0A34}" dt="2025-05-13T12:38:18.619" v="519" actId="1035"/>
          <ac:grpSpMkLst>
            <pc:docMk/>
            <pc:sldMk cId="3964887022" sldId="2147482646"/>
            <ac:grpSpMk id="36" creationId="{39C01527-642B-DEFC-999E-03178CFB3EBD}"/>
          </ac:grpSpMkLst>
        </pc:grpChg>
        <pc:picChg chg="mod">
          <ac:chgData name="Ana Villoria Jimenez" userId="1692c769-f181-456d-9302-cd3105039470" providerId="ADAL" clId="{AFB057CB-6A9C-4FA4-AAF3-B69C705B0A34}" dt="2025-05-13T12:46:27.729" v="671" actId="1038"/>
          <ac:picMkLst>
            <pc:docMk/>
            <pc:sldMk cId="3964887022" sldId="2147482646"/>
            <ac:picMk id="9" creationId="{F67C41FE-31D2-27B5-92F7-7FF8D9D88914}"/>
          </ac:picMkLst>
        </pc:picChg>
        <pc:picChg chg="add mod">
          <ac:chgData name="Ana Villoria Jimenez" userId="1692c769-f181-456d-9302-cd3105039470" providerId="ADAL" clId="{AFB057CB-6A9C-4FA4-AAF3-B69C705B0A34}" dt="2025-05-13T12:37:21.870" v="475" actId="164"/>
          <ac:picMkLst>
            <pc:docMk/>
            <pc:sldMk cId="3964887022" sldId="2147482646"/>
            <ac:picMk id="34" creationId="{B53810BC-AB92-F625-3978-C2517A2813D9}"/>
          </ac:picMkLst>
        </pc:picChg>
        <pc:cxnChg chg="add mod">
          <ac:chgData name="Ana Villoria Jimenez" userId="1692c769-f181-456d-9302-cd3105039470" providerId="ADAL" clId="{AFB057CB-6A9C-4FA4-AAF3-B69C705B0A34}" dt="2025-05-13T12:44:34.859" v="599" actId="1076"/>
          <ac:cxnSpMkLst>
            <pc:docMk/>
            <pc:sldMk cId="3964887022" sldId="2147482646"/>
            <ac:cxnSpMk id="39" creationId="{A952E801-CDD0-8D7D-9FD7-68B6C856F30C}"/>
          </ac:cxnSpMkLst>
        </pc:cxnChg>
      </pc:sldChg>
    </pc:docChg>
  </pc:docChgLst>
  <pc:docChgLst>
    <pc:chgData name="Juan Carlos Llamas Nuñez" userId="686aeec9-d228-4f5c-866f-834e64171512" providerId="ADAL" clId="{F9EF724D-30AD-4237-90EB-B88826A82AA8}"/>
    <pc:docChg chg="undo custSel addSld delSld modSld sldOrd modSection">
      <pc:chgData name="Juan Carlos Llamas Nuñez" userId="686aeec9-d228-4f5c-866f-834e64171512" providerId="ADAL" clId="{F9EF724D-30AD-4237-90EB-B88826A82AA8}" dt="2025-05-13T19:29:04.881" v="59" actId="478"/>
      <pc:docMkLst>
        <pc:docMk/>
      </pc:docMkLst>
      <pc:sldChg chg="addSp delSp modSp add mod">
        <pc:chgData name="Juan Carlos Llamas Nuñez" userId="686aeec9-d228-4f5c-866f-834e64171512" providerId="ADAL" clId="{F9EF724D-30AD-4237-90EB-B88826A82AA8}" dt="2025-05-13T19:29:04.881" v="59" actId="478"/>
        <pc:sldMkLst>
          <pc:docMk/>
          <pc:sldMk cId="3684479695" sldId="2147482559"/>
        </pc:sldMkLst>
        <pc:cxnChg chg="add mod">
          <ac:chgData name="Juan Carlos Llamas Nuñez" userId="686aeec9-d228-4f5c-866f-834e64171512" providerId="ADAL" clId="{F9EF724D-30AD-4237-90EB-B88826A82AA8}" dt="2025-05-13T19:28:55.630" v="57"/>
          <ac:cxnSpMkLst>
            <pc:docMk/>
            <pc:sldMk cId="3684479695" sldId="2147482559"/>
            <ac:cxnSpMk id="4" creationId="{22A3F551-5B79-F338-F8C6-EA0ED30F643D}"/>
          </ac:cxnSpMkLst>
        </pc:cxnChg>
        <pc:cxnChg chg="del">
          <ac:chgData name="Juan Carlos Llamas Nuñez" userId="686aeec9-d228-4f5c-866f-834e64171512" providerId="ADAL" clId="{F9EF724D-30AD-4237-90EB-B88826A82AA8}" dt="2025-05-13T19:29:04.881" v="59" actId="478"/>
          <ac:cxnSpMkLst>
            <pc:docMk/>
            <pc:sldMk cId="3684479695" sldId="2147482559"/>
            <ac:cxnSpMk id="319" creationId="{17B86F2C-F6A3-7F46-C6F8-4222F3A806E4}"/>
          </ac:cxnSpMkLst>
        </pc:cxnChg>
      </pc:sldChg>
      <pc:sldChg chg="add del">
        <pc:chgData name="Juan Carlos Llamas Nuñez" userId="686aeec9-d228-4f5c-866f-834e64171512" providerId="ADAL" clId="{F9EF724D-30AD-4237-90EB-B88826A82AA8}" dt="2025-05-13T15:25:22.434" v="21" actId="47"/>
        <pc:sldMkLst>
          <pc:docMk/>
          <pc:sldMk cId="3755864918" sldId="2147482593"/>
        </pc:sldMkLst>
      </pc:sldChg>
      <pc:sldChg chg="addSp modSp mod">
        <pc:chgData name="Juan Carlos Llamas Nuñez" userId="686aeec9-d228-4f5c-866f-834e64171512" providerId="ADAL" clId="{F9EF724D-30AD-4237-90EB-B88826A82AA8}" dt="2025-05-13T19:28:52.972" v="55"/>
        <pc:sldMkLst>
          <pc:docMk/>
          <pc:sldMk cId="4131125572" sldId="2147482612"/>
        </pc:sldMkLst>
        <pc:spChg chg="mod">
          <ac:chgData name="Juan Carlos Llamas Nuñez" userId="686aeec9-d228-4f5c-866f-834e64171512" providerId="ADAL" clId="{F9EF724D-30AD-4237-90EB-B88826A82AA8}" dt="2025-05-13T17:18:22.342" v="51"/>
          <ac:spMkLst>
            <pc:docMk/>
            <pc:sldMk cId="4131125572" sldId="2147482612"/>
            <ac:spMk id="4" creationId="{6714A796-1EB7-6CD2-2ABE-CD8A250BC076}"/>
          </ac:spMkLst>
        </pc:spChg>
        <pc:cxnChg chg="add mod">
          <ac:chgData name="Juan Carlos Llamas Nuñez" userId="686aeec9-d228-4f5c-866f-834e64171512" providerId="ADAL" clId="{F9EF724D-30AD-4237-90EB-B88826A82AA8}" dt="2025-05-13T19:28:52.972" v="55"/>
          <ac:cxnSpMkLst>
            <pc:docMk/>
            <pc:sldMk cId="4131125572" sldId="2147482612"/>
            <ac:cxnSpMk id="5" creationId="{D99F1AF2-DDB4-34AD-C558-1BDB54D6EC43}"/>
          </ac:cxnSpMkLst>
        </pc:cxnChg>
      </pc:sldChg>
      <pc:sldChg chg="add del">
        <pc:chgData name="Juan Carlos Llamas Nuñez" userId="686aeec9-d228-4f5c-866f-834e64171512" providerId="ADAL" clId="{F9EF724D-30AD-4237-90EB-B88826A82AA8}" dt="2025-05-13T15:25:28.519" v="24" actId="47"/>
        <pc:sldMkLst>
          <pc:docMk/>
          <pc:sldMk cId="3307782242" sldId="2147482618"/>
        </pc:sldMkLst>
      </pc:sldChg>
      <pc:sldChg chg="add del">
        <pc:chgData name="Juan Carlos Llamas Nuñez" userId="686aeec9-d228-4f5c-866f-834e64171512" providerId="ADAL" clId="{F9EF724D-30AD-4237-90EB-B88826A82AA8}" dt="2025-05-13T15:25:49.008" v="25" actId="47"/>
        <pc:sldMkLst>
          <pc:docMk/>
          <pc:sldMk cId="2317241286" sldId="2147482619"/>
        </pc:sldMkLst>
      </pc:sldChg>
      <pc:sldChg chg="add del">
        <pc:chgData name="Juan Carlos Llamas Nuñez" userId="686aeec9-d228-4f5c-866f-834e64171512" providerId="ADAL" clId="{F9EF724D-30AD-4237-90EB-B88826A82AA8}" dt="2025-05-13T15:25:24.826" v="22" actId="47"/>
        <pc:sldMkLst>
          <pc:docMk/>
          <pc:sldMk cId="1923733466" sldId="2147482620"/>
        </pc:sldMkLst>
      </pc:sldChg>
      <pc:sldChg chg="add del">
        <pc:chgData name="Juan Carlos Llamas Nuñez" userId="686aeec9-d228-4f5c-866f-834e64171512" providerId="ADAL" clId="{F9EF724D-30AD-4237-90EB-B88826A82AA8}" dt="2025-05-13T15:25:26.799" v="23" actId="47"/>
        <pc:sldMkLst>
          <pc:docMk/>
          <pc:sldMk cId="980367329" sldId="2147482623"/>
        </pc:sldMkLst>
      </pc:sldChg>
      <pc:sldChg chg="delSp add mod">
        <pc:chgData name="Juan Carlos Llamas Nuñez" userId="686aeec9-d228-4f5c-866f-834e64171512" providerId="ADAL" clId="{F9EF724D-30AD-4237-90EB-B88826A82AA8}" dt="2025-05-13T16:58:12.022" v="47" actId="478"/>
        <pc:sldMkLst>
          <pc:docMk/>
          <pc:sldMk cId="2705967137" sldId="2147482625"/>
        </pc:sldMkLst>
        <pc:picChg chg="del">
          <ac:chgData name="Juan Carlos Llamas Nuñez" userId="686aeec9-d228-4f5c-866f-834e64171512" providerId="ADAL" clId="{F9EF724D-30AD-4237-90EB-B88826A82AA8}" dt="2025-05-13T16:58:09.913" v="46" actId="478"/>
          <ac:picMkLst>
            <pc:docMk/>
            <pc:sldMk cId="2705967137" sldId="2147482625"/>
            <ac:picMk id="28" creationId="{F388BE6D-189E-BD2E-AEC4-30B61324A9B2}"/>
          </ac:picMkLst>
        </pc:picChg>
        <pc:picChg chg="del">
          <ac:chgData name="Juan Carlos Llamas Nuñez" userId="686aeec9-d228-4f5c-866f-834e64171512" providerId="ADAL" clId="{F9EF724D-30AD-4237-90EB-B88826A82AA8}" dt="2025-05-13T16:58:12.022" v="47" actId="478"/>
          <ac:picMkLst>
            <pc:docMk/>
            <pc:sldMk cId="2705967137" sldId="2147482625"/>
            <ac:picMk id="31" creationId="{B219AEC8-BE6C-9730-FFFF-FFC481424B83}"/>
          </ac:picMkLst>
        </pc:picChg>
        <pc:picChg chg="del">
          <ac:chgData name="Juan Carlos Llamas Nuñez" userId="686aeec9-d228-4f5c-866f-834e64171512" providerId="ADAL" clId="{F9EF724D-30AD-4237-90EB-B88826A82AA8}" dt="2025-05-13T16:58:07.908" v="45" actId="478"/>
          <ac:picMkLst>
            <pc:docMk/>
            <pc:sldMk cId="2705967137" sldId="2147482625"/>
            <ac:picMk id="2059" creationId="{DD34A04D-B41D-1C3D-18AE-D60BCF04BF34}"/>
          </ac:picMkLst>
        </pc:picChg>
      </pc:sldChg>
      <pc:sldChg chg="modSp add del mod">
        <pc:chgData name="Juan Carlos Llamas Nuñez" userId="686aeec9-d228-4f5c-866f-834e64171512" providerId="ADAL" clId="{F9EF724D-30AD-4237-90EB-B88826A82AA8}" dt="2025-05-13T16:58:59.513" v="49" actId="20577"/>
        <pc:sldMkLst>
          <pc:docMk/>
          <pc:sldMk cId="1506109221" sldId="2147482626"/>
        </pc:sldMkLst>
        <pc:spChg chg="mod">
          <ac:chgData name="Juan Carlos Llamas Nuñez" userId="686aeec9-d228-4f5c-866f-834e64171512" providerId="ADAL" clId="{F9EF724D-30AD-4237-90EB-B88826A82AA8}" dt="2025-05-13T16:58:59.513" v="49" actId="20577"/>
          <ac:spMkLst>
            <pc:docMk/>
            <pc:sldMk cId="1506109221" sldId="2147482626"/>
            <ac:spMk id="8" creationId="{CD0A6741-F31A-BCEE-EC3F-1A922AE126FA}"/>
          </ac:spMkLst>
        </pc:spChg>
      </pc:sldChg>
      <pc:sldChg chg="modSp mod ord">
        <pc:chgData name="Juan Carlos Llamas Nuñez" userId="686aeec9-d228-4f5c-866f-834e64171512" providerId="ADAL" clId="{F9EF724D-30AD-4237-90EB-B88826A82AA8}" dt="2025-05-13T15:27:01.989" v="31" actId="14100"/>
        <pc:sldMkLst>
          <pc:docMk/>
          <pc:sldMk cId="925948538" sldId="2147482627"/>
        </pc:sldMkLst>
        <pc:spChg chg="mod">
          <ac:chgData name="Juan Carlos Llamas Nuñez" userId="686aeec9-d228-4f5c-866f-834e64171512" providerId="ADAL" clId="{F9EF724D-30AD-4237-90EB-B88826A82AA8}" dt="2025-05-13T15:27:01.989" v="31" actId="14100"/>
          <ac:spMkLst>
            <pc:docMk/>
            <pc:sldMk cId="925948538" sldId="2147482627"/>
            <ac:spMk id="5" creationId="{197C01C6-1793-3FE4-9C0C-19CDF268A607}"/>
          </ac:spMkLst>
        </pc:spChg>
      </pc:sldChg>
      <pc:sldChg chg="addSp modSp">
        <pc:chgData name="Juan Carlos Llamas Nuñez" userId="686aeec9-d228-4f5c-866f-834e64171512" providerId="ADAL" clId="{F9EF724D-30AD-4237-90EB-B88826A82AA8}" dt="2025-05-13T19:28:54.863" v="56"/>
        <pc:sldMkLst>
          <pc:docMk/>
          <pc:sldMk cId="1237165465" sldId="2147482629"/>
        </pc:sldMkLst>
        <pc:spChg chg="add mod">
          <ac:chgData name="Juan Carlos Llamas Nuñez" userId="686aeec9-d228-4f5c-866f-834e64171512" providerId="ADAL" clId="{F9EF724D-30AD-4237-90EB-B88826A82AA8}" dt="2025-05-13T18:57:30.196" v="53"/>
          <ac:spMkLst>
            <pc:docMk/>
            <pc:sldMk cId="1237165465" sldId="2147482629"/>
            <ac:spMk id="6" creationId="{50B0A1CF-B80C-33AA-3BF8-94E0E7FDD310}"/>
          </ac:spMkLst>
        </pc:spChg>
        <pc:spChg chg="mod">
          <ac:chgData name="Juan Carlos Llamas Nuñez" userId="686aeec9-d228-4f5c-866f-834e64171512" providerId="ADAL" clId="{F9EF724D-30AD-4237-90EB-B88826A82AA8}" dt="2025-05-13T18:57:30.196" v="53"/>
          <ac:spMkLst>
            <pc:docMk/>
            <pc:sldMk cId="1237165465" sldId="2147482629"/>
            <ac:spMk id="11" creationId="{85FF4529-239C-5649-2793-ACD2A646551B}"/>
          </ac:spMkLst>
        </pc:spChg>
        <pc:spChg chg="mod">
          <ac:chgData name="Juan Carlos Llamas Nuñez" userId="686aeec9-d228-4f5c-866f-834e64171512" providerId="ADAL" clId="{F9EF724D-30AD-4237-90EB-B88826A82AA8}" dt="2025-05-13T18:57:30.196" v="53"/>
          <ac:spMkLst>
            <pc:docMk/>
            <pc:sldMk cId="1237165465" sldId="2147482629"/>
            <ac:spMk id="16" creationId="{74D1BA8D-32A8-77DC-89F7-F30A3B8A828A}"/>
          </ac:spMkLst>
        </pc:spChg>
        <pc:spChg chg="add mod">
          <ac:chgData name="Juan Carlos Llamas Nuñez" userId="686aeec9-d228-4f5c-866f-834e64171512" providerId="ADAL" clId="{F9EF724D-30AD-4237-90EB-B88826A82AA8}" dt="2025-05-13T18:57:30.196" v="53"/>
          <ac:spMkLst>
            <pc:docMk/>
            <pc:sldMk cId="1237165465" sldId="2147482629"/>
            <ac:spMk id="18" creationId="{9E43C692-8CDE-A00A-9C34-46DE0C01785F}"/>
          </ac:spMkLst>
        </pc:spChg>
        <pc:spChg chg="add mod">
          <ac:chgData name="Juan Carlos Llamas Nuñez" userId="686aeec9-d228-4f5c-866f-834e64171512" providerId="ADAL" clId="{F9EF724D-30AD-4237-90EB-B88826A82AA8}" dt="2025-05-13T18:57:30.196" v="53"/>
          <ac:spMkLst>
            <pc:docMk/>
            <pc:sldMk cId="1237165465" sldId="2147482629"/>
            <ac:spMk id="281" creationId="{868BD8DD-51AB-20FC-3667-A4DA6B1F48A6}"/>
          </ac:spMkLst>
        </pc:spChg>
        <pc:grpChg chg="add mod">
          <ac:chgData name="Juan Carlos Llamas Nuñez" userId="686aeec9-d228-4f5c-866f-834e64171512" providerId="ADAL" clId="{F9EF724D-30AD-4237-90EB-B88826A82AA8}" dt="2025-05-13T18:57:30.196" v="53"/>
          <ac:grpSpMkLst>
            <pc:docMk/>
            <pc:sldMk cId="1237165465" sldId="2147482629"/>
            <ac:grpSpMk id="9" creationId="{705C1429-0850-3D2E-C614-BC885F32EAF7}"/>
          </ac:grpSpMkLst>
        </pc:grpChg>
        <pc:grpChg chg="add mod">
          <ac:chgData name="Juan Carlos Llamas Nuñez" userId="686aeec9-d228-4f5c-866f-834e64171512" providerId="ADAL" clId="{F9EF724D-30AD-4237-90EB-B88826A82AA8}" dt="2025-05-13T18:57:30.196" v="53"/>
          <ac:grpSpMkLst>
            <pc:docMk/>
            <pc:sldMk cId="1237165465" sldId="2147482629"/>
            <ac:grpSpMk id="10" creationId="{5652A67B-7B90-F33F-DA9E-8355FF4DD77A}"/>
          </ac:grpSpMkLst>
        </pc:grpChg>
        <pc:picChg chg="mod">
          <ac:chgData name="Juan Carlos Llamas Nuñez" userId="686aeec9-d228-4f5c-866f-834e64171512" providerId="ADAL" clId="{F9EF724D-30AD-4237-90EB-B88826A82AA8}" dt="2025-05-13T18:57:30.196" v="53"/>
          <ac:picMkLst>
            <pc:docMk/>
            <pc:sldMk cId="1237165465" sldId="2147482629"/>
            <ac:picMk id="12" creationId="{8F048A48-2678-A624-03DB-707FA08308E5}"/>
          </ac:picMkLst>
        </pc:picChg>
        <pc:picChg chg="mod">
          <ac:chgData name="Juan Carlos Llamas Nuñez" userId="686aeec9-d228-4f5c-866f-834e64171512" providerId="ADAL" clId="{F9EF724D-30AD-4237-90EB-B88826A82AA8}" dt="2025-05-13T18:57:30.196" v="53"/>
          <ac:picMkLst>
            <pc:docMk/>
            <pc:sldMk cId="1237165465" sldId="2147482629"/>
            <ac:picMk id="17" creationId="{8B1AB619-8078-2AA8-FD07-9A7F7C6A45F6}"/>
          </ac:picMkLst>
        </pc:picChg>
        <pc:cxnChg chg="add mod">
          <ac:chgData name="Juan Carlos Llamas Nuñez" userId="686aeec9-d228-4f5c-866f-834e64171512" providerId="ADAL" clId="{F9EF724D-30AD-4237-90EB-B88826A82AA8}" dt="2025-05-13T19:28:54.863" v="56"/>
          <ac:cxnSpMkLst>
            <pc:docMk/>
            <pc:sldMk cId="1237165465" sldId="2147482629"/>
            <ac:cxnSpMk id="6" creationId="{2714A018-767E-5C4E-400C-385ABA85BCFA}"/>
          </ac:cxnSpMkLst>
        </pc:cxnChg>
      </pc:sldChg>
      <pc:sldChg chg="del">
        <pc:chgData name="Juan Carlos Llamas Nuñez" userId="686aeec9-d228-4f5c-866f-834e64171512" providerId="ADAL" clId="{F9EF724D-30AD-4237-90EB-B88826A82AA8}" dt="2025-05-13T15:28:52.919" v="33" actId="47"/>
        <pc:sldMkLst>
          <pc:docMk/>
          <pc:sldMk cId="3546817221" sldId="2147482642"/>
        </pc:sldMkLst>
      </pc:sldChg>
      <pc:sldChg chg="addSp modSp mod">
        <pc:chgData name="Juan Carlos Llamas Nuñez" userId="686aeec9-d228-4f5c-866f-834e64171512" providerId="ADAL" clId="{F9EF724D-30AD-4237-90EB-B88826A82AA8}" dt="2025-05-13T16:30:34.361" v="44" actId="1076"/>
        <pc:sldMkLst>
          <pc:docMk/>
          <pc:sldMk cId="3964887022" sldId="2147482646"/>
        </pc:sldMkLst>
        <pc:spChg chg="add mod">
          <ac:chgData name="Juan Carlos Llamas Nuñez" userId="686aeec9-d228-4f5c-866f-834e64171512" providerId="ADAL" clId="{F9EF724D-30AD-4237-90EB-B88826A82AA8}" dt="2025-05-13T16:30:34.361" v="44" actId="1076"/>
          <ac:spMkLst>
            <pc:docMk/>
            <pc:sldMk cId="3964887022" sldId="2147482646"/>
            <ac:spMk id="12" creationId="{F8B2E641-268D-F35E-0BD8-15AF08CBD266}"/>
          </ac:spMkLst>
        </pc:spChg>
      </pc:sldChg>
      <pc:sldChg chg="addSp modSp add">
        <pc:chgData name="Juan Carlos Llamas Nuñez" userId="686aeec9-d228-4f5c-866f-834e64171512" providerId="ADAL" clId="{F9EF724D-30AD-4237-90EB-B88826A82AA8}" dt="2025-05-13T19:28:57.965" v="58"/>
        <pc:sldMkLst>
          <pc:docMk/>
          <pc:sldMk cId="1858256687" sldId="2147482647"/>
        </pc:sldMkLst>
        <pc:cxnChg chg="add mod">
          <ac:chgData name="Juan Carlos Llamas Nuñez" userId="686aeec9-d228-4f5c-866f-834e64171512" providerId="ADAL" clId="{F9EF724D-30AD-4237-90EB-B88826A82AA8}" dt="2025-05-13T19:28:57.965" v="58"/>
          <ac:cxnSpMkLst>
            <pc:docMk/>
            <pc:sldMk cId="1858256687" sldId="2147482647"/>
            <ac:cxnSpMk id="5" creationId="{94647BAD-A6E5-80AF-35CF-52D059A13A66}"/>
          </ac:cxnSpMkLst>
        </pc:cxnChg>
      </pc:sldChg>
      <pc:sldChg chg="del">
        <pc:chgData name="Juan Carlos Llamas Nuñez" userId="686aeec9-d228-4f5c-866f-834e64171512" providerId="ADAL" clId="{F9EF724D-30AD-4237-90EB-B88826A82AA8}" dt="2025-05-13T18:57:23.216" v="52" actId="2696"/>
        <pc:sldMkLst>
          <pc:docMk/>
          <pc:sldMk cId="3546942874" sldId="2147482649"/>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lucia.garcia.de.san1\Documents\TFM\Dato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lucia.garcia.de.san1\Documents\TFM\Datos.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Datos_carburante!$I$6</c:f>
              <c:strCache>
                <c:ptCount val="1"/>
                <c:pt idx="0">
                  <c:v>Diésel</c:v>
                </c:pt>
              </c:strCache>
            </c:strRef>
          </c:tx>
          <c:spPr>
            <a:solidFill>
              <a:schemeClr val="accent1"/>
            </a:solidFill>
            <a:ln>
              <a:noFill/>
            </a:ln>
            <a:effectLst/>
          </c:spPr>
          <c:invertIfNegative val="0"/>
          <c:cat>
            <c:numRef>
              <c:f>Datos_carburante!$H$7:$H$13</c:f>
              <c:numCache>
                <c:formatCode>[$-C0A]mmm\-yy;@</c:formatCode>
                <c:ptCount val="7"/>
                <c:pt idx="0">
                  <c:v>43435</c:v>
                </c:pt>
                <c:pt idx="1">
                  <c:v>43800</c:v>
                </c:pt>
                <c:pt idx="2">
                  <c:v>44166</c:v>
                </c:pt>
                <c:pt idx="3">
                  <c:v>44531</c:v>
                </c:pt>
                <c:pt idx="4">
                  <c:v>44896</c:v>
                </c:pt>
                <c:pt idx="5">
                  <c:v>45261</c:v>
                </c:pt>
                <c:pt idx="6">
                  <c:v>45627</c:v>
                </c:pt>
              </c:numCache>
            </c:numRef>
          </c:cat>
          <c:val>
            <c:numRef>
              <c:f>Datos_carburante!$I$7:$I$13</c:f>
              <c:numCache>
                <c:formatCode>#,##0</c:formatCode>
                <c:ptCount val="7"/>
                <c:pt idx="0">
                  <c:v>446892</c:v>
                </c:pt>
                <c:pt idx="1">
                  <c:v>409986</c:v>
                </c:pt>
                <c:pt idx="2">
                  <c:v>251661</c:v>
                </c:pt>
                <c:pt idx="3">
                  <c:v>267787</c:v>
                </c:pt>
                <c:pt idx="4">
                  <c:v>229318</c:v>
                </c:pt>
                <c:pt idx="5">
                  <c:v>262554</c:v>
                </c:pt>
                <c:pt idx="6">
                  <c:v>723332</c:v>
                </c:pt>
              </c:numCache>
            </c:numRef>
          </c:val>
          <c:extLst>
            <c:ext xmlns:c16="http://schemas.microsoft.com/office/drawing/2014/chart" uri="{C3380CC4-5D6E-409C-BE32-E72D297353CC}">
              <c16:uniqueId val="{00000000-6794-431F-AE62-C661F3794D6E}"/>
            </c:ext>
          </c:extLst>
        </c:ser>
        <c:ser>
          <c:idx val="1"/>
          <c:order val="1"/>
          <c:tx>
            <c:strRef>
              <c:f>Datos_carburante!$J$6</c:f>
              <c:strCache>
                <c:ptCount val="1"/>
                <c:pt idx="0">
                  <c:v>Gasolina</c:v>
                </c:pt>
              </c:strCache>
            </c:strRef>
          </c:tx>
          <c:spPr>
            <a:solidFill>
              <a:schemeClr val="accent2"/>
            </a:solidFill>
            <a:ln>
              <a:noFill/>
            </a:ln>
            <a:effectLst/>
          </c:spPr>
          <c:invertIfNegative val="0"/>
          <c:cat>
            <c:numRef>
              <c:f>Datos_carburante!$H$7:$H$13</c:f>
              <c:numCache>
                <c:formatCode>[$-C0A]mmm\-yy;@</c:formatCode>
                <c:ptCount val="7"/>
                <c:pt idx="0">
                  <c:v>43435</c:v>
                </c:pt>
                <c:pt idx="1">
                  <c:v>43800</c:v>
                </c:pt>
                <c:pt idx="2">
                  <c:v>44166</c:v>
                </c:pt>
                <c:pt idx="3">
                  <c:v>44531</c:v>
                </c:pt>
                <c:pt idx="4">
                  <c:v>44896</c:v>
                </c:pt>
                <c:pt idx="5">
                  <c:v>45261</c:v>
                </c:pt>
                <c:pt idx="6">
                  <c:v>45627</c:v>
                </c:pt>
              </c:numCache>
            </c:numRef>
          </c:cat>
          <c:val>
            <c:numRef>
              <c:f>Datos_carburante!$J$7:$J$13</c:f>
              <c:numCache>
                <c:formatCode>#,##0</c:formatCode>
                <c:ptCount val="7"/>
                <c:pt idx="0">
                  <c:v>211179</c:v>
                </c:pt>
                <c:pt idx="1">
                  <c:v>282989</c:v>
                </c:pt>
                <c:pt idx="2">
                  <c:v>152467</c:v>
                </c:pt>
                <c:pt idx="3">
                  <c:v>201757</c:v>
                </c:pt>
                <c:pt idx="4">
                  <c:v>183937</c:v>
                </c:pt>
                <c:pt idx="5">
                  <c:v>218196</c:v>
                </c:pt>
                <c:pt idx="6">
                  <c:v>659880</c:v>
                </c:pt>
              </c:numCache>
            </c:numRef>
          </c:val>
          <c:extLst>
            <c:ext xmlns:c16="http://schemas.microsoft.com/office/drawing/2014/chart" uri="{C3380CC4-5D6E-409C-BE32-E72D297353CC}">
              <c16:uniqueId val="{00000001-6794-431F-AE62-C661F3794D6E}"/>
            </c:ext>
          </c:extLst>
        </c:ser>
        <c:ser>
          <c:idx val="2"/>
          <c:order val="2"/>
          <c:tx>
            <c:strRef>
              <c:f>Datos_carburante!$K$6</c:f>
              <c:strCache>
                <c:ptCount val="1"/>
                <c:pt idx="0">
                  <c:v>Híbrido</c:v>
                </c:pt>
              </c:strCache>
            </c:strRef>
          </c:tx>
          <c:spPr>
            <a:solidFill>
              <a:schemeClr val="accent3"/>
            </a:solidFill>
            <a:ln>
              <a:noFill/>
            </a:ln>
            <a:effectLst/>
          </c:spPr>
          <c:invertIfNegative val="0"/>
          <c:cat>
            <c:numRef>
              <c:f>Datos_carburante!$H$7:$H$13</c:f>
              <c:numCache>
                <c:formatCode>[$-C0A]mmm\-yy;@</c:formatCode>
                <c:ptCount val="7"/>
                <c:pt idx="0">
                  <c:v>43435</c:v>
                </c:pt>
                <c:pt idx="1">
                  <c:v>43800</c:v>
                </c:pt>
                <c:pt idx="2">
                  <c:v>44166</c:v>
                </c:pt>
                <c:pt idx="3">
                  <c:v>44531</c:v>
                </c:pt>
                <c:pt idx="4">
                  <c:v>44896</c:v>
                </c:pt>
                <c:pt idx="5">
                  <c:v>45261</c:v>
                </c:pt>
                <c:pt idx="6">
                  <c:v>45627</c:v>
                </c:pt>
              </c:numCache>
            </c:numRef>
          </c:cat>
          <c:val>
            <c:numRef>
              <c:f>Datos_carburante!$K$7:$K$13</c:f>
              <c:numCache>
                <c:formatCode>#,##0</c:formatCode>
                <c:ptCount val="7"/>
                <c:pt idx="0">
                  <c:v>34940</c:v>
                </c:pt>
                <c:pt idx="1">
                  <c:v>54659</c:v>
                </c:pt>
                <c:pt idx="2">
                  <c:v>70931</c:v>
                </c:pt>
                <c:pt idx="3">
                  <c:v>135458</c:v>
                </c:pt>
                <c:pt idx="4">
                  <c:v>151776</c:v>
                </c:pt>
                <c:pt idx="5">
                  <c:v>174441</c:v>
                </c:pt>
                <c:pt idx="6">
                  <c:v>614587</c:v>
                </c:pt>
              </c:numCache>
            </c:numRef>
          </c:val>
          <c:extLst>
            <c:ext xmlns:c16="http://schemas.microsoft.com/office/drawing/2014/chart" uri="{C3380CC4-5D6E-409C-BE32-E72D297353CC}">
              <c16:uniqueId val="{00000002-6794-431F-AE62-C661F3794D6E}"/>
            </c:ext>
          </c:extLst>
        </c:ser>
        <c:ser>
          <c:idx val="3"/>
          <c:order val="3"/>
          <c:tx>
            <c:strRef>
              <c:f>Datos_carburante!$L$6</c:f>
              <c:strCache>
                <c:ptCount val="1"/>
                <c:pt idx="0">
                  <c:v>Electrico</c:v>
                </c:pt>
              </c:strCache>
            </c:strRef>
          </c:tx>
          <c:spPr>
            <a:solidFill>
              <a:schemeClr val="accent4"/>
            </a:solidFill>
            <a:ln>
              <a:noFill/>
            </a:ln>
            <a:effectLst/>
          </c:spPr>
          <c:invertIfNegative val="0"/>
          <c:cat>
            <c:numRef>
              <c:f>Datos_carburante!$H$7:$H$13</c:f>
              <c:numCache>
                <c:formatCode>[$-C0A]mmm\-yy;@</c:formatCode>
                <c:ptCount val="7"/>
                <c:pt idx="0">
                  <c:v>43435</c:v>
                </c:pt>
                <c:pt idx="1">
                  <c:v>43800</c:v>
                </c:pt>
                <c:pt idx="2">
                  <c:v>44166</c:v>
                </c:pt>
                <c:pt idx="3">
                  <c:v>44531</c:v>
                </c:pt>
                <c:pt idx="4">
                  <c:v>44896</c:v>
                </c:pt>
                <c:pt idx="5">
                  <c:v>45261</c:v>
                </c:pt>
                <c:pt idx="6">
                  <c:v>45627</c:v>
                </c:pt>
              </c:numCache>
            </c:numRef>
          </c:cat>
          <c:val>
            <c:numRef>
              <c:f>Datos_carburante!$L$7:$L$13</c:f>
              <c:numCache>
                <c:formatCode>#,##0</c:formatCode>
                <c:ptCount val="7"/>
                <c:pt idx="0">
                  <c:v>4557</c:v>
                </c:pt>
                <c:pt idx="1">
                  <c:v>8625</c:v>
                </c:pt>
                <c:pt idx="2">
                  <c:v>8951</c:v>
                </c:pt>
                <c:pt idx="3">
                  <c:v>12581</c:v>
                </c:pt>
                <c:pt idx="4">
                  <c:v>14722</c:v>
                </c:pt>
                <c:pt idx="5">
                  <c:v>26782</c:v>
                </c:pt>
                <c:pt idx="6">
                  <c:v>68094</c:v>
                </c:pt>
              </c:numCache>
            </c:numRef>
          </c:val>
          <c:extLst>
            <c:ext xmlns:c16="http://schemas.microsoft.com/office/drawing/2014/chart" uri="{C3380CC4-5D6E-409C-BE32-E72D297353CC}">
              <c16:uniqueId val="{00000003-6794-431F-AE62-C661F3794D6E}"/>
            </c:ext>
          </c:extLst>
        </c:ser>
        <c:dLbls>
          <c:showLegendKey val="0"/>
          <c:showVal val="0"/>
          <c:showCatName val="0"/>
          <c:showSerName val="0"/>
          <c:showPercent val="0"/>
          <c:showBubbleSize val="0"/>
        </c:dLbls>
        <c:gapWidth val="219"/>
        <c:axId val="1062593312"/>
        <c:axId val="1062594272"/>
      </c:barChart>
      <c:catAx>
        <c:axId val="1062593312"/>
        <c:scaling>
          <c:orientation val="minMax"/>
        </c:scaling>
        <c:delete val="0"/>
        <c:axPos val="b"/>
        <c:numFmt formatCode="[$-C0A]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_tradnl"/>
          </a:p>
        </c:txPr>
        <c:crossAx val="1062594272"/>
        <c:crosses val="autoZero"/>
        <c:auto val="0"/>
        <c:lblAlgn val="ctr"/>
        <c:lblOffset val="100"/>
        <c:noMultiLvlLbl val="0"/>
      </c:catAx>
      <c:valAx>
        <c:axId val="1062594272"/>
        <c:scaling>
          <c:orientation val="minMax"/>
          <c:max val="750000"/>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_tradnl"/>
          </a:p>
        </c:txPr>
        <c:crossAx val="1062593312"/>
        <c:crosses val="autoZero"/>
        <c:crossBetween val="between"/>
      </c:valAx>
      <c:spPr>
        <a:noFill/>
        <a:ln>
          <a:noFill/>
        </a:ln>
        <a:effectLst/>
      </c:spPr>
    </c:plotArea>
    <c:legend>
      <c:legendPos val="t"/>
      <c:overlay val="1"/>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_tradn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ES_tradn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Datos_carburante!$I$33</c:f>
              <c:strCache>
                <c:ptCount val="1"/>
                <c:pt idx="0">
                  <c:v>Renting</c:v>
                </c:pt>
              </c:strCache>
            </c:strRef>
          </c:tx>
          <c:spPr>
            <a:ln w="28575" cap="rnd">
              <a:solidFill>
                <a:schemeClr val="accent1"/>
              </a:solidFill>
              <a:round/>
            </a:ln>
            <a:effectLst/>
          </c:spPr>
          <c:marker>
            <c:symbol val="none"/>
          </c:marker>
          <c:cat>
            <c:strRef>
              <c:f>Datos_carburante!$H$34:$H$40</c:f>
              <c:strCache>
                <c:ptCount val="7"/>
                <c:pt idx="0">
                  <c:v>2018</c:v>
                </c:pt>
                <c:pt idx="1">
                  <c:v>2019</c:v>
                </c:pt>
                <c:pt idx="2">
                  <c:v>2020</c:v>
                </c:pt>
                <c:pt idx="3">
                  <c:v>2021</c:v>
                </c:pt>
                <c:pt idx="4">
                  <c:v>2022</c:v>
                </c:pt>
                <c:pt idx="5">
                  <c:v>2023</c:v>
                </c:pt>
                <c:pt idx="6">
                  <c:v>2024</c:v>
                </c:pt>
              </c:strCache>
            </c:strRef>
          </c:cat>
          <c:val>
            <c:numRef>
              <c:f>Datos_carburante!$I$34:$I$40</c:f>
              <c:numCache>
                <c:formatCode>#,##0</c:formatCode>
                <c:ptCount val="7"/>
                <c:pt idx="0">
                  <c:v>4557</c:v>
                </c:pt>
                <c:pt idx="1">
                  <c:v>8625</c:v>
                </c:pt>
                <c:pt idx="2">
                  <c:v>8951</c:v>
                </c:pt>
                <c:pt idx="3">
                  <c:v>12581</c:v>
                </c:pt>
                <c:pt idx="4">
                  <c:v>14722</c:v>
                </c:pt>
                <c:pt idx="5">
                  <c:v>26782</c:v>
                </c:pt>
                <c:pt idx="6">
                  <c:v>68094</c:v>
                </c:pt>
              </c:numCache>
            </c:numRef>
          </c:val>
          <c:smooth val="0"/>
          <c:extLst>
            <c:ext xmlns:c16="http://schemas.microsoft.com/office/drawing/2014/chart" uri="{C3380CC4-5D6E-409C-BE32-E72D297353CC}">
              <c16:uniqueId val="{00000000-EEDA-429F-A91D-0EEECF2CEF60}"/>
            </c:ext>
          </c:extLst>
        </c:ser>
        <c:ser>
          <c:idx val="1"/>
          <c:order val="1"/>
          <c:tx>
            <c:strRef>
              <c:f>Datos_carburante!$J$33</c:f>
              <c:strCache>
                <c:ptCount val="1"/>
                <c:pt idx="0">
                  <c:v>Total matriculaciones</c:v>
                </c:pt>
              </c:strCache>
            </c:strRef>
          </c:tx>
          <c:spPr>
            <a:ln w="28575" cap="rnd">
              <a:solidFill>
                <a:schemeClr val="accent2"/>
              </a:solidFill>
              <a:round/>
            </a:ln>
            <a:effectLst/>
          </c:spPr>
          <c:marker>
            <c:symbol val="none"/>
          </c:marker>
          <c:cat>
            <c:strRef>
              <c:f>Datos_carburante!$H$34:$H$40</c:f>
              <c:strCache>
                <c:ptCount val="7"/>
                <c:pt idx="0">
                  <c:v>2018</c:v>
                </c:pt>
                <c:pt idx="1">
                  <c:v>2019</c:v>
                </c:pt>
                <c:pt idx="2">
                  <c:v>2020</c:v>
                </c:pt>
                <c:pt idx="3">
                  <c:v>2021</c:v>
                </c:pt>
                <c:pt idx="4">
                  <c:v>2022</c:v>
                </c:pt>
                <c:pt idx="5">
                  <c:v>2023</c:v>
                </c:pt>
                <c:pt idx="6">
                  <c:v>2024</c:v>
                </c:pt>
              </c:strCache>
            </c:strRef>
          </c:cat>
          <c:val>
            <c:numRef>
              <c:f>Datos_carburante!$J$34:$J$40</c:f>
              <c:numCache>
                <c:formatCode>#,##0</c:formatCode>
                <c:ptCount val="7"/>
                <c:pt idx="0">
                  <c:v>17354</c:v>
                </c:pt>
                <c:pt idx="1">
                  <c:v>30686</c:v>
                </c:pt>
                <c:pt idx="2">
                  <c:v>41125</c:v>
                </c:pt>
                <c:pt idx="3">
                  <c:v>58171</c:v>
                </c:pt>
                <c:pt idx="4">
                  <c:v>83972</c:v>
                </c:pt>
                <c:pt idx="5">
                  <c:v>145268</c:v>
                </c:pt>
                <c:pt idx="6">
                  <c:v>371271</c:v>
                </c:pt>
              </c:numCache>
            </c:numRef>
          </c:val>
          <c:smooth val="0"/>
          <c:extLst>
            <c:ext xmlns:c16="http://schemas.microsoft.com/office/drawing/2014/chart" uri="{C3380CC4-5D6E-409C-BE32-E72D297353CC}">
              <c16:uniqueId val="{00000001-EEDA-429F-A91D-0EEECF2CEF60}"/>
            </c:ext>
          </c:extLst>
        </c:ser>
        <c:dLbls>
          <c:showLegendKey val="0"/>
          <c:showVal val="0"/>
          <c:showCatName val="0"/>
          <c:showSerName val="0"/>
          <c:showPercent val="0"/>
          <c:showBubbleSize val="0"/>
        </c:dLbls>
        <c:smooth val="0"/>
        <c:axId val="1178274720"/>
        <c:axId val="1178276640"/>
      </c:lineChart>
      <c:catAx>
        <c:axId val="11782747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_tradnl"/>
          </a:p>
        </c:txPr>
        <c:crossAx val="1178276640"/>
        <c:crosses val="autoZero"/>
        <c:auto val="0"/>
        <c:lblAlgn val="ctr"/>
        <c:lblOffset val="100"/>
        <c:noMultiLvlLbl val="0"/>
      </c:catAx>
      <c:valAx>
        <c:axId val="1178276640"/>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_tradnl"/>
          </a:p>
        </c:txPr>
        <c:crossAx val="1178274720"/>
        <c:crosses val="autoZero"/>
        <c:crossBetween val="between"/>
      </c:valAx>
      <c:spPr>
        <a:noFill/>
        <a:ln>
          <a:noFill/>
        </a:ln>
        <a:effectLst/>
      </c:spPr>
    </c:plotArea>
    <c:legend>
      <c:legendPos val="t"/>
      <c:overlay val="1"/>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S_tradn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ES_tradn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347" cy="49821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51342" y="0"/>
            <a:ext cx="2946347" cy="498215"/>
          </a:xfrm>
          <a:prstGeom prst="rect">
            <a:avLst/>
          </a:prstGeom>
        </p:spPr>
        <p:txBody>
          <a:bodyPr vert="horz" lIns="91440" tIns="45720" rIns="91440" bIns="45720" rtlCol="0"/>
          <a:lstStyle>
            <a:lvl1pPr algn="r">
              <a:defRPr sz="1200"/>
            </a:lvl1pPr>
          </a:lstStyle>
          <a:p>
            <a:fld id="{DD36761D-7177-4765-BE92-9E522790A246}" type="datetimeFigureOut">
              <a:rPr lang="en-US" smtClean="0"/>
              <a:t>5/13/2025</a:t>
            </a:fld>
            <a:endParaRPr lang="en-US"/>
          </a:p>
        </p:txBody>
      </p:sp>
      <p:sp>
        <p:nvSpPr>
          <p:cNvPr id="4" name="Footer Placeholder 3"/>
          <p:cNvSpPr>
            <a:spLocks noGrp="1"/>
          </p:cNvSpPr>
          <p:nvPr>
            <p:ph type="ftr" sz="quarter" idx="2"/>
          </p:nvPr>
        </p:nvSpPr>
        <p:spPr>
          <a:xfrm>
            <a:off x="0" y="9431600"/>
            <a:ext cx="2946347" cy="498214"/>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51342" y="9431600"/>
            <a:ext cx="2946347" cy="498214"/>
          </a:xfrm>
          <a:prstGeom prst="rect">
            <a:avLst/>
          </a:prstGeom>
        </p:spPr>
        <p:txBody>
          <a:bodyPr vert="horz" lIns="91440" tIns="45720" rIns="91440" bIns="45720" rtlCol="0" anchor="b"/>
          <a:lstStyle>
            <a:lvl1pPr algn="r">
              <a:defRPr sz="1200"/>
            </a:lvl1pPr>
          </a:lstStyle>
          <a:p>
            <a:fld id="{450D8FAD-5BEF-469C-960B-C4DA484B6E07}" type="slidenum">
              <a:rPr lang="en-US" smtClean="0"/>
              <a:t>‹#›</a:t>
            </a:fld>
            <a:endParaRPr lang="en-US"/>
          </a:p>
        </p:txBody>
      </p:sp>
    </p:spTree>
    <p:extLst>
      <p:ext uri="{BB962C8B-B14F-4D97-AF65-F5344CB8AC3E}">
        <p14:creationId xmlns:p14="http://schemas.microsoft.com/office/powerpoint/2010/main" val="19647376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347" cy="49821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1342" y="0"/>
            <a:ext cx="2946347" cy="498215"/>
          </a:xfrm>
          <a:prstGeom prst="rect">
            <a:avLst/>
          </a:prstGeom>
        </p:spPr>
        <p:txBody>
          <a:bodyPr vert="horz" lIns="91440" tIns="45720" rIns="91440" bIns="45720" rtlCol="0"/>
          <a:lstStyle>
            <a:lvl1pPr algn="r">
              <a:defRPr sz="1200"/>
            </a:lvl1pPr>
          </a:lstStyle>
          <a:p>
            <a:fld id="{8D548555-746B-4E30-9E81-1A8783F32401}" type="datetimeFigureOut">
              <a:rPr lang="en-US" smtClean="0"/>
              <a:t>5/13/2025</a:t>
            </a:fld>
            <a:endParaRPr lang="en-US"/>
          </a:p>
        </p:txBody>
      </p:sp>
      <p:sp>
        <p:nvSpPr>
          <p:cNvPr id="4" name="Slide Image Placeholder 3"/>
          <p:cNvSpPr>
            <a:spLocks noGrp="1" noRot="1" noChangeAspect="1"/>
          </p:cNvSpPr>
          <p:nvPr>
            <p:ph type="sldImg" idx="2"/>
          </p:nvPr>
        </p:nvSpPr>
        <p:spPr>
          <a:xfrm>
            <a:off x="422275" y="1241425"/>
            <a:ext cx="5954713" cy="3351213"/>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927" y="4778722"/>
            <a:ext cx="5439410" cy="390986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31600"/>
            <a:ext cx="2946347" cy="498214"/>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1342" y="9431600"/>
            <a:ext cx="2946347" cy="498214"/>
          </a:xfrm>
          <a:prstGeom prst="rect">
            <a:avLst/>
          </a:prstGeom>
        </p:spPr>
        <p:txBody>
          <a:bodyPr vert="horz" lIns="91440" tIns="45720" rIns="91440" bIns="45720" rtlCol="0" anchor="b"/>
          <a:lstStyle>
            <a:lvl1pPr algn="r">
              <a:defRPr sz="1200"/>
            </a:lvl1pPr>
          </a:lstStyle>
          <a:p>
            <a:fld id="{AD51C40A-E583-4580-A116-5F8612C4F6FB}" type="slidenum">
              <a:rPr lang="en-US" smtClean="0"/>
              <a:t>‹#›</a:t>
            </a:fld>
            <a:endParaRPr lang="en-US"/>
          </a:p>
        </p:txBody>
      </p:sp>
    </p:spTree>
    <p:extLst>
      <p:ext uri="{BB962C8B-B14F-4D97-AF65-F5344CB8AC3E}">
        <p14:creationId xmlns:p14="http://schemas.microsoft.com/office/powerpoint/2010/main" val="23917635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g895755554c_2_269:notes"/>
          <p:cNvSpPr>
            <a:spLocks noGrp="1" noRot="1" noChangeAspect="1"/>
          </p:cNvSpPr>
          <p:nvPr>
            <p:ph type="sldImg" idx="2"/>
          </p:nvPr>
        </p:nvSpPr>
        <p:spPr>
          <a:xfrm>
            <a:off x="-1628775" y="882650"/>
            <a:ext cx="7853363" cy="44180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 name="Google Shape;39;g895755554c_2_269:notes"/>
          <p:cNvSpPr txBox="1">
            <a:spLocks noGrp="1"/>
          </p:cNvSpPr>
          <p:nvPr>
            <p:ph type="body" idx="1"/>
          </p:nvPr>
        </p:nvSpPr>
        <p:spPr>
          <a:xfrm>
            <a:off x="459541" y="5594361"/>
            <a:ext cx="3676200" cy="5299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5655558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F2D06922-9B88-FBDC-E15A-4883F753F8C3}"/>
            </a:ext>
          </a:extLst>
        </p:cNvPr>
        <p:cNvGrpSpPr/>
        <p:nvPr/>
      </p:nvGrpSpPr>
      <p:grpSpPr>
        <a:xfrm>
          <a:off x="0" y="0"/>
          <a:ext cx="0" cy="0"/>
          <a:chOff x="0" y="0"/>
          <a:chExt cx="0" cy="0"/>
        </a:xfrm>
      </p:grpSpPr>
      <p:sp>
        <p:nvSpPr>
          <p:cNvPr id="56" name="Google Shape;56;g895755554c_2_283:notes">
            <a:extLst>
              <a:ext uri="{FF2B5EF4-FFF2-40B4-BE49-F238E27FC236}">
                <a16:creationId xmlns:a16="http://schemas.microsoft.com/office/drawing/2014/main" id="{58D294B5-CCD2-4C27-5DE9-FEF02F7E6002}"/>
              </a:ext>
            </a:extLst>
          </p:cNvPr>
          <p:cNvSpPr txBox="1">
            <a:spLocks noGrp="1"/>
          </p:cNvSpPr>
          <p:nvPr>
            <p:ph type="body" idx="1"/>
          </p:nvPr>
        </p:nvSpPr>
        <p:spPr>
          <a:xfrm>
            <a:off x="686100" y="4343703"/>
            <a:ext cx="5485800" cy="41139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latin typeface="Segoe UI" panose="020B0502040204020203" pitchFamily="34" charset="0"/>
              <a:cs typeface="Segoe UI" panose="020B0502040204020203" pitchFamily="34" charset="0"/>
            </a:endParaRPr>
          </a:p>
        </p:txBody>
      </p:sp>
      <p:sp>
        <p:nvSpPr>
          <p:cNvPr id="57" name="Google Shape;57;g895755554c_2_283:notes">
            <a:extLst>
              <a:ext uri="{FF2B5EF4-FFF2-40B4-BE49-F238E27FC236}">
                <a16:creationId xmlns:a16="http://schemas.microsoft.com/office/drawing/2014/main" id="{779D0408-83FB-3D93-B3EC-F062015B4DE4}"/>
              </a:ext>
            </a:extLst>
          </p:cNvPr>
          <p:cNvSpPr>
            <a:spLocks noGrp="1" noRot="1" noChangeAspect="1"/>
          </p:cNvSpPr>
          <p:nvPr>
            <p:ph type="sldImg" idx="2"/>
          </p:nvPr>
        </p:nvSpPr>
        <p:spPr>
          <a:xfrm>
            <a:off x="384175" y="687388"/>
            <a:ext cx="6089650" cy="34258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889626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E81C94BA-C4E4-2A76-C096-9A5D74E6AE72}"/>
            </a:ext>
          </a:extLst>
        </p:cNvPr>
        <p:cNvGrpSpPr/>
        <p:nvPr/>
      </p:nvGrpSpPr>
      <p:grpSpPr>
        <a:xfrm>
          <a:off x="0" y="0"/>
          <a:ext cx="0" cy="0"/>
          <a:chOff x="0" y="0"/>
          <a:chExt cx="0" cy="0"/>
        </a:xfrm>
      </p:grpSpPr>
      <p:sp>
        <p:nvSpPr>
          <p:cNvPr id="56" name="Google Shape;56;g895755554c_2_283:notes">
            <a:extLst>
              <a:ext uri="{FF2B5EF4-FFF2-40B4-BE49-F238E27FC236}">
                <a16:creationId xmlns:a16="http://schemas.microsoft.com/office/drawing/2014/main" id="{FE0C0C5B-18E8-EBC8-A08A-8B05BF029C62}"/>
              </a:ext>
            </a:extLst>
          </p:cNvPr>
          <p:cNvSpPr txBox="1">
            <a:spLocks noGrp="1"/>
          </p:cNvSpPr>
          <p:nvPr>
            <p:ph type="body" idx="1"/>
          </p:nvPr>
        </p:nvSpPr>
        <p:spPr>
          <a:xfrm>
            <a:off x="686100" y="4343703"/>
            <a:ext cx="5485800" cy="41139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latin typeface="Segoe UI" panose="020B0502040204020203" pitchFamily="34" charset="0"/>
              <a:cs typeface="Segoe UI" panose="020B0502040204020203" pitchFamily="34" charset="0"/>
            </a:endParaRPr>
          </a:p>
        </p:txBody>
      </p:sp>
      <p:sp>
        <p:nvSpPr>
          <p:cNvPr id="57" name="Google Shape;57;g895755554c_2_283:notes">
            <a:extLst>
              <a:ext uri="{FF2B5EF4-FFF2-40B4-BE49-F238E27FC236}">
                <a16:creationId xmlns:a16="http://schemas.microsoft.com/office/drawing/2014/main" id="{C58071DB-A840-6D47-6163-71AB8321D90D}"/>
              </a:ext>
            </a:extLst>
          </p:cNvPr>
          <p:cNvSpPr>
            <a:spLocks noGrp="1" noRot="1" noChangeAspect="1"/>
          </p:cNvSpPr>
          <p:nvPr>
            <p:ph type="sldImg" idx="2"/>
          </p:nvPr>
        </p:nvSpPr>
        <p:spPr>
          <a:xfrm>
            <a:off x="384175" y="687388"/>
            <a:ext cx="6089650" cy="34258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04527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9B1EC944-358B-E8CA-7D38-825D02D3957F}"/>
            </a:ext>
          </a:extLst>
        </p:cNvPr>
        <p:cNvGrpSpPr/>
        <p:nvPr/>
      </p:nvGrpSpPr>
      <p:grpSpPr>
        <a:xfrm>
          <a:off x="0" y="0"/>
          <a:ext cx="0" cy="0"/>
          <a:chOff x="0" y="0"/>
          <a:chExt cx="0" cy="0"/>
        </a:xfrm>
      </p:grpSpPr>
      <p:sp>
        <p:nvSpPr>
          <p:cNvPr id="56" name="Google Shape;56;g895755554c_2_283:notes">
            <a:extLst>
              <a:ext uri="{FF2B5EF4-FFF2-40B4-BE49-F238E27FC236}">
                <a16:creationId xmlns:a16="http://schemas.microsoft.com/office/drawing/2014/main" id="{A9472077-6D11-7B25-12D2-3EA95F22DBA4}"/>
              </a:ext>
            </a:extLst>
          </p:cNvPr>
          <p:cNvSpPr txBox="1">
            <a:spLocks noGrp="1"/>
          </p:cNvSpPr>
          <p:nvPr>
            <p:ph type="body" idx="1"/>
          </p:nvPr>
        </p:nvSpPr>
        <p:spPr>
          <a:xfrm>
            <a:off x="686100" y="4343703"/>
            <a:ext cx="5485800" cy="41139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latin typeface="Segoe UI" panose="020B0502040204020203" pitchFamily="34" charset="0"/>
              <a:cs typeface="Segoe UI" panose="020B0502040204020203" pitchFamily="34" charset="0"/>
            </a:endParaRPr>
          </a:p>
        </p:txBody>
      </p:sp>
      <p:sp>
        <p:nvSpPr>
          <p:cNvPr id="57" name="Google Shape;57;g895755554c_2_283:notes">
            <a:extLst>
              <a:ext uri="{FF2B5EF4-FFF2-40B4-BE49-F238E27FC236}">
                <a16:creationId xmlns:a16="http://schemas.microsoft.com/office/drawing/2014/main" id="{2FA6620C-65B9-C115-DF17-45036ED4B07D}"/>
              </a:ext>
            </a:extLst>
          </p:cNvPr>
          <p:cNvSpPr>
            <a:spLocks noGrp="1" noRot="1" noChangeAspect="1"/>
          </p:cNvSpPr>
          <p:nvPr>
            <p:ph type="sldImg" idx="2"/>
          </p:nvPr>
        </p:nvSpPr>
        <p:spPr>
          <a:xfrm>
            <a:off x="384175" y="687388"/>
            <a:ext cx="6089650" cy="34258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065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768F1-E612-9D65-29F8-66AE30430A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93FC94-CDF8-1803-E2B9-0F46C9F745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4A087C-E4F8-526F-5D40-CD06BBF4800E}"/>
              </a:ext>
            </a:extLst>
          </p:cNvPr>
          <p:cNvSpPr>
            <a:spLocks noGrp="1"/>
          </p:cNvSpPr>
          <p:nvPr>
            <p:ph type="body" idx="1"/>
          </p:nvPr>
        </p:nvSpPr>
        <p:spPr/>
        <p:txBody>
          <a:bodyPr/>
          <a:lstStyle/>
          <a:p>
            <a:endParaRPr lang="es-ES_tradnl"/>
          </a:p>
        </p:txBody>
      </p:sp>
      <p:sp>
        <p:nvSpPr>
          <p:cNvPr id="4" name="Slide Number Placeholder 3">
            <a:extLst>
              <a:ext uri="{FF2B5EF4-FFF2-40B4-BE49-F238E27FC236}">
                <a16:creationId xmlns:a16="http://schemas.microsoft.com/office/drawing/2014/main" id="{D58EEB52-EFE8-49F1-6DA5-C25F877595E1}"/>
              </a:ext>
            </a:extLst>
          </p:cNvPr>
          <p:cNvSpPr>
            <a:spLocks noGrp="1"/>
          </p:cNvSpPr>
          <p:nvPr>
            <p:ph type="sldNum" sz="quarter" idx="5"/>
          </p:nvPr>
        </p:nvSpPr>
        <p:spPr/>
        <p:txBody>
          <a:bodyPr/>
          <a:lstStyle/>
          <a:p>
            <a:fld id="{AD51C40A-E583-4580-A116-5F8612C4F6FB}" type="slidenum">
              <a:rPr lang="en-US" smtClean="0"/>
              <a:t>9</a:t>
            </a:fld>
            <a:endParaRPr lang="en-US"/>
          </a:p>
        </p:txBody>
      </p:sp>
    </p:spTree>
    <p:extLst>
      <p:ext uri="{BB962C8B-B14F-4D97-AF65-F5344CB8AC3E}">
        <p14:creationId xmlns:p14="http://schemas.microsoft.com/office/powerpoint/2010/main" val="27236206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DF7E0FAE-29FE-4155-C744-C0028A024C7F}"/>
            </a:ext>
          </a:extLst>
        </p:cNvPr>
        <p:cNvGrpSpPr/>
        <p:nvPr/>
      </p:nvGrpSpPr>
      <p:grpSpPr>
        <a:xfrm>
          <a:off x="0" y="0"/>
          <a:ext cx="0" cy="0"/>
          <a:chOff x="0" y="0"/>
          <a:chExt cx="0" cy="0"/>
        </a:xfrm>
      </p:grpSpPr>
      <p:sp>
        <p:nvSpPr>
          <p:cNvPr id="56" name="Google Shape;56;g895755554c_2_283:notes">
            <a:extLst>
              <a:ext uri="{FF2B5EF4-FFF2-40B4-BE49-F238E27FC236}">
                <a16:creationId xmlns:a16="http://schemas.microsoft.com/office/drawing/2014/main" id="{A921C102-D5EF-C6BA-20AF-7DC7B6F5CB2F}"/>
              </a:ext>
            </a:extLst>
          </p:cNvPr>
          <p:cNvSpPr txBox="1">
            <a:spLocks noGrp="1"/>
          </p:cNvSpPr>
          <p:nvPr>
            <p:ph type="body" idx="1"/>
          </p:nvPr>
        </p:nvSpPr>
        <p:spPr>
          <a:xfrm>
            <a:off x="686100" y="4343703"/>
            <a:ext cx="5485800" cy="41139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latin typeface="Segoe UI" panose="020B0502040204020203" pitchFamily="34" charset="0"/>
              <a:cs typeface="Segoe UI" panose="020B0502040204020203" pitchFamily="34" charset="0"/>
            </a:endParaRPr>
          </a:p>
        </p:txBody>
      </p:sp>
      <p:sp>
        <p:nvSpPr>
          <p:cNvPr id="57" name="Google Shape;57;g895755554c_2_283:notes">
            <a:extLst>
              <a:ext uri="{FF2B5EF4-FFF2-40B4-BE49-F238E27FC236}">
                <a16:creationId xmlns:a16="http://schemas.microsoft.com/office/drawing/2014/main" id="{39014B46-44B4-29FF-A094-2A8E69AF2B33}"/>
              </a:ext>
            </a:extLst>
          </p:cNvPr>
          <p:cNvSpPr>
            <a:spLocks noGrp="1" noRot="1" noChangeAspect="1"/>
          </p:cNvSpPr>
          <p:nvPr>
            <p:ph type="sldImg" idx="2"/>
          </p:nvPr>
        </p:nvSpPr>
        <p:spPr>
          <a:xfrm>
            <a:off x="384175" y="687388"/>
            <a:ext cx="6089650" cy="34258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5121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31C83941-543B-6BB3-669B-FFD828707BD2}"/>
            </a:ext>
          </a:extLst>
        </p:cNvPr>
        <p:cNvGrpSpPr/>
        <p:nvPr/>
      </p:nvGrpSpPr>
      <p:grpSpPr>
        <a:xfrm>
          <a:off x="0" y="0"/>
          <a:ext cx="0" cy="0"/>
          <a:chOff x="0" y="0"/>
          <a:chExt cx="0" cy="0"/>
        </a:xfrm>
      </p:grpSpPr>
      <p:sp>
        <p:nvSpPr>
          <p:cNvPr id="56" name="Google Shape;56;g895755554c_2_283:notes">
            <a:extLst>
              <a:ext uri="{FF2B5EF4-FFF2-40B4-BE49-F238E27FC236}">
                <a16:creationId xmlns:a16="http://schemas.microsoft.com/office/drawing/2014/main" id="{8D11F069-E245-5F74-E616-125A4A8A14A8}"/>
              </a:ext>
            </a:extLst>
          </p:cNvPr>
          <p:cNvSpPr txBox="1">
            <a:spLocks noGrp="1"/>
          </p:cNvSpPr>
          <p:nvPr>
            <p:ph type="body" idx="1"/>
          </p:nvPr>
        </p:nvSpPr>
        <p:spPr>
          <a:xfrm>
            <a:off x="686100" y="4343703"/>
            <a:ext cx="5485800" cy="41139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latin typeface="Segoe UI" panose="020B0502040204020203" pitchFamily="34" charset="0"/>
              <a:cs typeface="Segoe UI" panose="020B0502040204020203" pitchFamily="34" charset="0"/>
            </a:endParaRPr>
          </a:p>
        </p:txBody>
      </p:sp>
      <p:sp>
        <p:nvSpPr>
          <p:cNvPr id="57" name="Google Shape;57;g895755554c_2_283:notes">
            <a:extLst>
              <a:ext uri="{FF2B5EF4-FFF2-40B4-BE49-F238E27FC236}">
                <a16:creationId xmlns:a16="http://schemas.microsoft.com/office/drawing/2014/main" id="{D63FC450-80AE-0849-F199-BB51425EA4E4}"/>
              </a:ext>
            </a:extLst>
          </p:cNvPr>
          <p:cNvSpPr>
            <a:spLocks noGrp="1" noRot="1" noChangeAspect="1"/>
          </p:cNvSpPr>
          <p:nvPr>
            <p:ph type="sldImg" idx="2"/>
          </p:nvPr>
        </p:nvSpPr>
        <p:spPr>
          <a:xfrm>
            <a:off x="384175" y="687388"/>
            <a:ext cx="6089650" cy="34258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46521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_tradnl"/>
              <a:t>Link: </a:t>
            </a:r>
            <a:r>
              <a:rPr lang="es-ES_tradnl" err="1"/>
              <a:t>ht</a:t>
            </a:r>
            <a:r>
              <a:rPr lang="en-US"/>
              <a:t>tps://github.com/jcllanu/residual-value/blob/main/used_car_price_prediction_model.ipynb</a:t>
            </a:r>
            <a:endParaRPr lang="es-ES_tradnl"/>
          </a:p>
        </p:txBody>
      </p:sp>
      <p:sp>
        <p:nvSpPr>
          <p:cNvPr id="4" name="Slide Number Placeholder 3"/>
          <p:cNvSpPr>
            <a:spLocks noGrp="1"/>
          </p:cNvSpPr>
          <p:nvPr>
            <p:ph type="sldNum" sz="quarter" idx="5"/>
          </p:nvPr>
        </p:nvSpPr>
        <p:spPr/>
        <p:txBody>
          <a:bodyPr/>
          <a:lstStyle/>
          <a:p>
            <a:fld id="{AD51C40A-E583-4580-A116-5F8612C4F6FB}" type="slidenum">
              <a:rPr lang="en-US" smtClean="0"/>
              <a:t>17</a:t>
            </a:fld>
            <a:endParaRPr lang="en-US"/>
          </a:p>
        </p:txBody>
      </p:sp>
    </p:spTree>
    <p:extLst>
      <p:ext uri="{BB962C8B-B14F-4D97-AF65-F5344CB8AC3E}">
        <p14:creationId xmlns:p14="http://schemas.microsoft.com/office/powerpoint/2010/main" val="7080417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EE8F8717-4394-9769-DDDC-16E5CEDE0CF6}"/>
            </a:ext>
          </a:extLst>
        </p:cNvPr>
        <p:cNvGrpSpPr/>
        <p:nvPr/>
      </p:nvGrpSpPr>
      <p:grpSpPr>
        <a:xfrm>
          <a:off x="0" y="0"/>
          <a:ext cx="0" cy="0"/>
          <a:chOff x="0" y="0"/>
          <a:chExt cx="0" cy="0"/>
        </a:xfrm>
      </p:grpSpPr>
      <p:sp>
        <p:nvSpPr>
          <p:cNvPr id="56" name="Google Shape;56;g895755554c_2_283:notes">
            <a:extLst>
              <a:ext uri="{FF2B5EF4-FFF2-40B4-BE49-F238E27FC236}">
                <a16:creationId xmlns:a16="http://schemas.microsoft.com/office/drawing/2014/main" id="{9E8BBB88-12B3-CE87-AB09-A1A6EEF77727}"/>
              </a:ext>
            </a:extLst>
          </p:cNvPr>
          <p:cNvSpPr txBox="1">
            <a:spLocks noGrp="1"/>
          </p:cNvSpPr>
          <p:nvPr>
            <p:ph type="body" idx="1"/>
          </p:nvPr>
        </p:nvSpPr>
        <p:spPr>
          <a:xfrm>
            <a:off x="686100" y="4343703"/>
            <a:ext cx="5485800" cy="41139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latin typeface="Segoe UI" panose="020B0502040204020203" pitchFamily="34" charset="0"/>
              <a:cs typeface="Segoe UI" panose="020B0502040204020203" pitchFamily="34" charset="0"/>
            </a:endParaRPr>
          </a:p>
        </p:txBody>
      </p:sp>
      <p:sp>
        <p:nvSpPr>
          <p:cNvPr id="57" name="Google Shape;57;g895755554c_2_283:notes">
            <a:extLst>
              <a:ext uri="{FF2B5EF4-FFF2-40B4-BE49-F238E27FC236}">
                <a16:creationId xmlns:a16="http://schemas.microsoft.com/office/drawing/2014/main" id="{0DDC739D-E7E0-83F2-54DB-DF9CF1E29DFD}"/>
              </a:ext>
            </a:extLst>
          </p:cNvPr>
          <p:cNvSpPr>
            <a:spLocks noGrp="1" noRot="1" noChangeAspect="1"/>
          </p:cNvSpPr>
          <p:nvPr>
            <p:ph type="sldImg" idx="2"/>
          </p:nvPr>
        </p:nvSpPr>
        <p:spPr>
          <a:xfrm>
            <a:off x="384175" y="687388"/>
            <a:ext cx="6089650" cy="34258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97922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a:extLst>
            <a:ext uri="{FF2B5EF4-FFF2-40B4-BE49-F238E27FC236}">
              <a16:creationId xmlns:a16="http://schemas.microsoft.com/office/drawing/2014/main" id="{264C702D-E2D2-D1E9-845E-7A11866BB49F}"/>
            </a:ext>
          </a:extLst>
        </p:cNvPr>
        <p:cNvGrpSpPr/>
        <p:nvPr/>
      </p:nvGrpSpPr>
      <p:grpSpPr>
        <a:xfrm>
          <a:off x="0" y="0"/>
          <a:ext cx="0" cy="0"/>
          <a:chOff x="0" y="0"/>
          <a:chExt cx="0" cy="0"/>
        </a:xfrm>
      </p:grpSpPr>
      <p:sp>
        <p:nvSpPr>
          <p:cNvPr id="229" name="Google Shape;229;g29b2ae00c9f_0_17:notes">
            <a:extLst>
              <a:ext uri="{FF2B5EF4-FFF2-40B4-BE49-F238E27FC236}">
                <a16:creationId xmlns:a16="http://schemas.microsoft.com/office/drawing/2014/main" id="{493B1F38-E182-1775-0A64-41411DC533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0" name="Google Shape;230;g29b2ae00c9f_0_17:notes">
            <a:extLst>
              <a:ext uri="{FF2B5EF4-FFF2-40B4-BE49-F238E27FC236}">
                <a16:creationId xmlns:a16="http://schemas.microsoft.com/office/drawing/2014/main" id="{A4BF2446-5767-8E29-78E0-E9BBB2D0399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231" name="Google Shape;231;g29b2ae00c9f_0_17:notes">
            <a:extLst>
              <a:ext uri="{FF2B5EF4-FFF2-40B4-BE49-F238E27FC236}">
                <a16:creationId xmlns:a16="http://schemas.microsoft.com/office/drawing/2014/main" id="{7C21FEDF-B587-919A-FD15-3D0BE13AF78A}"/>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Calibri"/>
                <a:ea typeface="Calibri"/>
                <a:cs typeface="Calibri"/>
                <a:sym typeface="Calibri"/>
              </a:rPr>
              <a:t>21</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347803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31EB4663-EB2F-1D23-E128-7731D6992904}"/>
            </a:ext>
          </a:extLst>
        </p:cNvPr>
        <p:cNvGrpSpPr/>
        <p:nvPr/>
      </p:nvGrpSpPr>
      <p:grpSpPr>
        <a:xfrm>
          <a:off x="0" y="0"/>
          <a:ext cx="0" cy="0"/>
          <a:chOff x="0" y="0"/>
          <a:chExt cx="0" cy="0"/>
        </a:xfrm>
      </p:grpSpPr>
      <p:sp>
        <p:nvSpPr>
          <p:cNvPr id="56" name="Google Shape;56;g895755554c_2_283:notes">
            <a:extLst>
              <a:ext uri="{FF2B5EF4-FFF2-40B4-BE49-F238E27FC236}">
                <a16:creationId xmlns:a16="http://schemas.microsoft.com/office/drawing/2014/main" id="{131271E1-21DA-79AF-1B37-A85F84C61945}"/>
              </a:ext>
            </a:extLst>
          </p:cNvPr>
          <p:cNvSpPr txBox="1">
            <a:spLocks noGrp="1"/>
          </p:cNvSpPr>
          <p:nvPr>
            <p:ph type="body" idx="1"/>
          </p:nvPr>
        </p:nvSpPr>
        <p:spPr>
          <a:xfrm>
            <a:off x="686100" y="4343703"/>
            <a:ext cx="5485800" cy="41139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latin typeface="Segoe UI" panose="020B0502040204020203" pitchFamily="34" charset="0"/>
              <a:cs typeface="Segoe UI" panose="020B0502040204020203" pitchFamily="34" charset="0"/>
            </a:endParaRPr>
          </a:p>
        </p:txBody>
      </p:sp>
      <p:sp>
        <p:nvSpPr>
          <p:cNvPr id="57" name="Google Shape;57;g895755554c_2_283:notes">
            <a:extLst>
              <a:ext uri="{FF2B5EF4-FFF2-40B4-BE49-F238E27FC236}">
                <a16:creationId xmlns:a16="http://schemas.microsoft.com/office/drawing/2014/main" id="{6A3E1521-B114-54B2-DB37-519274AE08E8}"/>
              </a:ext>
            </a:extLst>
          </p:cNvPr>
          <p:cNvSpPr>
            <a:spLocks noGrp="1" noRot="1" noChangeAspect="1"/>
          </p:cNvSpPr>
          <p:nvPr>
            <p:ph type="sldImg" idx="2"/>
          </p:nvPr>
        </p:nvSpPr>
        <p:spPr>
          <a:xfrm>
            <a:off x="384175" y="687388"/>
            <a:ext cx="6089650" cy="34258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55312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E7AB6B79-3435-B911-3844-C52532DAF5B7}"/>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p:blipFill>
        <p:spPr bwMode="auto">
          <a:xfrm>
            <a:off x="10657085" y="323712"/>
            <a:ext cx="1327770" cy="738480"/>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64;p2">
            <a:extLst>
              <a:ext uri="{FF2B5EF4-FFF2-40B4-BE49-F238E27FC236}">
                <a16:creationId xmlns:a16="http://schemas.microsoft.com/office/drawing/2014/main" id="{8AE16797-77EF-7B1F-6A78-D80549D969E4}"/>
              </a:ext>
            </a:extLst>
          </p:cNvPr>
          <p:cNvSpPr/>
          <p:nvPr userDrawn="1"/>
        </p:nvSpPr>
        <p:spPr>
          <a:xfrm>
            <a:off x="0" y="6807025"/>
            <a:ext cx="12192000" cy="50975"/>
          </a:xfrm>
          <a:prstGeom prst="rect">
            <a:avLst/>
          </a:prstGeom>
          <a:solidFill>
            <a:srgbClr val="667CA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Tree>
    <p:extLst>
      <p:ext uri="{BB962C8B-B14F-4D97-AF65-F5344CB8AC3E}">
        <p14:creationId xmlns:p14="http://schemas.microsoft.com/office/powerpoint/2010/main" val="246289750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4"/>
        <p:cNvGrpSpPr/>
        <p:nvPr/>
      </p:nvGrpSpPr>
      <p:grpSpPr>
        <a:xfrm>
          <a:off x="0" y="0"/>
          <a:ext cx="0" cy="0"/>
          <a:chOff x="0" y="0"/>
          <a:chExt cx="0" cy="0"/>
        </a:xfrm>
      </p:grpSpPr>
      <p:sp>
        <p:nvSpPr>
          <p:cNvPr id="2" name="Google Shape;64;p2">
            <a:extLst>
              <a:ext uri="{FF2B5EF4-FFF2-40B4-BE49-F238E27FC236}">
                <a16:creationId xmlns:a16="http://schemas.microsoft.com/office/drawing/2014/main" id="{E1A24F24-6D50-FD53-3CCE-83048E36224E}"/>
              </a:ext>
            </a:extLst>
          </p:cNvPr>
          <p:cNvSpPr/>
          <p:nvPr userDrawn="1"/>
        </p:nvSpPr>
        <p:spPr>
          <a:xfrm>
            <a:off x="0" y="6807025"/>
            <a:ext cx="12192000" cy="50975"/>
          </a:xfrm>
          <a:prstGeom prst="rect">
            <a:avLst/>
          </a:prstGeom>
          <a:solidFill>
            <a:srgbClr val="667CA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Tree>
    <p:extLst>
      <p:ext uri="{BB962C8B-B14F-4D97-AF65-F5344CB8AC3E}">
        <p14:creationId xmlns:p14="http://schemas.microsoft.com/office/powerpoint/2010/main" val="18895811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1">
  <p:cSld name="Title slide 1">
    <p:spTree>
      <p:nvGrpSpPr>
        <p:cNvPr id="1" name="Shape 35"/>
        <p:cNvGrpSpPr/>
        <p:nvPr/>
      </p:nvGrpSpPr>
      <p:grpSpPr>
        <a:xfrm>
          <a:off x="0" y="0"/>
          <a:ext cx="0" cy="0"/>
          <a:chOff x="0" y="0"/>
          <a:chExt cx="0" cy="0"/>
        </a:xfrm>
      </p:grpSpPr>
      <p:pic>
        <p:nvPicPr>
          <p:cNvPr id="3" name="Picture 2">
            <a:extLst>
              <a:ext uri="{FF2B5EF4-FFF2-40B4-BE49-F238E27FC236}">
                <a16:creationId xmlns:a16="http://schemas.microsoft.com/office/drawing/2014/main" id="{F20D2317-E873-2929-1BCE-6AB02D127C63}"/>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p:blipFill>
        <p:spPr bwMode="auto">
          <a:xfrm>
            <a:off x="10657085" y="323712"/>
            <a:ext cx="1327770" cy="738480"/>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64;p2">
            <a:extLst>
              <a:ext uri="{FF2B5EF4-FFF2-40B4-BE49-F238E27FC236}">
                <a16:creationId xmlns:a16="http://schemas.microsoft.com/office/drawing/2014/main" id="{C350A416-8C6A-30A4-7493-E032E327C644}"/>
              </a:ext>
            </a:extLst>
          </p:cNvPr>
          <p:cNvSpPr/>
          <p:nvPr userDrawn="1"/>
        </p:nvSpPr>
        <p:spPr>
          <a:xfrm>
            <a:off x="0" y="6807025"/>
            <a:ext cx="12192000" cy="50975"/>
          </a:xfrm>
          <a:prstGeom prst="rect">
            <a:avLst/>
          </a:prstGeom>
          <a:solidFill>
            <a:srgbClr val="667CA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Tree>
    <p:extLst>
      <p:ext uri="{BB962C8B-B14F-4D97-AF65-F5344CB8AC3E}">
        <p14:creationId xmlns:p14="http://schemas.microsoft.com/office/powerpoint/2010/main" val="36636485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7B727873-7A18-45C7-C7CE-B9B6A2034215}"/>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p:blipFill>
        <p:spPr bwMode="auto">
          <a:xfrm>
            <a:off x="10657085" y="323712"/>
            <a:ext cx="1327770" cy="738480"/>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64;p2">
            <a:extLst>
              <a:ext uri="{FF2B5EF4-FFF2-40B4-BE49-F238E27FC236}">
                <a16:creationId xmlns:a16="http://schemas.microsoft.com/office/drawing/2014/main" id="{0F672B6C-59A6-9343-65D9-43FB0F91897A}"/>
              </a:ext>
            </a:extLst>
          </p:cNvPr>
          <p:cNvSpPr/>
          <p:nvPr userDrawn="1"/>
        </p:nvSpPr>
        <p:spPr>
          <a:xfrm>
            <a:off x="0" y="6807025"/>
            <a:ext cx="12192000" cy="50975"/>
          </a:xfrm>
          <a:prstGeom prst="rect">
            <a:avLst/>
          </a:prstGeom>
          <a:solidFill>
            <a:srgbClr val="667CA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Tree>
    <p:extLst>
      <p:ext uri="{BB962C8B-B14F-4D97-AF65-F5344CB8AC3E}">
        <p14:creationId xmlns:p14="http://schemas.microsoft.com/office/powerpoint/2010/main" val="3869901779"/>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33"/>
        <p:cNvGrpSpPr/>
        <p:nvPr/>
      </p:nvGrpSpPr>
      <p:grpSpPr>
        <a:xfrm>
          <a:off x="0" y="0"/>
          <a:ext cx="0" cy="0"/>
          <a:chOff x="0" y="0"/>
          <a:chExt cx="0" cy="0"/>
        </a:xfrm>
      </p:grpSpPr>
      <p:sp>
        <p:nvSpPr>
          <p:cNvPr id="34" name="Google Shape;34;p66"/>
          <p:cNvSpPr txBox="1">
            <a:spLocks noGrp="1"/>
          </p:cNvSpPr>
          <p:nvPr>
            <p:ph type="body" idx="1"/>
          </p:nvPr>
        </p:nvSpPr>
        <p:spPr>
          <a:xfrm>
            <a:off x="521755" y="1417639"/>
            <a:ext cx="11240488" cy="4114800"/>
          </a:xfrm>
          <a:prstGeom prst="rect">
            <a:avLst/>
          </a:prstGeom>
          <a:noFill/>
          <a:ln>
            <a:noFill/>
          </a:ln>
        </p:spPr>
        <p:txBody>
          <a:bodyPr spcFirstLastPara="1" wrap="square" lIns="68575" tIns="34275" rIns="68575" bIns="34275" anchor="t" anchorCtr="0">
            <a:noAutofit/>
          </a:bodyPr>
          <a:lstStyle>
            <a:lvl1pPr marL="609585" lvl="0" indent="-406390" algn="l">
              <a:lnSpc>
                <a:spcPct val="102000"/>
              </a:lnSpc>
              <a:spcBef>
                <a:spcPts val="800"/>
              </a:spcBef>
              <a:spcAft>
                <a:spcPts val="0"/>
              </a:spcAft>
              <a:buSzPts val="1200"/>
              <a:buFont typeface="Arial"/>
              <a:buChar char="•"/>
              <a:defRPr/>
            </a:lvl1pPr>
            <a:lvl2pPr marL="1219170" lvl="1" indent="-389457" algn="l">
              <a:lnSpc>
                <a:spcPct val="102000"/>
              </a:lnSpc>
              <a:spcBef>
                <a:spcPts val="800"/>
              </a:spcBef>
              <a:spcAft>
                <a:spcPts val="0"/>
              </a:spcAft>
              <a:buSzPts val="1000"/>
              <a:buChar char="4"/>
              <a:defRPr/>
            </a:lvl2pPr>
            <a:lvl3pPr marL="1828754" lvl="2" indent="-406390" algn="l">
              <a:lnSpc>
                <a:spcPct val="102000"/>
              </a:lnSpc>
              <a:spcBef>
                <a:spcPts val="800"/>
              </a:spcBef>
              <a:spcAft>
                <a:spcPts val="0"/>
              </a:spcAft>
              <a:buSzPts val="1200"/>
              <a:buChar char="-"/>
              <a:defRPr/>
            </a:lvl3pPr>
            <a:lvl4pPr marL="2438339" lvl="3" indent="-406390" algn="l">
              <a:lnSpc>
                <a:spcPct val="102000"/>
              </a:lnSpc>
              <a:spcBef>
                <a:spcPts val="800"/>
              </a:spcBef>
              <a:spcAft>
                <a:spcPts val="0"/>
              </a:spcAft>
              <a:buSzPts val="1200"/>
              <a:buChar char="-"/>
              <a:defRPr/>
            </a:lvl4pPr>
            <a:lvl5pPr marL="3047924" lvl="4" indent="-406390" algn="l">
              <a:lnSpc>
                <a:spcPct val="102000"/>
              </a:lnSpc>
              <a:spcBef>
                <a:spcPts val="800"/>
              </a:spcBef>
              <a:spcAft>
                <a:spcPts val="0"/>
              </a:spcAft>
              <a:buSzPts val="1200"/>
              <a:buChar char="-"/>
              <a:defRPr/>
            </a:lvl5pPr>
            <a:lvl6pPr marL="3657509" lvl="5" indent="-406390" algn="l">
              <a:lnSpc>
                <a:spcPct val="102000"/>
              </a:lnSpc>
              <a:spcBef>
                <a:spcPts val="800"/>
              </a:spcBef>
              <a:spcAft>
                <a:spcPts val="0"/>
              </a:spcAft>
              <a:buSzPts val="1200"/>
              <a:buChar char="-"/>
              <a:defRPr/>
            </a:lvl6pPr>
            <a:lvl7pPr marL="4267093" lvl="6" indent="-406390" algn="l">
              <a:lnSpc>
                <a:spcPct val="102000"/>
              </a:lnSpc>
              <a:spcBef>
                <a:spcPts val="800"/>
              </a:spcBef>
              <a:spcAft>
                <a:spcPts val="0"/>
              </a:spcAft>
              <a:buSzPts val="1200"/>
              <a:buChar char="-"/>
              <a:defRPr/>
            </a:lvl7pPr>
            <a:lvl8pPr marL="4876678" lvl="7" indent="-406390" algn="l">
              <a:lnSpc>
                <a:spcPct val="102000"/>
              </a:lnSpc>
              <a:spcBef>
                <a:spcPts val="800"/>
              </a:spcBef>
              <a:spcAft>
                <a:spcPts val="0"/>
              </a:spcAft>
              <a:buSzPts val="1200"/>
              <a:buChar char="-"/>
              <a:defRPr/>
            </a:lvl8pPr>
            <a:lvl9pPr marL="5486263" lvl="8" indent="-406390" algn="l">
              <a:lnSpc>
                <a:spcPct val="102000"/>
              </a:lnSpc>
              <a:spcBef>
                <a:spcPts val="800"/>
              </a:spcBef>
              <a:spcAft>
                <a:spcPts val="0"/>
              </a:spcAft>
              <a:buSzPts val="1200"/>
              <a:buChar char="-"/>
              <a:defRPr/>
            </a:lvl9pPr>
          </a:lstStyle>
          <a:p>
            <a:endParaRPr/>
          </a:p>
        </p:txBody>
      </p:sp>
    </p:spTree>
    <p:extLst>
      <p:ext uri="{BB962C8B-B14F-4D97-AF65-F5344CB8AC3E}">
        <p14:creationId xmlns:p14="http://schemas.microsoft.com/office/powerpoint/2010/main" val="6556887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pic>
        <p:nvPicPr>
          <p:cNvPr id="14" name="Picture 1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74754" y="6503339"/>
            <a:ext cx="1863523" cy="316800"/>
          </a:xfrm>
          <a:prstGeom prst="rect">
            <a:avLst/>
          </a:prstGeom>
        </p:spPr>
      </p:pic>
      <p:sp>
        <p:nvSpPr>
          <p:cNvPr id="7" name="Google Shape;18;p1"/>
          <p:cNvSpPr txBox="1"/>
          <p:nvPr/>
        </p:nvSpPr>
        <p:spPr>
          <a:xfrm>
            <a:off x="10759831" y="6580879"/>
            <a:ext cx="1195754" cy="215444"/>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800"/>
              <a:buFont typeface="Arial"/>
              <a:buNone/>
            </a:pPr>
            <a:r>
              <a:rPr lang="en-US" sz="800" b="0" i="0" u="none" strike="noStrike" cap="none">
                <a:solidFill>
                  <a:srgbClr val="808080"/>
                </a:solidFill>
                <a:latin typeface="Segoe UI" panose="020B0502040204020203" pitchFamily="34" charset="0"/>
                <a:ea typeface="Calibri"/>
                <a:cs typeface="Segoe UI" panose="020B0502040204020203" pitchFamily="34" charset="0"/>
                <a:sym typeface="Calibri"/>
              </a:rPr>
              <a:t>   </a:t>
            </a:r>
            <a:r>
              <a:rPr lang="en-US" sz="800" b="0" i="0" u="none" strike="noStrike" cap="none" err="1">
                <a:solidFill>
                  <a:srgbClr val="808080"/>
                </a:solidFill>
                <a:latin typeface="Segoe UI" panose="020B0502040204020203" pitchFamily="34" charset="0"/>
                <a:ea typeface="Calibri"/>
                <a:cs typeface="Segoe UI" panose="020B0502040204020203" pitchFamily="34" charset="0"/>
                <a:sym typeface="Calibri"/>
              </a:rPr>
              <a:t>Pág</a:t>
            </a:r>
            <a:r>
              <a:rPr lang="en-US" sz="800" b="0" i="0" u="none" strike="noStrike" cap="none">
                <a:solidFill>
                  <a:srgbClr val="808080"/>
                </a:solidFill>
                <a:latin typeface="Segoe UI" panose="020B0502040204020203" pitchFamily="34" charset="0"/>
                <a:ea typeface="Calibri"/>
                <a:cs typeface="Segoe UI" panose="020B0502040204020203" pitchFamily="34" charset="0"/>
                <a:sym typeface="Calibri"/>
              </a:rPr>
              <a:t>. </a:t>
            </a:r>
            <a:fld id="{00000000-1234-1234-1234-123412341234}" type="slidenum">
              <a:rPr lang="en-US" sz="800" b="0" i="0" u="none" strike="noStrike" cap="none">
                <a:solidFill>
                  <a:srgbClr val="808080"/>
                </a:solidFill>
                <a:latin typeface="Segoe UI" panose="020B0502040204020203" pitchFamily="34" charset="0"/>
                <a:ea typeface="Calibri"/>
                <a:cs typeface="Segoe UI" panose="020B0502040204020203" pitchFamily="34" charset="0"/>
                <a:sym typeface="Calibri"/>
              </a:rPr>
              <a:t>‹#›</a:t>
            </a:fld>
            <a:endParaRPr sz="800" b="0" i="0" u="none" strike="noStrike" cap="none">
              <a:solidFill>
                <a:srgbClr val="808080"/>
              </a:solidFill>
              <a:latin typeface="Segoe UI" panose="020B0502040204020203" pitchFamily="34" charset="0"/>
              <a:ea typeface="Calibri"/>
              <a:cs typeface="Segoe UI" panose="020B0502040204020203" pitchFamily="34" charset="0"/>
              <a:sym typeface="Calibri"/>
            </a:endParaRPr>
          </a:p>
        </p:txBody>
      </p:sp>
      <p:pic>
        <p:nvPicPr>
          <p:cNvPr id="8" name="Google Shape;10;p1"/>
          <p:cNvPicPr preferRelativeResize="0"/>
          <p:nvPr/>
        </p:nvPicPr>
        <p:blipFill rotWithShape="1">
          <a:blip r:embed="rId8">
            <a:alphaModFix/>
          </a:blip>
          <a:srcRect/>
          <a:stretch/>
        </p:blipFill>
        <p:spPr>
          <a:xfrm>
            <a:off x="1588" y="1588"/>
            <a:ext cx="1588" cy="1588"/>
          </a:xfrm>
          <a:prstGeom prst="rect">
            <a:avLst/>
          </a:prstGeom>
          <a:noFill/>
          <a:ln>
            <a:noFill/>
          </a:ln>
        </p:spPr>
      </p:pic>
      <p:sp>
        <p:nvSpPr>
          <p:cNvPr id="10" name="Google Shape;16;p1"/>
          <p:cNvSpPr/>
          <p:nvPr/>
        </p:nvSpPr>
        <p:spPr>
          <a:xfrm flipH="1">
            <a:off x="0" y="-1"/>
            <a:ext cx="12191999" cy="288000"/>
          </a:xfrm>
          <a:prstGeom prst="rect">
            <a:avLst/>
          </a:prstGeom>
          <a:solidFill>
            <a:srgbClr val="00256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rgbClr val="FFFFFF"/>
              </a:solidFill>
              <a:latin typeface="Lato" panose="020B0604020202020204" charset="0"/>
              <a:ea typeface="Calibri"/>
              <a:cs typeface="Calibri"/>
              <a:sym typeface="Calibri"/>
            </a:endParaRPr>
          </a:p>
        </p:txBody>
      </p:sp>
      <p:cxnSp>
        <p:nvCxnSpPr>
          <p:cNvPr id="11" name="Google Shape;17;p1"/>
          <p:cNvCxnSpPr/>
          <p:nvPr/>
        </p:nvCxnSpPr>
        <p:spPr>
          <a:xfrm>
            <a:off x="14" y="298378"/>
            <a:ext cx="12191985" cy="0"/>
          </a:xfrm>
          <a:prstGeom prst="straightConnector1">
            <a:avLst/>
          </a:prstGeom>
          <a:noFill/>
          <a:ln w="38100" cap="flat" cmpd="sng">
            <a:solidFill>
              <a:srgbClr val="BFA13E"/>
            </a:solidFill>
            <a:prstDash val="solid"/>
            <a:round/>
            <a:headEnd type="none" w="sm" len="sm"/>
            <a:tailEnd type="none" w="sm" len="sm"/>
          </a:ln>
        </p:spPr>
      </p:cxnSp>
      <p:cxnSp>
        <p:nvCxnSpPr>
          <p:cNvPr id="12" name="Google Shape;19;p1"/>
          <p:cNvCxnSpPr/>
          <p:nvPr/>
        </p:nvCxnSpPr>
        <p:spPr>
          <a:xfrm>
            <a:off x="11267394" y="6623314"/>
            <a:ext cx="0" cy="144000"/>
          </a:xfrm>
          <a:prstGeom prst="straightConnector1">
            <a:avLst/>
          </a:prstGeom>
          <a:noFill/>
          <a:ln w="19050" cap="flat" cmpd="sng">
            <a:solidFill>
              <a:srgbClr val="BFA13E"/>
            </a:solidFill>
            <a:prstDash val="solid"/>
            <a:round/>
            <a:headEnd type="none" w="sm" len="sm"/>
            <a:tailEnd type="none" w="sm" len="sm"/>
          </a:ln>
        </p:spPr>
      </p:cxnSp>
      <p:sp>
        <p:nvSpPr>
          <p:cNvPr id="13" name="Google Shape;20;p1"/>
          <p:cNvSpPr/>
          <p:nvPr/>
        </p:nvSpPr>
        <p:spPr>
          <a:xfrm>
            <a:off x="7997091" y="6588178"/>
            <a:ext cx="3077944" cy="214271"/>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600"/>
              <a:buFont typeface="Arial"/>
              <a:buNone/>
            </a:pPr>
            <a:r>
              <a:rPr lang="en-US" sz="800" b="0" i="0" u="none" strike="noStrike" cap="none">
                <a:solidFill>
                  <a:srgbClr val="808080"/>
                </a:solidFill>
                <a:latin typeface="Segoe UI" panose="020B0502040204020203" pitchFamily="34" charset="0"/>
                <a:ea typeface="Calibri"/>
                <a:cs typeface="Segoe UI" panose="020B0502040204020203" pitchFamily="34" charset="0"/>
                <a:sym typeface="Calibri"/>
              </a:rPr>
              <a:t> ©  Management Solutions 2025. </a:t>
            </a:r>
            <a:r>
              <a:rPr lang="en-US" sz="800" b="0" i="0" u="none" strike="noStrike" cap="none" err="1">
                <a:solidFill>
                  <a:srgbClr val="808080"/>
                </a:solidFill>
                <a:latin typeface="Segoe UI" panose="020B0502040204020203" pitchFamily="34" charset="0"/>
                <a:ea typeface="Calibri"/>
                <a:cs typeface="Segoe UI" panose="020B0502040204020203" pitchFamily="34" charset="0"/>
                <a:sym typeface="Calibri"/>
              </a:rPr>
              <a:t>Todos</a:t>
            </a:r>
            <a:r>
              <a:rPr lang="en-US" sz="800" b="0" i="0" u="none" strike="noStrike" cap="none">
                <a:solidFill>
                  <a:srgbClr val="808080"/>
                </a:solidFill>
                <a:latin typeface="Segoe UI" panose="020B0502040204020203" pitchFamily="34" charset="0"/>
                <a:ea typeface="Calibri"/>
                <a:cs typeface="Segoe UI" panose="020B0502040204020203" pitchFamily="34" charset="0"/>
                <a:sym typeface="Calibri"/>
              </a:rPr>
              <a:t> </a:t>
            </a:r>
            <a:r>
              <a:rPr lang="en-US" sz="800" b="0" i="0" u="none" strike="noStrike" cap="none" err="1">
                <a:solidFill>
                  <a:srgbClr val="808080"/>
                </a:solidFill>
                <a:latin typeface="Segoe UI" panose="020B0502040204020203" pitchFamily="34" charset="0"/>
                <a:ea typeface="Calibri"/>
                <a:cs typeface="Segoe UI" panose="020B0502040204020203" pitchFamily="34" charset="0"/>
                <a:sym typeface="Calibri"/>
              </a:rPr>
              <a:t>los</a:t>
            </a:r>
            <a:r>
              <a:rPr lang="en-US" sz="800" b="0" i="0" u="none" strike="noStrike" cap="none">
                <a:solidFill>
                  <a:srgbClr val="808080"/>
                </a:solidFill>
                <a:latin typeface="Segoe UI" panose="020B0502040204020203" pitchFamily="34" charset="0"/>
                <a:ea typeface="Calibri"/>
                <a:cs typeface="Segoe UI" panose="020B0502040204020203" pitchFamily="34" charset="0"/>
                <a:sym typeface="Calibri"/>
              </a:rPr>
              <a:t> derechos </a:t>
            </a:r>
            <a:r>
              <a:rPr lang="en-US" sz="800" b="0" i="0" u="none" strike="noStrike" cap="none" err="1">
                <a:solidFill>
                  <a:srgbClr val="808080"/>
                </a:solidFill>
                <a:latin typeface="Segoe UI" panose="020B0502040204020203" pitchFamily="34" charset="0"/>
                <a:ea typeface="Calibri"/>
                <a:cs typeface="Segoe UI" panose="020B0502040204020203" pitchFamily="34" charset="0"/>
                <a:sym typeface="Calibri"/>
              </a:rPr>
              <a:t>reservados</a:t>
            </a:r>
            <a:endParaRPr sz="800" b="0" i="0" u="none" strike="noStrike" cap="none">
              <a:solidFill>
                <a:srgbClr val="000000"/>
              </a:solidFill>
              <a:latin typeface="Segoe UI" panose="020B0502040204020203" pitchFamily="34" charset="0"/>
              <a:ea typeface="Arial"/>
              <a:cs typeface="Segoe UI" panose="020B0502040204020203" pitchFamily="34" charset="0"/>
              <a:sym typeface="Arial"/>
            </a:endParaRPr>
          </a:p>
        </p:txBody>
      </p:sp>
      <p:sp>
        <p:nvSpPr>
          <p:cNvPr id="3" name="Google Shape;64;p2">
            <a:extLst>
              <a:ext uri="{FF2B5EF4-FFF2-40B4-BE49-F238E27FC236}">
                <a16:creationId xmlns:a16="http://schemas.microsoft.com/office/drawing/2014/main" id="{AB456AA5-94EE-6DE7-685D-B2AB26BCFB62}"/>
              </a:ext>
            </a:extLst>
          </p:cNvPr>
          <p:cNvSpPr/>
          <p:nvPr userDrawn="1"/>
        </p:nvSpPr>
        <p:spPr>
          <a:xfrm>
            <a:off x="0" y="6807025"/>
            <a:ext cx="12192000" cy="50975"/>
          </a:xfrm>
          <a:prstGeom prst="rect">
            <a:avLst/>
          </a:prstGeom>
          <a:solidFill>
            <a:srgbClr val="667CA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spTree>
    <p:extLst>
      <p:ext uri="{BB962C8B-B14F-4D97-AF65-F5344CB8AC3E}">
        <p14:creationId xmlns:p14="http://schemas.microsoft.com/office/powerpoint/2010/main" val="192467209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4" r:id="rId4"/>
    <p:sldLayoutId id="2147483687"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userDrawn="1">
          <p15:clr>
            <a:srgbClr val="F26B43"/>
          </p15:clr>
        </p15:guide>
        <p15:guide id="4"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1.emf"/><Relationship Id="rId5" Type="http://schemas.openxmlformats.org/officeDocument/2006/relationships/package" Target="../embeddings/Microsoft_Excel_Worksheet.xlsx"/><Relationship Id="rId4" Type="http://schemas.openxmlformats.org/officeDocument/2006/relationships/image" Target="../media/image10.svg"/></Relationships>
</file>

<file path=ppt/slides/_rels/slide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5.xml"/><Relationship Id="rId4" Type="http://schemas.openxmlformats.org/officeDocument/2006/relationships/hyperlink" Target="MS_TEF_Centralizaci&#243;n%20de%20funciones%20v4.pptx"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sv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jcllanu/residual-value/blob/main/used_car_price_prediction_model.ipynb"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8" Type="http://schemas.openxmlformats.org/officeDocument/2006/relationships/hyperlink" Target="https://www.cars.com/" TargetMode="External"/><Relationship Id="rId3" Type="http://schemas.openxmlformats.org/officeDocument/2006/relationships/hyperlink" Target="https://www.bmw.es/es/footer/footer-section/glosario-bmw/residual-value.html" TargetMode="External"/><Relationship Id="rId7" Type="http://schemas.openxmlformats.org/officeDocument/2006/relationships/hyperlink" Target="https://www.kbb.com/" TargetMode="External"/><Relationship Id="rId12" Type="http://schemas.openxmlformats.org/officeDocument/2006/relationships/hyperlink" Target="https://www.bts.gov/content/new-and-used-passenger-car-sales-and-leases-thousands-vehicles" TargetMode="External"/><Relationship Id="rId2" Type="http://schemas.openxmlformats.org/officeDocument/2006/relationships/hyperlink" Target="https://ae-renting.es/pdf/renting_libro.pdf" TargetMode="External"/><Relationship Id="rId1" Type="http://schemas.openxmlformats.org/officeDocument/2006/relationships/slideLayout" Target="../slideLayouts/slideLayout2.xml"/><Relationship Id="rId6" Type="http://schemas.openxmlformats.org/officeDocument/2006/relationships/hyperlink" Target="https://www.auto3000ocasion.com/noticias/como-afecta-el-valor-residual-a-la-venta-de-un-coche/" TargetMode="External"/><Relationship Id="rId11" Type="http://schemas.openxmlformats.org/officeDocument/2006/relationships/hyperlink" Target="https://www.leaseurope.org/data-research/annual-statistics/past-surveys" TargetMode="External"/><Relationship Id="rId5" Type="http://schemas.openxmlformats.org/officeDocument/2006/relationships/hyperlink" Target="https://www.compramostucoche.es/tasar-coche/valor-residual-coche/" TargetMode="External"/><Relationship Id="rId10" Type="http://schemas.openxmlformats.org/officeDocument/2006/relationships/hyperlink" Target="https://ec.europa.eu/eurostat/databrowser/explore/all/transp" TargetMode="External"/><Relationship Id="rId4" Type="http://schemas.openxmlformats.org/officeDocument/2006/relationships/hyperlink" Target="https://www.dacia.es/blog/sobre-dacia/valor-residual-coche.html" TargetMode="External"/><Relationship Id="rId9" Type="http://schemas.openxmlformats.org/officeDocument/2006/relationships/hyperlink" Target="https://accountinginsights.org/residual-value-impact-on-asset-depreciation-and-financ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0"/>
        <p:cNvGrpSpPr/>
        <p:nvPr/>
      </p:nvGrpSpPr>
      <p:grpSpPr>
        <a:xfrm>
          <a:off x="0" y="0"/>
          <a:ext cx="0" cy="0"/>
          <a:chOff x="0" y="0"/>
          <a:chExt cx="0" cy="0"/>
        </a:xfrm>
      </p:grpSpPr>
      <p:pic>
        <p:nvPicPr>
          <p:cNvPr id="3" name="Picture 2">
            <a:extLst>
              <a:ext uri="{FF2B5EF4-FFF2-40B4-BE49-F238E27FC236}">
                <a16:creationId xmlns:a16="http://schemas.microsoft.com/office/drawing/2014/main" id="{EB45AC85-62E0-7306-5134-A480B765A466}"/>
              </a:ext>
            </a:extLst>
          </p:cNvPr>
          <p:cNvPicPr>
            <a:picLocks noChangeAspect="1"/>
          </p:cNvPicPr>
          <p:nvPr/>
        </p:nvPicPr>
        <p:blipFill rotWithShape="1">
          <a:blip r:embed="rId3">
            <a:extLst>
              <a:ext uri="{28A0092B-C50C-407E-A947-70E740481C1C}">
                <a14:useLocalDpi xmlns:a14="http://schemas.microsoft.com/office/drawing/2010/main" val="0"/>
              </a:ext>
            </a:extLst>
          </a:blip>
          <a:srcRect l="5556" r="5556"/>
          <a:stretch/>
        </p:blipFill>
        <p:spPr>
          <a:xfrm>
            <a:off x="0" y="0"/>
            <a:ext cx="12192000" cy="6858000"/>
          </a:xfrm>
          <a:prstGeom prst="rect">
            <a:avLst/>
          </a:prstGeom>
        </p:spPr>
      </p:pic>
      <p:sp>
        <p:nvSpPr>
          <p:cNvPr id="22" name="Google Shape;1032;p4"/>
          <p:cNvSpPr/>
          <p:nvPr/>
        </p:nvSpPr>
        <p:spPr>
          <a:xfrm>
            <a:off x="0" y="1"/>
            <a:ext cx="12192000" cy="6857999"/>
          </a:xfrm>
          <a:prstGeom prst="rect">
            <a:avLst/>
          </a:prstGeom>
          <a:gradFill>
            <a:gsLst>
              <a:gs pos="0">
                <a:srgbClr val="5983B1">
                  <a:alpha val="38823"/>
                </a:srgbClr>
              </a:gs>
              <a:gs pos="44000">
                <a:srgbClr val="5983B1">
                  <a:alpha val="38823"/>
                </a:srgbClr>
              </a:gs>
              <a:gs pos="61000">
                <a:srgbClr val="021B32">
                  <a:alpha val="80000"/>
                </a:srgbClr>
              </a:gs>
              <a:gs pos="74000">
                <a:srgbClr val="01101D">
                  <a:alpha val="89803"/>
                </a:srgbClr>
              </a:gs>
              <a:gs pos="100000">
                <a:srgbClr val="022646"/>
              </a:gs>
            </a:gsLst>
            <a:path path="circle">
              <a:fillToRect l="100000" t="100000"/>
            </a:path>
            <a:tileRect r="-100000" b="-100000"/>
          </a:gradFill>
          <a:ln w="9525" cap="flat" cmpd="sng">
            <a:noFill/>
            <a:prstDash val="solid"/>
            <a:round/>
            <a:headEnd type="none" w="sm" len="sm"/>
            <a:tailEnd type="none" w="sm" len="sm"/>
          </a:ln>
        </p:spPr>
        <p:txBody>
          <a:bodyPr spcFirstLastPara="1" wrap="square" lIns="121900" tIns="60933" rIns="121900" bIns="60933" anchor="ctr" anchorCtr="0">
            <a:noAutofit/>
          </a:bodyPr>
          <a:lstStyle/>
          <a:p>
            <a:pPr algn="ctr"/>
            <a:endParaRPr sz="1467">
              <a:solidFill>
                <a:schemeClr val="lt1"/>
              </a:solidFill>
              <a:latin typeface="Segoe UI" panose="020B0502040204020203" pitchFamily="34" charset="0"/>
              <a:ea typeface="Lato"/>
              <a:cs typeface="Segoe UI" panose="020B0502040204020203" pitchFamily="34" charset="0"/>
              <a:sym typeface="Lato"/>
            </a:endParaRPr>
          </a:p>
        </p:txBody>
      </p:sp>
      <p:sp>
        <p:nvSpPr>
          <p:cNvPr id="23" name="Google Shape;1002;g648963a9e2_0_0"/>
          <p:cNvSpPr/>
          <p:nvPr/>
        </p:nvSpPr>
        <p:spPr>
          <a:xfrm>
            <a:off x="-1" y="730748"/>
            <a:ext cx="10711544" cy="2000197"/>
          </a:xfrm>
          <a:prstGeom prst="rect">
            <a:avLst/>
          </a:prstGeom>
          <a:solidFill>
            <a:srgbClr val="FFFFFF">
              <a:alpha val="23137"/>
            </a:srgbClr>
          </a:solidFill>
          <a:ln>
            <a:noFill/>
          </a:ln>
        </p:spPr>
        <p:txBody>
          <a:bodyPr spcFirstLastPara="1" wrap="square" lIns="121900" tIns="60933" rIns="121900" bIns="60933" anchor="ctr" anchorCtr="0">
            <a:noAutofit/>
          </a:bodyPr>
          <a:lstStyle/>
          <a:p>
            <a:pPr algn="ctr">
              <a:buClr>
                <a:schemeClr val="dk1"/>
              </a:buClr>
              <a:buSzPts val="1400"/>
            </a:pPr>
            <a:endParaRPr sz="1867">
              <a:solidFill>
                <a:schemeClr val="lt1"/>
              </a:solidFill>
              <a:latin typeface="Segoe UI" panose="020B0502040204020203" pitchFamily="34" charset="0"/>
              <a:cs typeface="Segoe UI" panose="020B0502040204020203" pitchFamily="34" charset="0"/>
              <a:sym typeface="Arial"/>
            </a:endParaRPr>
          </a:p>
        </p:txBody>
      </p:sp>
      <p:sp>
        <p:nvSpPr>
          <p:cNvPr id="24" name="Google Shape;1005;g648963a9e2_0_0"/>
          <p:cNvSpPr txBox="1"/>
          <p:nvPr/>
        </p:nvSpPr>
        <p:spPr>
          <a:xfrm>
            <a:off x="232658" y="1107858"/>
            <a:ext cx="9307268" cy="1258203"/>
          </a:xfrm>
          <a:prstGeom prst="rect">
            <a:avLst/>
          </a:prstGeom>
          <a:noFill/>
          <a:ln>
            <a:noFill/>
          </a:ln>
        </p:spPr>
        <p:txBody>
          <a:bodyPr spcFirstLastPara="1" wrap="square" lIns="121900" tIns="60933" rIns="121900" bIns="60933" anchor="ctr" anchorCtr="0">
            <a:noAutofit/>
          </a:bodyPr>
          <a:lstStyle/>
          <a:p>
            <a:pPr lvl="0"/>
            <a:r>
              <a:rPr lang="es-ES_tradnl" sz="2400" b="1">
                <a:solidFill>
                  <a:schemeClr val="bg1"/>
                </a:solidFill>
                <a:latin typeface="Segoe UI" panose="020B0502040204020203" pitchFamily="34" charset="0"/>
                <a:ea typeface="Lato"/>
                <a:cs typeface="Segoe UI" panose="020B0502040204020203" pitchFamily="34" charset="0"/>
                <a:sym typeface="Lato"/>
              </a:rPr>
              <a:t>Consideraciones en el cálculo de Valor Residual de vehículos financiados, con foco en nuevos vehículos eléctricos</a:t>
            </a:r>
          </a:p>
        </p:txBody>
      </p:sp>
      <p:sp>
        <p:nvSpPr>
          <p:cNvPr id="29" name="Google Shape;1005;g648963a9e2_0_0"/>
          <p:cNvSpPr txBox="1"/>
          <p:nvPr/>
        </p:nvSpPr>
        <p:spPr>
          <a:xfrm>
            <a:off x="10298098" y="6216705"/>
            <a:ext cx="1893904" cy="487548"/>
          </a:xfrm>
          <a:prstGeom prst="rect">
            <a:avLst/>
          </a:prstGeom>
          <a:noFill/>
          <a:ln>
            <a:noFill/>
          </a:ln>
        </p:spPr>
        <p:txBody>
          <a:bodyPr spcFirstLastPara="1" wrap="square" lIns="121900" tIns="60933" rIns="121900" bIns="60933" anchor="ctr" anchorCtr="0">
            <a:noAutofit/>
          </a:bodyPr>
          <a:lstStyle/>
          <a:p>
            <a:pPr lvl="0" algn="ctr"/>
            <a:r>
              <a:rPr lang="es-ES_tradnl" sz="1600" b="1">
                <a:solidFill>
                  <a:schemeClr val="bg1"/>
                </a:solidFill>
                <a:latin typeface="Segoe UI" panose="020B0502040204020203" pitchFamily="34" charset="0"/>
                <a:ea typeface="Lato"/>
                <a:cs typeface="Segoe UI" panose="020B0502040204020203" pitchFamily="34" charset="0"/>
                <a:sym typeface="Lato"/>
              </a:rPr>
              <a:t>Mayo 2025</a:t>
            </a:r>
          </a:p>
        </p:txBody>
      </p:sp>
      <p:sp>
        <p:nvSpPr>
          <p:cNvPr id="15" name="Google Shape;1005;g648963a9e2_0_0"/>
          <p:cNvSpPr txBox="1"/>
          <p:nvPr/>
        </p:nvSpPr>
        <p:spPr>
          <a:xfrm>
            <a:off x="232661" y="2789045"/>
            <a:ext cx="9113470" cy="1176052"/>
          </a:xfrm>
          <a:prstGeom prst="rect">
            <a:avLst/>
          </a:prstGeom>
          <a:noFill/>
          <a:ln>
            <a:noFill/>
          </a:ln>
        </p:spPr>
        <p:txBody>
          <a:bodyPr spcFirstLastPara="1" wrap="square" lIns="121900" tIns="60933" rIns="121900" bIns="60933" anchor="ctr" anchorCtr="0">
            <a:noAutofit/>
          </a:bodyPr>
          <a:lstStyle/>
          <a:p>
            <a:pPr lvl="0"/>
            <a:r>
              <a:rPr lang="es-ES_tradnl" sz="2800" b="1">
                <a:solidFill>
                  <a:schemeClr val="accent4">
                    <a:lumMod val="50000"/>
                  </a:schemeClr>
                </a:solidFill>
                <a:latin typeface="Segoe UI" panose="020B0502040204020203" pitchFamily="34" charset="0"/>
                <a:ea typeface="Lato"/>
                <a:cs typeface="Segoe UI" panose="020B0502040204020203" pitchFamily="34" charset="0"/>
                <a:sym typeface="Lato"/>
              </a:rPr>
              <a:t>Máster en Consultoría de Negocio</a:t>
            </a:r>
          </a:p>
          <a:p>
            <a:pPr lvl="0"/>
            <a:r>
              <a:rPr lang="es-ES_tradnl" sz="2000" b="1">
                <a:solidFill>
                  <a:schemeClr val="bg1"/>
                </a:solidFill>
                <a:latin typeface="Segoe UI" panose="020B0502040204020203" pitchFamily="34" charset="0"/>
                <a:ea typeface="Lato"/>
                <a:cs typeface="Segoe UI" panose="020B0502040204020203" pitchFamily="34" charset="0"/>
                <a:sym typeface="Lato"/>
              </a:rPr>
              <a:t>Trabajo Fin de Máster – Presentación Ejecutiva</a:t>
            </a:r>
          </a:p>
        </p:txBody>
      </p:sp>
      <p:sp>
        <p:nvSpPr>
          <p:cNvPr id="4" name="AutoShape 4" descr="Home | Redeia">
            <a:extLst>
              <a:ext uri="{FF2B5EF4-FFF2-40B4-BE49-F238E27FC236}">
                <a16:creationId xmlns:a16="http://schemas.microsoft.com/office/drawing/2014/main" id="{F2947B75-72F3-EF11-190D-6600B210FCA5}"/>
              </a:ext>
            </a:extLst>
          </p:cNvPr>
          <p:cNvSpPr>
            <a:spLocks noChangeAspect="1" noChangeArrowheads="1"/>
          </p:cNvSpPr>
          <p:nvPr/>
        </p:nvSpPr>
        <p:spPr bwMode="auto">
          <a:xfrm>
            <a:off x="5943599" y="770467"/>
            <a:ext cx="2810933" cy="281093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S_tradnl"/>
          </a:p>
        </p:txBody>
      </p:sp>
      <p:sp>
        <p:nvSpPr>
          <p:cNvPr id="2" name="Google Shape;1005;g648963a9e2_0_0">
            <a:extLst>
              <a:ext uri="{FF2B5EF4-FFF2-40B4-BE49-F238E27FC236}">
                <a16:creationId xmlns:a16="http://schemas.microsoft.com/office/drawing/2014/main" id="{8EDCFE54-9A28-F3CB-84A5-AEC373A03D3B}"/>
              </a:ext>
            </a:extLst>
          </p:cNvPr>
          <p:cNvSpPr txBox="1"/>
          <p:nvPr/>
        </p:nvSpPr>
        <p:spPr>
          <a:xfrm>
            <a:off x="232658" y="4461356"/>
            <a:ext cx="9113470" cy="1896242"/>
          </a:xfrm>
          <a:prstGeom prst="rect">
            <a:avLst/>
          </a:prstGeom>
          <a:noFill/>
          <a:ln>
            <a:noFill/>
          </a:ln>
        </p:spPr>
        <p:txBody>
          <a:bodyPr spcFirstLastPara="1" wrap="square" lIns="121900" tIns="60933" rIns="121900" bIns="60933" anchor="ctr" anchorCtr="0">
            <a:noAutofit/>
          </a:bodyPr>
          <a:lstStyle/>
          <a:p>
            <a:pPr lvl="0"/>
            <a:r>
              <a:rPr lang="es-ES_tradnl" sz="2000" b="1">
                <a:solidFill>
                  <a:schemeClr val="bg1"/>
                </a:solidFill>
                <a:latin typeface="Segoe UI" panose="020B0502040204020203" pitchFamily="34" charset="0"/>
                <a:ea typeface="Lato"/>
                <a:cs typeface="Segoe UI" panose="020B0502040204020203" pitchFamily="34" charset="0"/>
                <a:sym typeface="Lato"/>
              </a:rPr>
              <a:t>Lucía Bravo Dalmau</a:t>
            </a:r>
          </a:p>
          <a:p>
            <a:r>
              <a:rPr lang="es-ES_tradnl" sz="2000" b="1">
                <a:solidFill>
                  <a:schemeClr val="bg1"/>
                </a:solidFill>
                <a:latin typeface="Segoe UI" panose="020B0502040204020203" pitchFamily="34" charset="0"/>
                <a:ea typeface="Lato"/>
                <a:cs typeface="Segoe UI" panose="020B0502040204020203" pitchFamily="34" charset="0"/>
                <a:sym typeface="Lato"/>
              </a:rPr>
              <a:t>Carmen Fernández Casal</a:t>
            </a:r>
          </a:p>
          <a:p>
            <a:r>
              <a:rPr lang="es-ES_tradnl" sz="2000" b="1">
                <a:solidFill>
                  <a:schemeClr val="bg1"/>
                </a:solidFill>
                <a:latin typeface="Segoe UI" panose="020B0502040204020203" pitchFamily="34" charset="0"/>
                <a:ea typeface="Lato"/>
                <a:cs typeface="Segoe UI" panose="020B0502040204020203" pitchFamily="34" charset="0"/>
                <a:sym typeface="Lato"/>
              </a:rPr>
              <a:t>Paula Florián </a:t>
            </a:r>
            <a:r>
              <a:rPr lang="es-ES_tradnl" sz="2000" b="1" err="1">
                <a:solidFill>
                  <a:schemeClr val="bg1"/>
                </a:solidFill>
                <a:latin typeface="Segoe UI" panose="020B0502040204020203" pitchFamily="34" charset="0"/>
                <a:ea typeface="Lato"/>
                <a:cs typeface="Segoe UI" panose="020B0502040204020203" pitchFamily="34" charset="0"/>
                <a:sym typeface="Lato"/>
              </a:rPr>
              <a:t>Júlvez</a:t>
            </a:r>
            <a:endParaRPr lang="es-ES_tradnl" sz="2000" b="1">
              <a:solidFill>
                <a:schemeClr val="bg1"/>
              </a:solidFill>
              <a:latin typeface="Segoe UI" panose="020B0502040204020203" pitchFamily="34" charset="0"/>
              <a:ea typeface="Lato"/>
              <a:cs typeface="Segoe UI" panose="020B0502040204020203" pitchFamily="34" charset="0"/>
              <a:sym typeface="Lato"/>
            </a:endParaRPr>
          </a:p>
          <a:p>
            <a:pPr lvl="0"/>
            <a:r>
              <a:rPr lang="es-ES_tradnl" sz="2000" b="1">
                <a:solidFill>
                  <a:schemeClr val="bg1"/>
                </a:solidFill>
                <a:latin typeface="Segoe UI" panose="020B0502040204020203" pitchFamily="34" charset="0"/>
                <a:ea typeface="Lato"/>
                <a:cs typeface="Segoe UI" panose="020B0502040204020203" pitchFamily="34" charset="0"/>
                <a:sym typeface="Lato"/>
              </a:rPr>
              <a:t>Lucía García de Santos</a:t>
            </a:r>
          </a:p>
          <a:p>
            <a:pPr lvl="0"/>
            <a:r>
              <a:rPr lang="es-ES_tradnl" sz="2000" b="1">
                <a:solidFill>
                  <a:schemeClr val="bg1"/>
                </a:solidFill>
                <a:latin typeface="Segoe UI" panose="020B0502040204020203" pitchFamily="34" charset="0"/>
                <a:ea typeface="Lato"/>
                <a:cs typeface="Segoe UI" panose="020B0502040204020203" pitchFamily="34" charset="0"/>
                <a:sym typeface="Lato"/>
              </a:rPr>
              <a:t>Juan Carlos Llamas Núñez</a:t>
            </a:r>
          </a:p>
          <a:p>
            <a:pPr lvl="0"/>
            <a:r>
              <a:rPr lang="es-ES_tradnl" sz="2000" b="1">
                <a:solidFill>
                  <a:schemeClr val="bg1"/>
                </a:solidFill>
                <a:latin typeface="Segoe UI" panose="020B0502040204020203" pitchFamily="34" charset="0"/>
                <a:ea typeface="Lato"/>
                <a:cs typeface="Segoe UI" panose="020B0502040204020203" pitchFamily="34" charset="0"/>
                <a:sym typeface="Lato"/>
              </a:rPr>
              <a:t>Ana Villoria Jiménez</a:t>
            </a:r>
          </a:p>
          <a:p>
            <a:pPr lvl="0"/>
            <a:endParaRPr lang="es-ES_tradnl" sz="2000" b="1">
              <a:solidFill>
                <a:schemeClr val="bg1"/>
              </a:solidFill>
              <a:latin typeface="Segoe UI" panose="020B0502040204020203" pitchFamily="34" charset="0"/>
              <a:ea typeface="Lato"/>
              <a:cs typeface="Segoe UI" panose="020B0502040204020203" pitchFamily="34" charset="0"/>
              <a:sym typeface="Lato"/>
            </a:endParaRPr>
          </a:p>
        </p:txBody>
      </p:sp>
    </p:spTree>
    <p:extLst>
      <p:ext uri="{BB962C8B-B14F-4D97-AF65-F5344CB8AC3E}">
        <p14:creationId xmlns:p14="http://schemas.microsoft.com/office/powerpoint/2010/main" val="32346179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9680BC21-69C0-B663-D398-38BD8E15A97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0751A1E-E749-FACB-C863-67C25DA7FA65}"/>
              </a:ext>
            </a:extLst>
          </p:cNvPr>
          <p:cNvPicPr>
            <a:picLocks noChangeAspect="1"/>
          </p:cNvPicPr>
          <p:nvPr/>
        </p:nvPicPr>
        <p:blipFill rotWithShape="1">
          <a:blip r:embed="rId3">
            <a:extLst>
              <a:ext uri="{28A0092B-C50C-407E-A947-70E740481C1C}">
                <a14:useLocalDpi xmlns:a14="http://schemas.microsoft.com/office/drawing/2010/main" val="0"/>
              </a:ext>
            </a:extLst>
          </a:blip>
          <a:srcRect l="5556" r="5556"/>
          <a:stretch/>
        </p:blipFill>
        <p:spPr>
          <a:xfrm>
            <a:off x="0" y="0"/>
            <a:ext cx="12192000" cy="6858000"/>
          </a:xfrm>
          <a:prstGeom prst="rect">
            <a:avLst/>
          </a:prstGeom>
        </p:spPr>
      </p:pic>
      <p:pic>
        <p:nvPicPr>
          <p:cNvPr id="6" name="Picture 5">
            <a:extLst>
              <a:ext uri="{FF2B5EF4-FFF2-40B4-BE49-F238E27FC236}">
                <a16:creationId xmlns:a16="http://schemas.microsoft.com/office/drawing/2014/main" id="{4C593A54-BBE9-1BFE-B114-105D1E353F74}"/>
              </a:ext>
            </a:extLst>
          </p:cNvPr>
          <p:cNvPicPr>
            <a:picLocks noChangeAspect="1"/>
          </p:cNvPicPr>
          <p:nvPr/>
        </p:nvPicPr>
        <p:blipFill rotWithShape="1">
          <a:blip r:embed="rId4">
            <a:extLst>
              <a:ext uri="{BEBA8EAE-BF5A-486C-A8C5-ECC9F3942E4B}">
                <a14:imgProps xmlns:a14="http://schemas.microsoft.com/office/drawing/2010/main">
                  <a14:imgLayer r:embed="rId5">
                    <a14:imgEffect>
                      <a14:colorTemperature colorTemp="4700"/>
                    </a14:imgEffect>
                  </a14:imgLayer>
                </a14:imgProps>
              </a:ext>
            </a:extLst>
          </a:blip>
          <a:srcRect r="23118" b="6897"/>
          <a:stretch/>
        </p:blipFill>
        <p:spPr>
          <a:xfrm>
            <a:off x="0" y="-27633"/>
            <a:ext cx="12192000" cy="6858000"/>
          </a:xfrm>
          <a:prstGeom prst="rect">
            <a:avLst/>
          </a:prstGeom>
        </p:spPr>
      </p:pic>
      <p:sp>
        <p:nvSpPr>
          <p:cNvPr id="12" name="Google Shape;74;p11">
            <a:extLst>
              <a:ext uri="{FF2B5EF4-FFF2-40B4-BE49-F238E27FC236}">
                <a16:creationId xmlns:a16="http://schemas.microsoft.com/office/drawing/2014/main" id="{6364E9F3-62B5-7A66-AC3B-E605AFDCDCE1}"/>
              </a:ext>
            </a:extLst>
          </p:cNvPr>
          <p:cNvSpPr txBox="1"/>
          <p:nvPr/>
        </p:nvSpPr>
        <p:spPr>
          <a:xfrm>
            <a:off x="254001" y="575220"/>
            <a:ext cx="1905000" cy="602000"/>
          </a:xfrm>
          <a:prstGeom prst="rect">
            <a:avLst/>
          </a:prstGeom>
          <a:noFill/>
          <a:ln>
            <a:noFill/>
          </a:ln>
        </p:spPr>
        <p:txBody>
          <a:bodyPr spcFirstLastPara="1" wrap="square" lIns="107267" tIns="53633" rIns="107267" bIns="53633" anchor="t" anchorCtr="0">
            <a:noAutofit/>
          </a:bodyPr>
          <a:lstStyle/>
          <a:p>
            <a:pPr lvl="0">
              <a:lnSpc>
                <a:spcPct val="102000"/>
              </a:lnSpc>
            </a:pPr>
            <a:r>
              <a:rPr lang="en-GB" sz="2000" b="1" err="1">
                <a:solidFill>
                  <a:srgbClr val="FFFFFF"/>
                </a:solidFill>
                <a:latin typeface="Segoe UI"/>
                <a:ea typeface="Lato"/>
                <a:cs typeface="Segoe UI"/>
              </a:rPr>
              <a:t>Índice</a:t>
            </a:r>
            <a:endParaRPr lang="en-GB" sz="2000" b="1">
              <a:solidFill>
                <a:srgbClr val="FFFFFF"/>
              </a:solidFill>
              <a:latin typeface="Segoe UI" panose="020B0502040204020203" pitchFamily="34" charset="0"/>
              <a:ea typeface="Lato"/>
              <a:cs typeface="Segoe UI" panose="020B0502040204020203" pitchFamily="34" charset="0"/>
            </a:endParaRPr>
          </a:p>
        </p:txBody>
      </p:sp>
      <p:sp>
        <p:nvSpPr>
          <p:cNvPr id="15" name="Google Shape;74;p11">
            <a:extLst>
              <a:ext uri="{FF2B5EF4-FFF2-40B4-BE49-F238E27FC236}">
                <a16:creationId xmlns:a16="http://schemas.microsoft.com/office/drawing/2014/main" id="{89F01B04-E7C4-0084-D15A-4A4F547450E3}"/>
              </a:ext>
            </a:extLst>
          </p:cNvPr>
          <p:cNvSpPr txBox="1"/>
          <p:nvPr/>
        </p:nvSpPr>
        <p:spPr>
          <a:xfrm>
            <a:off x="1242027" y="1226307"/>
            <a:ext cx="6756346" cy="4405385"/>
          </a:xfrm>
          <a:prstGeom prst="rect">
            <a:avLst/>
          </a:prstGeom>
          <a:noFill/>
          <a:ln>
            <a:noFill/>
          </a:ln>
        </p:spPr>
        <p:txBody>
          <a:bodyPr spcFirstLastPara="1" wrap="square" lIns="107267" tIns="53633" rIns="107267" bIns="53633" anchor="t" anchorCtr="0">
            <a:noAutofit/>
          </a:bodyPr>
          <a:lstStyle/>
          <a:p>
            <a:pPr lvl="0">
              <a:lnSpc>
                <a:spcPct val="102000"/>
              </a:lnSpc>
            </a:pPr>
            <a:r>
              <a:rPr lang="es-ES_tradnl" sz="2000" b="1">
                <a:solidFill>
                  <a:schemeClr val="bg1"/>
                </a:solidFill>
                <a:latin typeface="Segoe UI" panose="020B0502040204020203" pitchFamily="34" charset="0"/>
                <a:ea typeface="Lato"/>
                <a:cs typeface="Segoe UI" panose="020B0502040204020203" pitchFamily="34" charset="0"/>
                <a:sym typeface="Lato"/>
              </a:rPr>
              <a:t>Contexto general</a:t>
            </a:r>
          </a:p>
          <a:p>
            <a:pPr lvl="0">
              <a:lnSpc>
                <a:spcPct val="102000"/>
              </a:lnSpc>
            </a:pPr>
            <a:endParaRPr lang="en-GB" sz="2000" b="1">
              <a:solidFill>
                <a:schemeClr val="bg1"/>
              </a:solidFill>
              <a:latin typeface="Segoe UI" panose="020B0502040204020203" pitchFamily="34" charset="0"/>
              <a:ea typeface="Lato"/>
              <a:cs typeface="Segoe UI" panose="020B0502040204020203" pitchFamily="34" charset="0"/>
            </a:endParaRPr>
          </a:p>
          <a:p>
            <a:pPr>
              <a:lnSpc>
                <a:spcPct val="102000"/>
              </a:lnSpc>
            </a:pPr>
            <a:r>
              <a:rPr lang="es-ES_tradnl" sz="2000" b="1">
                <a:solidFill>
                  <a:schemeClr val="bg1"/>
                </a:solidFill>
                <a:latin typeface="Segoe UI" panose="020B0502040204020203" pitchFamily="34" charset="0"/>
                <a:ea typeface="Lato"/>
                <a:cs typeface="Segoe UI" panose="020B0502040204020203" pitchFamily="34" charset="0"/>
                <a:sym typeface="Lato"/>
              </a:rPr>
              <a:t>Valor residual en el mercado de automóviles</a:t>
            </a:r>
            <a:endParaRPr lang="es-ES_tradnl" sz="2000" b="1">
              <a:solidFill>
                <a:schemeClr val="bg1"/>
              </a:solidFill>
              <a:latin typeface="Segoe UI" panose="020B0502040204020203" pitchFamily="34" charset="0"/>
              <a:ea typeface="Lato"/>
              <a:cs typeface="Segoe UI" panose="020B0502040204020203" pitchFamily="34" charset="0"/>
            </a:endParaRPr>
          </a:p>
          <a:p>
            <a:pPr lvl="0">
              <a:lnSpc>
                <a:spcPct val="102000"/>
              </a:lnSpc>
            </a:pPr>
            <a:endParaRPr lang="en-GB" sz="2000" b="1">
              <a:solidFill>
                <a:schemeClr val="bg1"/>
              </a:solidFill>
              <a:latin typeface="Segoe UI" panose="020B0502040204020203" pitchFamily="34" charset="0"/>
              <a:ea typeface="Lato"/>
              <a:cs typeface="Segoe UI" panose="020B0502040204020203" pitchFamily="34" charset="0"/>
            </a:endParaRPr>
          </a:p>
          <a:p>
            <a:pPr lvl="0">
              <a:lnSpc>
                <a:spcPct val="102000"/>
              </a:lnSpc>
            </a:pPr>
            <a:r>
              <a:rPr lang="es-ES_tradnl" sz="2000" b="1">
                <a:solidFill>
                  <a:schemeClr val="bg1"/>
                </a:solidFill>
                <a:latin typeface="Segoe UI"/>
                <a:ea typeface="Lato"/>
                <a:cs typeface="Segoe UI"/>
                <a:sym typeface="Lato"/>
              </a:rPr>
              <a:t>Componentes que influyen en el valor residual</a:t>
            </a:r>
            <a:endParaRPr lang="es-ES_tradnl" sz="2000" b="1">
              <a:solidFill>
                <a:schemeClr val="bg1"/>
              </a:solidFill>
              <a:latin typeface="Segoe UI"/>
              <a:ea typeface="Lato"/>
              <a:cs typeface="Segoe UI"/>
            </a:endParaRPr>
          </a:p>
          <a:p>
            <a:pPr lvl="0">
              <a:lnSpc>
                <a:spcPct val="102000"/>
              </a:lnSpc>
            </a:pPr>
            <a:endParaRPr lang="es-ES_tradnl" sz="2000" b="1">
              <a:solidFill>
                <a:schemeClr val="bg1"/>
              </a:solidFill>
              <a:latin typeface="Segoe UI"/>
              <a:ea typeface="Lato"/>
              <a:cs typeface="Segoe UI"/>
              <a:sym typeface="Lato"/>
            </a:endParaRPr>
          </a:p>
          <a:p>
            <a:pPr lvl="0">
              <a:lnSpc>
                <a:spcPct val="102000"/>
              </a:lnSpc>
            </a:pPr>
            <a:r>
              <a:rPr lang="es-ES_tradnl" sz="2000" b="1">
                <a:solidFill>
                  <a:schemeClr val="bg1"/>
                </a:solidFill>
                <a:latin typeface="Segoe UI"/>
                <a:ea typeface="Lato"/>
                <a:cs typeface="Segoe UI"/>
                <a:sym typeface="Lato"/>
              </a:rPr>
              <a:t>Desarrollo de un modelo de cálculo del valor residual</a:t>
            </a:r>
          </a:p>
          <a:p>
            <a:pPr lvl="0">
              <a:lnSpc>
                <a:spcPct val="102000"/>
              </a:lnSpc>
            </a:pPr>
            <a:endParaRPr lang="es-ES_tradnl" sz="2000" b="1">
              <a:solidFill>
                <a:schemeClr val="bg1"/>
              </a:solidFill>
              <a:latin typeface="Segoe UI"/>
              <a:ea typeface="Lato"/>
              <a:cs typeface="Segoe UI"/>
              <a:sym typeface="Lato"/>
            </a:endParaRPr>
          </a:p>
          <a:p>
            <a:pPr lvl="0">
              <a:lnSpc>
                <a:spcPct val="102000"/>
              </a:lnSpc>
            </a:pPr>
            <a:r>
              <a:rPr lang="es-ES_tradnl" sz="2000" b="1">
                <a:solidFill>
                  <a:schemeClr val="bg1"/>
                </a:solidFill>
                <a:latin typeface="Segoe UI" panose="020B0502040204020203" pitchFamily="34" charset="0"/>
                <a:ea typeface="Lato"/>
                <a:cs typeface="Segoe UI" panose="020B0502040204020203" pitchFamily="34" charset="0"/>
              </a:rPr>
              <a:t>Resultados y conclusiones</a:t>
            </a:r>
          </a:p>
          <a:p>
            <a:pPr lvl="0">
              <a:lnSpc>
                <a:spcPct val="102000"/>
              </a:lnSpc>
            </a:pPr>
            <a:endParaRPr lang="es-ES_tradnl" sz="2000" b="1">
              <a:solidFill>
                <a:schemeClr val="bg1"/>
              </a:solidFill>
              <a:latin typeface="Segoe UI" panose="020B0502040204020203" pitchFamily="34" charset="0"/>
              <a:ea typeface="Lato"/>
              <a:cs typeface="Segoe UI" panose="020B0502040204020203" pitchFamily="34" charset="0"/>
            </a:endParaRPr>
          </a:p>
          <a:p>
            <a:pPr lvl="0">
              <a:lnSpc>
                <a:spcPct val="102000"/>
              </a:lnSpc>
            </a:pPr>
            <a:r>
              <a:rPr lang="es-ES_tradnl" sz="2000" b="1">
                <a:solidFill>
                  <a:schemeClr val="bg1"/>
                </a:solidFill>
                <a:latin typeface="Segoe UI" panose="020B0502040204020203" pitchFamily="34" charset="0"/>
                <a:ea typeface="Lato"/>
                <a:cs typeface="Segoe UI" panose="020B0502040204020203" pitchFamily="34" charset="0"/>
              </a:rPr>
              <a:t>Anexo</a:t>
            </a:r>
          </a:p>
        </p:txBody>
      </p:sp>
      <p:sp>
        <p:nvSpPr>
          <p:cNvPr id="27" name="Rectangle 26">
            <a:extLst>
              <a:ext uri="{FF2B5EF4-FFF2-40B4-BE49-F238E27FC236}">
                <a16:creationId xmlns:a16="http://schemas.microsoft.com/office/drawing/2014/main" id="{BD5BD49F-13CA-87FC-1C1A-15D191D1225E}"/>
              </a:ext>
            </a:extLst>
          </p:cNvPr>
          <p:cNvSpPr/>
          <p:nvPr/>
        </p:nvSpPr>
        <p:spPr>
          <a:xfrm>
            <a:off x="509521" y="1188052"/>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1</a:t>
            </a:r>
          </a:p>
        </p:txBody>
      </p:sp>
      <p:sp>
        <p:nvSpPr>
          <p:cNvPr id="28" name="Rectangle 27">
            <a:extLst>
              <a:ext uri="{FF2B5EF4-FFF2-40B4-BE49-F238E27FC236}">
                <a16:creationId xmlns:a16="http://schemas.microsoft.com/office/drawing/2014/main" id="{6205165D-D425-C3BF-D511-FF2903C2D78B}"/>
              </a:ext>
            </a:extLst>
          </p:cNvPr>
          <p:cNvSpPr/>
          <p:nvPr/>
        </p:nvSpPr>
        <p:spPr>
          <a:xfrm>
            <a:off x="509521" y="1804884"/>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2</a:t>
            </a:r>
          </a:p>
        </p:txBody>
      </p:sp>
      <p:sp>
        <p:nvSpPr>
          <p:cNvPr id="29" name="Rectangle 28">
            <a:extLst>
              <a:ext uri="{FF2B5EF4-FFF2-40B4-BE49-F238E27FC236}">
                <a16:creationId xmlns:a16="http://schemas.microsoft.com/office/drawing/2014/main" id="{A771C6EA-DE21-1A77-A109-65A14490F217}"/>
              </a:ext>
            </a:extLst>
          </p:cNvPr>
          <p:cNvSpPr/>
          <p:nvPr/>
        </p:nvSpPr>
        <p:spPr>
          <a:xfrm>
            <a:off x="509521" y="24217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3</a:t>
            </a:r>
          </a:p>
        </p:txBody>
      </p:sp>
      <p:sp>
        <p:nvSpPr>
          <p:cNvPr id="30" name="Rectangle 29">
            <a:extLst>
              <a:ext uri="{FF2B5EF4-FFF2-40B4-BE49-F238E27FC236}">
                <a16:creationId xmlns:a16="http://schemas.microsoft.com/office/drawing/2014/main" id="{DDDCBF44-6E89-4D10-9DB5-2EB7E089ED5D}"/>
              </a:ext>
            </a:extLst>
          </p:cNvPr>
          <p:cNvSpPr/>
          <p:nvPr/>
        </p:nvSpPr>
        <p:spPr>
          <a:xfrm>
            <a:off x="509521" y="3038548"/>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4</a:t>
            </a:r>
          </a:p>
        </p:txBody>
      </p:sp>
      <p:sp>
        <p:nvSpPr>
          <p:cNvPr id="31" name="Rectangle 30">
            <a:extLst>
              <a:ext uri="{FF2B5EF4-FFF2-40B4-BE49-F238E27FC236}">
                <a16:creationId xmlns:a16="http://schemas.microsoft.com/office/drawing/2014/main" id="{EF06E05E-DA4C-5A47-9FF4-3D12BFBB7D2F}"/>
              </a:ext>
            </a:extLst>
          </p:cNvPr>
          <p:cNvSpPr/>
          <p:nvPr/>
        </p:nvSpPr>
        <p:spPr>
          <a:xfrm>
            <a:off x="509521" y="3655380"/>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5</a:t>
            </a:r>
          </a:p>
        </p:txBody>
      </p:sp>
      <p:sp>
        <p:nvSpPr>
          <p:cNvPr id="4" name="Rectangle 3">
            <a:extLst>
              <a:ext uri="{FF2B5EF4-FFF2-40B4-BE49-F238E27FC236}">
                <a16:creationId xmlns:a16="http://schemas.microsoft.com/office/drawing/2014/main" id="{F1BD8D2F-A11F-ACC3-95EB-4E4FC3B4962D}"/>
              </a:ext>
            </a:extLst>
          </p:cNvPr>
          <p:cNvSpPr/>
          <p:nvPr/>
        </p:nvSpPr>
        <p:spPr>
          <a:xfrm>
            <a:off x="509521" y="4295243"/>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A</a:t>
            </a:r>
          </a:p>
        </p:txBody>
      </p:sp>
    </p:spTree>
    <p:extLst>
      <p:ext uri="{BB962C8B-B14F-4D97-AF65-F5344CB8AC3E}">
        <p14:creationId xmlns:p14="http://schemas.microsoft.com/office/powerpoint/2010/main" val="1625693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DDD364D6-A56F-E374-2DA7-326391A6A9D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38D6C85-0AD8-FB6E-5092-84B623F231C2}"/>
              </a:ext>
            </a:extLst>
          </p:cNvPr>
          <p:cNvPicPr>
            <a:picLocks noChangeAspect="1"/>
          </p:cNvPicPr>
          <p:nvPr/>
        </p:nvPicPr>
        <p:blipFill rotWithShape="1">
          <a:blip r:embed="rId3">
            <a:extLst>
              <a:ext uri="{28A0092B-C50C-407E-A947-70E740481C1C}">
                <a14:useLocalDpi xmlns:a14="http://schemas.microsoft.com/office/drawing/2010/main" val="0"/>
              </a:ext>
            </a:extLst>
          </a:blip>
          <a:srcRect l="5556" r="5556"/>
          <a:stretch/>
        </p:blipFill>
        <p:spPr>
          <a:xfrm>
            <a:off x="0" y="0"/>
            <a:ext cx="12192000" cy="6858000"/>
          </a:xfrm>
          <a:prstGeom prst="rect">
            <a:avLst/>
          </a:prstGeom>
        </p:spPr>
      </p:pic>
      <p:pic>
        <p:nvPicPr>
          <p:cNvPr id="6" name="Picture 5">
            <a:extLst>
              <a:ext uri="{FF2B5EF4-FFF2-40B4-BE49-F238E27FC236}">
                <a16:creationId xmlns:a16="http://schemas.microsoft.com/office/drawing/2014/main" id="{76F433DE-D894-DF0C-A09B-0898538A8E7C}"/>
              </a:ext>
            </a:extLst>
          </p:cNvPr>
          <p:cNvPicPr>
            <a:picLocks noChangeAspect="1"/>
          </p:cNvPicPr>
          <p:nvPr/>
        </p:nvPicPr>
        <p:blipFill rotWithShape="1">
          <a:blip r:embed="rId4">
            <a:extLst>
              <a:ext uri="{BEBA8EAE-BF5A-486C-A8C5-ECC9F3942E4B}">
                <a14:imgProps xmlns:a14="http://schemas.microsoft.com/office/drawing/2010/main">
                  <a14:imgLayer r:embed="rId5">
                    <a14:imgEffect>
                      <a14:colorTemperature colorTemp="4700"/>
                    </a14:imgEffect>
                  </a14:imgLayer>
                </a14:imgProps>
              </a:ext>
            </a:extLst>
          </a:blip>
          <a:srcRect r="23118" b="6897"/>
          <a:stretch/>
        </p:blipFill>
        <p:spPr>
          <a:xfrm>
            <a:off x="0" y="-27633"/>
            <a:ext cx="12192000" cy="6858000"/>
          </a:xfrm>
          <a:prstGeom prst="rect">
            <a:avLst/>
          </a:prstGeom>
        </p:spPr>
      </p:pic>
      <p:sp>
        <p:nvSpPr>
          <p:cNvPr id="12" name="Google Shape;74;p11">
            <a:extLst>
              <a:ext uri="{FF2B5EF4-FFF2-40B4-BE49-F238E27FC236}">
                <a16:creationId xmlns:a16="http://schemas.microsoft.com/office/drawing/2014/main" id="{611E4D7D-2AA0-3383-CE15-FB194BCBCFBD}"/>
              </a:ext>
            </a:extLst>
          </p:cNvPr>
          <p:cNvSpPr txBox="1"/>
          <p:nvPr/>
        </p:nvSpPr>
        <p:spPr>
          <a:xfrm>
            <a:off x="254001" y="575220"/>
            <a:ext cx="1905000" cy="602000"/>
          </a:xfrm>
          <a:prstGeom prst="rect">
            <a:avLst/>
          </a:prstGeom>
          <a:noFill/>
          <a:ln>
            <a:noFill/>
          </a:ln>
        </p:spPr>
        <p:txBody>
          <a:bodyPr spcFirstLastPara="1" wrap="square" lIns="107267" tIns="53633" rIns="107267" bIns="53633" anchor="t" anchorCtr="0">
            <a:noAutofit/>
          </a:bodyPr>
          <a:lstStyle/>
          <a:p>
            <a:pPr lvl="0">
              <a:lnSpc>
                <a:spcPct val="102000"/>
              </a:lnSpc>
            </a:pPr>
            <a:r>
              <a:rPr lang="en-GB" sz="2000" b="1" err="1">
                <a:solidFill>
                  <a:srgbClr val="FFFFFF"/>
                </a:solidFill>
                <a:latin typeface="Segoe UI"/>
                <a:ea typeface="Lato"/>
                <a:cs typeface="Segoe UI"/>
              </a:rPr>
              <a:t>Índice</a:t>
            </a:r>
            <a:endParaRPr lang="en-GB" sz="2000" b="1">
              <a:solidFill>
                <a:srgbClr val="FFFFFF"/>
              </a:solidFill>
              <a:latin typeface="Segoe UI" panose="020B0502040204020203" pitchFamily="34" charset="0"/>
              <a:ea typeface="Lato"/>
              <a:cs typeface="Segoe UI" panose="020B0502040204020203" pitchFamily="34" charset="0"/>
            </a:endParaRPr>
          </a:p>
        </p:txBody>
      </p:sp>
      <p:sp>
        <p:nvSpPr>
          <p:cNvPr id="15" name="Google Shape;74;p11">
            <a:extLst>
              <a:ext uri="{FF2B5EF4-FFF2-40B4-BE49-F238E27FC236}">
                <a16:creationId xmlns:a16="http://schemas.microsoft.com/office/drawing/2014/main" id="{685BA89F-5E3C-5DA0-D1C7-73B64E11791D}"/>
              </a:ext>
            </a:extLst>
          </p:cNvPr>
          <p:cNvSpPr txBox="1"/>
          <p:nvPr/>
        </p:nvSpPr>
        <p:spPr>
          <a:xfrm>
            <a:off x="1242027" y="1226307"/>
            <a:ext cx="6756346" cy="4405385"/>
          </a:xfrm>
          <a:prstGeom prst="rect">
            <a:avLst/>
          </a:prstGeom>
          <a:noFill/>
          <a:ln>
            <a:noFill/>
          </a:ln>
        </p:spPr>
        <p:txBody>
          <a:bodyPr spcFirstLastPara="1" wrap="square" lIns="107267" tIns="53633" rIns="107267" bIns="53633" anchor="t" anchorCtr="0">
            <a:noAutofit/>
          </a:bodyPr>
          <a:lstStyle/>
          <a:p>
            <a:pPr lvl="0">
              <a:lnSpc>
                <a:spcPct val="102000"/>
              </a:lnSpc>
            </a:pPr>
            <a:r>
              <a:rPr lang="es-ES_tradnl" sz="2000" b="1">
                <a:solidFill>
                  <a:schemeClr val="bg1"/>
                </a:solidFill>
                <a:latin typeface="Segoe UI" panose="020B0502040204020203" pitchFamily="34" charset="0"/>
                <a:ea typeface="Lato"/>
                <a:cs typeface="Segoe UI" panose="020B0502040204020203" pitchFamily="34" charset="0"/>
                <a:sym typeface="Lato"/>
              </a:rPr>
              <a:t>Contexto general</a:t>
            </a:r>
          </a:p>
          <a:p>
            <a:pPr lvl="0">
              <a:lnSpc>
                <a:spcPct val="102000"/>
              </a:lnSpc>
            </a:pPr>
            <a:endParaRPr lang="en-GB" sz="2000" b="1">
              <a:solidFill>
                <a:schemeClr val="bg1"/>
              </a:solidFill>
              <a:latin typeface="Segoe UI" panose="020B0502040204020203" pitchFamily="34" charset="0"/>
              <a:ea typeface="Lato"/>
              <a:cs typeface="Segoe UI" panose="020B0502040204020203" pitchFamily="34" charset="0"/>
            </a:endParaRPr>
          </a:p>
          <a:p>
            <a:pPr>
              <a:lnSpc>
                <a:spcPct val="102000"/>
              </a:lnSpc>
            </a:pPr>
            <a:r>
              <a:rPr lang="es-ES_tradnl" sz="2000" b="1">
                <a:solidFill>
                  <a:srgbClr val="404040"/>
                </a:solidFill>
                <a:latin typeface="Segoe UI"/>
                <a:ea typeface="Lato"/>
                <a:cs typeface="Segoe UI"/>
                <a:sym typeface="Lato"/>
              </a:rPr>
              <a:t>Valor residual en el mercado de automóviles</a:t>
            </a:r>
            <a:endParaRPr lang="es-ES_tradnl" sz="2000" b="1">
              <a:solidFill>
                <a:srgbClr val="404040"/>
              </a:solidFill>
              <a:latin typeface="Segoe UI"/>
              <a:ea typeface="Lato"/>
              <a:cs typeface="Segoe UI"/>
            </a:endParaRPr>
          </a:p>
          <a:p>
            <a:pPr lvl="0">
              <a:lnSpc>
                <a:spcPct val="102000"/>
              </a:lnSpc>
            </a:pPr>
            <a:endParaRPr lang="en-GB" sz="2000" b="1">
              <a:solidFill>
                <a:srgbClr val="404040"/>
              </a:solidFill>
              <a:latin typeface="Segoe UI"/>
              <a:ea typeface="Lato"/>
              <a:cs typeface="Segoe UI"/>
            </a:endParaRPr>
          </a:p>
          <a:p>
            <a:pPr lvl="0">
              <a:lnSpc>
                <a:spcPct val="102000"/>
              </a:lnSpc>
            </a:pPr>
            <a:r>
              <a:rPr lang="es-ES_tradnl" sz="2000" b="1">
                <a:solidFill>
                  <a:srgbClr val="404040"/>
                </a:solidFill>
                <a:latin typeface="Segoe UI"/>
                <a:ea typeface="Lato"/>
                <a:cs typeface="Segoe UI"/>
                <a:sym typeface="Lato"/>
              </a:rPr>
              <a:t>Componentes que influyen en el valor residual</a:t>
            </a:r>
            <a:endParaRPr lang="es-ES_tradnl" sz="2000" b="1">
              <a:solidFill>
                <a:srgbClr val="404040"/>
              </a:solidFill>
              <a:latin typeface="Segoe UI"/>
              <a:ea typeface="Lato"/>
              <a:cs typeface="Segoe UI"/>
            </a:endParaRPr>
          </a:p>
          <a:p>
            <a:pPr lvl="0">
              <a:lnSpc>
                <a:spcPct val="102000"/>
              </a:lnSpc>
            </a:pPr>
            <a:endParaRPr lang="es-ES_tradnl" sz="2000" b="1">
              <a:solidFill>
                <a:srgbClr val="404040"/>
              </a:solidFill>
              <a:latin typeface="Segoe UI"/>
              <a:ea typeface="Lato"/>
              <a:cs typeface="Segoe UI"/>
              <a:sym typeface="Lato"/>
            </a:endParaRPr>
          </a:p>
          <a:p>
            <a:pPr lvl="0">
              <a:lnSpc>
                <a:spcPct val="102000"/>
              </a:lnSpc>
            </a:pPr>
            <a:r>
              <a:rPr lang="es-ES_tradnl" sz="2000" b="1">
                <a:solidFill>
                  <a:srgbClr val="404040"/>
                </a:solidFill>
                <a:latin typeface="Segoe UI"/>
                <a:ea typeface="Lato"/>
                <a:cs typeface="Segoe UI"/>
                <a:sym typeface="Lato"/>
              </a:rPr>
              <a:t>Desarrollo de un modelo de cálculo del valor residual</a:t>
            </a:r>
          </a:p>
          <a:p>
            <a:pPr lvl="0">
              <a:lnSpc>
                <a:spcPct val="102000"/>
              </a:lnSpc>
            </a:pPr>
            <a:endParaRPr lang="es-ES_tradnl" sz="2000" b="1">
              <a:solidFill>
                <a:srgbClr val="404040"/>
              </a:solidFill>
              <a:latin typeface="Segoe UI"/>
              <a:ea typeface="Lato"/>
              <a:cs typeface="Segoe UI"/>
              <a:sym typeface="Lato"/>
            </a:endParaRPr>
          </a:p>
          <a:p>
            <a:pPr lvl="0">
              <a:lnSpc>
                <a:spcPct val="102000"/>
              </a:lnSpc>
            </a:pPr>
            <a:r>
              <a:rPr lang="es-ES_tradnl" sz="2000" b="1">
                <a:solidFill>
                  <a:srgbClr val="404040"/>
                </a:solidFill>
                <a:latin typeface="Segoe UI"/>
                <a:ea typeface="Lato"/>
                <a:cs typeface="Segoe UI"/>
              </a:rPr>
              <a:t>Resultados y conclusiones</a:t>
            </a:r>
          </a:p>
          <a:p>
            <a:pPr lvl="0">
              <a:lnSpc>
                <a:spcPct val="102000"/>
              </a:lnSpc>
            </a:pPr>
            <a:endParaRPr lang="es-ES_tradnl" sz="2000" b="1">
              <a:solidFill>
                <a:srgbClr val="404040"/>
              </a:solidFill>
              <a:latin typeface="Segoe UI"/>
              <a:ea typeface="Lato"/>
              <a:cs typeface="Segoe UI"/>
            </a:endParaRPr>
          </a:p>
          <a:p>
            <a:pPr lvl="0">
              <a:lnSpc>
                <a:spcPct val="102000"/>
              </a:lnSpc>
            </a:pPr>
            <a:r>
              <a:rPr lang="es-ES_tradnl" sz="2000" b="1">
                <a:solidFill>
                  <a:srgbClr val="404040"/>
                </a:solidFill>
                <a:latin typeface="Segoe UI"/>
                <a:ea typeface="Lato"/>
                <a:cs typeface="Segoe UI"/>
              </a:rPr>
              <a:t>Anexo</a:t>
            </a:r>
          </a:p>
        </p:txBody>
      </p:sp>
      <p:sp>
        <p:nvSpPr>
          <p:cNvPr id="27" name="Rectangle 26">
            <a:extLst>
              <a:ext uri="{FF2B5EF4-FFF2-40B4-BE49-F238E27FC236}">
                <a16:creationId xmlns:a16="http://schemas.microsoft.com/office/drawing/2014/main" id="{DDB74CC1-67F0-D20E-2528-2688C80CC5A0}"/>
              </a:ext>
            </a:extLst>
          </p:cNvPr>
          <p:cNvSpPr/>
          <p:nvPr/>
        </p:nvSpPr>
        <p:spPr>
          <a:xfrm>
            <a:off x="509521" y="1188052"/>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1</a:t>
            </a:r>
          </a:p>
        </p:txBody>
      </p:sp>
      <p:sp>
        <p:nvSpPr>
          <p:cNvPr id="28" name="Rectangle 27">
            <a:extLst>
              <a:ext uri="{FF2B5EF4-FFF2-40B4-BE49-F238E27FC236}">
                <a16:creationId xmlns:a16="http://schemas.microsoft.com/office/drawing/2014/main" id="{EA72123F-134D-BB4D-9AEE-5142E1069EE6}"/>
              </a:ext>
            </a:extLst>
          </p:cNvPr>
          <p:cNvSpPr/>
          <p:nvPr/>
        </p:nvSpPr>
        <p:spPr>
          <a:xfrm>
            <a:off x="509521" y="1804884"/>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2</a:t>
            </a:r>
          </a:p>
        </p:txBody>
      </p:sp>
      <p:sp>
        <p:nvSpPr>
          <p:cNvPr id="29" name="Rectangle 28">
            <a:extLst>
              <a:ext uri="{FF2B5EF4-FFF2-40B4-BE49-F238E27FC236}">
                <a16:creationId xmlns:a16="http://schemas.microsoft.com/office/drawing/2014/main" id="{966BF530-9F3A-3129-467D-5805C32091B4}"/>
              </a:ext>
            </a:extLst>
          </p:cNvPr>
          <p:cNvSpPr/>
          <p:nvPr/>
        </p:nvSpPr>
        <p:spPr>
          <a:xfrm>
            <a:off x="509521" y="24217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3</a:t>
            </a:r>
          </a:p>
        </p:txBody>
      </p:sp>
      <p:sp>
        <p:nvSpPr>
          <p:cNvPr id="30" name="Rectangle 29">
            <a:extLst>
              <a:ext uri="{FF2B5EF4-FFF2-40B4-BE49-F238E27FC236}">
                <a16:creationId xmlns:a16="http://schemas.microsoft.com/office/drawing/2014/main" id="{E101AFB0-AB5D-BCC6-0345-3C6A19DBD9AB}"/>
              </a:ext>
            </a:extLst>
          </p:cNvPr>
          <p:cNvSpPr/>
          <p:nvPr/>
        </p:nvSpPr>
        <p:spPr>
          <a:xfrm>
            <a:off x="509521" y="3038548"/>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4</a:t>
            </a:r>
          </a:p>
        </p:txBody>
      </p:sp>
      <p:sp>
        <p:nvSpPr>
          <p:cNvPr id="31" name="Rectangle 30">
            <a:extLst>
              <a:ext uri="{FF2B5EF4-FFF2-40B4-BE49-F238E27FC236}">
                <a16:creationId xmlns:a16="http://schemas.microsoft.com/office/drawing/2014/main" id="{A11B7784-CC0E-DB1D-514B-1AE674885F6A}"/>
              </a:ext>
            </a:extLst>
          </p:cNvPr>
          <p:cNvSpPr/>
          <p:nvPr/>
        </p:nvSpPr>
        <p:spPr>
          <a:xfrm>
            <a:off x="509521" y="3655380"/>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5</a:t>
            </a:r>
          </a:p>
        </p:txBody>
      </p:sp>
      <p:sp>
        <p:nvSpPr>
          <p:cNvPr id="4" name="Rectangle 3">
            <a:extLst>
              <a:ext uri="{FF2B5EF4-FFF2-40B4-BE49-F238E27FC236}">
                <a16:creationId xmlns:a16="http://schemas.microsoft.com/office/drawing/2014/main" id="{8E1D05CE-4204-A983-AE61-724EF7A9BA9A}"/>
              </a:ext>
            </a:extLst>
          </p:cNvPr>
          <p:cNvSpPr/>
          <p:nvPr/>
        </p:nvSpPr>
        <p:spPr>
          <a:xfrm>
            <a:off x="509521" y="4295243"/>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A</a:t>
            </a:r>
          </a:p>
        </p:txBody>
      </p:sp>
    </p:spTree>
    <p:extLst>
      <p:ext uri="{BB962C8B-B14F-4D97-AF65-F5344CB8AC3E}">
        <p14:creationId xmlns:p14="http://schemas.microsoft.com/office/powerpoint/2010/main" val="1070255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F3776DF-F136-97A9-77AD-30C2268BF764}"/>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2" name="Rectangle 17">
            <a:extLst>
              <a:ext uri="{FF2B5EF4-FFF2-40B4-BE49-F238E27FC236}">
                <a16:creationId xmlns:a16="http://schemas.microsoft.com/office/drawing/2014/main" id="{D6E12A51-7FD9-FFF5-B249-538FC44D9759}"/>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Contexto general</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Conceptos clave</a:t>
            </a:r>
          </a:p>
        </p:txBody>
      </p:sp>
      <p:sp>
        <p:nvSpPr>
          <p:cNvPr id="3" name="Rectangle 2">
            <a:extLst>
              <a:ext uri="{FF2B5EF4-FFF2-40B4-BE49-F238E27FC236}">
                <a16:creationId xmlns:a16="http://schemas.microsoft.com/office/drawing/2014/main" id="{CC820C9B-5120-7872-BCD4-4AC866CB5FD4}"/>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1</a:t>
            </a:r>
          </a:p>
        </p:txBody>
      </p:sp>
      <p:cxnSp>
        <p:nvCxnSpPr>
          <p:cNvPr id="4" name="Straight Connector 3">
            <a:extLst>
              <a:ext uri="{FF2B5EF4-FFF2-40B4-BE49-F238E27FC236}">
                <a16:creationId xmlns:a16="http://schemas.microsoft.com/office/drawing/2014/main" id="{236BAB9C-4483-13EB-18A9-85FF3AC6DA4A}"/>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6" name="TextBox 5">
            <a:extLst>
              <a:ext uri="{FF2B5EF4-FFF2-40B4-BE49-F238E27FC236}">
                <a16:creationId xmlns:a16="http://schemas.microsoft.com/office/drawing/2014/main" id="{D3A8A193-27DF-0B87-FB12-8923CEE9E834}"/>
              </a:ext>
            </a:extLst>
          </p:cNvPr>
          <p:cNvSpPr txBox="1"/>
          <p:nvPr/>
        </p:nvSpPr>
        <p:spPr>
          <a:xfrm>
            <a:off x="831798" y="2081523"/>
            <a:ext cx="4786230" cy="4189010"/>
          </a:xfrm>
          <a:prstGeom prst="rect">
            <a:avLst/>
          </a:prstGeom>
          <a:solidFill>
            <a:schemeClr val="bg1">
              <a:lumMod val="95000"/>
            </a:schemeClr>
          </a:solidFill>
          <a:ln w="19050">
            <a:solidFill>
              <a:schemeClr val="accent1"/>
            </a:solidFill>
          </a:ln>
          <a:effectLst>
            <a:outerShdw blurRad="50800" dist="38100" dir="2700000" algn="tl" rotWithShape="0">
              <a:prstClr val="black">
                <a:alpha val="40000"/>
              </a:prstClr>
            </a:outerShdw>
          </a:effectLst>
        </p:spPr>
        <p:txBody>
          <a:bodyPr wrap="square" lIns="180000" rIns="108000" bIns="108000" rtlCol="0" anchor="b">
            <a:noAutofit/>
          </a:bodyPr>
          <a:lstStyle/>
          <a:p>
            <a:pPr algn="ctr">
              <a:spcBef>
                <a:spcPts val="600"/>
              </a:spcBef>
              <a:spcAft>
                <a:spcPts val="600"/>
              </a:spcAft>
            </a:pPr>
            <a:r>
              <a:rPr lang="es-ES_tradnl" sz="1600" b="1">
                <a:solidFill>
                  <a:schemeClr val="accent1"/>
                </a:solidFill>
                <a:latin typeface="Segoe Print" panose="02000600000000000000" pitchFamily="2" charset="0"/>
                <a:cs typeface="Arial" panose="020B0604020202020204" pitchFamily="34" charset="0"/>
              </a:rPr>
              <a:t>¿Qué es el valor residual?</a:t>
            </a:r>
          </a:p>
          <a:p>
            <a:pPr algn="just">
              <a:spcAft>
                <a:spcPts val="600"/>
              </a:spcAft>
            </a:pPr>
            <a:r>
              <a:rPr lang="es-ES_tradnl" sz="1400">
                <a:solidFill>
                  <a:schemeClr val="accent1"/>
                </a:solidFill>
                <a:latin typeface="Quattrocento Sans" panose="020B0502050000020003" pitchFamily="34" charset="0"/>
                <a:cs typeface="Arial" panose="020B0604020202020204" pitchFamily="34" charset="0"/>
              </a:rPr>
              <a:t>Desde un punto de vista contable, el valor residual de un activo es el </a:t>
            </a:r>
            <a:r>
              <a:rPr lang="es-ES_tradnl" sz="1400" b="1">
                <a:solidFill>
                  <a:schemeClr val="accent1"/>
                </a:solidFill>
                <a:latin typeface="Quattrocento Sans" panose="020B0502050000020003" pitchFamily="34" charset="0"/>
                <a:cs typeface="Arial" panose="020B0604020202020204" pitchFamily="34" charset="0"/>
              </a:rPr>
              <a:t>importe </a:t>
            </a:r>
            <a:r>
              <a:rPr lang="es-ES_tradnl" sz="1400">
                <a:solidFill>
                  <a:schemeClr val="accent1"/>
                </a:solidFill>
                <a:latin typeface="Quattrocento Sans" panose="020B0502050000020003" pitchFamily="34" charset="0"/>
                <a:cs typeface="Arial" panose="020B0604020202020204" pitchFamily="34" charset="0"/>
              </a:rPr>
              <a:t>que una empresa </a:t>
            </a:r>
            <a:r>
              <a:rPr lang="es-ES_tradnl" sz="1400" b="1">
                <a:solidFill>
                  <a:schemeClr val="accent1"/>
                </a:solidFill>
                <a:latin typeface="Quattrocento Sans" panose="020B0502050000020003" pitchFamily="34" charset="0"/>
                <a:cs typeface="Arial" panose="020B0604020202020204" pitchFamily="34" charset="0"/>
              </a:rPr>
              <a:t>estima </a:t>
            </a:r>
            <a:r>
              <a:rPr lang="es-ES_tradnl" sz="1400">
                <a:solidFill>
                  <a:schemeClr val="accent1"/>
                </a:solidFill>
                <a:latin typeface="Quattrocento Sans" panose="020B0502050000020003" pitchFamily="34" charset="0"/>
                <a:cs typeface="Arial" panose="020B0604020202020204" pitchFamily="34" charset="0"/>
              </a:rPr>
              <a:t>que podría </a:t>
            </a:r>
            <a:r>
              <a:rPr lang="es-ES_tradnl" sz="1400" b="1">
                <a:solidFill>
                  <a:schemeClr val="accent1"/>
                </a:solidFill>
                <a:latin typeface="Quattrocento Sans" panose="020B0502050000020003" pitchFamily="34" charset="0"/>
                <a:cs typeface="Arial" panose="020B0604020202020204" pitchFamily="34" charset="0"/>
              </a:rPr>
              <a:t>recibir actualmente </a:t>
            </a:r>
            <a:r>
              <a:rPr lang="es-ES_tradnl" sz="1400">
                <a:solidFill>
                  <a:schemeClr val="accent1"/>
                </a:solidFill>
                <a:latin typeface="Quattrocento Sans" panose="020B0502050000020003" pitchFamily="34" charset="0"/>
                <a:cs typeface="Arial" panose="020B0604020202020204" pitchFamily="34" charset="0"/>
              </a:rPr>
              <a:t>por su venta u otra forma de disposición, una vez </a:t>
            </a:r>
            <a:r>
              <a:rPr lang="es-ES_tradnl" sz="1400" b="1">
                <a:solidFill>
                  <a:schemeClr val="accent1"/>
                </a:solidFill>
                <a:latin typeface="Quattrocento Sans" panose="020B0502050000020003" pitchFamily="34" charset="0"/>
                <a:cs typeface="Arial" panose="020B0604020202020204" pitchFamily="34" charset="0"/>
              </a:rPr>
              <a:t>descontados los gastos estimados asociados</a:t>
            </a:r>
            <a:r>
              <a:rPr lang="es-ES_tradnl" sz="1400">
                <a:solidFill>
                  <a:schemeClr val="accent1"/>
                </a:solidFill>
                <a:latin typeface="Quattrocento Sans" panose="020B0502050000020003" pitchFamily="34" charset="0"/>
                <a:cs typeface="Arial" panose="020B0604020202020204" pitchFamily="34" charset="0"/>
              </a:rPr>
              <a:t> a dicha </a:t>
            </a:r>
            <a:r>
              <a:rPr lang="es-ES_tradnl" sz="1400" b="1">
                <a:solidFill>
                  <a:schemeClr val="accent1"/>
                </a:solidFill>
                <a:latin typeface="Quattrocento Sans" panose="020B0502050000020003" pitchFamily="34" charset="0"/>
                <a:cs typeface="Arial" panose="020B0604020202020204" pitchFamily="34" charset="0"/>
              </a:rPr>
              <a:t>operación</a:t>
            </a:r>
            <a:r>
              <a:rPr lang="es-ES_tradnl" sz="1400">
                <a:solidFill>
                  <a:schemeClr val="accent1"/>
                </a:solidFill>
                <a:latin typeface="Quattrocento Sans" panose="020B0502050000020003" pitchFamily="34" charset="0"/>
                <a:cs typeface="Arial" panose="020B0604020202020204" pitchFamily="34" charset="0"/>
              </a:rPr>
              <a:t>, y </a:t>
            </a:r>
            <a:r>
              <a:rPr lang="es-ES_tradnl" sz="1400" b="1">
                <a:solidFill>
                  <a:schemeClr val="accent1"/>
                </a:solidFill>
                <a:latin typeface="Quattrocento Sans" panose="020B0502050000020003" pitchFamily="34" charset="0"/>
                <a:cs typeface="Arial" panose="020B0604020202020204" pitchFamily="34" charset="0"/>
              </a:rPr>
              <a:t>considerando</a:t>
            </a:r>
            <a:r>
              <a:rPr lang="es-ES_tradnl" sz="1400">
                <a:solidFill>
                  <a:schemeClr val="accent1"/>
                </a:solidFill>
                <a:latin typeface="Quattrocento Sans" panose="020B0502050000020003" pitchFamily="34" charset="0"/>
                <a:cs typeface="Arial" panose="020B0604020202020204" pitchFamily="34" charset="0"/>
              </a:rPr>
              <a:t> que el </a:t>
            </a:r>
            <a:r>
              <a:rPr lang="es-ES_tradnl" sz="1400" b="1">
                <a:solidFill>
                  <a:schemeClr val="accent1"/>
                </a:solidFill>
                <a:latin typeface="Quattrocento Sans" panose="020B0502050000020003" pitchFamily="34" charset="0"/>
                <a:cs typeface="Arial" panose="020B0604020202020204" pitchFamily="34" charset="0"/>
              </a:rPr>
              <a:t>activo</a:t>
            </a:r>
            <a:r>
              <a:rPr lang="es-ES_tradnl" sz="1400">
                <a:solidFill>
                  <a:schemeClr val="accent1"/>
                </a:solidFill>
                <a:latin typeface="Quattrocento Sans" panose="020B0502050000020003" pitchFamily="34" charset="0"/>
                <a:cs typeface="Arial" panose="020B0604020202020204" pitchFamily="34" charset="0"/>
              </a:rPr>
              <a:t> haya alcanzado la </a:t>
            </a:r>
            <a:r>
              <a:rPr lang="es-ES_tradnl" sz="1400" b="1">
                <a:solidFill>
                  <a:schemeClr val="accent1"/>
                </a:solidFill>
                <a:latin typeface="Quattrocento Sans" panose="020B0502050000020003" pitchFamily="34" charset="0"/>
                <a:cs typeface="Arial" panose="020B0604020202020204" pitchFamily="34" charset="0"/>
              </a:rPr>
              <a:t>antigüedad</a:t>
            </a:r>
            <a:r>
              <a:rPr lang="es-ES_tradnl" sz="1400">
                <a:solidFill>
                  <a:schemeClr val="accent1"/>
                </a:solidFill>
                <a:latin typeface="Quattrocento Sans" panose="020B0502050000020003" pitchFamily="34" charset="0"/>
                <a:cs typeface="Arial" panose="020B0604020202020204" pitchFamily="34" charset="0"/>
              </a:rPr>
              <a:t> y las </a:t>
            </a:r>
            <a:r>
              <a:rPr lang="es-ES_tradnl" sz="1400" b="1">
                <a:solidFill>
                  <a:schemeClr val="accent1"/>
                </a:solidFill>
                <a:latin typeface="Quattrocento Sans" panose="020B0502050000020003" pitchFamily="34" charset="0"/>
                <a:cs typeface="Arial" panose="020B0604020202020204" pitchFamily="34" charset="0"/>
              </a:rPr>
              <a:t>condiciones</a:t>
            </a:r>
            <a:r>
              <a:rPr lang="es-ES_tradnl" sz="1400">
                <a:solidFill>
                  <a:schemeClr val="accent1"/>
                </a:solidFill>
                <a:latin typeface="Quattrocento Sans" panose="020B0502050000020003" pitchFamily="34" charset="0"/>
                <a:cs typeface="Arial" panose="020B0604020202020204" pitchFamily="34" charset="0"/>
              </a:rPr>
              <a:t> </a:t>
            </a:r>
            <a:r>
              <a:rPr lang="es-ES_tradnl" sz="1400" b="1">
                <a:solidFill>
                  <a:schemeClr val="accent1"/>
                </a:solidFill>
                <a:latin typeface="Quattrocento Sans" panose="020B0502050000020003" pitchFamily="34" charset="0"/>
                <a:cs typeface="Arial" panose="020B0604020202020204" pitchFamily="34" charset="0"/>
              </a:rPr>
              <a:t>esperadas</a:t>
            </a:r>
            <a:r>
              <a:rPr lang="es-ES_tradnl" sz="1400">
                <a:solidFill>
                  <a:schemeClr val="accent1"/>
                </a:solidFill>
                <a:latin typeface="Quattrocento Sans" panose="020B0502050000020003" pitchFamily="34" charset="0"/>
                <a:cs typeface="Arial" panose="020B0604020202020204" pitchFamily="34" charset="0"/>
              </a:rPr>
              <a:t> al </a:t>
            </a:r>
            <a:r>
              <a:rPr lang="es-ES_tradnl" sz="1400" b="1">
                <a:solidFill>
                  <a:schemeClr val="accent1"/>
                </a:solidFill>
                <a:latin typeface="Quattrocento Sans" panose="020B0502050000020003" pitchFamily="34" charset="0"/>
                <a:cs typeface="Arial" panose="020B0604020202020204" pitchFamily="34" charset="0"/>
              </a:rPr>
              <a:t>finalizar</a:t>
            </a:r>
            <a:r>
              <a:rPr lang="es-ES_tradnl" sz="1400">
                <a:solidFill>
                  <a:schemeClr val="accent1"/>
                </a:solidFill>
                <a:latin typeface="Quattrocento Sans" panose="020B0502050000020003" pitchFamily="34" charset="0"/>
                <a:cs typeface="Arial" panose="020B0604020202020204" pitchFamily="34" charset="0"/>
              </a:rPr>
              <a:t> su </a:t>
            </a:r>
            <a:r>
              <a:rPr lang="es-ES_tradnl" sz="1400" b="1">
                <a:solidFill>
                  <a:schemeClr val="accent1"/>
                </a:solidFill>
                <a:latin typeface="Quattrocento Sans" panose="020B0502050000020003" pitchFamily="34" charset="0"/>
                <a:cs typeface="Arial" panose="020B0604020202020204" pitchFamily="34" charset="0"/>
              </a:rPr>
              <a:t>vida</a:t>
            </a:r>
            <a:r>
              <a:rPr lang="es-ES_tradnl" sz="1400">
                <a:solidFill>
                  <a:schemeClr val="accent1"/>
                </a:solidFill>
                <a:latin typeface="Quattrocento Sans" panose="020B0502050000020003" pitchFamily="34" charset="0"/>
                <a:cs typeface="Arial" panose="020B0604020202020204" pitchFamily="34" charset="0"/>
              </a:rPr>
              <a:t> </a:t>
            </a:r>
            <a:r>
              <a:rPr lang="es-ES_tradnl" sz="1400" b="1">
                <a:solidFill>
                  <a:schemeClr val="accent1"/>
                </a:solidFill>
                <a:latin typeface="Quattrocento Sans" panose="020B0502050000020003" pitchFamily="34" charset="0"/>
                <a:cs typeface="Arial" panose="020B0604020202020204" pitchFamily="34" charset="0"/>
              </a:rPr>
              <a:t>útil</a:t>
            </a:r>
            <a:r>
              <a:rPr lang="es-ES_tradnl" sz="1400">
                <a:solidFill>
                  <a:schemeClr val="accent1"/>
                </a:solidFill>
                <a:latin typeface="Quattrocento Sans" panose="020B0502050000020003" pitchFamily="34" charset="0"/>
                <a:cs typeface="Arial" panose="020B0604020202020204" pitchFamily="34" charset="0"/>
              </a:rPr>
              <a:t>. </a:t>
            </a:r>
          </a:p>
          <a:p>
            <a:pPr algn="just">
              <a:spcAft>
                <a:spcPts val="600"/>
              </a:spcAft>
            </a:pPr>
            <a:r>
              <a:rPr lang="es-ES_tradnl" sz="1400">
                <a:solidFill>
                  <a:schemeClr val="accent1"/>
                </a:solidFill>
                <a:latin typeface="Quattrocento Sans" panose="020B0502050000020003" pitchFamily="34" charset="0"/>
                <a:cs typeface="Arial" panose="020B0604020202020204" pitchFamily="34" charset="0"/>
              </a:rPr>
              <a:t>Cuando una empresa adquiere un activo su perspectiva es que dicha inversión genere beneficios mientras el bien mantenga su funcionalidad. Sin embargo, por el </a:t>
            </a:r>
            <a:r>
              <a:rPr lang="es-ES_tradnl" sz="1400" b="1">
                <a:solidFill>
                  <a:schemeClr val="accent1"/>
                </a:solidFill>
                <a:latin typeface="Quattrocento Sans" panose="020B0502050000020003" pitchFamily="34" charset="0"/>
                <a:cs typeface="Arial" panose="020B0604020202020204" pitchFamily="34" charset="0"/>
              </a:rPr>
              <a:t>paso</a:t>
            </a:r>
            <a:r>
              <a:rPr lang="es-ES_tradnl" sz="1400">
                <a:solidFill>
                  <a:schemeClr val="accent1"/>
                </a:solidFill>
                <a:latin typeface="Quattrocento Sans" panose="020B0502050000020003" pitchFamily="34" charset="0"/>
                <a:cs typeface="Arial" panose="020B0604020202020204" pitchFamily="34" charset="0"/>
              </a:rPr>
              <a:t> del </a:t>
            </a:r>
            <a:r>
              <a:rPr lang="es-ES_tradnl" sz="1400" b="1">
                <a:solidFill>
                  <a:schemeClr val="accent1"/>
                </a:solidFill>
                <a:latin typeface="Quattrocento Sans" panose="020B0502050000020003" pitchFamily="34" charset="0"/>
                <a:cs typeface="Arial" panose="020B0604020202020204" pitchFamily="34" charset="0"/>
              </a:rPr>
              <a:t>tiempo</a:t>
            </a:r>
            <a:r>
              <a:rPr lang="es-ES_tradnl" sz="1400">
                <a:solidFill>
                  <a:schemeClr val="accent1"/>
                </a:solidFill>
                <a:latin typeface="Quattrocento Sans" panose="020B0502050000020003" pitchFamily="34" charset="0"/>
                <a:cs typeface="Arial" panose="020B0604020202020204" pitchFamily="34" charset="0"/>
              </a:rPr>
              <a:t>, el </a:t>
            </a:r>
            <a:r>
              <a:rPr lang="es-ES_tradnl" sz="1400" b="1">
                <a:solidFill>
                  <a:schemeClr val="accent1"/>
                </a:solidFill>
                <a:latin typeface="Quattrocento Sans" panose="020B0502050000020003" pitchFamily="34" charset="0"/>
                <a:cs typeface="Arial" panose="020B0604020202020204" pitchFamily="34" charset="0"/>
              </a:rPr>
              <a:t>uso</a:t>
            </a:r>
            <a:r>
              <a:rPr lang="es-ES_tradnl" sz="1400">
                <a:solidFill>
                  <a:schemeClr val="accent1"/>
                </a:solidFill>
                <a:latin typeface="Quattrocento Sans" panose="020B0502050000020003" pitchFamily="34" charset="0"/>
                <a:cs typeface="Arial" panose="020B0604020202020204" pitchFamily="34" charset="0"/>
              </a:rPr>
              <a:t>, o la </a:t>
            </a:r>
            <a:r>
              <a:rPr lang="es-ES_tradnl" sz="1400" b="1">
                <a:solidFill>
                  <a:schemeClr val="accent1"/>
                </a:solidFill>
                <a:latin typeface="Quattrocento Sans" panose="020B0502050000020003" pitchFamily="34" charset="0"/>
                <a:cs typeface="Arial" panose="020B0604020202020204" pitchFamily="34" charset="0"/>
              </a:rPr>
              <a:t>obsolescencia</a:t>
            </a:r>
            <a:r>
              <a:rPr lang="es-ES_tradnl" sz="1400">
                <a:solidFill>
                  <a:schemeClr val="accent1"/>
                </a:solidFill>
                <a:latin typeface="Quattrocento Sans" panose="020B0502050000020003" pitchFamily="34" charset="0"/>
                <a:cs typeface="Arial" panose="020B0604020202020204" pitchFamily="34" charset="0"/>
              </a:rPr>
              <a:t>, el bien no mantiene su </a:t>
            </a:r>
            <a:r>
              <a:rPr lang="es-ES_tradnl" sz="1400" b="1">
                <a:solidFill>
                  <a:schemeClr val="accent1"/>
                </a:solidFill>
                <a:latin typeface="Quattrocento Sans" panose="020B0502050000020003" pitchFamily="34" charset="0"/>
                <a:cs typeface="Arial" panose="020B0604020202020204" pitchFamily="34" charset="0"/>
              </a:rPr>
              <a:t>valor</a:t>
            </a:r>
            <a:r>
              <a:rPr lang="es-ES_tradnl" sz="1400">
                <a:solidFill>
                  <a:schemeClr val="accent1"/>
                </a:solidFill>
                <a:latin typeface="Quattrocento Sans" panose="020B0502050000020003" pitchFamily="34" charset="0"/>
                <a:cs typeface="Arial" panose="020B0604020202020204" pitchFamily="34" charset="0"/>
              </a:rPr>
              <a:t>, sino que este </a:t>
            </a:r>
            <a:r>
              <a:rPr lang="es-ES_tradnl" sz="1400" b="1">
                <a:solidFill>
                  <a:schemeClr val="accent1"/>
                </a:solidFill>
                <a:latin typeface="Quattrocento Sans" panose="020B0502050000020003" pitchFamily="34" charset="0"/>
                <a:cs typeface="Arial" panose="020B0604020202020204" pitchFamily="34" charset="0"/>
              </a:rPr>
              <a:t>disminuye</a:t>
            </a:r>
            <a:r>
              <a:rPr lang="es-ES_tradnl" sz="1400">
                <a:solidFill>
                  <a:schemeClr val="accent1"/>
                </a:solidFill>
                <a:latin typeface="Quattrocento Sans" panose="020B0502050000020003" pitchFamily="34" charset="0"/>
                <a:cs typeface="Arial" panose="020B0604020202020204" pitchFamily="34" charset="0"/>
              </a:rPr>
              <a:t> a lo largo de su vida útil. Por tanto, este </a:t>
            </a:r>
            <a:r>
              <a:rPr lang="es-ES_tradnl" sz="1400" b="1">
                <a:solidFill>
                  <a:schemeClr val="accent1"/>
                </a:solidFill>
                <a:latin typeface="Quattrocento Sans" panose="020B0502050000020003" pitchFamily="34" charset="0"/>
                <a:cs typeface="Arial" panose="020B0604020202020204" pitchFamily="34" charset="0"/>
              </a:rPr>
              <a:t>valor</a:t>
            </a:r>
            <a:r>
              <a:rPr lang="es-ES_tradnl" sz="1400">
                <a:solidFill>
                  <a:schemeClr val="accent1"/>
                </a:solidFill>
                <a:latin typeface="Quattrocento Sans" panose="020B0502050000020003" pitchFamily="34" charset="0"/>
                <a:cs typeface="Arial" panose="020B0604020202020204" pitchFamily="34" charset="0"/>
              </a:rPr>
              <a:t> </a:t>
            </a:r>
            <a:r>
              <a:rPr lang="es-ES_tradnl" sz="1400" b="1">
                <a:solidFill>
                  <a:schemeClr val="accent1"/>
                </a:solidFill>
                <a:latin typeface="Quattrocento Sans" panose="020B0502050000020003" pitchFamily="34" charset="0"/>
                <a:cs typeface="Arial" panose="020B0604020202020204" pitchFamily="34" charset="0"/>
              </a:rPr>
              <a:t>residual</a:t>
            </a:r>
            <a:r>
              <a:rPr lang="es-ES_tradnl" sz="1400">
                <a:solidFill>
                  <a:schemeClr val="accent1"/>
                </a:solidFill>
                <a:latin typeface="Quattrocento Sans" panose="020B0502050000020003" pitchFamily="34" charset="0"/>
                <a:cs typeface="Arial" panose="020B0604020202020204" pitchFamily="34" charset="0"/>
              </a:rPr>
              <a:t> es el </a:t>
            </a:r>
            <a:r>
              <a:rPr lang="es-ES_tradnl" sz="1400" b="1">
                <a:solidFill>
                  <a:schemeClr val="accent1"/>
                </a:solidFill>
                <a:latin typeface="Quattrocento Sans" panose="020B0502050000020003" pitchFamily="34" charset="0"/>
                <a:cs typeface="Arial" panose="020B0604020202020204" pitchFamily="34" charset="0"/>
              </a:rPr>
              <a:t>importe</a:t>
            </a:r>
            <a:r>
              <a:rPr lang="es-ES_tradnl" sz="1400">
                <a:solidFill>
                  <a:schemeClr val="accent1"/>
                </a:solidFill>
                <a:latin typeface="Quattrocento Sans" panose="020B0502050000020003" pitchFamily="34" charset="0"/>
                <a:cs typeface="Arial" panose="020B0604020202020204" pitchFamily="34" charset="0"/>
              </a:rPr>
              <a:t> </a:t>
            </a:r>
            <a:r>
              <a:rPr lang="es-ES_tradnl" sz="1400" b="1">
                <a:solidFill>
                  <a:schemeClr val="accent1"/>
                </a:solidFill>
                <a:latin typeface="Quattrocento Sans" panose="020B0502050000020003" pitchFamily="34" charset="0"/>
                <a:cs typeface="Arial" panose="020B0604020202020204" pitchFamily="34" charset="0"/>
              </a:rPr>
              <a:t>estimado</a:t>
            </a:r>
            <a:r>
              <a:rPr lang="es-ES_tradnl" sz="1400">
                <a:solidFill>
                  <a:schemeClr val="accent1"/>
                </a:solidFill>
                <a:latin typeface="Quattrocento Sans" panose="020B0502050000020003" pitchFamily="34" charset="0"/>
                <a:cs typeface="Arial" panose="020B0604020202020204" pitchFamily="34" charset="0"/>
              </a:rPr>
              <a:t> de la venta del activo una vez tenga la </a:t>
            </a:r>
            <a:r>
              <a:rPr lang="es-ES_tradnl" sz="1400" b="1">
                <a:solidFill>
                  <a:schemeClr val="accent1"/>
                </a:solidFill>
                <a:latin typeface="Quattrocento Sans" panose="020B0502050000020003" pitchFamily="34" charset="0"/>
                <a:cs typeface="Arial" panose="020B0604020202020204" pitchFamily="34" charset="0"/>
              </a:rPr>
              <a:t>antigüedad</a:t>
            </a:r>
            <a:r>
              <a:rPr lang="es-ES_tradnl" sz="1400">
                <a:solidFill>
                  <a:schemeClr val="accent1"/>
                </a:solidFill>
                <a:latin typeface="Quattrocento Sans" panose="020B0502050000020003" pitchFamily="34" charset="0"/>
                <a:cs typeface="Arial" panose="020B0604020202020204" pitchFamily="34" charset="0"/>
              </a:rPr>
              <a:t> esperada o </a:t>
            </a:r>
            <a:r>
              <a:rPr lang="es-ES_tradnl" sz="1400" b="1">
                <a:solidFill>
                  <a:schemeClr val="accent1"/>
                </a:solidFill>
                <a:latin typeface="Quattrocento Sans" panose="020B0502050000020003" pitchFamily="34" charset="0"/>
                <a:cs typeface="Arial" panose="020B0604020202020204" pitchFamily="34" charset="0"/>
              </a:rPr>
              <a:t>finalice</a:t>
            </a:r>
            <a:r>
              <a:rPr lang="es-ES_tradnl" sz="1400">
                <a:solidFill>
                  <a:schemeClr val="accent1"/>
                </a:solidFill>
                <a:latin typeface="Quattrocento Sans" panose="020B0502050000020003" pitchFamily="34" charset="0"/>
                <a:cs typeface="Arial" panose="020B0604020202020204" pitchFamily="34" charset="0"/>
              </a:rPr>
              <a:t> su </a:t>
            </a:r>
            <a:r>
              <a:rPr lang="es-ES_tradnl" sz="1400" b="1">
                <a:solidFill>
                  <a:schemeClr val="accent1"/>
                </a:solidFill>
                <a:latin typeface="Quattrocento Sans" panose="020B0502050000020003" pitchFamily="34" charset="0"/>
                <a:cs typeface="Arial" panose="020B0604020202020204" pitchFamily="34" charset="0"/>
              </a:rPr>
              <a:t>vida</a:t>
            </a:r>
            <a:r>
              <a:rPr lang="es-ES_tradnl" sz="1400">
                <a:solidFill>
                  <a:schemeClr val="accent1"/>
                </a:solidFill>
                <a:latin typeface="Quattrocento Sans" panose="020B0502050000020003" pitchFamily="34" charset="0"/>
                <a:cs typeface="Arial" panose="020B0604020202020204" pitchFamily="34" charset="0"/>
              </a:rPr>
              <a:t> </a:t>
            </a:r>
            <a:r>
              <a:rPr lang="es-ES_tradnl" sz="1400" b="1">
                <a:solidFill>
                  <a:schemeClr val="accent1"/>
                </a:solidFill>
                <a:latin typeface="Quattrocento Sans" panose="020B0502050000020003" pitchFamily="34" charset="0"/>
                <a:cs typeface="Arial" panose="020B0604020202020204" pitchFamily="34" charset="0"/>
              </a:rPr>
              <a:t>útil</a:t>
            </a:r>
            <a:r>
              <a:rPr lang="es-ES_tradnl" sz="1400">
                <a:solidFill>
                  <a:schemeClr val="accent1"/>
                </a:solidFill>
                <a:latin typeface="Quattrocento Sans" panose="020B0502050000020003" pitchFamily="34" charset="0"/>
                <a:cs typeface="Arial" panose="020B0604020202020204" pitchFamily="34" charset="0"/>
              </a:rPr>
              <a:t>. </a:t>
            </a:r>
          </a:p>
        </p:txBody>
      </p:sp>
      <p:grpSp>
        <p:nvGrpSpPr>
          <p:cNvPr id="17" name="Group 16">
            <a:extLst>
              <a:ext uri="{FF2B5EF4-FFF2-40B4-BE49-F238E27FC236}">
                <a16:creationId xmlns:a16="http://schemas.microsoft.com/office/drawing/2014/main" id="{A45070B9-7D00-8AC1-4460-21B5EA45DEDB}"/>
              </a:ext>
            </a:extLst>
          </p:cNvPr>
          <p:cNvGrpSpPr/>
          <p:nvPr/>
        </p:nvGrpSpPr>
        <p:grpSpPr>
          <a:xfrm>
            <a:off x="2841743" y="1805098"/>
            <a:ext cx="766340" cy="715075"/>
            <a:chOff x="3282525" y="914401"/>
            <a:chExt cx="1178350" cy="914401"/>
          </a:xfrm>
          <a:effectLst>
            <a:outerShdw blurRad="50800" dist="38100" dir="2700000" algn="tl" rotWithShape="0">
              <a:prstClr val="black">
                <a:alpha val="40000"/>
              </a:prstClr>
            </a:outerShdw>
          </a:effectLst>
        </p:grpSpPr>
        <p:sp>
          <p:nvSpPr>
            <p:cNvPr id="12" name="Oval 11">
              <a:extLst>
                <a:ext uri="{FF2B5EF4-FFF2-40B4-BE49-F238E27FC236}">
                  <a16:creationId xmlns:a16="http://schemas.microsoft.com/office/drawing/2014/main" id="{7A205A23-6B3D-390C-B1E1-DCD0535C37D4}"/>
                </a:ext>
              </a:extLst>
            </p:cNvPr>
            <p:cNvSpPr/>
            <p:nvPr/>
          </p:nvSpPr>
          <p:spPr bwMode="auto">
            <a:xfrm>
              <a:off x="3282525" y="914401"/>
              <a:ext cx="1178350" cy="914401"/>
            </a:xfrm>
            <a:prstGeom prst="ellipse">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pic>
          <p:nvPicPr>
            <p:cNvPr id="16" name="Picture 15">
              <a:extLst>
                <a:ext uri="{FF2B5EF4-FFF2-40B4-BE49-F238E27FC236}">
                  <a16:creationId xmlns:a16="http://schemas.microsoft.com/office/drawing/2014/main" id="{A050E521-DA8B-F762-67FB-E798A623CB28}"/>
                </a:ext>
              </a:extLst>
            </p:cNvPr>
            <p:cNvPicPr>
              <a:picLocks noChangeAspect="1"/>
            </p:cNvPicPr>
            <p:nvPr/>
          </p:nvPicPr>
          <p:blipFill>
            <a:blip r:embed="rId2"/>
            <a:stretch>
              <a:fillRect/>
            </a:stretch>
          </p:blipFill>
          <p:spPr>
            <a:xfrm>
              <a:off x="3527622" y="1018096"/>
              <a:ext cx="725864" cy="725864"/>
            </a:xfrm>
            <a:prstGeom prst="rect">
              <a:avLst/>
            </a:prstGeom>
          </p:spPr>
        </p:pic>
      </p:grpSp>
      <p:sp>
        <p:nvSpPr>
          <p:cNvPr id="18" name="Google Shape;978;p52">
            <a:extLst>
              <a:ext uri="{FF2B5EF4-FFF2-40B4-BE49-F238E27FC236}">
                <a16:creationId xmlns:a16="http://schemas.microsoft.com/office/drawing/2014/main" id="{C0C35E4D-DCD3-2703-FC89-0DA2070258B1}"/>
              </a:ext>
            </a:extLst>
          </p:cNvPr>
          <p:cNvSpPr/>
          <p:nvPr/>
        </p:nvSpPr>
        <p:spPr>
          <a:xfrm>
            <a:off x="515599" y="1094400"/>
            <a:ext cx="11437587"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a:solidFill>
                  <a:srgbClr val="073763"/>
                </a:solidFill>
                <a:latin typeface="Arial" panose="020B0604020202020204" pitchFamily="34" charset="0"/>
                <a:ea typeface="Quattrocento Sans"/>
                <a:cs typeface="Arial" panose="020B0604020202020204" pitchFamily="34" charset="0"/>
                <a:sym typeface="Quattrocento Sans"/>
              </a:rPr>
              <a:t>Los conceptos de valor residual, depreciación y amortización son fundamentales en la contabilidad porque permiten reflejar de manera fidedigna la pérdida de valor de los bienes a lo largo del tiempo y su impacto en la situación financiera de la empresa</a:t>
            </a:r>
            <a:endParaRPr lang="es-ES_tradnl" sz="1400" b="1">
              <a:solidFill>
                <a:schemeClr val="dk2"/>
              </a:solidFill>
              <a:latin typeface="Arial" panose="020B0604020202020204" pitchFamily="34" charset="0"/>
              <a:ea typeface="Quattrocento Sans"/>
              <a:cs typeface="Arial" panose="020B0604020202020204" pitchFamily="34" charset="0"/>
              <a:sym typeface="Quattrocento Sans"/>
            </a:endParaRPr>
          </a:p>
        </p:txBody>
      </p:sp>
      <p:sp>
        <p:nvSpPr>
          <p:cNvPr id="19" name="TextBox 18">
            <a:extLst>
              <a:ext uri="{FF2B5EF4-FFF2-40B4-BE49-F238E27FC236}">
                <a16:creationId xmlns:a16="http://schemas.microsoft.com/office/drawing/2014/main" id="{DC953F00-DBA4-28FD-1B12-96F66071C2E7}"/>
              </a:ext>
            </a:extLst>
          </p:cNvPr>
          <p:cNvSpPr txBox="1"/>
          <p:nvPr/>
        </p:nvSpPr>
        <p:spPr>
          <a:xfrm>
            <a:off x="5921996" y="2081523"/>
            <a:ext cx="5565539" cy="738664"/>
          </a:xfrm>
          <a:prstGeom prst="rect">
            <a:avLst/>
          </a:prstGeom>
          <a:noFill/>
        </p:spPr>
        <p:txBody>
          <a:bodyPr wrap="square" rtlCol="0">
            <a:spAutoFit/>
          </a:bodyPr>
          <a:lstStyle/>
          <a:p>
            <a:pPr algn="just"/>
            <a:r>
              <a:rPr lang="es-ES_tradnl" sz="1400">
                <a:solidFill>
                  <a:schemeClr val="accent1"/>
                </a:solidFill>
                <a:latin typeface="Quattrocento Sans" panose="020B0502050000020003" pitchFamily="34" charset="0"/>
                <a:cs typeface="Arial" panose="020B0604020202020204" pitchFamily="34" charset="0"/>
              </a:rPr>
              <a:t>Debido a que el valor residual es menor al precio de compra del activo, es necesario estimar el valor que este va perdiendo conforme avanza el tiempo. Es aquí donde surgen los conceptos de:</a:t>
            </a:r>
          </a:p>
        </p:txBody>
      </p:sp>
      <p:sp>
        <p:nvSpPr>
          <p:cNvPr id="22" name="TextBox 21">
            <a:extLst>
              <a:ext uri="{FF2B5EF4-FFF2-40B4-BE49-F238E27FC236}">
                <a16:creationId xmlns:a16="http://schemas.microsoft.com/office/drawing/2014/main" id="{671252A2-B39B-287D-DF76-F62E691D3E67}"/>
              </a:ext>
            </a:extLst>
          </p:cNvPr>
          <p:cNvSpPr txBox="1"/>
          <p:nvPr/>
        </p:nvSpPr>
        <p:spPr>
          <a:xfrm>
            <a:off x="5921996" y="3303126"/>
            <a:ext cx="5565539" cy="886823"/>
          </a:xfrm>
          <a:prstGeom prst="roundRect">
            <a:avLst/>
          </a:prstGeom>
          <a:solidFill>
            <a:srgbClr val="F2F2F2"/>
          </a:solidFill>
          <a:ln>
            <a:noFill/>
          </a:ln>
          <a:effectLst>
            <a:outerShdw blurRad="50800" dist="38100" dir="2700000" algn="tl" rotWithShape="0">
              <a:prstClr val="black">
                <a:alpha val="40000"/>
              </a:prstClr>
            </a:outerShdw>
          </a:effectLst>
        </p:spPr>
        <p:txBody>
          <a:bodyPr wrap="square" tIns="108000" rtlCol="0">
            <a:spAutoFit/>
          </a:bodyPr>
          <a:lstStyle/>
          <a:p>
            <a:pPr algn="just"/>
            <a:r>
              <a:rPr lang="es-ES_tradnl" sz="1400">
                <a:solidFill>
                  <a:schemeClr val="tx2"/>
                </a:solidFill>
                <a:effectLst/>
                <a:latin typeface="Quattrocento Sans" panose="020B0502050000020003" pitchFamily="34" charset="0"/>
                <a:ea typeface="Aptos" panose="020B0004020202020204" pitchFamily="34" charset="0"/>
              </a:rPr>
              <a:t>Representa la </a:t>
            </a:r>
            <a:r>
              <a:rPr lang="es-ES_tradnl" sz="1400" b="1">
                <a:solidFill>
                  <a:schemeClr val="tx2"/>
                </a:solidFill>
                <a:effectLst/>
                <a:latin typeface="Quattrocento Sans" panose="020B0502050000020003" pitchFamily="34" charset="0"/>
                <a:ea typeface="Aptos" panose="020B0004020202020204" pitchFamily="34" charset="0"/>
              </a:rPr>
              <a:t>pérdida de valor </a:t>
            </a:r>
            <a:r>
              <a:rPr lang="es-ES_tradnl" sz="1400">
                <a:solidFill>
                  <a:schemeClr val="tx2"/>
                </a:solidFill>
                <a:effectLst/>
                <a:latin typeface="Quattrocento Sans" panose="020B0502050000020003" pitchFamily="34" charset="0"/>
                <a:ea typeface="Aptos" panose="020B0004020202020204" pitchFamily="34" charset="0"/>
              </a:rPr>
              <a:t>del activo debido al uso, el paso del tiempo o la obsolescencia. Este concepto es clave para reflejar de manera precisa el valor real de los activos en los estados financieros.</a:t>
            </a:r>
            <a:endParaRPr lang="es-ES_tradnl" sz="1400">
              <a:solidFill>
                <a:schemeClr val="tx2"/>
              </a:solidFill>
              <a:latin typeface="Quattrocento Sans" panose="020B0502050000020003" pitchFamily="34" charset="0"/>
            </a:endParaRPr>
          </a:p>
        </p:txBody>
      </p:sp>
      <p:sp>
        <p:nvSpPr>
          <p:cNvPr id="23" name="TextBox 22">
            <a:extLst>
              <a:ext uri="{FF2B5EF4-FFF2-40B4-BE49-F238E27FC236}">
                <a16:creationId xmlns:a16="http://schemas.microsoft.com/office/drawing/2014/main" id="{27B6DC82-0C9E-7174-A13F-238919D6ADF4}"/>
              </a:ext>
            </a:extLst>
          </p:cNvPr>
          <p:cNvSpPr txBox="1"/>
          <p:nvPr/>
        </p:nvSpPr>
        <p:spPr>
          <a:xfrm>
            <a:off x="5921997" y="3046041"/>
            <a:ext cx="2149311" cy="340519"/>
          </a:xfrm>
          <a:prstGeom prst="roundRect">
            <a:avLst/>
          </a:prstGeom>
          <a:solidFill>
            <a:schemeClr val="accent1"/>
          </a:solidFill>
          <a:effectLst>
            <a:outerShdw blurRad="50800" dist="38100" dir="2700000" algn="tl" rotWithShape="0">
              <a:prstClr val="black">
                <a:alpha val="40000"/>
              </a:prstClr>
            </a:outerShdw>
          </a:effectLst>
        </p:spPr>
        <p:txBody>
          <a:bodyPr wrap="square" rtlCol="0">
            <a:spAutoFit/>
          </a:bodyPr>
          <a:lstStyle/>
          <a:p>
            <a:r>
              <a:rPr lang="es-ES_tradnl" sz="1400" b="1">
                <a:solidFill>
                  <a:schemeClr val="bg1"/>
                </a:solidFill>
                <a:latin typeface="Segoe Print" panose="02000600000000000000" pitchFamily="2" charset="0"/>
              </a:rPr>
              <a:t>Depreciación</a:t>
            </a:r>
          </a:p>
        </p:txBody>
      </p:sp>
      <p:sp>
        <p:nvSpPr>
          <p:cNvPr id="24" name="TextBox 23">
            <a:extLst>
              <a:ext uri="{FF2B5EF4-FFF2-40B4-BE49-F238E27FC236}">
                <a16:creationId xmlns:a16="http://schemas.microsoft.com/office/drawing/2014/main" id="{848BE5F0-70EA-F133-56F7-EE18B3169DC1}"/>
              </a:ext>
            </a:extLst>
          </p:cNvPr>
          <p:cNvSpPr txBox="1"/>
          <p:nvPr/>
        </p:nvSpPr>
        <p:spPr>
          <a:xfrm>
            <a:off x="5921996" y="4906983"/>
            <a:ext cx="5565539" cy="1363550"/>
          </a:xfrm>
          <a:prstGeom prst="roundRect">
            <a:avLst/>
          </a:prstGeom>
          <a:solidFill>
            <a:srgbClr val="F2F2F2"/>
          </a:solidFill>
          <a:ln>
            <a:noFill/>
          </a:ln>
          <a:effectLst>
            <a:outerShdw blurRad="50800" dist="38100" dir="2700000" algn="tl" rotWithShape="0">
              <a:prstClr val="black">
                <a:alpha val="40000"/>
              </a:prstClr>
            </a:outerShdw>
          </a:effectLst>
        </p:spPr>
        <p:txBody>
          <a:bodyPr wrap="square" tIns="108000" rtlCol="0">
            <a:spAutoFit/>
          </a:bodyPr>
          <a:lstStyle/>
          <a:p>
            <a:pPr algn="just"/>
            <a:r>
              <a:rPr lang="es-ES_tradnl" sz="1400">
                <a:solidFill>
                  <a:schemeClr val="tx2"/>
                </a:solidFill>
                <a:effectLst/>
                <a:latin typeface="Quattrocento Sans" panose="020B0502050000020003" pitchFamily="34" charset="0"/>
                <a:ea typeface="Aptos" panose="020B0004020202020204" pitchFamily="34" charset="0"/>
              </a:rPr>
              <a:t>Es el </a:t>
            </a:r>
            <a:r>
              <a:rPr lang="es-ES_tradnl" sz="1400" b="1">
                <a:solidFill>
                  <a:schemeClr val="tx2"/>
                </a:solidFill>
                <a:effectLst/>
                <a:latin typeface="Quattrocento Sans" panose="020B0502050000020003" pitchFamily="34" charset="0"/>
                <a:ea typeface="Aptos" panose="020B0004020202020204" pitchFamily="34" charset="0"/>
              </a:rPr>
              <a:t>proceso contable </a:t>
            </a:r>
            <a:r>
              <a:rPr lang="es-ES_tradnl" sz="1400">
                <a:solidFill>
                  <a:schemeClr val="tx2"/>
                </a:solidFill>
                <a:effectLst/>
                <a:latin typeface="Quattrocento Sans" panose="020B0502050000020003" pitchFamily="34" charset="0"/>
                <a:ea typeface="Aptos" panose="020B0004020202020204" pitchFamily="34" charset="0"/>
              </a:rPr>
              <a:t>mediante el cual se distribuye el costo del activo a lo largo de su vida útil. Esto permite que las empresas registren un gasto periódico que ayuda a representar correctamente la realidad económica de la empresa y facilita la planificación de futuras inversiones.</a:t>
            </a:r>
            <a:endParaRPr lang="es-ES_tradnl" sz="1400">
              <a:solidFill>
                <a:schemeClr val="tx2"/>
              </a:solidFill>
              <a:latin typeface="Quattrocento Sans" panose="020B0502050000020003" pitchFamily="34" charset="0"/>
            </a:endParaRPr>
          </a:p>
        </p:txBody>
      </p:sp>
      <p:sp>
        <p:nvSpPr>
          <p:cNvPr id="25" name="TextBox 24">
            <a:extLst>
              <a:ext uri="{FF2B5EF4-FFF2-40B4-BE49-F238E27FC236}">
                <a16:creationId xmlns:a16="http://schemas.microsoft.com/office/drawing/2014/main" id="{6948C749-B9AB-E25F-1DC4-D9360874CE97}"/>
              </a:ext>
            </a:extLst>
          </p:cNvPr>
          <p:cNvSpPr txBox="1"/>
          <p:nvPr/>
        </p:nvSpPr>
        <p:spPr>
          <a:xfrm>
            <a:off x="5921997" y="4713072"/>
            <a:ext cx="2149311" cy="340519"/>
          </a:xfrm>
          <a:prstGeom prst="roundRect">
            <a:avLst/>
          </a:prstGeom>
          <a:solidFill>
            <a:schemeClr val="accent1"/>
          </a:solidFill>
          <a:effectLst>
            <a:outerShdw blurRad="50800" dist="38100" dir="2700000" algn="tl" rotWithShape="0">
              <a:prstClr val="black">
                <a:alpha val="40000"/>
              </a:prstClr>
            </a:outerShdw>
          </a:effectLst>
        </p:spPr>
        <p:txBody>
          <a:bodyPr wrap="square" rtlCol="0">
            <a:spAutoFit/>
          </a:bodyPr>
          <a:lstStyle/>
          <a:p>
            <a:r>
              <a:rPr lang="es-ES_tradnl" sz="1400" b="1">
                <a:solidFill>
                  <a:schemeClr val="bg1"/>
                </a:solidFill>
                <a:latin typeface="Segoe Print" panose="02000600000000000000" pitchFamily="2" charset="0"/>
              </a:rPr>
              <a:t>Amortización</a:t>
            </a:r>
          </a:p>
        </p:txBody>
      </p:sp>
    </p:spTree>
    <p:extLst>
      <p:ext uri="{BB962C8B-B14F-4D97-AF65-F5344CB8AC3E}">
        <p14:creationId xmlns:p14="http://schemas.microsoft.com/office/powerpoint/2010/main" val="22710032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B8BD0DAF-ECF3-E4F6-0794-6B1A4496167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B1128AB-88EB-E41E-C9AD-C4891D8136F8}"/>
              </a:ext>
            </a:extLst>
          </p:cNvPr>
          <p:cNvPicPr>
            <a:picLocks noChangeAspect="1"/>
          </p:cNvPicPr>
          <p:nvPr/>
        </p:nvPicPr>
        <p:blipFill rotWithShape="1">
          <a:blip r:embed="rId3">
            <a:extLst>
              <a:ext uri="{28A0092B-C50C-407E-A947-70E740481C1C}">
                <a14:useLocalDpi xmlns:a14="http://schemas.microsoft.com/office/drawing/2010/main" val="0"/>
              </a:ext>
            </a:extLst>
          </a:blip>
          <a:srcRect l="5556" r="5556"/>
          <a:stretch/>
        </p:blipFill>
        <p:spPr>
          <a:xfrm>
            <a:off x="0" y="0"/>
            <a:ext cx="12192000" cy="6858000"/>
          </a:xfrm>
          <a:prstGeom prst="rect">
            <a:avLst/>
          </a:prstGeom>
        </p:spPr>
      </p:pic>
      <p:pic>
        <p:nvPicPr>
          <p:cNvPr id="6" name="Picture 5">
            <a:extLst>
              <a:ext uri="{FF2B5EF4-FFF2-40B4-BE49-F238E27FC236}">
                <a16:creationId xmlns:a16="http://schemas.microsoft.com/office/drawing/2014/main" id="{54DBE0EC-8988-EDD9-0B7E-422E624C6FAA}"/>
              </a:ext>
            </a:extLst>
          </p:cNvPr>
          <p:cNvPicPr>
            <a:picLocks noChangeAspect="1"/>
          </p:cNvPicPr>
          <p:nvPr/>
        </p:nvPicPr>
        <p:blipFill rotWithShape="1">
          <a:blip r:embed="rId4">
            <a:extLst>
              <a:ext uri="{BEBA8EAE-BF5A-486C-A8C5-ECC9F3942E4B}">
                <a14:imgProps xmlns:a14="http://schemas.microsoft.com/office/drawing/2010/main">
                  <a14:imgLayer r:embed="rId5">
                    <a14:imgEffect>
                      <a14:colorTemperature colorTemp="4700"/>
                    </a14:imgEffect>
                  </a14:imgLayer>
                </a14:imgProps>
              </a:ext>
            </a:extLst>
          </a:blip>
          <a:srcRect r="23118" b="6897"/>
          <a:stretch/>
        </p:blipFill>
        <p:spPr>
          <a:xfrm>
            <a:off x="0" y="-27633"/>
            <a:ext cx="12192000" cy="6858000"/>
          </a:xfrm>
          <a:prstGeom prst="rect">
            <a:avLst/>
          </a:prstGeom>
        </p:spPr>
      </p:pic>
      <p:sp>
        <p:nvSpPr>
          <p:cNvPr id="12" name="Google Shape;74;p11">
            <a:extLst>
              <a:ext uri="{FF2B5EF4-FFF2-40B4-BE49-F238E27FC236}">
                <a16:creationId xmlns:a16="http://schemas.microsoft.com/office/drawing/2014/main" id="{88561E71-1745-FB9B-65AB-AB39FA90911C}"/>
              </a:ext>
            </a:extLst>
          </p:cNvPr>
          <p:cNvSpPr txBox="1"/>
          <p:nvPr/>
        </p:nvSpPr>
        <p:spPr>
          <a:xfrm>
            <a:off x="254001" y="575220"/>
            <a:ext cx="1905000" cy="602000"/>
          </a:xfrm>
          <a:prstGeom prst="rect">
            <a:avLst/>
          </a:prstGeom>
          <a:noFill/>
          <a:ln>
            <a:noFill/>
          </a:ln>
        </p:spPr>
        <p:txBody>
          <a:bodyPr spcFirstLastPara="1" wrap="square" lIns="107267" tIns="53633" rIns="107267" bIns="53633" anchor="t" anchorCtr="0">
            <a:noAutofit/>
          </a:bodyPr>
          <a:lstStyle/>
          <a:p>
            <a:pPr lvl="0">
              <a:lnSpc>
                <a:spcPct val="102000"/>
              </a:lnSpc>
            </a:pPr>
            <a:r>
              <a:rPr lang="en-GB" sz="2000" b="1" err="1">
                <a:solidFill>
                  <a:srgbClr val="FFFFFF"/>
                </a:solidFill>
                <a:latin typeface="Segoe UI"/>
                <a:ea typeface="Lato"/>
                <a:cs typeface="Segoe UI"/>
              </a:rPr>
              <a:t>Índice</a:t>
            </a:r>
            <a:endParaRPr lang="en-GB" sz="2000" b="1">
              <a:solidFill>
                <a:srgbClr val="FFFFFF"/>
              </a:solidFill>
              <a:latin typeface="Segoe UI" panose="020B0502040204020203" pitchFamily="34" charset="0"/>
              <a:ea typeface="Lato"/>
              <a:cs typeface="Segoe UI" panose="020B0502040204020203" pitchFamily="34" charset="0"/>
            </a:endParaRPr>
          </a:p>
        </p:txBody>
      </p:sp>
      <p:sp>
        <p:nvSpPr>
          <p:cNvPr id="15" name="Google Shape;74;p11">
            <a:extLst>
              <a:ext uri="{FF2B5EF4-FFF2-40B4-BE49-F238E27FC236}">
                <a16:creationId xmlns:a16="http://schemas.microsoft.com/office/drawing/2014/main" id="{0F14C785-7F62-F2C5-089C-EDF1BF0962D5}"/>
              </a:ext>
            </a:extLst>
          </p:cNvPr>
          <p:cNvSpPr txBox="1"/>
          <p:nvPr/>
        </p:nvSpPr>
        <p:spPr>
          <a:xfrm>
            <a:off x="1242027" y="1226307"/>
            <a:ext cx="6756346" cy="4405385"/>
          </a:xfrm>
          <a:prstGeom prst="rect">
            <a:avLst/>
          </a:prstGeom>
          <a:noFill/>
          <a:ln>
            <a:noFill/>
          </a:ln>
        </p:spPr>
        <p:txBody>
          <a:bodyPr spcFirstLastPara="1" wrap="square" lIns="107267" tIns="53633" rIns="107267" bIns="53633" anchor="t" anchorCtr="0">
            <a:noAutofit/>
          </a:bodyPr>
          <a:lstStyle/>
          <a:p>
            <a:pPr>
              <a:lnSpc>
                <a:spcPct val="102000"/>
              </a:lnSpc>
            </a:pPr>
            <a:r>
              <a:rPr lang="es-ES_tradnl" sz="2000" b="1">
                <a:solidFill>
                  <a:srgbClr val="404040"/>
                </a:solidFill>
                <a:latin typeface="Segoe UI"/>
                <a:ea typeface="Lato"/>
                <a:cs typeface="Segoe UI"/>
                <a:sym typeface="Lato"/>
              </a:rPr>
              <a:t>Contexto general</a:t>
            </a:r>
          </a:p>
          <a:p>
            <a:pPr lvl="0">
              <a:lnSpc>
                <a:spcPct val="102000"/>
              </a:lnSpc>
            </a:pPr>
            <a:endParaRPr lang="en-GB" sz="2000" b="1">
              <a:solidFill>
                <a:schemeClr val="bg1"/>
              </a:solidFill>
              <a:latin typeface="Segoe UI" panose="020B0502040204020203" pitchFamily="34" charset="0"/>
              <a:ea typeface="Lato"/>
              <a:cs typeface="Segoe UI" panose="020B0502040204020203" pitchFamily="34" charset="0"/>
            </a:endParaRPr>
          </a:p>
          <a:p>
            <a:pPr>
              <a:lnSpc>
                <a:spcPct val="102000"/>
              </a:lnSpc>
            </a:pPr>
            <a:r>
              <a:rPr lang="es-ES_tradnl" sz="2000" b="1">
                <a:solidFill>
                  <a:schemeClr val="bg1"/>
                </a:solidFill>
                <a:latin typeface="Segoe UI" panose="020B0502040204020203" pitchFamily="34" charset="0"/>
                <a:ea typeface="Lato"/>
                <a:cs typeface="Segoe UI" panose="020B0502040204020203" pitchFamily="34" charset="0"/>
                <a:sym typeface="Lato"/>
              </a:rPr>
              <a:t>Valor residual en el mercado de automóviles</a:t>
            </a:r>
            <a:endParaRPr lang="es-ES_tradnl" sz="2000" b="1">
              <a:solidFill>
                <a:schemeClr val="bg1"/>
              </a:solidFill>
              <a:latin typeface="Segoe UI" panose="020B0502040204020203" pitchFamily="34" charset="0"/>
              <a:ea typeface="Lato"/>
              <a:cs typeface="Segoe UI" panose="020B0502040204020203" pitchFamily="34" charset="0"/>
            </a:endParaRPr>
          </a:p>
          <a:p>
            <a:pPr lvl="0">
              <a:lnSpc>
                <a:spcPct val="102000"/>
              </a:lnSpc>
            </a:pPr>
            <a:endParaRPr lang="en-GB" sz="2000" b="1">
              <a:solidFill>
                <a:schemeClr val="bg1"/>
              </a:solidFill>
              <a:latin typeface="Segoe UI" panose="020B0502040204020203" pitchFamily="34" charset="0"/>
              <a:ea typeface="Lato"/>
              <a:cs typeface="Segoe UI" panose="020B0502040204020203" pitchFamily="34" charset="0"/>
            </a:endParaRPr>
          </a:p>
          <a:p>
            <a:pPr>
              <a:lnSpc>
                <a:spcPct val="102000"/>
              </a:lnSpc>
            </a:pPr>
            <a:r>
              <a:rPr lang="es-ES_tradnl" sz="2000" b="1">
                <a:solidFill>
                  <a:srgbClr val="404040"/>
                </a:solidFill>
                <a:latin typeface="Segoe UI"/>
                <a:ea typeface="Lato"/>
                <a:cs typeface="Segoe UI"/>
                <a:sym typeface="Lato"/>
              </a:rPr>
              <a:t>Componentes que influyen en el valor residual</a:t>
            </a:r>
            <a:endParaRPr lang="es-ES_tradnl" sz="2000" b="1">
              <a:solidFill>
                <a:srgbClr val="404040"/>
              </a:solidFill>
              <a:latin typeface="Segoe UI"/>
              <a:ea typeface="Lato"/>
              <a:cs typeface="Segoe UI"/>
            </a:endParaRPr>
          </a:p>
          <a:p>
            <a:pPr>
              <a:lnSpc>
                <a:spcPct val="102000"/>
              </a:lnSpc>
            </a:pPr>
            <a:endParaRPr lang="es-ES_tradnl" sz="2000" b="1">
              <a:solidFill>
                <a:srgbClr val="404040"/>
              </a:solidFill>
              <a:latin typeface="Segoe UI"/>
              <a:ea typeface="Lato"/>
              <a:cs typeface="Segoe UI"/>
              <a:sym typeface="Lato"/>
            </a:endParaRPr>
          </a:p>
          <a:p>
            <a:pPr>
              <a:lnSpc>
                <a:spcPct val="102000"/>
              </a:lnSpc>
            </a:pPr>
            <a:r>
              <a:rPr lang="es-ES_tradnl" sz="2000" b="1">
                <a:solidFill>
                  <a:srgbClr val="404040"/>
                </a:solidFill>
                <a:latin typeface="Segoe UI"/>
                <a:ea typeface="Lato"/>
                <a:cs typeface="Segoe UI"/>
                <a:sym typeface="Lato"/>
              </a:rPr>
              <a:t>Desarrollo de un modelo de cálculo del valor residual</a:t>
            </a:r>
          </a:p>
          <a:p>
            <a:pPr>
              <a:lnSpc>
                <a:spcPct val="102000"/>
              </a:lnSpc>
            </a:pPr>
            <a:endParaRPr lang="es-ES_tradnl" sz="2000" b="1">
              <a:solidFill>
                <a:srgbClr val="404040"/>
              </a:solidFill>
              <a:latin typeface="Segoe UI"/>
              <a:ea typeface="Lato"/>
              <a:cs typeface="Segoe UI"/>
              <a:sym typeface="Lato"/>
            </a:endParaRPr>
          </a:p>
          <a:p>
            <a:pPr>
              <a:lnSpc>
                <a:spcPct val="102000"/>
              </a:lnSpc>
            </a:pPr>
            <a:r>
              <a:rPr lang="es-ES_tradnl" sz="2000" b="1">
                <a:solidFill>
                  <a:srgbClr val="404040"/>
                </a:solidFill>
                <a:latin typeface="Segoe UI"/>
                <a:ea typeface="Lato"/>
                <a:cs typeface="Segoe UI"/>
              </a:rPr>
              <a:t>Resultados y conclusiones</a:t>
            </a:r>
          </a:p>
          <a:p>
            <a:pPr>
              <a:lnSpc>
                <a:spcPct val="102000"/>
              </a:lnSpc>
            </a:pPr>
            <a:endParaRPr lang="es-ES_tradnl" sz="2000" b="1">
              <a:solidFill>
                <a:srgbClr val="404040"/>
              </a:solidFill>
              <a:latin typeface="Segoe UI"/>
              <a:ea typeface="Lato"/>
              <a:cs typeface="Segoe UI"/>
            </a:endParaRPr>
          </a:p>
          <a:p>
            <a:pPr>
              <a:lnSpc>
                <a:spcPct val="102000"/>
              </a:lnSpc>
            </a:pPr>
            <a:r>
              <a:rPr lang="es-ES_tradnl" sz="2000" b="1">
                <a:solidFill>
                  <a:srgbClr val="404040"/>
                </a:solidFill>
                <a:latin typeface="Segoe UI"/>
                <a:ea typeface="Lato"/>
                <a:cs typeface="Segoe UI"/>
              </a:rPr>
              <a:t>Anexo</a:t>
            </a:r>
          </a:p>
        </p:txBody>
      </p:sp>
      <p:sp>
        <p:nvSpPr>
          <p:cNvPr id="27" name="Rectangle 26">
            <a:extLst>
              <a:ext uri="{FF2B5EF4-FFF2-40B4-BE49-F238E27FC236}">
                <a16:creationId xmlns:a16="http://schemas.microsoft.com/office/drawing/2014/main" id="{3443B5F7-D060-DACA-401F-92CC102BB3F8}"/>
              </a:ext>
            </a:extLst>
          </p:cNvPr>
          <p:cNvSpPr/>
          <p:nvPr/>
        </p:nvSpPr>
        <p:spPr>
          <a:xfrm>
            <a:off x="509521" y="1188052"/>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1</a:t>
            </a:r>
          </a:p>
        </p:txBody>
      </p:sp>
      <p:sp>
        <p:nvSpPr>
          <p:cNvPr id="28" name="Rectangle 27">
            <a:extLst>
              <a:ext uri="{FF2B5EF4-FFF2-40B4-BE49-F238E27FC236}">
                <a16:creationId xmlns:a16="http://schemas.microsoft.com/office/drawing/2014/main" id="{EE811002-9A2E-BF3E-6420-758037971473}"/>
              </a:ext>
            </a:extLst>
          </p:cNvPr>
          <p:cNvSpPr/>
          <p:nvPr/>
        </p:nvSpPr>
        <p:spPr>
          <a:xfrm>
            <a:off x="509521" y="1804884"/>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2</a:t>
            </a:r>
          </a:p>
        </p:txBody>
      </p:sp>
      <p:sp>
        <p:nvSpPr>
          <p:cNvPr id="29" name="Rectangle 28">
            <a:extLst>
              <a:ext uri="{FF2B5EF4-FFF2-40B4-BE49-F238E27FC236}">
                <a16:creationId xmlns:a16="http://schemas.microsoft.com/office/drawing/2014/main" id="{D179F603-1387-B6EF-F180-3464EC12EDC9}"/>
              </a:ext>
            </a:extLst>
          </p:cNvPr>
          <p:cNvSpPr/>
          <p:nvPr/>
        </p:nvSpPr>
        <p:spPr>
          <a:xfrm>
            <a:off x="509521" y="24217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3</a:t>
            </a:r>
          </a:p>
        </p:txBody>
      </p:sp>
      <p:sp>
        <p:nvSpPr>
          <p:cNvPr id="30" name="Rectangle 29">
            <a:extLst>
              <a:ext uri="{FF2B5EF4-FFF2-40B4-BE49-F238E27FC236}">
                <a16:creationId xmlns:a16="http://schemas.microsoft.com/office/drawing/2014/main" id="{2FBAE264-8969-5312-859E-A56D379C1877}"/>
              </a:ext>
            </a:extLst>
          </p:cNvPr>
          <p:cNvSpPr/>
          <p:nvPr/>
        </p:nvSpPr>
        <p:spPr>
          <a:xfrm>
            <a:off x="509521" y="3038548"/>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4</a:t>
            </a:r>
          </a:p>
        </p:txBody>
      </p:sp>
      <p:sp>
        <p:nvSpPr>
          <p:cNvPr id="31" name="Rectangle 30">
            <a:extLst>
              <a:ext uri="{FF2B5EF4-FFF2-40B4-BE49-F238E27FC236}">
                <a16:creationId xmlns:a16="http://schemas.microsoft.com/office/drawing/2014/main" id="{F7C3F523-3959-E233-20F6-3E9806815948}"/>
              </a:ext>
            </a:extLst>
          </p:cNvPr>
          <p:cNvSpPr/>
          <p:nvPr/>
        </p:nvSpPr>
        <p:spPr>
          <a:xfrm>
            <a:off x="509521" y="3655380"/>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5</a:t>
            </a:r>
          </a:p>
        </p:txBody>
      </p:sp>
      <p:sp>
        <p:nvSpPr>
          <p:cNvPr id="4" name="Rectangle 3">
            <a:extLst>
              <a:ext uri="{FF2B5EF4-FFF2-40B4-BE49-F238E27FC236}">
                <a16:creationId xmlns:a16="http://schemas.microsoft.com/office/drawing/2014/main" id="{87DA3D3D-AAC5-14C4-8825-52ABB6A6EA1A}"/>
              </a:ext>
            </a:extLst>
          </p:cNvPr>
          <p:cNvSpPr/>
          <p:nvPr/>
        </p:nvSpPr>
        <p:spPr>
          <a:xfrm>
            <a:off x="509521" y="4295243"/>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A</a:t>
            </a:r>
          </a:p>
        </p:txBody>
      </p:sp>
    </p:spTree>
    <p:extLst>
      <p:ext uri="{BB962C8B-B14F-4D97-AF65-F5344CB8AC3E}">
        <p14:creationId xmlns:p14="http://schemas.microsoft.com/office/powerpoint/2010/main" val="1302239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79922-E56F-555D-0084-94EDFDAFC7C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A67C8D4-8D46-6F13-E4D8-1BF8635F164C}"/>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2" name="Rectangle 17">
            <a:extLst>
              <a:ext uri="{FF2B5EF4-FFF2-40B4-BE49-F238E27FC236}">
                <a16:creationId xmlns:a16="http://schemas.microsoft.com/office/drawing/2014/main" id="{4E238022-990A-FDC1-2AE4-46FFC96F3743}"/>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a:cs typeface="Segoe UI"/>
                <a:sym typeface="Arial"/>
              </a:rPr>
              <a:t>Valor residual en el mercado de automóviles</a:t>
            </a:r>
          </a:p>
          <a:p>
            <a:pPr>
              <a:buSzPts val="1800"/>
            </a:pPr>
            <a:r>
              <a:rPr lang="es-ES_tradnl" sz="2000">
                <a:solidFill>
                  <a:srgbClr val="BFA13E"/>
                </a:solidFill>
                <a:latin typeface="Segoe UI"/>
                <a:cs typeface="Segoe UI"/>
                <a:sym typeface="Trebuchet MS"/>
              </a:rPr>
              <a:t>Importancia en la financiación</a:t>
            </a:r>
            <a:endParaRPr lang="es-ES_tradnl" sz="2000">
              <a:solidFill>
                <a:srgbClr val="BFA13E"/>
              </a:solidFill>
              <a:latin typeface="Segoe UI" panose="020B0502040204020203" pitchFamily="34" charset="0"/>
              <a:cs typeface="Segoe UI" panose="020B0502040204020203" pitchFamily="34" charset="0"/>
              <a:sym typeface="Trebuchet MS"/>
            </a:endParaRPr>
          </a:p>
        </p:txBody>
      </p:sp>
      <p:sp>
        <p:nvSpPr>
          <p:cNvPr id="3" name="Rectangle 2">
            <a:extLst>
              <a:ext uri="{FF2B5EF4-FFF2-40B4-BE49-F238E27FC236}">
                <a16:creationId xmlns:a16="http://schemas.microsoft.com/office/drawing/2014/main" id="{4B24C891-3802-DCC4-77A9-66A423B09983}"/>
              </a:ext>
            </a:extLst>
          </p:cNvPr>
          <p:cNvSpPr/>
          <p:nvPr/>
        </p:nvSpPr>
        <p:spPr>
          <a:xfrm>
            <a:off x="334963" y="395116"/>
            <a:ext cx="732506" cy="584775"/>
          </a:xfrm>
          <a:prstGeom prst="rect">
            <a:avLst/>
          </a:prstGeom>
        </p:spPr>
        <p:txBody>
          <a:bodyPr wrap="square" lIns="91440" tIns="45720" rIns="91440" bIns="45720" anchor="t">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2</a:t>
            </a:r>
          </a:p>
        </p:txBody>
      </p:sp>
      <p:cxnSp>
        <p:nvCxnSpPr>
          <p:cNvPr id="4" name="Straight Connector 3">
            <a:extLst>
              <a:ext uri="{FF2B5EF4-FFF2-40B4-BE49-F238E27FC236}">
                <a16:creationId xmlns:a16="http://schemas.microsoft.com/office/drawing/2014/main" id="{CA7769B5-C0FE-C899-FD8C-1F405BF6B1BA}"/>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6" name="Google Shape;978;p52">
            <a:extLst>
              <a:ext uri="{FF2B5EF4-FFF2-40B4-BE49-F238E27FC236}">
                <a16:creationId xmlns:a16="http://schemas.microsoft.com/office/drawing/2014/main" id="{0109023F-57FE-BEEE-7DD0-86FFE82D1695}"/>
              </a:ext>
            </a:extLst>
          </p:cNvPr>
          <p:cNvSpPr/>
          <p:nvPr/>
        </p:nvSpPr>
        <p:spPr>
          <a:xfrm>
            <a:off x="515599" y="1094400"/>
            <a:ext cx="11437587"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a:solidFill>
                  <a:srgbClr val="073763"/>
                </a:solidFill>
                <a:latin typeface="Arial" panose="020B0604020202020204" pitchFamily="34" charset="0"/>
                <a:ea typeface="Quattrocento Sans"/>
                <a:cs typeface="Arial" panose="020B0604020202020204" pitchFamily="34" charset="0"/>
                <a:sym typeface="Quattrocento Sans"/>
              </a:rPr>
              <a:t>El valor residual toma especial relevancia en el mercado de automóviles, fundamentalmente por su impacto en las diferentes modalidades de financiación</a:t>
            </a:r>
            <a:endParaRPr lang="es-ES_tradnl" sz="1400" b="1">
              <a:solidFill>
                <a:schemeClr val="dk2"/>
              </a:solidFill>
              <a:latin typeface="Arial" panose="020B0604020202020204" pitchFamily="34" charset="0"/>
              <a:ea typeface="Quattrocento Sans"/>
              <a:cs typeface="Arial" panose="020B0604020202020204" pitchFamily="34" charset="0"/>
              <a:sym typeface="Quattrocento Sans"/>
            </a:endParaRPr>
          </a:p>
        </p:txBody>
      </p:sp>
      <p:sp>
        <p:nvSpPr>
          <p:cNvPr id="7" name="Google Shape;987;p52">
            <a:extLst>
              <a:ext uri="{FF2B5EF4-FFF2-40B4-BE49-F238E27FC236}">
                <a16:creationId xmlns:a16="http://schemas.microsoft.com/office/drawing/2014/main" id="{4A30B8EF-9D3B-6336-64DE-D6B119885EE3}"/>
              </a:ext>
            </a:extLst>
          </p:cNvPr>
          <p:cNvSpPr/>
          <p:nvPr/>
        </p:nvSpPr>
        <p:spPr>
          <a:xfrm>
            <a:off x="668000" y="1809122"/>
            <a:ext cx="1776817" cy="1368000"/>
          </a:xfrm>
          <a:prstGeom prst="rect">
            <a:avLst/>
          </a:prstGeom>
          <a:solidFill>
            <a:schemeClr val="tx2">
              <a:lumMod val="90000"/>
              <a:lumOff val="10000"/>
            </a:schemeClr>
          </a:solidFill>
          <a:ln w="9525" cap="flat" cmpd="sng">
            <a:solidFill>
              <a:srgbClr val="B0BBD1"/>
            </a:solidFill>
            <a:prstDash val="dot"/>
            <a:round/>
            <a:headEnd type="none" w="sm" len="sm"/>
            <a:tailEnd type="none" w="sm" len="sm"/>
          </a:ln>
        </p:spPr>
        <p:txBody>
          <a:bodyPr spcFirstLastPara="1" wrap="square" lIns="91433" tIns="144000" rIns="91433" bIns="45700" anchor="ctr" anchorCtr="0">
            <a:noAutofit/>
          </a:bodyPr>
          <a:lstStyle/>
          <a:p>
            <a:pPr algn="ctr">
              <a:spcBef>
                <a:spcPts val="1067"/>
              </a:spcBef>
            </a:pPr>
            <a:r>
              <a:rPr lang="es" sz="1300" b="1">
                <a:solidFill>
                  <a:schemeClr val="bg1"/>
                </a:solidFill>
                <a:latin typeface="Quattrocento Sans"/>
                <a:sym typeface="Quattrocento Sans"/>
              </a:rPr>
              <a:t>V</a:t>
            </a:r>
            <a:r>
              <a:rPr lang="es" sz="1400" b="1">
                <a:solidFill>
                  <a:schemeClr val="bg1"/>
                </a:solidFill>
                <a:latin typeface="Segoe Print"/>
                <a:sym typeface="Quattrocento Sans"/>
              </a:rPr>
              <a:t>alor residual en automóviles</a:t>
            </a:r>
            <a:endParaRPr lang="es" sz="1400" b="1">
              <a:solidFill>
                <a:schemeClr val="bg1"/>
              </a:solidFill>
              <a:latin typeface="Segoe Print"/>
            </a:endParaRPr>
          </a:p>
        </p:txBody>
      </p:sp>
      <p:sp>
        <p:nvSpPr>
          <p:cNvPr id="8" name="Google Shape;981;p52">
            <a:extLst>
              <a:ext uri="{FF2B5EF4-FFF2-40B4-BE49-F238E27FC236}">
                <a16:creationId xmlns:a16="http://schemas.microsoft.com/office/drawing/2014/main" id="{FE290C40-7168-FD78-64A2-EB56F7947497}"/>
              </a:ext>
            </a:extLst>
          </p:cNvPr>
          <p:cNvSpPr/>
          <p:nvPr/>
        </p:nvSpPr>
        <p:spPr>
          <a:xfrm>
            <a:off x="2416985" y="1809122"/>
            <a:ext cx="9185580" cy="1368000"/>
          </a:xfrm>
          <a:prstGeom prst="rect">
            <a:avLst/>
          </a:prstGeom>
          <a:noFill/>
          <a:ln w="9525" cap="flat" cmpd="sng">
            <a:solidFill>
              <a:schemeClr val="accent1"/>
            </a:solidFill>
            <a:prstDash val="solid"/>
            <a:round/>
            <a:headEnd type="none" w="sm" len="sm"/>
            <a:tailEnd type="none" w="sm" len="sm"/>
            <a:extLst>
              <a:ext uri="{C807C97D-BFC1-408E-A445-0C87EB9F89A2}">
                <ask:lineSketchStyleProps xmlns:ask="http://schemas.microsoft.com/office/drawing/2018/sketchyshapes">
                  <ask:type>
                    <ask:lineSketchNone/>
                  </ask:type>
                </ask:lineSketchStyleProps>
              </a:ext>
            </a:extLst>
          </a:ln>
        </p:spPr>
        <p:txBody>
          <a:bodyPr spcFirstLastPara="1" wrap="square" lIns="180000" tIns="0" rIns="180000" bIns="45700" anchor="ctr" anchorCtr="0">
            <a:noAutofit/>
          </a:bodyPr>
          <a:lstStyle/>
          <a:p>
            <a:pPr marL="11430" algn="just">
              <a:spcBef>
                <a:spcPts val="1067"/>
              </a:spcBef>
              <a:buClr>
                <a:schemeClr val="dk2"/>
              </a:buClr>
              <a:buSzPts val="1000"/>
            </a:pPr>
            <a:r>
              <a:rPr lang="es" sz="1400">
                <a:solidFill>
                  <a:schemeClr val="accent1"/>
                </a:solidFill>
                <a:latin typeface="Quattrocento Sans" panose="020B0502050000020003" pitchFamily="34" charset="0"/>
                <a:ea typeface="+mn-lt"/>
                <a:cs typeface="+mn-lt"/>
              </a:rPr>
              <a:t>En el mercado de automóviles, el </a:t>
            </a:r>
            <a:r>
              <a:rPr lang="es" sz="1400" b="1">
                <a:solidFill>
                  <a:schemeClr val="accent1"/>
                </a:solidFill>
                <a:latin typeface="Quattrocento Sans" panose="020B0502050000020003" pitchFamily="34" charset="0"/>
                <a:ea typeface="+mn-lt"/>
                <a:cs typeface="+mn-lt"/>
              </a:rPr>
              <a:t>valor residual</a:t>
            </a:r>
            <a:r>
              <a:rPr lang="es" sz="1400">
                <a:solidFill>
                  <a:schemeClr val="accent1"/>
                </a:solidFill>
                <a:latin typeface="Quattrocento Sans" panose="020B0502050000020003" pitchFamily="34" charset="0"/>
                <a:ea typeface="+mn-lt"/>
                <a:cs typeface="+mn-lt"/>
              </a:rPr>
              <a:t> se define como el valor que mantiene un vehículo una vez ha </a:t>
            </a:r>
            <a:r>
              <a:rPr lang="es" sz="1400" b="1">
                <a:solidFill>
                  <a:schemeClr val="accent1"/>
                </a:solidFill>
                <a:latin typeface="Quattrocento Sans" panose="020B0502050000020003" pitchFamily="34" charset="0"/>
                <a:ea typeface="+mn-lt"/>
                <a:cs typeface="+mn-lt"/>
              </a:rPr>
              <a:t>transcurrido</a:t>
            </a:r>
            <a:r>
              <a:rPr lang="es" sz="1400">
                <a:solidFill>
                  <a:schemeClr val="accent1"/>
                </a:solidFill>
                <a:latin typeface="Quattrocento Sans" panose="020B0502050000020003" pitchFamily="34" charset="0"/>
                <a:ea typeface="+mn-lt"/>
                <a:cs typeface="+mn-lt"/>
              </a:rPr>
              <a:t> un </a:t>
            </a:r>
            <a:r>
              <a:rPr lang="es" sz="1400" b="1">
                <a:solidFill>
                  <a:schemeClr val="accent1"/>
                </a:solidFill>
                <a:latin typeface="Quattrocento Sans" panose="020B0502050000020003" pitchFamily="34" charset="0"/>
                <a:ea typeface="+mn-lt"/>
                <a:cs typeface="+mn-lt"/>
              </a:rPr>
              <a:t>periodo</a:t>
            </a:r>
            <a:r>
              <a:rPr lang="es" sz="1400">
                <a:solidFill>
                  <a:schemeClr val="accent1"/>
                </a:solidFill>
                <a:latin typeface="Quattrocento Sans" panose="020B0502050000020003" pitchFamily="34" charset="0"/>
                <a:ea typeface="+mn-lt"/>
                <a:cs typeface="+mn-lt"/>
              </a:rPr>
              <a:t> de </a:t>
            </a:r>
            <a:r>
              <a:rPr lang="es" sz="1400" b="1">
                <a:solidFill>
                  <a:schemeClr val="accent1"/>
                </a:solidFill>
                <a:latin typeface="Quattrocento Sans" panose="020B0502050000020003" pitchFamily="34" charset="0"/>
                <a:ea typeface="+mn-lt"/>
                <a:cs typeface="+mn-lt"/>
              </a:rPr>
              <a:t>tiempo</a:t>
            </a:r>
            <a:r>
              <a:rPr lang="es" sz="1400">
                <a:solidFill>
                  <a:schemeClr val="accent1"/>
                </a:solidFill>
                <a:latin typeface="Quattrocento Sans" panose="020B0502050000020003" pitchFamily="34" charset="0"/>
                <a:ea typeface="+mn-lt"/>
                <a:cs typeface="+mn-lt"/>
              </a:rPr>
              <a:t> o </a:t>
            </a:r>
            <a:r>
              <a:rPr lang="es" sz="1400" b="1">
                <a:solidFill>
                  <a:schemeClr val="accent1"/>
                </a:solidFill>
                <a:latin typeface="Quattrocento Sans" panose="020B0502050000020003" pitchFamily="34" charset="0"/>
                <a:ea typeface="+mn-lt"/>
                <a:cs typeface="+mn-lt"/>
              </a:rPr>
              <a:t>alcanzado</a:t>
            </a:r>
            <a:r>
              <a:rPr lang="es" sz="1400">
                <a:solidFill>
                  <a:schemeClr val="accent1"/>
                </a:solidFill>
                <a:latin typeface="Quattrocento Sans" panose="020B0502050000020003" pitchFamily="34" charset="0"/>
                <a:ea typeface="+mn-lt"/>
                <a:cs typeface="+mn-lt"/>
              </a:rPr>
              <a:t> un </a:t>
            </a:r>
            <a:r>
              <a:rPr lang="es" sz="1400" b="1">
                <a:solidFill>
                  <a:schemeClr val="accent1"/>
                </a:solidFill>
                <a:latin typeface="Quattrocento Sans" panose="020B0502050000020003" pitchFamily="34" charset="0"/>
                <a:ea typeface="+mn-lt"/>
                <a:cs typeface="+mn-lt"/>
              </a:rPr>
              <a:t>cierto</a:t>
            </a:r>
            <a:r>
              <a:rPr lang="es" sz="1400">
                <a:solidFill>
                  <a:schemeClr val="accent1"/>
                </a:solidFill>
                <a:latin typeface="Quattrocento Sans" panose="020B0502050000020003" pitchFamily="34" charset="0"/>
                <a:ea typeface="+mn-lt"/>
                <a:cs typeface="+mn-lt"/>
              </a:rPr>
              <a:t> </a:t>
            </a:r>
            <a:r>
              <a:rPr lang="es" sz="1400" b="1">
                <a:solidFill>
                  <a:schemeClr val="accent1"/>
                </a:solidFill>
                <a:latin typeface="Quattrocento Sans" panose="020B0502050000020003" pitchFamily="34" charset="0"/>
                <a:ea typeface="+mn-lt"/>
                <a:cs typeface="+mn-lt"/>
              </a:rPr>
              <a:t>kilometraje</a:t>
            </a:r>
            <a:r>
              <a:rPr lang="es" sz="1400">
                <a:solidFill>
                  <a:schemeClr val="accent1"/>
                </a:solidFill>
                <a:latin typeface="Quattrocento Sans" panose="020B0502050000020003" pitchFamily="34" charset="0"/>
                <a:ea typeface="+mn-lt"/>
                <a:cs typeface="+mn-lt"/>
              </a:rPr>
              <a:t>. A diferencia del enfoque contable, </a:t>
            </a:r>
            <a:r>
              <a:rPr lang="es" sz="1400" b="1">
                <a:solidFill>
                  <a:schemeClr val="accent1"/>
                </a:solidFill>
                <a:latin typeface="Quattrocento Sans" panose="020B0502050000020003" pitchFamily="34" charset="0"/>
                <a:ea typeface="+mn-lt"/>
                <a:cs typeface="+mn-lt"/>
              </a:rPr>
              <a:t>en el ámbito de los vehículos este valor no representa el final de su vida úti</a:t>
            </a:r>
            <a:r>
              <a:rPr lang="es" sz="1400">
                <a:solidFill>
                  <a:schemeClr val="accent1"/>
                </a:solidFill>
                <a:latin typeface="Quattrocento Sans" panose="020B0502050000020003" pitchFamily="34" charset="0"/>
                <a:ea typeface="+mn-lt"/>
                <a:cs typeface="+mn-lt"/>
              </a:rPr>
              <a:t>l. Es decir, en contratos de renting o leasing (normalmente inferiores a 6 años), se espera que el vehículo conserve todavía las máximas prestaciones para el usuario, aunque su valor de mercado se haya depreciado.</a:t>
            </a:r>
            <a:endParaRPr lang="es-ES_tradnl" sz="1333">
              <a:solidFill>
                <a:schemeClr val="accent1"/>
              </a:solidFill>
              <a:latin typeface="Quattrocento Sans"/>
              <a:ea typeface="Quattrocento Sans"/>
              <a:cs typeface="Quattrocento Sans"/>
            </a:endParaRPr>
          </a:p>
        </p:txBody>
      </p:sp>
      <p:grpSp>
        <p:nvGrpSpPr>
          <p:cNvPr id="13" name="Group 12">
            <a:extLst>
              <a:ext uri="{FF2B5EF4-FFF2-40B4-BE49-F238E27FC236}">
                <a16:creationId xmlns:a16="http://schemas.microsoft.com/office/drawing/2014/main" id="{5F7B6660-0257-3035-352B-1A1B9926F6B5}"/>
              </a:ext>
            </a:extLst>
          </p:cNvPr>
          <p:cNvGrpSpPr/>
          <p:nvPr/>
        </p:nvGrpSpPr>
        <p:grpSpPr>
          <a:xfrm>
            <a:off x="1173238" y="1529946"/>
            <a:ext cx="766340" cy="715075"/>
            <a:chOff x="3282525" y="914401"/>
            <a:chExt cx="1178350" cy="914401"/>
          </a:xfrm>
          <a:effectLst>
            <a:outerShdw blurRad="50800" dist="38100" dir="2700000" algn="tl" rotWithShape="0">
              <a:prstClr val="black">
                <a:alpha val="40000"/>
              </a:prstClr>
            </a:outerShdw>
          </a:effectLst>
        </p:grpSpPr>
        <p:sp>
          <p:nvSpPr>
            <p:cNvPr id="14" name="Oval 13">
              <a:extLst>
                <a:ext uri="{FF2B5EF4-FFF2-40B4-BE49-F238E27FC236}">
                  <a16:creationId xmlns:a16="http://schemas.microsoft.com/office/drawing/2014/main" id="{45DA6826-290E-9FD1-E71D-5B80F019572E}"/>
                </a:ext>
              </a:extLst>
            </p:cNvPr>
            <p:cNvSpPr/>
            <p:nvPr/>
          </p:nvSpPr>
          <p:spPr bwMode="auto">
            <a:xfrm>
              <a:off x="3282525" y="914401"/>
              <a:ext cx="1178350" cy="914401"/>
            </a:xfrm>
            <a:prstGeom prst="ellipse">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pic>
          <p:nvPicPr>
            <p:cNvPr id="15" name="Picture 14">
              <a:extLst>
                <a:ext uri="{FF2B5EF4-FFF2-40B4-BE49-F238E27FC236}">
                  <a16:creationId xmlns:a16="http://schemas.microsoft.com/office/drawing/2014/main" id="{FB58079A-41FA-F410-FF87-65C8337A35F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527622" y="1079201"/>
              <a:ext cx="725864" cy="603654"/>
            </a:xfrm>
            <a:prstGeom prst="rect">
              <a:avLst/>
            </a:prstGeom>
          </p:spPr>
        </p:pic>
      </p:grpSp>
      <p:sp>
        <p:nvSpPr>
          <p:cNvPr id="11" name="Google Shape;978;p52">
            <a:extLst>
              <a:ext uri="{FF2B5EF4-FFF2-40B4-BE49-F238E27FC236}">
                <a16:creationId xmlns:a16="http://schemas.microsoft.com/office/drawing/2014/main" id="{92D67949-3D5E-27EB-08F1-7CF13ECEB78A}"/>
              </a:ext>
            </a:extLst>
          </p:cNvPr>
          <p:cNvSpPr/>
          <p:nvPr/>
        </p:nvSpPr>
        <p:spPr>
          <a:xfrm>
            <a:off x="668000" y="3281739"/>
            <a:ext cx="11045946"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a:solidFill>
                  <a:srgbClr val="073763"/>
                </a:solidFill>
                <a:latin typeface="Arial" panose="020B0604020202020204" pitchFamily="34" charset="0"/>
                <a:ea typeface="Quattrocento Sans"/>
                <a:cs typeface="Arial" panose="020B0604020202020204" pitchFamily="34" charset="0"/>
                <a:sym typeface="Quattrocento Sans"/>
              </a:rPr>
              <a:t>En los contratos de renting, leasing y </a:t>
            </a:r>
            <a:r>
              <a:rPr lang="es-ES_tradnl" sz="1400" b="1" err="1">
                <a:solidFill>
                  <a:srgbClr val="073763"/>
                </a:solidFill>
                <a:latin typeface="Arial" panose="020B0604020202020204" pitchFamily="34" charset="0"/>
                <a:ea typeface="Quattrocento Sans"/>
                <a:cs typeface="Arial" panose="020B0604020202020204" pitchFamily="34" charset="0"/>
                <a:sym typeface="Quattrocento Sans"/>
              </a:rPr>
              <a:t>multiopción</a:t>
            </a:r>
            <a:r>
              <a:rPr lang="es-ES_tradnl" sz="1400" b="1">
                <a:solidFill>
                  <a:srgbClr val="073763"/>
                </a:solidFill>
                <a:latin typeface="Arial" panose="020B0604020202020204" pitchFamily="34" charset="0"/>
                <a:ea typeface="Quattrocento Sans"/>
                <a:cs typeface="Arial" panose="020B0604020202020204" pitchFamily="34" charset="0"/>
                <a:sym typeface="Quattrocento Sans"/>
              </a:rPr>
              <a:t>, es necesario conocer el valor residual del vehículo para establecer las cuotas de alquiler y cuota final, en caso de que exista la opción compra</a:t>
            </a:r>
            <a:endParaRPr lang="es-ES_tradnl" sz="1400" b="1">
              <a:solidFill>
                <a:schemeClr val="dk2"/>
              </a:solidFill>
              <a:latin typeface="Arial" panose="020B0604020202020204" pitchFamily="34" charset="0"/>
              <a:ea typeface="Quattrocento Sans"/>
              <a:cs typeface="Arial" panose="020B0604020202020204" pitchFamily="34" charset="0"/>
              <a:sym typeface="Quattrocento Sans"/>
            </a:endParaRPr>
          </a:p>
        </p:txBody>
      </p:sp>
      <p:graphicFrame>
        <p:nvGraphicFramePr>
          <p:cNvPr id="20" name="Table 19">
            <a:extLst>
              <a:ext uri="{FF2B5EF4-FFF2-40B4-BE49-F238E27FC236}">
                <a16:creationId xmlns:a16="http://schemas.microsoft.com/office/drawing/2014/main" id="{F16CEE40-C6EC-3700-B453-1B46D77399C2}"/>
              </a:ext>
            </a:extLst>
          </p:cNvPr>
          <p:cNvGraphicFramePr>
            <a:graphicFrameLocks noGrp="1"/>
          </p:cNvGraphicFramePr>
          <p:nvPr>
            <p:extLst>
              <p:ext uri="{D42A27DB-BD31-4B8C-83A1-F6EECF244321}">
                <p14:modId xmlns:p14="http://schemas.microsoft.com/office/powerpoint/2010/main" val="103571808"/>
              </p:ext>
            </p:extLst>
          </p:nvPr>
        </p:nvGraphicFramePr>
        <p:xfrm>
          <a:off x="668000" y="3993053"/>
          <a:ext cx="10934563" cy="2341910"/>
        </p:xfrm>
        <a:graphic>
          <a:graphicData uri="http://schemas.openxmlformats.org/drawingml/2006/table">
            <a:tbl>
              <a:tblPr firstRow="1" bandRow="1">
                <a:effectLst/>
                <a:tableStyleId>{2D5ABB26-0587-4C30-8999-92F81FD0307C}</a:tableStyleId>
              </a:tblPr>
              <a:tblGrid>
                <a:gridCol w="1227758">
                  <a:extLst>
                    <a:ext uri="{9D8B030D-6E8A-4147-A177-3AD203B41FA5}">
                      <a16:colId xmlns:a16="http://schemas.microsoft.com/office/drawing/2014/main" val="1624855833"/>
                    </a:ext>
                  </a:extLst>
                </a:gridCol>
                <a:gridCol w="4851551">
                  <a:extLst>
                    <a:ext uri="{9D8B030D-6E8A-4147-A177-3AD203B41FA5}">
                      <a16:colId xmlns:a16="http://schemas.microsoft.com/office/drawing/2014/main" val="310740967"/>
                    </a:ext>
                  </a:extLst>
                </a:gridCol>
                <a:gridCol w="1164657">
                  <a:extLst>
                    <a:ext uri="{9D8B030D-6E8A-4147-A177-3AD203B41FA5}">
                      <a16:colId xmlns:a16="http://schemas.microsoft.com/office/drawing/2014/main" val="1187110977"/>
                    </a:ext>
                  </a:extLst>
                </a:gridCol>
                <a:gridCol w="1193533">
                  <a:extLst>
                    <a:ext uri="{9D8B030D-6E8A-4147-A177-3AD203B41FA5}">
                      <a16:colId xmlns:a16="http://schemas.microsoft.com/office/drawing/2014/main" val="1588948352"/>
                    </a:ext>
                  </a:extLst>
                </a:gridCol>
                <a:gridCol w="1232034">
                  <a:extLst>
                    <a:ext uri="{9D8B030D-6E8A-4147-A177-3AD203B41FA5}">
                      <a16:colId xmlns:a16="http://schemas.microsoft.com/office/drawing/2014/main" val="435082050"/>
                    </a:ext>
                  </a:extLst>
                </a:gridCol>
                <a:gridCol w="1265030">
                  <a:extLst>
                    <a:ext uri="{9D8B030D-6E8A-4147-A177-3AD203B41FA5}">
                      <a16:colId xmlns:a16="http://schemas.microsoft.com/office/drawing/2014/main" val="126649741"/>
                    </a:ext>
                  </a:extLst>
                </a:gridCol>
              </a:tblGrid>
              <a:tr h="421467">
                <a:tc>
                  <a:txBody>
                    <a:bodyPr/>
                    <a:lstStyle/>
                    <a:p>
                      <a:pPr algn="ctr"/>
                      <a:r>
                        <a:rPr lang="es-ES_tradnl" sz="1200" b="1" kern="1200">
                          <a:solidFill>
                            <a:schemeClr val="accent1"/>
                          </a:solidFill>
                          <a:latin typeface="Segoe Print" panose="02000600000000000000" pitchFamily="2" charset="0"/>
                          <a:ea typeface="+mn-ea"/>
                          <a:cs typeface="+mn-cs"/>
                        </a:rPr>
                        <a:t>Tipo de contrato</a:t>
                      </a:r>
                      <a:endParaRPr lang="es-ES_tradnl"/>
                    </a:p>
                  </a:txBody>
                  <a:tcPr anchor="ctr">
                    <a:lnL w="9525" cap="flat" cmpd="sng" algn="ctr">
                      <a:solidFill>
                        <a:schemeClr val="accent1"/>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9F9F9"/>
                    </a:solidFill>
                  </a:tcPr>
                </a:tc>
                <a:tc>
                  <a:txBody>
                    <a:bodyPr/>
                    <a:lstStyle/>
                    <a:p>
                      <a:pPr algn="ctr"/>
                      <a:r>
                        <a:rPr lang="es-ES_tradnl" sz="1200" b="1">
                          <a:solidFill>
                            <a:schemeClr val="accent1"/>
                          </a:solidFill>
                          <a:latin typeface="Segoe Print" panose="02000600000000000000" pitchFamily="2" charset="0"/>
                        </a:rPr>
                        <a:t>Características del contrato</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9F9F9"/>
                    </a:solidFill>
                  </a:tcPr>
                </a:tc>
                <a:tc>
                  <a:txBody>
                    <a:bodyPr/>
                    <a:lstStyle/>
                    <a:p>
                      <a:pPr algn="ctr"/>
                      <a:r>
                        <a:rPr lang="es-ES_tradnl" sz="1200" b="1">
                          <a:solidFill>
                            <a:schemeClr val="accent1"/>
                          </a:solidFill>
                          <a:latin typeface="Segoe Print" panose="02000600000000000000" pitchFamily="2" charset="0"/>
                        </a:rPr>
                        <a:t>Opción de compra</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9F9F9"/>
                    </a:solidFill>
                  </a:tcPr>
                </a:tc>
                <a:tc>
                  <a:txBody>
                    <a:bodyPr/>
                    <a:lstStyle/>
                    <a:p>
                      <a:pPr algn="ctr"/>
                      <a:r>
                        <a:rPr lang="es-ES_tradnl" sz="1200" b="1">
                          <a:solidFill>
                            <a:schemeClr val="accent1"/>
                          </a:solidFill>
                          <a:latin typeface="Segoe Print" panose="02000600000000000000" pitchFamily="2" charset="0"/>
                        </a:rPr>
                        <a:t>Convertible a otro vehículo</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9F9F9"/>
                    </a:solidFill>
                  </a:tcPr>
                </a:tc>
                <a:tc>
                  <a:txBody>
                    <a:bodyPr/>
                    <a:lstStyle/>
                    <a:p>
                      <a:pPr algn="ctr"/>
                      <a:r>
                        <a:rPr lang="es-ES_tradnl" sz="1200" b="1">
                          <a:solidFill>
                            <a:schemeClr val="accent1"/>
                          </a:solidFill>
                          <a:latin typeface="Segoe Print" panose="02000600000000000000" pitchFamily="2" charset="0"/>
                        </a:rPr>
                        <a:t>Límite kilometraje</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9F9F9"/>
                    </a:solidFill>
                  </a:tcPr>
                </a:tc>
                <a:tc>
                  <a:txBody>
                    <a:bodyPr/>
                    <a:lstStyle/>
                    <a:p>
                      <a:pPr algn="ctr"/>
                      <a:r>
                        <a:rPr lang="es-ES_tradnl" sz="1200" b="1">
                          <a:solidFill>
                            <a:schemeClr val="accent1"/>
                          </a:solidFill>
                          <a:latin typeface="Segoe Print" panose="02000600000000000000" pitchFamily="2" charset="0"/>
                        </a:rPr>
                        <a:t>Servicios asociados</a:t>
                      </a:r>
                    </a:p>
                  </a:txBody>
                  <a:tcPr anchor="ctr">
                    <a:lnL w="9525" cap="flat" cmpd="sng" algn="ctr">
                      <a:no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9F9F9"/>
                    </a:solidFill>
                  </a:tcPr>
                </a:tc>
                <a:extLst>
                  <a:ext uri="{0D108BD9-81ED-4DB2-BD59-A6C34878D82A}">
                    <a16:rowId xmlns:a16="http://schemas.microsoft.com/office/drawing/2014/main" val="859927526"/>
                  </a:ext>
                </a:extLst>
              </a:tr>
              <a:tr h="421467">
                <a:tc>
                  <a:txBody>
                    <a:bodyPr/>
                    <a:lstStyle/>
                    <a:p>
                      <a:pPr algn="ctr"/>
                      <a:r>
                        <a:rPr lang="es-ES_tradnl" sz="1400" b="1">
                          <a:solidFill>
                            <a:schemeClr val="bg1"/>
                          </a:solidFill>
                          <a:latin typeface="Segoe Print" panose="02000600000000000000" pitchFamily="2" charset="0"/>
                        </a:rPr>
                        <a:t>Renting</a:t>
                      </a:r>
                    </a:p>
                  </a:txBody>
                  <a:tcPr anchor="ctr">
                    <a:lnL w="9525" cap="flat" cmpd="sng" algn="ctr">
                      <a:solidFill>
                        <a:schemeClr val="accent1"/>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tx2">
                        <a:lumMod val="90000"/>
                        <a:lumOff val="10000"/>
                      </a:schemeClr>
                    </a:solidFill>
                  </a:tcPr>
                </a:tc>
                <a:tc>
                  <a:txBody>
                    <a:bodyPr/>
                    <a:lstStyle/>
                    <a:p>
                      <a:pPr marL="87313" indent="0" algn="just"/>
                      <a:r>
                        <a:rPr lang="es-ES_tradnl" sz="1200" b="1">
                          <a:solidFill>
                            <a:schemeClr val="accent1"/>
                          </a:solidFill>
                          <a:latin typeface="Quattrocento Sans" panose="020B0502050000020003" pitchFamily="34" charset="0"/>
                        </a:rPr>
                        <a:t>Arrendamiento</a:t>
                      </a:r>
                      <a:r>
                        <a:rPr lang="es-ES_tradnl" sz="1200">
                          <a:solidFill>
                            <a:schemeClr val="accent1"/>
                          </a:solidFill>
                          <a:latin typeface="Quattrocento Sans" panose="020B0502050000020003" pitchFamily="34" charset="0"/>
                        </a:rPr>
                        <a:t> del vehículo </a:t>
                      </a:r>
                      <a:r>
                        <a:rPr lang="es-ES_tradnl" sz="1200" b="1">
                          <a:solidFill>
                            <a:schemeClr val="accent1"/>
                          </a:solidFill>
                          <a:latin typeface="Quattrocento Sans" panose="020B0502050000020003" pitchFamily="34" charset="0"/>
                        </a:rPr>
                        <a:t>por</a:t>
                      </a:r>
                      <a:r>
                        <a:rPr lang="es-ES_tradnl" sz="1200">
                          <a:solidFill>
                            <a:schemeClr val="accent1"/>
                          </a:solidFill>
                          <a:latin typeface="Quattrocento Sans" panose="020B0502050000020003" pitchFamily="34" charset="0"/>
                        </a:rPr>
                        <a:t> </a:t>
                      </a:r>
                      <a:r>
                        <a:rPr lang="es-ES_tradnl" sz="1200" b="1">
                          <a:solidFill>
                            <a:schemeClr val="accent1"/>
                          </a:solidFill>
                          <a:latin typeface="Quattrocento Sans" panose="020B0502050000020003" pitchFamily="34" charset="0"/>
                        </a:rPr>
                        <a:t>un</a:t>
                      </a:r>
                      <a:r>
                        <a:rPr lang="es-ES_tradnl" sz="1200">
                          <a:solidFill>
                            <a:schemeClr val="accent1"/>
                          </a:solidFill>
                          <a:latin typeface="Quattrocento Sans" panose="020B0502050000020003" pitchFamily="34" charset="0"/>
                        </a:rPr>
                        <a:t> </a:t>
                      </a:r>
                      <a:r>
                        <a:rPr lang="es-ES_tradnl" sz="1200" b="1">
                          <a:solidFill>
                            <a:schemeClr val="accent1"/>
                          </a:solidFill>
                          <a:latin typeface="Quattrocento Sans" panose="020B0502050000020003" pitchFamily="34" charset="0"/>
                        </a:rPr>
                        <a:t>tiempo</a:t>
                      </a:r>
                      <a:r>
                        <a:rPr lang="es-ES_tradnl" sz="1200">
                          <a:solidFill>
                            <a:schemeClr val="accent1"/>
                          </a:solidFill>
                          <a:latin typeface="Quattrocento Sans" panose="020B0502050000020003" pitchFamily="34" charset="0"/>
                        </a:rPr>
                        <a:t> pactado a cambio de una cuota de alquiler.</a:t>
                      </a:r>
                    </a:p>
                  </a:txBody>
                  <a:tcPr anchor="ctr">
                    <a:lnL w="9525" cap="flat" cmpd="sng" algn="ctr">
                      <a:solidFill>
                        <a:schemeClr val="bg1">
                          <a:lumMod val="75000"/>
                        </a:schemeClr>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9F9F9"/>
                    </a:solidFill>
                  </a:tcPr>
                </a:tc>
                <a:tc>
                  <a:txBody>
                    <a:bodyPr/>
                    <a:lstStyle/>
                    <a:p>
                      <a:pPr algn="ctr"/>
                      <a:r>
                        <a:rPr lang="es-ES_tradnl" sz="1200">
                          <a:solidFill>
                            <a:schemeClr val="accent1"/>
                          </a:solidFill>
                          <a:latin typeface="Quattrocento Sans" panose="020B0502050000020003" pitchFamily="34" charset="0"/>
                        </a:rPr>
                        <a:t>No</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9F9F9"/>
                    </a:solidFill>
                  </a:tcPr>
                </a:tc>
                <a:tc>
                  <a:txBody>
                    <a:bodyPr/>
                    <a:lstStyle/>
                    <a:p>
                      <a:pPr algn="ctr"/>
                      <a:r>
                        <a:rPr lang="es-ES_tradnl" sz="1200">
                          <a:solidFill>
                            <a:schemeClr val="accent1"/>
                          </a:solidFill>
                          <a:latin typeface="Quattrocento Sans" panose="020B0502050000020003" pitchFamily="34" charset="0"/>
                        </a:rPr>
                        <a:t>No</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9F9F9"/>
                    </a:solidFill>
                  </a:tcPr>
                </a:tc>
                <a:tc>
                  <a:txBody>
                    <a:bodyPr/>
                    <a:lstStyle/>
                    <a:p>
                      <a:pPr algn="ctr"/>
                      <a:r>
                        <a:rPr lang="es-ES_tradnl" sz="1200">
                          <a:solidFill>
                            <a:schemeClr val="accent1"/>
                          </a:solidFill>
                          <a:latin typeface="Quattrocento Sans" panose="020B0502050000020003" pitchFamily="34" charset="0"/>
                        </a:rPr>
                        <a:t>Sí</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9F9F9"/>
                    </a:solidFill>
                  </a:tcPr>
                </a:tc>
                <a:tc>
                  <a:txBody>
                    <a:bodyPr/>
                    <a:lstStyle/>
                    <a:p>
                      <a:pPr algn="ctr"/>
                      <a:r>
                        <a:rPr lang="es-ES_tradnl" sz="1200">
                          <a:solidFill>
                            <a:schemeClr val="accent1"/>
                          </a:solidFill>
                          <a:latin typeface="Quattrocento Sans" panose="020B0502050000020003" pitchFamily="34" charset="0"/>
                        </a:rPr>
                        <a:t>Sí</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9F9F9"/>
                    </a:solidFill>
                  </a:tcPr>
                </a:tc>
                <a:extLst>
                  <a:ext uri="{0D108BD9-81ED-4DB2-BD59-A6C34878D82A}">
                    <a16:rowId xmlns:a16="http://schemas.microsoft.com/office/drawing/2014/main" val="3406934823"/>
                  </a:ext>
                </a:extLst>
              </a:tr>
              <a:tr h="642260">
                <a:tc>
                  <a:txBody>
                    <a:bodyPr/>
                    <a:lstStyle/>
                    <a:p>
                      <a:pPr algn="ctr"/>
                      <a:r>
                        <a:rPr lang="es-ES_tradnl" sz="1400" b="1">
                          <a:solidFill>
                            <a:schemeClr val="bg1"/>
                          </a:solidFill>
                          <a:latin typeface="Segoe Print" panose="02000600000000000000" pitchFamily="2" charset="0"/>
                        </a:rPr>
                        <a:t>Leasing</a:t>
                      </a:r>
                    </a:p>
                  </a:txBody>
                  <a:tcPr anchor="ctr">
                    <a:lnL w="9525" cap="flat" cmpd="sng" algn="ctr">
                      <a:solidFill>
                        <a:schemeClr val="accent1"/>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tx2">
                        <a:lumMod val="90000"/>
                        <a:lumOff val="10000"/>
                      </a:schemeClr>
                    </a:solidFill>
                  </a:tcPr>
                </a:tc>
                <a:tc>
                  <a:txBody>
                    <a:bodyPr/>
                    <a:lstStyle/>
                    <a:p>
                      <a:pPr marL="87313" marR="0" lvl="0" indent="0" algn="just" defTabSz="914400" rtl="0" eaLnBrk="1" fontAlgn="auto" latinLnBrk="0" hangingPunct="1">
                        <a:lnSpc>
                          <a:spcPct val="100000"/>
                        </a:lnSpc>
                        <a:spcBef>
                          <a:spcPts val="0"/>
                        </a:spcBef>
                        <a:spcAft>
                          <a:spcPts val="0"/>
                        </a:spcAft>
                        <a:buClrTx/>
                        <a:buSzTx/>
                        <a:buFontTx/>
                        <a:buNone/>
                        <a:tabLst/>
                        <a:defRPr/>
                      </a:pPr>
                      <a:r>
                        <a:rPr lang="es-ES_tradnl" sz="1200" b="1">
                          <a:solidFill>
                            <a:schemeClr val="accent1"/>
                          </a:solidFill>
                          <a:latin typeface="Quattrocento Sans" panose="020B0502050000020003" pitchFamily="34" charset="0"/>
                        </a:rPr>
                        <a:t>Arrendamiento</a:t>
                      </a:r>
                      <a:r>
                        <a:rPr lang="es-ES_tradnl" sz="1200">
                          <a:solidFill>
                            <a:schemeClr val="accent1"/>
                          </a:solidFill>
                          <a:latin typeface="Quattrocento Sans" panose="020B0502050000020003" pitchFamily="34" charset="0"/>
                        </a:rPr>
                        <a:t> del vehículo por un tiempo pactado a cambio de una cuota de alquiler. </a:t>
                      </a:r>
                      <a:r>
                        <a:rPr lang="es-ES_tradnl" sz="1200" b="0">
                          <a:solidFill>
                            <a:schemeClr val="accent1"/>
                          </a:solidFill>
                          <a:latin typeface="Quattrocento Sans" panose="020B0502050000020003" pitchFamily="34" charset="0"/>
                        </a:rPr>
                        <a:t>Garantiza una </a:t>
                      </a:r>
                      <a:r>
                        <a:rPr lang="es-ES_tradnl" sz="1200" b="1">
                          <a:solidFill>
                            <a:schemeClr val="accent1"/>
                          </a:solidFill>
                          <a:latin typeface="Quattrocento Sans" panose="020B0502050000020003" pitchFamily="34" charset="0"/>
                        </a:rPr>
                        <a:t>opción de compra</a:t>
                      </a:r>
                      <a:r>
                        <a:rPr lang="es-ES_tradnl" sz="1200">
                          <a:solidFill>
                            <a:schemeClr val="accent1"/>
                          </a:solidFill>
                          <a:latin typeface="Quattrocento Sans" panose="020B0502050000020003" pitchFamily="34" charset="0"/>
                        </a:rPr>
                        <a:t> con el pago de una cuota final</a:t>
                      </a:r>
                      <a:r>
                        <a:rPr lang="es-ES_tradnl" sz="1200" baseline="30000">
                          <a:solidFill>
                            <a:schemeClr val="accent1"/>
                          </a:solidFill>
                          <a:latin typeface="Quattrocento Sans" panose="020B0502050000020003" pitchFamily="34" charset="0"/>
                        </a:rPr>
                        <a:t>1</a:t>
                      </a:r>
                      <a:r>
                        <a:rPr lang="es-ES_tradnl" sz="1400">
                          <a:solidFill>
                            <a:schemeClr val="accent1"/>
                          </a:solidFill>
                          <a:latin typeface="Quattrocento Sans" panose="020B0502050000020003" pitchFamily="34" charset="0"/>
                        </a:rPr>
                        <a:t>.</a:t>
                      </a:r>
                    </a:p>
                  </a:txBody>
                  <a:tcPr anchor="ctr">
                    <a:lnL w="9525" cap="flat" cmpd="sng" algn="ctr">
                      <a:solidFill>
                        <a:schemeClr val="bg1">
                          <a:lumMod val="75000"/>
                        </a:schemeClr>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9F9F9"/>
                    </a:solidFill>
                  </a:tcPr>
                </a:tc>
                <a:tc>
                  <a:txBody>
                    <a:bodyPr/>
                    <a:lstStyle/>
                    <a:p>
                      <a:pPr algn="ctr"/>
                      <a:r>
                        <a:rPr lang="es-ES_tradnl" sz="1200">
                          <a:solidFill>
                            <a:schemeClr val="accent1"/>
                          </a:solidFill>
                          <a:latin typeface="Quattrocento Sans" panose="020B0502050000020003" pitchFamily="34" charset="0"/>
                        </a:rPr>
                        <a:t>Sí</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9F9F9"/>
                    </a:solidFill>
                  </a:tcPr>
                </a:tc>
                <a:tc>
                  <a:txBody>
                    <a:bodyPr/>
                    <a:lstStyle/>
                    <a:p>
                      <a:pPr algn="ctr"/>
                      <a:r>
                        <a:rPr lang="es-ES_tradnl" sz="1200">
                          <a:solidFill>
                            <a:schemeClr val="accent1"/>
                          </a:solidFill>
                          <a:latin typeface="Quattrocento Sans" panose="020B0502050000020003" pitchFamily="34" charset="0"/>
                        </a:rPr>
                        <a:t>No</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9F9F9"/>
                    </a:solidFill>
                  </a:tcPr>
                </a:tc>
                <a:tc>
                  <a:txBody>
                    <a:bodyPr/>
                    <a:lstStyle/>
                    <a:p>
                      <a:pPr algn="ctr"/>
                      <a:r>
                        <a:rPr lang="es-ES_tradnl" sz="1200">
                          <a:solidFill>
                            <a:schemeClr val="accent1"/>
                          </a:solidFill>
                          <a:latin typeface="Quattrocento Sans" panose="020B0502050000020003" pitchFamily="34" charset="0"/>
                        </a:rPr>
                        <a:t>Sí</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9F9F9"/>
                    </a:solidFill>
                  </a:tcPr>
                </a:tc>
                <a:tc>
                  <a:txBody>
                    <a:bodyPr/>
                    <a:lstStyle/>
                    <a:p>
                      <a:pPr algn="ctr"/>
                      <a:r>
                        <a:rPr lang="es-ES_tradnl" sz="1200">
                          <a:solidFill>
                            <a:schemeClr val="accent1"/>
                          </a:solidFill>
                          <a:latin typeface="Quattrocento Sans" panose="020B0502050000020003" pitchFamily="34" charset="0"/>
                        </a:rPr>
                        <a:t>Sí</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9F9F9"/>
                    </a:solidFill>
                  </a:tcPr>
                </a:tc>
                <a:extLst>
                  <a:ext uri="{0D108BD9-81ED-4DB2-BD59-A6C34878D82A}">
                    <a16:rowId xmlns:a16="http://schemas.microsoft.com/office/drawing/2014/main" val="2088696557"/>
                  </a:ext>
                </a:extLst>
              </a:tr>
              <a:tr h="756950">
                <a:tc>
                  <a:txBody>
                    <a:bodyPr/>
                    <a:lstStyle/>
                    <a:p>
                      <a:pPr algn="ctr"/>
                      <a:r>
                        <a:rPr lang="es-ES_tradnl" sz="1400" b="1" err="1">
                          <a:solidFill>
                            <a:schemeClr val="bg1"/>
                          </a:solidFill>
                          <a:latin typeface="Segoe Print" panose="02000600000000000000" pitchFamily="2" charset="0"/>
                        </a:rPr>
                        <a:t>Multiopción</a:t>
                      </a:r>
                      <a:endParaRPr lang="es-ES_tradnl" sz="1400" b="1">
                        <a:solidFill>
                          <a:schemeClr val="bg1"/>
                        </a:solidFill>
                        <a:latin typeface="Segoe Print" panose="02000600000000000000" pitchFamily="2" charset="0"/>
                      </a:endParaRPr>
                    </a:p>
                  </a:txBody>
                  <a:tcPr anchor="ctr">
                    <a:lnL w="9525" cap="flat" cmpd="sng" algn="ctr">
                      <a:solidFill>
                        <a:schemeClr val="accent1"/>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chemeClr val="tx2">
                        <a:lumMod val="90000"/>
                        <a:lumOff val="10000"/>
                      </a:schemeClr>
                    </a:solidFill>
                  </a:tcPr>
                </a:tc>
                <a:tc>
                  <a:txBody>
                    <a:bodyPr/>
                    <a:lstStyle/>
                    <a:p>
                      <a:pPr marL="87313" indent="0" algn="just"/>
                      <a:r>
                        <a:rPr lang="es-ES_tradnl" sz="1200" b="1">
                          <a:solidFill>
                            <a:schemeClr val="accent1"/>
                          </a:solidFill>
                          <a:latin typeface="Quattrocento Sans" panose="020B0502050000020003" pitchFamily="34" charset="0"/>
                        </a:rPr>
                        <a:t>Arrendamiento</a:t>
                      </a:r>
                      <a:r>
                        <a:rPr lang="es-ES_tradnl" sz="1200">
                          <a:solidFill>
                            <a:schemeClr val="accent1"/>
                          </a:solidFill>
                          <a:latin typeface="Quattrocento Sans" panose="020B0502050000020003" pitchFamily="34" charset="0"/>
                        </a:rPr>
                        <a:t> del vehículo por un tiempo pactado a cambio de una cuota de alquiler. </a:t>
                      </a:r>
                      <a:r>
                        <a:rPr lang="es-ES_tradnl" sz="1200" b="1">
                          <a:solidFill>
                            <a:schemeClr val="accent1"/>
                          </a:solidFill>
                          <a:latin typeface="Quattrocento Sans" panose="020B0502050000020003" pitchFamily="34" charset="0"/>
                        </a:rPr>
                        <a:t>Al</a:t>
                      </a:r>
                      <a:r>
                        <a:rPr lang="es-ES_tradnl" sz="1200">
                          <a:solidFill>
                            <a:schemeClr val="accent1"/>
                          </a:solidFill>
                          <a:latin typeface="Quattrocento Sans" panose="020B0502050000020003" pitchFamily="34" charset="0"/>
                        </a:rPr>
                        <a:t> </a:t>
                      </a:r>
                      <a:r>
                        <a:rPr lang="es-ES_tradnl" sz="1200" b="1">
                          <a:solidFill>
                            <a:schemeClr val="accent1"/>
                          </a:solidFill>
                          <a:latin typeface="Quattrocento Sans" panose="020B0502050000020003" pitchFamily="34" charset="0"/>
                        </a:rPr>
                        <a:t>finalizar</a:t>
                      </a:r>
                      <a:r>
                        <a:rPr lang="es-ES_tradnl" sz="1200">
                          <a:solidFill>
                            <a:schemeClr val="accent1"/>
                          </a:solidFill>
                          <a:latin typeface="Quattrocento Sans" panose="020B0502050000020003" pitchFamily="34" charset="0"/>
                        </a:rPr>
                        <a:t> el plazo, puede </a:t>
                      </a:r>
                      <a:r>
                        <a:rPr lang="es-ES_tradnl" sz="1200" b="1">
                          <a:solidFill>
                            <a:schemeClr val="accent1"/>
                          </a:solidFill>
                          <a:latin typeface="Quattrocento Sans" panose="020B0502050000020003" pitchFamily="34" charset="0"/>
                        </a:rPr>
                        <a:t>devolverse</a:t>
                      </a:r>
                      <a:r>
                        <a:rPr lang="es-ES_tradnl" sz="1200">
                          <a:solidFill>
                            <a:schemeClr val="accent1"/>
                          </a:solidFill>
                          <a:latin typeface="Quattrocento Sans" panose="020B0502050000020003" pitchFamily="34" charset="0"/>
                        </a:rPr>
                        <a:t>, </a:t>
                      </a:r>
                      <a:r>
                        <a:rPr lang="es-ES_tradnl" sz="1200" b="1">
                          <a:solidFill>
                            <a:schemeClr val="accent1"/>
                          </a:solidFill>
                          <a:latin typeface="Quattrocento Sans" panose="020B0502050000020003" pitchFamily="34" charset="0"/>
                        </a:rPr>
                        <a:t>cambiarse</a:t>
                      </a:r>
                      <a:r>
                        <a:rPr lang="es-ES_tradnl" sz="1200">
                          <a:solidFill>
                            <a:schemeClr val="accent1"/>
                          </a:solidFill>
                          <a:latin typeface="Quattrocento Sans" panose="020B0502050000020003" pitchFamily="34" charset="0"/>
                        </a:rPr>
                        <a:t>, o </a:t>
                      </a:r>
                      <a:r>
                        <a:rPr lang="es-ES_tradnl" sz="1200" b="1">
                          <a:solidFill>
                            <a:schemeClr val="accent1"/>
                          </a:solidFill>
                          <a:latin typeface="Quattrocento Sans" panose="020B0502050000020003" pitchFamily="34" charset="0"/>
                        </a:rPr>
                        <a:t>comprarse</a:t>
                      </a:r>
                      <a:r>
                        <a:rPr lang="es-ES_tradnl" sz="1200">
                          <a:solidFill>
                            <a:schemeClr val="accent1"/>
                          </a:solidFill>
                          <a:latin typeface="Quattrocento Sans" panose="020B0502050000020003" pitchFamily="34" charset="0"/>
                        </a:rPr>
                        <a:t> el vehículo (pago de cuota final</a:t>
                      </a:r>
                      <a:r>
                        <a:rPr lang="es-ES_tradnl" sz="1200" baseline="30000">
                          <a:solidFill>
                            <a:schemeClr val="accent1"/>
                          </a:solidFill>
                          <a:latin typeface="Quattrocento Sans" panose="020B0502050000020003" pitchFamily="34" charset="0"/>
                        </a:rPr>
                        <a:t>1</a:t>
                      </a:r>
                      <a:r>
                        <a:rPr lang="es-ES_tradnl" sz="1200">
                          <a:solidFill>
                            <a:schemeClr val="accent1"/>
                          </a:solidFill>
                          <a:latin typeface="Quattrocento Sans" panose="020B0502050000020003" pitchFamily="34" charset="0"/>
                        </a:rPr>
                        <a:t>).</a:t>
                      </a:r>
                    </a:p>
                  </a:txBody>
                  <a:tcPr anchor="ctr">
                    <a:lnL w="9525" cap="flat" cmpd="sng" algn="ctr">
                      <a:solidFill>
                        <a:schemeClr val="bg1">
                          <a:lumMod val="75000"/>
                        </a:schemeClr>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9F9F9"/>
                    </a:solidFill>
                  </a:tcPr>
                </a:tc>
                <a:tc>
                  <a:txBody>
                    <a:bodyPr/>
                    <a:lstStyle/>
                    <a:p>
                      <a:pPr algn="ctr"/>
                      <a:r>
                        <a:rPr lang="es-ES_tradnl" sz="1200">
                          <a:solidFill>
                            <a:schemeClr val="accent1"/>
                          </a:solidFill>
                          <a:latin typeface="Quattrocento Sans" panose="020B0502050000020003" pitchFamily="34" charset="0"/>
                        </a:rPr>
                        <a:t>Sí</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9F9F9"/>
                    </a:solidFill>
                  </a:tcPr>
                </a:tc>
                <a:tc>
                  <a:txBody>
                    <a:bodyPr/>
                    <a:lstStyle/>
                    <a:p>
                      <a:pPr algn="ctr"/>
                      <a:r>
                        <a:rPr lang="es-ES_tradnl" sz="1200">
                          <a:solidFill>
                            <a:schemeClr val="accent1"/>
                          </a:solidFill>
                          <a:latin typeface="Quattrocento Sans" panose="020B0502050000020003" pitchFamily="34" charset="0"/>
                        </a:rPr>
                        <a:t>Sí</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9F9F9"/>
                    </a:solidFill>
                  </a:tcPr>
                </a:tc>
                <a:tc>
                  <a:txBody>
                    <a:bodyPr/>
                    <a:lstStyle/>
                    <a:p>
                      <a:pPr algn="ctr"/>
                      <a:r>
                        <a:rPr lang="es-ES_tradnl" sz="1200">
                          <a:solidFill>
                            <a:schemeClr val="accent1"/>
                          </a:solidFill>
                          <a:latin typeface="Quattrocento Sans" panose="020B0502050000020003" pitchFamily="34" charset="0"/>
                        </a:rPr>
                        <a:t>Sí</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9F9F9"/>
                    </a:solidFill>
                  </a:tcPr>
                </a:tc>
                <a:tc>
                  <a:txBody>
                    <a:bodyPr/>
                    <a:lstStyle/>
                    <a:p>
                      <a:pPr algn="ctr"/>
                      <a:r>
                        <a:rPr lang="es-ES_tradnl" sz="1200">
                          <a:solidFill>
                            <a:schemeClr val="accent1"/>
                          </a:solidFill>
                          <a:latin typeface="Quattrocento Sans" panose="020B0502050000020003" pitchFamily="34" charset="0"/>
                        </a:rPr>
                        <a:t>Sí</a:t>
                      </a:r>
                    </a:p>
                  </a:txBody>
                  <a:tcPr anchor="ctr">
                    <a:lnL w="9525" cap="flat" cmpd="sng" algn="ctr">
                      <a:solidFill>
                        <a:schemeClr val="accent1"/>
                      </a:solidFill>
                      <a:prstDash val="solid"/>
                      <a:round/>
                      <a:headEnd type="none" w="med" len="med"/>
                      <a:tailEnd type="none" w="med" len="med"/>
                    </a:lnL>
                    <a:lnR w="9525" cap="flat" cmpd="sng" algn="ctr">
                      <a:solidFill>
                        <a:schemeClr val="accent1"/>
                      </a:solidFill>
                      <a:prstDash val="solid"/>
                      <a:round/>
                      <a:headEnd type="none" w="med" len="med"/>
                      <a:tailEnd type="none" w="med" len="med"/>
                    </a:lnR>
                    <a:lnT w="9525" cap="flat" cmpd="sng" algn="ctr">
                      <a:solidFill>
                        <a:schemeClr val="accent1"/>
                      </a:solidFill>
                      <a:prstDash val="solid"/>
                      <a:round/>
                      <a:headEnd type="none" w="med" len="med"/>
                      <a:tailEnd type="none" w="med" len="med"/>
                    </a:lnT>
                    <a:lnB w="9525" cap="flat" cmpd="sng" algn="ctr">
                      <a:solidFill>
                        <a:schemeClr val="accent1"/>
                      </a:solidFill>
                      <a:prstDash val="solid"/>
                      <a:round/>
                      <a:headEnd type="none" w="med" len="med"/>
                      <a:tailEnd type="none" w="med" len="med"/>
                    </a:lnB>
                    <a:solidFill>
                      <a:srgbClr val="F9F9F9"/>
                    </a:solidFill>
                  </a:tcPr>
                </a:tc>
                <a:extLst>
                  <a:ext uri="{0D108BD9-81ED-4DB2-BD59-A6C34878D82A}">
                    <a16:rowId xmlns:a16="http://schemas.microsoft.com/office/drawing/2014/main" val="3894091178"/>
                  </a:ext>
                </a:extLst>
              </a:tr>
            </a:tbl>
          </a:graphicData>
        </a:graphic>
      </p:graphicFrame>
      <p:sp>
        <p:nvSpPr>
          <p:cNvPr id="21" name="TextBox 20">
            <a:extLst>
              <a:ext uri="{FF2B5EF4-FFF2-40B4-BE49-F238E27FC236}">
                <a16:creationId xmlns:a16="http://schemas.microsoft.com/office/drawing/2014/main" id="{57AB5F1D-1C57-3F5D-B542-1F219C319BDB}"/>
              </a:ext>
            </a:extLst>
          </p:cNvPr>
          <p:cNvSpPr txBox="1"/>
          <p:nvPr/>
        </p:nvSpPr>
        <p:spPr>
          <a:xfrm>
            <a:off x="683871" y="6386181"/>
            <a:ext cx="8379847" cy="230832"/>
          </a:xfrm>
          <a:prstGeom prst="rect">
            <a:avLst/>
          </a:prstGeom>
          <a:noFill/>
        </p:spPr>
        <p:txBody>
          <a:bodyPr wrap="square" rtlCol="0">
            <a:spAutoFit/>
          </a:bodyPr>
          <a:lstStyle/>
          <a:p>
            <a:r>
              <a:rPr lang="es-ES_tradnl" sz="900" i="1">
                <a:latin typeface="Quattrocento Sans" panose="020B0502050000020003" pitchFamily="34" charset="0"/>
              </a:rPr>
              <a:t>1. </a:t>
            </a:r>
            <a:r>
              <a:rPr lang="es-ES" sz="900" i="1">
                <a:effectLst/>
                <a:latin typeface="Quattrocento Sans" panose="020B0502050000020003" pitchFamily="34" charset="0"/>
                <a:ea typeface="Aptos" panose="020B0004020202020204" pitchFamily="34" charset="0"/>
              </a:rPr>
              <a:t>Algunos concesionarios o financieras ofrecen la posibilidad de financiar la cuota final.</a:t>
            </a:r>
            <a:endParaRPr lang="es-ES_tradnl" sz="900" i="1">
              <a:latin typeface="Quattrocento Sans" panose="020B0502050000020003" pitchFamily="34" charset="0"/>
            </a:endParaRPr>
          </a:p>
        </p:txBody>
      </p:sp>
    </p:spTree>
    <p:extLst>
      <p:ext uri="{BB962C8B-B14F-4D97-AF65-F5344CB8AC3E}">
        <p14:creationId xmlns:p14="http://schemas.microsoft.com/office/powerpoint/2010/main" val="9191940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F19BF-B1B6-7C83-CE53-413F28CA897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C55BE11-4801-56B4-B38D-D4C4A5178576}"/>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2" name="Rectangle 17">
            <a:extLst>
              <a:ext uri="{FF2B5EF4-FFF2-40B4-BE49-F238E27FC236}">
                <a16:creationId xmlns:a16="http://schemas.microsoft.com/office/drawing/2014/main" id="{97184671-303E-8B61-712A-7C1AD8FFF976}"/>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a:cs typeface="Segoe UI"/>
                <a:sym typeface="Arial"/>
              </a:rPr>
              <a:t>Valor residual en el mercado de automóviles</a:t>
            </a:r>
          </a:p>
          <a:p>
            <a:pPr>
              <a:buSzPts val="1800"/>
            </a:pPr>
            <a:r>
              <a:rPr lang="es-ES_tradnl" sz="2000">
                <a:solidFill>
                  <a:srgbClr val="BFA13E"/>
                </a:solidFill>
                <a:latin typeface="Segoe UI"/>
                <a:cs typeface="Segoe UI"/>
                <a:sym typeface="Trebuchet MS"/>
              </a:rPr>
              <a:t>Cálculo de la cuota de arrendamiento – Ejemplo I (1/2)</a:t>
            </a:r>
            <a:endParaRPr lang="es-ES_tradnl" sz="2000">
              <a:solidFill>
                <a:srgbClr val="BFA13E"/>
              </a:solidFill>
              <a:latin typeface="Segoe UI" panose="020B0502040204020203" pitchFamily="34" charset="0"/>
              <a:cs typeface="Segoe UI" panose="020B0502040204020203" pitchFamily="34" charset="0"/>
              <a:sym typeface="Trebuchet MS"/>
            </a:endParaRPr>
          </a:p>
        </p:txBody>
      </p:sp>
      <p:sp>
        <p:nvSpPr>
          <p:cNvPr id="3" name="Rectangle 2">
            <a:extLst>
              <a:ext uri="{FF2B5EF4-FFF2-40B4-BE49-F238E27FC236}">
                <a16:creationId xmlns:a16="http://schemas.microsoft.com/office/drawing/2014/main" id="{70B2B196-0050-ED6A-7DC5-1506E74CDB01}"/>
              </a:ext>
            </a:extLst>
          </p:cNvPr>
          <p:cNvSpPr/>
          <p:nvPr/>
        </p:nvSpPr>
        <p:spPr>
          <a:xfrm>
            <a:off x="334963" y="395116"/>
            <a:ext cx="732506" cy="584775"/>
          </a:xfrm>
          <a:prstGeom prst="rect">
            <a:avLst/>
          </a:prstGeom>
        </p:spPr>
        <p:txBody>
          <a:bodyPr wrap="square" lIns="91440" tIns="45720" rIns="91440" bIns="45720" anchor="t">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2</a:t>
            </a:r>
          </a:p>
        </p:txBody>
      </p:sp>
      <p:cxnSp>
        <p:nvCxnSpPr>
          <p:cNvPr id="4" name="Straight Connector 3">
            <a:extLst>
              <a:ext uri="{FF2B5EF4-FFF2-40B4-BE49-F238E27FC236}">
                <a16:creationId xmlns:a16="http://schemas.microsoft.com/office/drawing/2014/main" id="{DE6221FD-CB13-8B44-99F9-934DE1994012}"/>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6" name="Google Shape;978;p52">
            <a:extLst>
              <a:ext uri="{FF2B5EF4-FFF2-40B4-BE49-F238E27FC236}">
                <a16:creationId xmlns:a16="http://schemas.microsoft.com/office/drawing/2014/main" id="{E44A917B-17CB-71FE-0F22-495CD69014E8}"/>
              </a:ext>
            </a:extLst>
          </p:cNvPr>
          <p:cNvSpPr/>
          <p:nvPr/>
        </p:nvSpPr>
        <p:spPr>
          <a:xfrm>
            <a:off x="515599" y="1094400"/>
            <a:ext cx="11437587"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a:solidFill>
                  <a:srgbClr val="073763"/>
                </a:solidFill>
                <a:latin typeface="Arial" panose="020B0604020202020204" pitchFamily="34" charset="0"/>
                <a:ea typeface="Quattrocento Sans"/>
                <a:cs typeface="Arial" panose="020B0604020202020204" pitchFamily="34" charset="0"/>
                <a:sym typeface="Quattrocento Sans"/>
              </a:rPr>
              <a:t>A través de una calculadora automática que hemos desarrollado, es posible conocer la cuota mensual de arrendamiento y construir un cuadro de amortización con el reparto del capital e intereses pagados a lo largo del período de vigencia de contrato</a:t>
            </a:r>
          </a:p>
        </p:txBody>
      </p:sp>
      <p:sp>
        <p:nvSpPr>
          <p:cNvPr id="9" name="TextBox 8">
            <a:extLst>
              <a:ext uri="{FF2B5EF4-FFF2-40B4-BE49-F238E27FC236}">
                <a16:creationId xmlns:a16="http://schemas.microsoft.com/office/drawing/2014/main" id="{326C2A42-139C-37C8-3253-91B185876E8B}"/>
              </a:ext>
            </a:extLst>
          </p:cNvPr>
          <p:cNvSpPr txBox="1"/>
          <p:nvPr/>
        </p:nvSpPr>
        <p:spPr>
          <a:xfrm>
            <a:off x="1043405" y="2004009"/>
            <a:ext cx="4572936" cy="1815882"/>
          </a:xfrm>
          <a:prstGeom prst="rect">
            <a:avLst/>
          </a:prstGeom>
          <a:solidFill>
            <a:srgbClr val="F9F9F9"/>
          </a:solidFill>
          <a:effectLst>
            <a:outerShdw blurRad="50800" dist="38100" dir="2700000" algn="tl" rotWithShape="0">
              <a:prstClr val="black">
                <a:alpha val="40000"/>
              </a:prstClr>
            </a:outerShdw>
          </a:effectLst>
        </p:spPr>
        <p:txBody>
          <a:bodyPr wrap="square">
            <a:spAutoFit/>
          </a:bodyPr>
          <a:lstStyle/>
          <a:p>
            <a:pPr marL="285750" indent="-285750">
              <a:buFont typeface="Arial" panose="020B0604020202020204" pitchFamily="34" charset="0"/>
              <a:buChar char="•"/>
            </a:pPr>
            <a:endParaRPr lang="es-ES" sz="1400">
              <a:solidFill>
                <a:srgbClr val="002260"/>
              </a:solidFill>
              <a:effectLst/>
              <a:latin typeface="Quattrocento Sans" panose="020B0502050000020003" pitchFamily="34" charset="0"/>
              <a:ea typeface="Times New Roman" panose="02020603050405020304" pitchFamily="18" charset="0"/>
            </a:endParaRPr>
          </a:p>
          <a:p>
            <a:pPr marL="285750" indent="-285750">
              <a:buFont typeface="Arial" panose="020B0604020202020204" pitchFamily="34" charset="0"/>
              <a:buChar char="•"/>
            </a:pPr>
            <a:r>
              <a:rPr lang="es-ES" sz="1400" b="1">
                <a:solidFill>
                  <a:srgbClr val="002260"/>
                </a:solidFill>
                <a:effectLst/>
                <a:latin typeface="Quattrocento Sans" panose="020B0502050000020003" pitchFamily="34" charset="0"/>
                <a:ea typeface="Times New Roman" panose="02020603050405020304" pitchFamily="18" charset="0"/>
              </a:rPr>
              <a:t>Precio de venta (P)</a:t>
            </a:r>
            <a:r>
              <a:rPr lang="es-ES" sz="1400">
                <a:solidFill>
                  <a:srgbClr val="002260"/>
                </a:solidFill>
                <a:effectLst/>
                <a:latin typeface="Quattrocento Sans" panose="020B0502050000020003" pitchFamily="34" charset="0"/>
                <a:ea typeface="Times New Roman" panose="02020603050405020304" pitchFamily="18" charset="0"/>
              </a:rPr>
              <a:t>: 30.000€</a:t>
            </a:r>
          </a:p>
          <a:p>
            <a:pPr marL="285750" indent="-285750">
              <a:buFont typeface="Arial" panose="020B0604020202020204" pitchFamily="34" charset="0"/>
              <a:buChar char="•"/>
            </a:pPr>
            <a:r>
              <a:rPr lang="es-ES" sz="1400" b="1">
                <a:solidFill>
                  <a:srgbClr val="002260"/>
                </a:solidFill>
                <a:latin typeface="Quattrocento Sans" panose="020B0502050000020003" pitchFamily="34" charset="0"/>
                <a:ea typeface="Times New Roman" panose="02020603050405020304" pitchFamily="18" charset="0"/>
              </a:rPr>
              <a:t>Plazo del contrato (d)</a:t>
            </a:r>
            <a:r>
              <a:rPr lang="es-ES" sz="1400">
                <a:solidFill>
                  <a:srgbClr val="002260"/>
                </a:solidFill>
                <a:latin typeface="Quattrocento Sans" panose="020B0502050000020003" pitchFamily="34" charset="0"/>
                <a:ea typeface="Times New Roman" panose="02020603050405020304" pitchFamily="18" charset="0"/>
              </a:rPr>
              <a:t>: 5 años</a:t>
            </a:r>
          </a:p>
          <a:p>
            <a:pPr marL="285750" indent="-285750">
              <a:buFont typeface="Arial" panose="020B0604020202020204" pitchFamily="34" charset="0"/>
              <a:buChar char="•"/>
            </a:pPr>
            <a:r>
              <a:rPr lang="es-ES" sz="1400" b="1">
                <a:solidFill>
                  <a:srgbClr val="002260"/>
                </a:solidFill>
                <a:effectLst/>
                <a:latin typeface="Quattrocento Sans" panose="020B0502050000020003" pitchFamily="34" charset="0"/>
                <a:ea typeface="Times New Roman" panose="02020603050405020304" pitchFamily="18" charset="0"/>
              </a:rPr>
              <a:t>Límite kilometraje</a:t>
            </a:r>
            <a:r>
              <a:rPr lang="es-ES" sz="1400">
                <a:solidFill>
                  <a:srgbClr val="002260"/>
                </a:solidFill>
                <a:effectLst/>
                <a:latin typeface="Quattrocento Sans" panose="020B0502050000020003" pitchFamily="34" charset="0"/>
                <a:ea typeface="Times New Roman" panose="02020603050405020304" pitchFamily="18" charset="0"/>
              </a:rPr>
              <a:t>: 150.000km</a:t>
            </a:r>
          </a:p>
          <a:p>
            <a:pPr marL="285750" indent="-285750">
              <a:buFont typeface="Arial" panose="020B0604020202020204" pitchFamily="34" charset="0"/>
              <a:buChar char="•"/>
            </a:pPr>
            <a:r>
              <a:rPr lang="es-ES" sz="1400" b="1">
                <a:solidFill>
                  <a:srgbClr val="002260"/>
                </a:solidFill>
                <a:effectLst/>
                <a:latin typeface="Quattrocento Sans" panose="020B0502050000020003" pitchFamily="34" charset="0"/>
                <a:ea typeface="Times New Roman" panose="02020603050405020304" pitchFamily="18" charset="0"/>
              </a:rPr>
              <a:t>Valor residual (VR)</a:t>
            </a:r>
            <a:r>
              <a:rPr lang="es-ES" sz="1400">
                <a:solidFill>
                  <a:srgbClr val="002260"/>
                </a:solidFill>
                <a:effectLst/>
                <a:latin typeface="Quattrocento Sans" panose="020B0502050000020003" pitchFamily="34" charset="0"/>
                <a:ea typeface="Times New Roman" panose="02020603050405020304" pitchFamily="18" charset="0"/>
              </a:rPr>
              <a:t>: 15.000€</a:t>
            </a:r>
          </a:p>
          <a:p>
            <a:pPr marL="285750" indent="-285750">
              <a:buFont typeface="Arial" panose="020B0604020202020204" pitchFamily="34" charset="0"/>
              <a:buChar char="•"/>
            </a:pPr>
            <a:r>
              <a:rPr lang="es-ES" sz="1400" b="1">
                <a:solidFill>
                  <a:srgbClr val="002260"/>
                </a:solidFill>
                <a:latin typeface="Quattrocento Sans" panose="020B0502050000020003" pitchFamily="34" charset="0"/>
                <a:ea typeface="Times New Roman" panose="02020603050405020304" pitchFamily="18" charset="0"/>
              </a:rPr>
              <a:t>Tipo de interés anual (i)</a:t>
            </a:r>
            <a:r>
              <a:rPr lang="es-ES" sz="1400">
                <a:solidFill>
                  <a:srgbClr val="002260"/>
                </a:solidFill>
                <a:latin typeface="Quattrocento Sans" panose="020B0502050000020003" pitchFamily="34" charset="0"/>
                <a:ea typeface="Times New Roman" panose="02020603050405020304" pitchFamily="18" charset="0"/>
              </a:rPr>
              <a:t>: 8% </a:t>
            </a:r>
            <a:r>
              <a:rPr lang="es-ES" sz="1400">
                <a:solidFill>
                  <a:srgbClr val="002260"/>
                </a:solidFill>
                <a:latin typeface="Quattrocento Sans" panose="020B0502050000020003" pitchFamily="34" charset="0"/>
                <a:ea typeface="Times New Roman" panose="02020603050405020304" pitchFamily="18" charset="0"/>
                <a:sym typeface="Wingdings" panose="05000000000000000000" pitchFamily="2" charset="2"/>
              </a:rPr>
              <a:t> T/i mensual = 0,67%</a:t>
            </a:r>
          </a:p>
          <a:p>
            <a:pPr marL="285750" indent="-285750">
              <a:buFont typeface="Arial" panose="020B0604020202020204" pitchFamily="34" charset="0"/>
              <a:buChar char="•"/>
            </a:pPr>
            <a:r>
              <a:rPr lang="es-ES" sz="1400" b="1">
                <a:solidFill>
                  <a:srgbClr val="002260"/>
                </a:solidFill>
                <a:latin typeface="Quattrocento Sans" panose="020B0502050000020003" pitchFamily="34" charset="0"/>
                <a:ea typeface="Times New Roman" panose="02020603050405020304" pitchFamily="18" charset="0"/>
                <a:sym typeface="Wingdings" panose="05000000000000000000" pitchFamily="2" charset="2"/>
              </a:rPr>
              <a:t>Coste de servicios asociados (SA):</a:t>
            </a:r>
            <a:r>
              <a:rPr lang="es-ES" sz="1400">
                <a:solidFill>
                  <a:srgbClr val="002260"/>
                </a:solidFill>
                <a:latin typeface="Quattrocento Sans" panose="020B0502050000020003" pitchFamily="34" charset="0"/>
                <a:ea typeface="Times New Roman" panose="02020603050405020304" pitchFamily="18" charset="0"/>
                <a:sym typeface="Wingdings" panose="05000000000000000000" pitchFamily="2" charset="2"/>
              </a:rPr>
              <a:t> 2.000€</a:t>
            </a:r>
          </a:p>
          <a:p>
            <a:pPr marL="285750" indent="-285750">
              <a:buFont typeface="Arial" panose="020B0604020202020204" pitchFamily="34" charset="0"/>
              <a:buChar char="•"/>
            </a:pPr>
            <a:r>
              <a:rPr lang="es-ES" sz="1400" b="1">
                <a:solidFill>
                  <a:srgbClr val="002260"/>
                </a:solidFill>
                <a:latin typeface="Quattrocento Sans" panose="020B0502050000020003" pitchFamily="34" charset="0"/>
                <a:ea typeface="Times New Roman" panose="02020603050405020304" pitchFamily="18" charset="0"/>
                <a:sym typeface="Wingdings" panose="05000000000000000000" pitchFamily="2" charset="2"/>
              </a:rPr>
              <a:t>Entrada (E): </a:t>
            </a:r>
            <a:r>
              <a:rPr lang="es-ES" sz="1400">
                <a:solidFill>
                  <a:srgbClr val="002260"/>
                </a:solidFill>
                <a:latin typeface="Quattrocento Sans" panose="020B0502050000020003" pitchFamily="34" charset="0"/>
                <a:ea typeface="Times New Roman" panose="02020603050405020304" pitchFamily="18" charset="0"/>
                <a:sym typeface="Wingdings" panose="05000000000000000000" pitchFamily="2" charset="2"/>
              </a:rPr>
              <a:t>0€</a:t>
            </a:r>
            <a:endParaRPr lang="es-ES" sz="1400">
              <a:solidFill>
                <a:srgbClr val="002260"/>
              </a:solidFill>
              <a:latin typeface="Quattrocento Sans" panose="020B0502050000020003" pitchFamily="34" charset="0"/>
              <a:ea typeface="Times New Roman" panose="02020603050405020304" pitchFamily="18" charset="0"/>
            </a:endParaRPr>
          </a:p>
        </p:txBody>
      </p:sp>
      <p:sp>
        <p:nvSpPr>
          <p:cNvPr id="13" name="TextBox 12">
            <a:extLst>
              <a:ext uri="{FF2B5EF4-FFF2-40B4-BE49-F238E27FC236}">
                <a16:creationId xmlns:a16="http://schemas.microsoft.com/office/drawing/2014/main" id="{61F33F06-A3D7-AFAC-9F1A-C2D6B63BF520}"/>
              </a:ext>
            </a:extLst>
          </p:cNvPr>
          <p:cNvSpPr txBox="1"/>
          <p:nvPr/>
        </p:nvSpPr>
        <p:spPr>
          <a:xfrm>
            <a:off x="1067468" y="1768841"/>
            <a:ext cx="4203031" cy="307777"/>
          </a:xfrm>
          <a:prstGeom prst="rect">
            <a:avLst/>
          </a:prstGeom>
          <a:solidFill>
            <a:schemeClr val="tx2">
              <a:lumMod val="90000"/>
              <a:lumOff val="10000"/>
            </a:schemeClr>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algn="ctr"/>
            <a:r>
              <a:rPr lang="es-ES_tradnl" sz="1400" b="1">
                <a:solidFill>
                  <a:schemeClr val="bg1"/>
                </a:solidFill>
                <a:latin typeface="Segoe Print" panose="02000600000000000000" pitchFamily="2" charset="0"/>
              </a:rPr>
              <a:t>Contrato de Leasing I</a:t>
            </a:r>
          </a:p>
        </p:txBody>
      </p:sp>
      <p:pic>
        <p:nvPicPr>
          <p:cNvPr id="17" name="Picture 16">
            <a:extLst>
              <a:ext uri="{FF2B5EF4-FFF2-40B4-BE49-F238E27FC236}">
                <a16:creationId xmlns:a16="http://schemas.microsoft.com/office/drawing/2014/main" id="{A76CC524-3564-F57F-3E08-1224602377CC}"/>
              </a:ext>
            </a:extLst>
          </p:cNvPr>
          <p:cNvPicPr>
            <a:picLocks noChangeAspect="1"/>
          </p:cNvPicPr>
          <p:nvPr/>
        </p:nvPicPr>
        <p:blipFill>
          <a:blip r:embed="rId2"/>
          <a:stretch>
            <a:fillRect/>
          </a:stretch>
        </p:blipFill>
        <p:spPr>
          <a:xfrm>
            <a:off x="6587432" y="1768841"/>
            <a:ext cx="4812304" cy="4141071"/>
          </a:xfrm>
          <a:prstGeom prst="rect">
            <a:avLst/>
          </a:prstGeom>
          <a:ln w="38100">
            <a:solidFill>
              <a:schemeClr val="bg1"/>
            </a:solidFill>
          </a:ln>
          <a:effectLst>
            <a:outerShdw blurRad="50800" dist="38100" dir="2700000" algn="tl" rotWithShape="0">
              <a:prstClr val="black">
                <a:alpha val="40000"/>
              </a:prstClr>
            </a:outerShdw>
          </a:effectLst>
        </p:spPr>
      </p:pic>
      <p:sp>
        <p:nvSpPr>
          <p:cNvPr id="18" name="TextBox 17">
            <a:extLst>
              <a:ext uri="{FF2B5EF4-FFF2-40B4-BE49-F238E27FC236}">
                <a16:creationId xmlns:a16="http://schemas.microsoft.com/office/drawing/2014/main" id="{63DAD049-3E57-7C31-8389-FC5722A8C4CD}"/>
              </a:ext>
            </a:extLst>
          </p:cNvPr>
          <p:cNvSpPr txBox="1"/>
          <p:nvPr/>
        </p:nvSpPr>
        <p:spPr>
          <a:xfrm>
            <a:off x="6409365" y="6015790"/>
            <a:ext cx="5168438" cy="461665"/>
          </a:xfrm>
          <a:prstGeom prst="rect">
            <a:avLst/>
          </a:prstGeom>
          <a:noFill/>
        </p:spPr>
        <p:txBody>
          <a:bodyPr wrap="square" rtlCol="0">
            <a:spAutoFit/>
          </a:bodyPr>
          <a:lstStyle/>
          <a:p>
            <a:pPr algn="ctr"/>
            <a:r>
              <a:rPr lang="es-ES_tradnl" sz="1200" b="1">
                <a:solidFill>
                  <a:schemeClr val="accent1"/>
                </a:solidFill>
                <a:latin typeface="Segoe Print" panose="02000600000000000000" pitchFamily="2" charset="0"/>
              </a:rPr>
              <a:t>Figura III. Calculadora automática del cuadro de amortización para un contrato de leasing, renting o </a:t>
            </a:r>
            <a:r>
              <a:rPr lang="es-ES_tradnl" sz="1200" b="1" err="1">
                <a:solidFill>
                  <a:schemeClr val="accent1"/>
                </a:solidFill>
                <a:latin typeface="Segoe Print" panose="02000600000000000000" pitchFamily="2" charset="0"/>
              </a:rPr>
              <a:t>multiopción</a:t>
            </a:r>
            <a:r>
              <a:rPr lang="es-ES_tradnl" sz="1200" b="1">
                <a:solidFill>
                  <a:schemeClr val="accent1"/>
                </a:solidFill>
                <a:latin typeface="Segoe Print" panose="02000600000000000000" pitchFamily="2" charset="0"/>
              </a:rPr>
              <a:t>.</a:t>
            </a:r>
          </a:p>
        </p:txBody>
      </p:sp>
      <p:pic>
        <p:nvPicPr>
          <p:cNvPr id="20" name="Graphic 19" descr="Arrow: Straight with solid fill">
            <a:extLst>
              <a:ext uri="{FF2B5EF4-FFF2-40B4-BE49-F238E27FC236}">
                <a16:creationId xmlns:a16="http://schemas.microsoft.com/office/drawing/2014/main" id="{21021D04-0A3F-C116-9391-32BCA2450E8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a:off x="2888957" y="3626737"/>
            <a:ext cx="699897" cy="429823"/>
          </a:xfrm>
          <a:prstGeom prst="rect">
            <a:avLst/>
          </a:prstGeom>
        </p:spPr>
      </p:pic>
      <p:sp>
        <p:nvSpPr>
          <p:cNvPr id="21" name="TextBox 20">
            <a:extLst>
              <a:ext uri="{FF2B5EF4-FFF2-40B4-BE49-F238E27FC236}">
                <a16:creationId xmlns:a16="http://schemas.microsoft.com/office/drawing/2014/main" id="{202E6606-5702-7EAB-63D7-53DB892DAEFA}"/>
              </a:ext>
            </a:extLst>
          </p:cNvPr>
          <p:cNvSpPr txBox="1"/>
          <p:nvPr/>
        </p:nvSpPr>
        <p:spPr>
          <a:xfrm>
            <a:off x="1313794" y="4171191"/>
            <a:ext cx="4032159" cy="338554"/>
          </a:xfrm>
          <a:prstGeom prst="rect">
            <a:avLst/>
          </a:prstGeom>
          <a:solidFill>
            <a:schemeClr val="tx2">
              <a:lumMod val="10000"/>
              <a:lumOff val="90000"/>
            </a:schemeClr>
          </a:solidFill>
          <a:ln>
            <a:solidFill>
              <a:schemeClr val="tx2"/>
            </a:solidFill>
          </a:ln>
          <a:effectLst>
            <a:outerShdw blurRad="50800" dist="38100" dir="2700000" algn="tl" rotWithShape="0">
              <a:prstClr val="black">
                <a:alpha val="40000"/>
              </a:prstClr>
            </a:outerShdw>
          </a:effectLst>
        </p:spPr>
        <p:txBody>
          <a:bodyPr wrap="square" rtlCol="0">
            <a:spAutoFit/>
          </a:bodyPr>
          <a:lstStyle/>
          <a:p>
            <a:r>
              <a:rPr lang="es-ES_tradnl" sz="1600" b="1">
                <a:solidFill>
                  <a:srgbClr val="002260"/>
                </a:solidFill>
                <a:latin typeface="Quattrocento Sans" panose="020B0502050000020003" pitchFamily="34" charset="0"/>
              </a:rPr>
              <a:t>Cuota de arrendamiento mensual = 444,70€</a:t>
            </a:r>
          </a:p>
        </p:txBody>
      </p:sp>
      <p:graphicFrame>
        <p:nvGraphicFramePr>
          <p:cNvPr id="23" name="Object 22">
            <a:extLst>
              <a:ext uri="{FF2B5EF4-FFF2-40B4-BE49-F238E27FC236}">
                <a16:creationId xmlns:a16="http://schemas.microsoft.com/office/drawing/2014/main" id="{8F3DC447-E492-8FDE-0C88-9031A2C39043}"/>
              </a:ext>
            </a:extLst>
          </p:cNvPr>
          <p:cNvGraphicFramePr>
            <a:graphicFrameLocks noChangeAspect="1"/>
          </p:cNvGraphicFramePr>
          <p:nvPr>
            <p:extLst>
              <p:ext uri="{D42A27DB-BD31-4B8C-83A1-F6EECF244321}">
                <p14:modId xmlns:p14="http://schemas.microsoft.com/office/powerpoint/2010/main" val="3542165969"/>
              </p:ext>
            </p:extLst>
          </p:nvPr>
        </p:nvGraphicFramePr>
        <p:xfrm>
          <a:off x="7019063" y="4263992"/>
          <a:ext cx="1085409" cy="1045753"/>
        </p:xfrm>
        <a:graphic>
          <a:graphicData uri="http://schemas.openxmlformats.org/presentationml/2006/ole">
            <mc:AlternateContent xmlns:mc="http://schemas.openxmlformats.org/markup-compatibility/2006">
              <mc:Choice xmlns:v="urn:schemas-microsoft-com:vml" Requires="v">
                <p:oleObj name="Worksheet" showAsIcon="1" r:id="rId5" imgW="914400" imgH="806349" progId="Excel.Sheet.12">
                  <p:embed/>
                </p:oleObj>
              </mc:Choice>
              <mc:Fallback>
                <p:oleObj name="Worksheet" showAsIcon="1" r:id="rId5" imgW="914400" imgH="806349" progId="Excel.Sheet.12">
                  <p:embed/>
                  <p:pic>
                    <p:nvPicPr>
                      <p:cNvPr id="23" name="Object 22">
                        <a:extLst>
                          <a:ext uri="{FF2B5EF4-FFF2-40B4-BE49-F238E27FC236}">
                            <a16:creationId xmlns:a16="http://schemas.microsoft.com/office/drawing/2014/main" id="{8F3DC447-E492-8FDE-0C88-9031A2C39043}"/>
                          </a:ext>
                        </a:extLst>
                      </p:cNvPr>
                      <p:cNvPicPr/>
                      <p:nvPr/>
                    </p:nvPicPr>
                    <p:blipFill>
                      <a:blip r:embed="rId6"/>
                      <a:stretch>
                        <a:fillRect/>
                      </a:stretch>
                    </p:blipFill>
                    <p:spPr>
                      <a:xfrm>
                        <a:off x="7019063" y="4263992"/>
                        <a:ext cx="1085409" cy="1045753"/>
                      </a:xfrm>
                      <a:prstGeom prst="rect">
                        <a:avLst/>
                      </a:prstGeom>
                    </p:spPr>
                  </p:pic>
                </p:oleObj>
              </mc:Fallback>
            </mc:AlternateContent>
          </a:graphicData>
        </a:graphic>
      </p:graphicFrame>
      <p:sp>
        <p:nvSpPr>
          <p:cNvPr id="24" name="TextBox 23">
            <a:extLst>
              <a:ext uri="{FF2B5EF4-FFF2-40B4-BE49-F238E27FC236}">
                <a16:creationId xmlns:a16="http://schemas.microsoft.com/office/drawing/2014/main" id="{9C428531-520A-5728-58A2-CF5BB083FA1E}"/>
              </a:ext>
            </a:extLst>
          </p:cNvPr>
          <p:cNvSpPr txBox="1"/>
          <p:nvPr/>
        </p:nvSpPr>
        <p:spPr>
          <a:xfrm>
            <a:off x="6891688" y="4665879"/>
            <a:ext cx="1392918" cy="523220"/>
          </a:xfrm>
          <a:prstGeom prst="rect">
            <a:avLst/>
          </a:prstGeom>
          <a:solidFill>
            <a:schemeClr val="bg1"/>
          </a:solidFill>
        </p:spPr>
        <p:txBody>
          <a:bodyPr wrap="square" rtlCol="0">
            <a:spAutoFit/>
          </a:bodyPr>
          <a:lstStyle/>
          <a:p>
            <a:pPr algn="ctr"/>
            <a:r>
              <a:rPr lang="es-ES_tradnl" sz="1400" i="1">
                <a:latin typeface="Quattrocento Sans" panose="020B0502050000020003" pitchFamily="34" charset="0"/>
              </a:rPr>
              <a:t>Ver Calculadora </a:t>
            </a:r>
          </a:p>
        </p:txBody>
      </p:sp>
      <p:sp>
        <p:nvSpPr>
          <p:cNvPr id="25" name="TextBox 24">
            <a:extLst>
              <a:ext uri="{FF2B5EF4-FFF2-40B4-BE49-F238E27FC236}">
                <a16:creationId xmlns:a16="http://schemas.microsoft.com/office/drawing/2014/main" id="{3EB123A8-2BF4-1DAE-BD7B-F62ED90BE6E1}"/>
              </a:ext>
            </a:extLst>
          </p:cNvPr>
          <p:cNvSpPr txBox="1"/>
          <p:nvPr/>
        </p:nvSpPr>
        <p:spPr>
          <a:xfrm>
            <a:off x="1043406" y="4840388"/>
            <a:ext cx="4572936" cy="1069524"/>
          </a:xfrm>
          <a:prstGeom prst="rect">
            <a:avLst/>
          </a:prstGeom>
          <a:solidFill>
            <a:schemeClr val="bg1"/>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marL="285750" indent="-285750">
              <a:spcBef>
                <a:spcPts val="300"/>
              </a:spcBef>
              <a:buFont typeface="Courier New" panose="02070309020205020404" pitchFamily="49" charset="0"/>
              <a:buChar char="o"/>
            </a:pPr>
            <a:r>
              <a:rPr lang="es-ES_tradnl" sz="1400">
                <a:solidFill>
                  <a:srgbClr val="002260"/>
                </a:solidFill>
                <a:latin typeface="Quattrocento Sans" panose="020B0502050000020003" pitchFamily="34" charset="0"/>
              </a:rPr>
              <a:t>Si no se compra del vehículo </a:t>
            </a:r>
          </a:p>
          <a:p>
            <a:pPr algn="ctr">
              <a:spcBef>
                <a:spcPts val="300"/>
              </a:spcBef>
            </a:pPr>
            <a:r>
              <a:rPr lang="es-ES_tradnl" sz="1400" b="1">
                <a:solidFill>
                  <a:srgbClr val="002260"/>
                </a:solidFill>
                <a:latin typeface="Quattrocento Sans" panose="020B0502050000020003" pitchFamily="34" charset="0"/>
              </a:rPr>
              <a:t>Total</a:t>
            </a:r>
            <a:r>
              <a:rPr lang="es-ES_tradnl" sz="1400">
                <a:solidFill>
                  <a:srgbClr val="002260"/>
                </a:solidFill>
                <a:latin typeface="Quattrocento Sans" panose="020B0502050000020003" pitchFamily="34" charset="0"/>
              </a:rPr>
              <a:t>= 444,70€ x 60 cuotas = </a:t>
            </a:r>
            <a:r>
              <a:rPr lang="es-ES_tradnl" sz="1400" b="1">
                <a:solidFill>
                  <a:srgbClr val="002260"/>
                </a:solidFill>
                <a:latin typeface="Quattrocento Sans" panose="020B0502050000020003" pitchFamily="34" charset="0"/>
              </a:rPr>
              <a:t>26.681,92€</a:t>
            </a:r>
          </a:p>
          <a:p>
            <a:pPr marL="285750" indent="-285750">
              <a:spcBef>
                <a:spcPts val="300"/>
              </a:spcBef>
              <a:buFont typeface="Courier New" panose="02070309020205020404" pitchFamily="49" charset="0"/>
              <a:buChar char="o"/>
            </a:pPr>
            <a:r>
              <a:rPr lang="es-ES_tradnl" sz="1400">
                <a:solidFill>
                  <a:srgbClr val="002260"/>
                </a:solidFill>
                <a:latin typeface="Quattrocento Sans" panose="020B0502050000020003" pitchFamily="34" charset="0"/>
              </a:rPr>
              <a:t>Si se opta por la compra del vehículo </a:t>
            </a:r>
          </a:p>
          <a:p>
            <a:pPr algn="ctr">
              <a:spcBef>
                <a:spcPts val="300"/>
              </a:spcBef>
            </a:pPr>
            <a:r>
              <a:rPr lang="es-ES_tradnl" sz="1400" b="1">
                <a:solidFill>
                  <a:srgbClr val="002260"/>
                </a:solidFill>
                <a:latin typeface="Quattrocento Sans" panose="020B0502050000020003" pitchFamily="34" charset="0"/>
              </a:rPr>
              <a:t>Total </a:t>
            </a:r>
            <a:r>
              <a:rPr lang="es-ES_tradnl" sz="1400">
                <a:solidFill>
                  <a:srgbClr val="002260"/>
                </a:solidFill>
                <a:latin typeface="Quattrocento Sans" panose="020B0502050000020003" pitchFamily="34" charset="0"/>
              </a:rPr>
              <a:t>= 26.681,92 + 15.000€ = </a:t>
            </a:r>
            <a:r>
              <a:rPr lang="es-ES_tradnl" sz="1400" b="1">
                <a:solidFill>
                  <a:srgbClr val="002260"/>
                </a:solidFill>
                <a:latin typeface="Quattrocento Sans" panose="020B0502050000020003" pitchFamily="34" charset="0"/>
              </a:rPr>
              <a:t>41.681,92€</a:t>
            </a:r>
          </a:p>
        </p:txBody>
      </p:sp>
      <p:cxnSp>
        <p:nvCxnSpPr>
          <p:cNvPr id="28" name="Straight Connector 27">
            <a:extLst>
              <a:ext uri="{FF2B5EF4-FFF2-40B4-BE49-F238E27FC236}">
                <a16:creationId xmlns:a16="http://schemas.microsoft.com/office/drawing/2014/main" id="{4694A52A-2541-6F6C-CC74-8AECCCE05EE2}"/>
              </a:ext>
            </a:extLst>
          </p:cNvPr>
          <p:cNvCxnSpPr>
            <a:cxnSpLocks/>
          </p:cNvCxnSpPr>
          <p:nvPr/>
        </p:nvCxnSpPr>
        <p:spPr>
          <a:xfrm>
            <a:off x="1096812" y="4767617"/>
            <a:ext cx="4536000" cy="0"/>
          </a:xfrm>
          <a:prstGeom prst="line">
            <a:avLst/>
          </a:prstGeom>
          <a:ln w="19050">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2F8647FB-8D5D-E1CC-A4C1-65A8CD45802C}"/>
              </a:ext>
            </a:extLst>
          </p:cNvPr>
          <p:cNvSpPr txBox="1"/>
          <p:nvPr/>
        </p:nvSpPr>
        <p:spPr>
          <a:xfrm>
            <a:off x="2638458" y="4613729"/>
            <a:ext cx="1452708" cy="307777"/>
          </a:xfrm>
          <a:prstGeom prst="rect">
            <a:avLst/>
          </a:prstGeom>
          <a:solidFill>
            <a:srgbClr val="F9F9F9"/>
          </a:solidFill>
        </p:spPr>
        <p:txBody>
          <a:bodyPr wrap="square" rtlCol="0">
            <a:spAutoFit/>
          </a:bodyPr>
          <a:lstStyle/>
          <a:p>
            <a:pPr algn="ctr"/>
            <a:r>
              <a:rPr lang="es-ES_tradnl" sz="1400" b="1">
                <a:solidFill>
                  <a:schemeClr val="accent1"/>
                </a:solidFill>
                <a:latin typeface="Segoe Print" panose="02000600000000000000" pitchFamily="2" charset="0"/>
              </a:rPr>
              <a:t>Total a pagar</a:t>
            </a:r>
          </a:p>
        </p:txBody>
      </p:sp>
    </p:spTree>
    <p:extLst>
      <p:ext uri="{BB962C8B-B14F-4D97-AF65-F5344CB8AC3E}">
        <p14:creationId xmlns:p14="http://schemas.microsoft.com/office/powerpoint/2010/main" val="39650972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32E73-7CE0-1468-FB08-148B38B3766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5E291F6-8F81-6DF7-D0B9-B00C1D72A124}"/>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2" name="Rectangle 17">
            <a:extLst>
              <a:ext uri="{FF2B5EF4-FFF2-40B4-BE49-F238E27FC236}">
                <a16:creationId xmlns:a16="http://schemas.microsoft.com/office/drawing/2014/main" id="{FCF74ECD-E341-712C-A1F9-18B80EE7ABDD}"/>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a:cs typeface="Segoe UI"/>
                <a:sym typeface="Arial"/>
              </a:rPr>
              <a:t>Valor residual en el mercado de automóviles</a:t>
            </a:r>
          </a:p>
          <a:p>
            <a:pPr>
              <a:buSzPts val="1800"/>
            </a:pPr>
            <a:r>
              <a:rPr lang="es-ES_tradnl" sz="2000">
                <a:solidFill>
                  <a:srgbClr val="BFA13E"/>
                </a:solidFill>
                <a:latin typeface="Segoe UI"/>
                <a:cs typeface="Segoe UI"/>
                <a:sym typeface="Trebuchet MS"/>
              </a:rPr>
              <a:t>Cálculo de la cuota de arrendamiento – Ejemplos II y III</a:t>
            </a:r>
            <a:endParaRPr lang="es-ES_tradnl" sz="2000">
              <a:solidFill>
                <a:srgbClr val="BFA13E"/>
              </a:solidFill>
              <a:latin typeface="Segoe UI" panose="020B0502040204020203" pitchFamily="34" charset="0"/>
              <a:cs typeface="Segoe UI" panose="020B0502040204020203" pitchFamily="34" charset="0"/>
              <a:sym typeface="Trebuchet MS"/>
            </a:endParaRPr>
          </a:p>
        </p:txBody>
      </p:sp>
      <p:sp>
        <p:nvSpPr>
          <p:cNvPr id="3" name="Rectangle 2">
            <a:extLst>
              <a:ext uri="{FF2B5EF4-FFF2-40B4-BE49-F238E27FC236}">
                <a16:creationId xmlns:a16="http://schemas.microsoft.com/office/drawing/2014/main" id="{6D28CE0B-0232-1B9F-BF88-BA01758A8973}"/>
              </a:ext>
            </a:extLst>
          </p:cNvPr>
          <p:cNvSpPr/>
          <p:nvPr/>
        </p:nvSpPr>
        <p:spPr>
          <a:xfrm>
            <a:off x="334963" y="395116"/>
            <a:ext cx="732506" cy="584775"/>
          </a:xfrm>
          <a:prstGeom prst="rect">
            <a:avLst/>
          </a:prstGeom>
        </p:spPr>
        <p:txBody>
          <a:bodyPr wrap="square" lIns="91440" tIns="45720" rIns="91440" bIns="45720" anchor="t">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2</a:t>
            </a:r>
          </a:p>
        </p:txBody>
      </p:sp>
      <p:cxnSp>
        <p:nvCxnSpPr>
          <p:cNvPr id="4" name="Straight Connector 3">
            <a:extLst>
              <a:ext uri="{FF2B5EF4-FFF2-40B4-BE49-F238E27FC236}">
                <a16:creationId xmlns:a16="http://schemas.microsoft.com/office/drawing/2014/main" id="{144703EE-C888-31BA-5DA5-055314A50E35}"/>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12" name="TextBox 11">
            <a:extLst>
              <a:ext uri="{FF2B5EF4-FFF2-40B4-BE49-F238E27FC236}">
                <a16:creationId xmlns:a16="http://schemas.microsoft.com/office/drawing/2014/main" id="{A8B4EB6F-54B1-9B00-B239-C4B3B0659976}"/>
              </a:ext>
            </a:extLst>
          </p:cNvPr>
          <p:cNvSpPr txBox="1"/>
          <p:nvPr/>
        </p:nvSpPr>
        <p:spPr>
          <a:xfrm>
            <a:off x="1019342" y="1927008"/>
            <a:ext cx="4572936" cy="1569660"/>
          </a:xfrm>
          <a:prstGeom prst="rect">
            <a:avLst/>
          </a:prstGeom>
          <a:solidFill>
            <a:srgbClr val="F9F9F9"/>
          </a:solidFill>
          <a:effectLst>
            <a:outerShdw blurRad="50800" dist="38100" dir="2700000" algn="tl" rotWithShape="0">
              <a:prstClr val="black">
                <a:alpha val="40000"/>
              </a:prstClr>
            </a:outerShdw>
          </a:effectLst>
        </p:spPr>
        <p:txBody>
          <a:bodyPr wrap="square">
            <a:spAutoFit/>
          </a:bodyPr>
          <a:lstStyle/>
          <a:p>
            <a:pPr marL="285750" indent="-285750">
              <a:buFont typeface="Arial" panose="020B0604020202020204" pitchFamily="34" charset="0"/>
              <a:buChar char="•"/>
            </a:pPr>
            <a:endParaRPr lang="es-ES" sz="1200">
              <a:solidFill>
                <a:srgbClr val="002260"/>
              </a:solidFill>
              <a:effectLst/>
              <a:latin typeface="Quattrocento Sans" panose="020B0502050000020003" pitchFamily="34" charset="0"/>
              <a:ea typeface="Times New Roman" panose="02020603050405020304" pitchFamily="18" charset="0"/>
            </a:endParaRPr>
          </a:p>
          <a:p>
            <a:pPr marL="285750" indent="-285750">
              <a:buFont typeface="Arial" panose="020B0604020202020204" pitchFamily="34" charset="0"/>
              <a:buChar char="•"/>
            </a:pPr>
            <a:r>
              <a:rPr lang="es-ES" sz="1200" b="1">
                <a:solidFill>
                  <a:srgbClr val="002260"/>
                </a:solidFill>
                <a:effectLst/>
                <a:latin typeface="Quattrocento Sans" panose="020B0502050000020003" pitchFamily="34" charset="0"/>
                <a:ea typeface="Times New Roman" panose="02020603050405020304" pitchFamily="18" charset="0"/>
              </a:rPr>
              <a:t>Precio de venta (P)</a:t>
            </a:r>
            <a:r>
              <a:rPr lang="es-ES" sz="1200">
                <a:solidFill>
                  <a:srgbClr val="002260"/>
                </a:solidFill>
                <a:effectLst/>
                <a:latin typeface="Quattrocento Sans" panose="020B0502050000020003" pitchFamily="34" charset="0"/>
                <a:ea typeface="Times New Roman" panose="02020603050405020304" pitchFamily="18" charset="0"/>
              </a:rPr>
              <a:t>: 30.000€</a:t>
            </a:r>
          </a:p>
          <a:p>
            <a:pPr marL="285750" indent="-285750">
              <a:buFont typeface="Arial" panose="020B0604020202020204" pitchFamily="34" charset="0"/>
              <a:buChar char="•"/>
            </a:pPr>
            <a:r>
              <a:rPr lang="es-ES" sz="1200" b="1">
                <a:solidFill>
                  <a:srgbClr val="002260"/>
                </a:solidFill>
                <a:latin typeface="Quattrocento Sans" panose="020B0502050000020003" pitchFamily="34" charset="0"/>
                <a:ea typeface="Times New Roman" panose="02020603050405020304" pitchFamily="18" charset="0"/>
              </a:rPr>
              <a:t>Plazo del contrato (d)</a:t>
            </a:r>
            <a:r>
              <a:rPr lang="es-ES" sz="1200">
                <a:solidFill>
                  <a:srgbClr val="002260"/>
                </a:solidFill>
                <a:latin typeface="Quattrocento Sans" panose="020B0502050000020003" pitchFamily="34" charset="0"/>
                <a:ea typeface="Times New Roman" panose="02020603050405020304" pitchFamily="18" charset="0"/>
              </a:rPr>
              <a:t>: 5 años</a:t>
            </a:r>
          </a:p>
          <a:p>
            <a:pPr marL="285750" indent="-285750">
              <a:buFont typeface="Arial" panose="020B0604020202020204" pitchFamily="34" charset="0"/>
              <a:buChar char="•"/>
            </a:pPr>
            <a:r>
              <a:rPr lang="es-ES" sz="1200" b="1">
                <a:solidFill>
                  <a:srgbClr val="002260"/>
                </a:solidFill>
                <a:effectLst/>
                <a:latin typeface="Quattrocento Sans" panose="020B0502050000020003" pitchFamily="34" charset="0"/>
                <a:ea typeface="Times New Roman" panose="02020603050405020304" pitchFamily="18" charset="0"/>
              </a:rPr>
              <a:t>Límite kilometraje</a:t>
            </a:r>
            <a:r>
              <a:rPr lang="es-ES" sz="1200">
                <a:solidFill>
                  <a:srgbClr val="002260"/>
                </a:solidFill>
                <a:effectLst/>
                <a:latin typeface="Quattrocento Sans" panose="020B0502050000020003" pitchFamily="34" charset="0"/>
                <a:ea typeface="Times New Roman" panose="02020603050405020304" pitchFamily="18" charset="0"/>
              </a:rPr>
              <a:t>: 150.000km</a:t>
            </a:r>
          </a:p>
          <a:p>
            <a:pPr marL="285750" indent="-285750">
              <a:buFont typeface="Arial" panose="020B0604020202020204" pitchFamily="34" charset="0"/>
              <a:buChar char="•"/>
            </a:pPr>
            <a:r>
              <a:rPr lang="es-ES" sz="1200" b="1">
                <a:solidFill>
                  <a:srgbClr val="002260"/>
                </a:solidFill>
                <a:effectLst/>
                <a:latin typeface="Quattrocento Sans" panose="020B0502050000020003" pitchFamily="34" charset="0"/>
                <a:ea typeface="Times New Roman" panose="02020603050405020304" pitchFamily="18" charset="0"/>
              </a:rPr>
              <a:t>Valor residual (VR)</a:t>
            </a:r>
            <a:r>
              <a:rPr lang="es-ES" sz="1200">
                <a:solidFill>
                  <a:srgbClr val="002260"/>
                </a:solidFill>
                <a:effectLst/>
                <a:latin typeface="Quattrocento Sans" panose="020B0502050000020003" pitchFamily="34" charset="0"/>
                <a:ea typeface="Times New Roman" panose="02020603050405020304" pitchFamily="18" charset="0"/>
              </a:rPr>
              <a:t>: </a:t>
            </a:r>
            <a:r>
              <a:rPr lang="es-ES" sz="1200" b="1">
                <a:solidFill>
                  <a:srgbClr val="002260"/>
                </a:solidFill>
                <a:effectLst/>
                <a:latin typeface="Quattrocento Sans" panose="020B0502050000020003" pitchFamily="34" charset="0"/>
                <a:ea typeface="Times New Roman" panose="02020603050405020304" pitchFamily="18" charset="0"/>
              </a:rPr>
              <a:t>10.000€</a:t>
            </a:r>
          </a:p>
          <a:p>
            <a:pPr marL="285750" indent="-285750">
              <a:buFont typeface="Arial" panose="020B0604020202020204" pitchFamily="34" charset="0"/>
              <a:buChar char="•"/>
            </a:pPr>
            <a:r>
              <a:rPr lang="es-ES" sz="1200" b="1">
                <a:solidFill>
                  <a:srgbClr val="002260"/>
                </a:solidFill>
                <a:latin typeface="Quattrocento Sans" panose="020B0502050000020003" pitchFamily="34" charset="0"/>
                <a:ea typeface="Times New Roman" panose="02020603050405020304" pitchFamily="18" charset="0"/>
              </a:rPr>
              <a:t>Tipo de interés anual (i)</a:t>
            </a:r>
            <a:r>
              <a:rPr lang="es-ES" sz="1200">
                <a:solidFill>
                  <a:srgbClr val="002260"/>
                </a:solidFill>
                <a:latin typeface="Quattrocento Sans" panose="020B0502050000020003" pitchFamily="34" charset="0"/>
                <a:ea typeface="Times New Roman" panose="02020603050405020304" pitchFamily="18" charset="0"/>
              </a:rPr>
              <a:t>: 8% </a:t>
            </a:r>
            <a:r>
              <a:rPr lang="es-ES" sz="1200">
                <a:solidFill>
                  <a:srgbClr val="002260"/>
                </a:solidFill>
                <a:latin typeface="Quattrocento Sans" panose="020B0502050000020003" pitchFamily="34" charset="0"/>
                <a:ea typeface="Times New Roman" panose="02020603050405020304" pitchFamily="18" charset="0"/>
                <a:sym typeface="Wingdings" panose="05000000000000000000" pitchFamily="2" charset="2"/>
              </a:rPr>
              <a:t> T/i mensual = 0,67%</a:t>
            </a:r>
          </a:p>
          <a:p>
            <a:pPr marL="285750" indent="-285750">
              <a:buFont typeface="Arial" panose="020B0604020202020204" pitchFamily="34" charset="0"/>
              <a:buChar char="•"/>
            </a:pPr>
            <a:r>
              <a:rPr lang="es-ES" sz="1200" b="1">
                <a:solidFill>
                  <a:srgbClr val="002260"/>
                </a:solidFill>
                <a:latin typeface="Quattrocento Sans" panose="020B0502050000020003" pitchFamily="34" charset="0"/>
                <a:ea typeface="Times New Roman" panose="02020603050405020304" pitchFamily="18" charset="0"/>
                <a:sym typeface="Wingdings" panose="05000000000000000000" pitchFamily="2" charset="2"/>
              </a:rPr>
              <a:t>Coste de servicios asociados (SA):</a:t>
            </a:r>
            <a:r>
              <a:rPr lang="es-ES" sz="1200">
                <a:solidFill>
                  <a:srgbClr val="002260"/>
                </a:solidFill>
                <a:latin typeface="Quattrocento Sans" panose="020B0502050000020003" pitchFamily="34" charset="0"/>
                <a:ea typeface="Times New Roman" panose="02020603050405020304" pitchFamily="18" charset="0"/>
                <a:sym typeface="Wingdings" panose="05000000000000000000" pitchFamily="2" charset="2"/>
              </a:rPr>
              <a:t> 2.000€</a:t>
            </a:r>
          </a:p>
          <a:p>
            <a:pPr marL="285750" indent="-285750">
              <a:buFont typeface="Arial" panose="020B0604020202020204" pitchFamily="34" charset="0"/>
              <a:buChar char="•"/>
            </a:pPr>
            <a:r>
              <a:rPr lang="es-ES" sz="1200" b="1">
                <a:solidFill>
                  <a:srgbClr val="002260"/>
                </a:solidFill>
                <a:latin typeface="Quattrocento Sans" panose="020B0502050000020003" pitchFamily="34" charset="0"/>
                <a:ea typeface="Times New Roman" panose="02020603050405020304" pitchFamily="18" charset="0"/>
                <a:sym typeface="Wingdings" panose="05000000000000000000" pitchFamily="2" charset="2"/>
              </a:rPr>
              <a:t>Entrada (E): </a:t>
            </a:r>
            <a:r>
              <a:rPr lang="es-ES" sz="1200">
                <a:solidFill>
                  <a:srgbClr val="002260"/>
                </a:solidFill>
                <a:latin typeface="Quattrocento Sans" panose="020B0502050000020003" pitchFamily="34" charset="0"/>
                <a:ea typeface="Times New Roman" panose="02020603050405020304" pitchFamily="18" charset="0"/>
                <a:sym typeface="Wingdings" panose="05000000000000000000" pitchFamily="2" charset="2"/>
              </a:rPr>
              <a:t>0€</a:t>
            </a:r>
            <a:endParaRPr lang="es-ES" sz="1200">
              <a:solidFill>
                <a:srgbClr val="002260"/>
              </a:solidFill>
              <a:latin typeface="Quattrocento Sans" panose="020B0502050000020003" pitchFamily="34" charset="0"/>
              <a:ea typeface="Times New Roman" panose="02020603050405020304" pitchFamily="18" charset="0"/>
            </a:endParaRPr>
          </a:p>
        </p:txBody>
      </p:sp>
      <p:sp>
        <p:nvSpPr>
          <p:cNvPr id="13" name="TextBox 12">
            <a:extLst>
              <a:ext uri="{FF2B5EF4-FFF2-40B4-BE49-F238E27FC236}">
                <a16:creationId xmlns:a16="http://schemas.microsoft.com/office/drawing/2014/main" id="{B78297EF-F696-D7A1-C69A-04AB70C59720}"/>
              </a:ext>
            </a:extLst>
          </p:cNvPr>
          <p:cNvSpPr txBox="1"/>
          <p:nvPr/>
        </p:nvSpPr>
        <p:spPr>
          <a:xfrm>
            <a:off x="1067468" y="1691840"/>
            <a:ext cx="4203031" cy="307777"/>
          </a:xfrm>
          <a:prstGeom prst="rect">
            <a:avLst/>
          </a:prstGeom>
          <a:solidFill>
            <a:schemeClr val="tx2">
              <a:lumMod val="90000"/>
              <a:lumOff val="10000"/>
            </a:schemeClr>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algn="ctr"/>
            <a:r>
              <a:rPr lang="es-ES_tradnl" sz="1400" b="1">
                <a:solidFill>
                  <a:schemeClr val="bg1"/>
                </a:solidFill>
                <a:latin typeface="Segoe Print" panose="02000600000000000000" pitchFamily="2" charset="0"/>
              </a:rPr>
              <a:t>Contrato de Leasing II</a:t>
            </a:r>
          </a:p>
        </p:txBody>
      </p:sp>
      <p:sp>
        <p:nvSpPr>
          <p:cNvPr id="16" name="TextBox 15">
            <a:extLst>
              <a:ext uri="{FF2B5EF4-FFF2-40B4-BE49-F238E27FC236}">
                <a16:creationId xmlns:a16="http://schemas.microsoft.com/office/drawing/2014/main" id="{16280ADE-4A70-1D77-8ADD-CA58EFCE57D3}"/>
              </a:ext>
            </a:extLst>
          </p:cNvPr>
          <p:cNvSpPr txBox="1"/>
          <p:nvPr/>
        </p:nvSpPr>
        <p:spPr>
          <a:xfrm>
            <a:off x="1067468" y="3882517"/>
            <a:ext cx="4572936" cy="1569660"/>
          </a:xfrm>
          <a:prstGeom prst="rect">
            <a:avLst/>
          </a:prstGeom>
          <a:solidFill>
            <a:srgbClr val="F9F9F9"/>
          </a:solidFill>
          <a:effectLst>
            <a:outerShdw blurRad="50800" dist="38100" dir="2700000" algn="tl" rotWithShape="0">
              <a:prstClr val="black">
                <a:alpha val="40000"/>
              </a:prstClr>
            </a:outerShdw>
          </a:effectLst>
        </p:spPr>
        <p:txBody>
          <a:bodyPr wrap="square">
            <a:spAutoFit/>
          </a:bodyPr>
          <a:lstStyle/>
          <a:p>
            <a:pPr marL="285750" indent="-285750">
              <a:buFont typeface="Arial" panose="020B0604020202020204" pitchFamily="34" charset="0"/>
              <a:buChar char="•"/>
            </a:pPr>
            <a:endParaRPr lang="es-ES" sz="1200">
              <a:solidFill>
                <a:srgbClr val="002260"/>
              </a:solidFill>
              <a:effectLst/>
              <a:latin typeface="Quattrocento Sans" panose="020B0502050000020003" pitchFamily="34" charset="0"/>
              <a:ea typeface="Times New Roman" panose="02020603050405020304" pitchFamily="18" charset="0"/>
            </a:endParaRPr>
          </a:p>
          <a:p>
            <a:pPr marL="285750" indent="-285750">
              <a:buFont typeface="Arial" panose="020B0604020202020204" pitchFamily="34" charset="0"/>
              <a:buChar char="•"/>
            </a:pPr>
            <a:r>
              <a:rPr lang="es-ES" sz="1200" b="1">
                <a:solidFill>
                  <a:srgbClr val="002260"/>
                </a:solidFill>
                <a:effectLst/>
                <a:latin typeface="Quattrocento Sans" panose="020B0502050000020003" pitchFamily="34" charset="0"/>
                <a:ea typeface="Times New Roman" panose="02020603050405020304" pitchFamily="18" charset="0"/>
              </a:rPr>
              <a:t>Precio de venta (P)</a:t>
            </a:r>
            <a:r>
              <a:rPr lang="es-ES" sz="1200">
                <a:solidFill>
                  <a:srgbClr val="002260"/>
                </a:solidFill>
                <a:effectLst/>
                <a:latin typeface="Quattrocento Sans" panose="020B0502050000020003" pitchFamily="34" charset="0"/>
                <a:ea typeface="Times New Roman" panose="02020603050405020304" pitchFamily="18" charset="0"/>
              </a:rPr>
              <a:t>: 30.000€</a:t>
            </a:r>
          </a:p>
          <a:p>
            <a:pPr marL="285750" indent="-285750">
              <a:buFont typeface="Arial" panose="020B0604020202020204" pitchFamily="34" charset="0"/>
              <a:buChar char="•"/>
            </a:pPr>
            <a:r>
              <a:rPr lang="es-ES" sz="1200" b="1">
                <a:solidFill>
                  <a:srgbClr val="002260"/>
                </a:solidFill>
                <a:latin typeface="Quattrocento Sans" panose="020B0502050000020003" pitchFamily="34" charset="0"/>
                <a:ea typeface="Times New Roman" panose="02020603050405020304" pitchFamily="18" charset="0"/>
              </a:rPr>
              <a:t>Plazo del contrato (d)</a:t>
            </a:r>
            <a:r>
              <a:rPr lang="es-ES" sz="1200">
                <a:solidFill>
                  <a:srgbClr val="002260"/>
                </a:solidFill>
                <a:latin typeface="Quattrocento Sans" panose="020B0502050000020003" pitchFamily="34" charset="0"/>
                <a:ea typeface="Times New Roman" panose="02020603050405020304" pitchFamily="18" charset="0"/>
              </a:rPr>
              <a:t>: 5 años</a:t>
            </a:r>
          </a:p>
          <a:p>
            <a:pPr marL="285750" indent="-285750">
              <a:buFont typeface="Arial" panose="020B0604020202020204" pitchFamily="34" charset="0"/>
              <a:buChar char="•"/>
            </a:pPr>
            <a:r>
              <a:rPr lang="es-ES" sz="1200" b="1">
                <a:solidFill>
                  <a:srgbClr val="002260"/>
                </a:solidFill>
                <a:effectLst/>
                <a:latin typeface="Quattrocento Sans" panose="020B0502050000020003" pitchFamily="34" charset="0"/>
                <a:ea typeface="Times New Roman" panose="02020603050405020304" pitchFamily="18" charset="0"/>
              </a:rPr>
              <a:t>Límite kilometraje</a:t>
            </a:r>
            <a:r>
              <a:rPr lang="es-ES" sz="1200">
                <a:solidFill>
                  <a:srgbClr val="002260"/>
                </a:solidFill>
                <a:effectLst/>
                <a:latin typeface="Quattrocento Sans" panose="020B0502050000020003" pitchFamily="34" charset="0"/>
                <a:ea typeface="Times New Roman" panose="02020603050405020304" pitchFamily="18" charset="0"/>
              </a:rPr>
              <a:t>: 150.000km</a:t>
            </a:r>
          </a:p>
          <a:p>
            <a:pPr marL="285750" indent="-285750">
              <a:buFont typeface="Arial" panose="020B0604020202020204" pitchFamily="34" charset="0"/>
              <a:buChar char="•"/>
            </a:pPr>
            <a:r>
              <a:rPr lang="es-ES" sz="1200" b="1">
                <a:solidFill>
                  <a:srgbClr val="002260"/>
                </a:solidFill>
                <a:effectLst/>
                <a:latin typeface="Quattrocento Sans" panose="020B0502050000020003" pitchFamily="34" charset="0"/>
                <a:ea typeface="Times New Roman" panose="02020603050405020304" pitchFamily="18" charset="0"/>
              </a:rPr>
              <a:t>Valor residual (VR)</a:t>
            </a:r>
            <a:r>
              <a:rPr lang="es-ES" sz="1200">
                <a:solidFill>
                  <a:srgbClr val="002260"/>
                </a:solidFill>
                <a:effectLst/>
                <a:latin typeface="Quattrocento Sans" panose="020B0502050000020003" pitchFamily="34" charset="0"/>
                <a:ea typeface="Times New Roman" panose="02020603050405020304" pitchFamily="18" charset="0"/>
              </a:rPr>
              <a:t>: </a:t>
            </a:r>
            <a:r>
              <a:rPr lang="es-ES" sz="1200" b="1">
                <a:solidFill>
                  <a:srgbClr val="002260"/>
                </a:solidFill>
                <a:effectLst/>
                <a:latin typeface="Quattrocento Sans" panose="020B0502050000020003" pitchFamily="34" charset="0"/>
                <a:ea typeface="Times New Roman" panose="02020603050405020304" pitchFamily="18" charset="0"/>
              </a:rPr>
              <a:t>20.000€</a:t>
            </a:r>
          </a:p>
          <a:p>
            <a:pPr marL="285750" indent="-285750">
              <a:buFont typeface="Arial" panose="020B0604020202020204" pitchFamily="34" charset="0"/>
              <a:buChar char="•"/>
            </a:pPr>
            <a:r>
              <a:rPr lang="es-ES" sz="1200" b="1">
                <a:solidFill>
                  <a:srgbClr val="002260"/>
                </a:solidFill>
                <a:latin typeface="Quattrocento Sans" panose="020B0502050000020003" pitchFamily="34" charset="0"/>
                <a:ea typeface="Times New Roman" panose="02020603050405020304" pitchFamily="18" charset="0"/>
              </a:rPr>
              <a:t>Tipo de interés anual (i)</a:t>
            </a:r>
            <a:r>
              <a:rPr lang="es-ES" sz="1200">
                <a:solidFill>
                  <a:srgbClr val="002260"/>
                </a:solidFill>
                <a:latin typeface="Quattrocento Sans" panose="020B0502050000020003" pitchFamily="34" charset="0"/>
                <a:ea typeface="Times New Roman" panose="02020603050405020304" pitchFamily="18" charset="0"/>
              </a:rPr>
              <a:t>: 8% </a:t>
            </a:r>
            <a:r>
              <a:rPr lang="es-ES" sz="1200">
                <a:solidFill>
                  <a:srgbClr val="002260"/>
                </a:solidFill>
                <a:latin typeface="Quattrocento Sans" panose="020B0502050000020003" pitchFamily="34" charset="0"/>
                <a:ea typeface="Times New Roman" panose="02020603050405020304" pitchFamily="18" charset="0"/>
                <a:sym typeface="Wingdings" panose="05000000000000000000" pitchFamily="2" charset="2"/>
              </a:rPr>
              <a:t> T/i mensual = 0,67%</a:t>
            </a:r>
          </a:p>
          <a:p>
            <a:pPr marL="285750" indent="-285750">
              <a:buFont typeface="Arial" panose="020B0604020202020204" pitchFamily="34" charset="0"/>
              <a:buChar char="•"/>
            </a:pPr>
            <a:r>
              <a:rPr lang="es-ES" sz="1200" b="1">
                <a:solidFill>
                  <a:srgbClr val="002260"/>
                </a:solidFill>
                <a:latin typeface="Quattrocento Sans" panose="020B0502050000020003" pitchFamily="34" charset="0"/>
                <a:ea typeface="Times New Roman" panose="02020603050405020304" pitchFamily="18" charset="0"/>
                <a:sym typeface="Wingdings" panose="05000000000000000000" pitchFamily="2" charset="2"/>
              </a:rPr>
              <a:t>Coste de servicios asociados (SA):</a:t>
            </a:r>
            <a:r>
              <a:rPr lang="es-ES" sz="1200">
                <a:solidFill>
                  <a:srgbClr val="002260"/>
                </a:solidFill>
                <a:latin typeface="Quattrocento Sans" panose="020B0502050000020003" pitchFamily="34" charset="0"/>
                <a:ea typeface="Times New Roman" panose="02020603050405020304" pitchFamily="18" charset="0"/>
                <a:sym typeface="Wingdings" panose="05000000000000000000" pitchFamily="2" charset="2"/>
              </a:rPr>
              <a:t> 2.000€</a:t>
            </a:r>
          </a:p>
          <a:p>
            <a:pPr marL="285750" indent="-285750">
              <a:buFont typeface="Arial" panose="020B0604020202020204" pitchFamily="34" charset="0"/>
              <a:buChar char="•"/>
            </a:pPr>
            <a:r>
              <a:rPr lang="es-ES" sz="1200" b="1">
                <a:solidFill>
                  <a:srgbClr val="002260"/>
                </a:solidFill>
                <a:latin typeface="Quattrocento Sans" panose="020B0502050000020003" pitchFamily="34" charset="0"/>
                <a:ea typeface="Times New Roman" panose="02020603050405020304" pitchFamily="18" charset="0"/>
                <a:sym typeface="Wingdings" panose="05000000000000000000" pitchFamily="2" charset="2"/>
              </a:rPr>
              <a:t>Entrada (E): </a:t>
            </a:r>
            <a:r>
              <a:rPr lang="es-ES" sz="1200">
                <a:solidFill>
                  <a:srgbClr val="002260"/>
                </a:solidFill>
                <a:latin typeface="Quattrocento Sans" panose="020B0502050000020003" pitchFamily="34" charset="0"/>
                <a:ea typeface="Times New Roman" panose="02020603050405020304" pitchFamily="18" charset="0"/>
                <a:sym typeface="Wingdings" panose="05000000000000000000" pitchFamily="2" charset="2"/>
              </a:rPr>
              <a:t>0€</a:t>
            </a:r>
            <a:endParaRPr lang="es-ES" sz="1200">
              <a:solidFill>
                <a:srgbClr val="002260"/>
              </a:solidFill>
              <a:latin typeface="Quattrocento Sans" panose="020B0502050000020003" pitchFamily="34" charset="0"/>
              <a:ea typeface="Times New Roman" panose="02020603050405020304" pitchFamily="18" charset="0"/>
            </a:endParaRPr>
          </a:p>
        </p:txBody>
      </p:sp>
      <p:sp>
        <p:nvSpPr>
          <p:cNvPr id="17" name="TextBox 16">
            <a:extLst>
              <a:ext uri="{FF2B5EF4-FFF2-40B4-BE49-F238E27FC236}">
                <a16:creationId xmlns:a16="http://schemas.microsoft.com/office/drawing/2014/main" id="{B6952017-4E18-2567-CDED-460D78E74E72}"/>
              </a:ext>
            </a:extLst>
          </p:cNvPr>
          <p:cNvSpPr txBox="1"/>
          <p:nvPr/>
        </p:nvSpPr>
        <p:spPr>
          <a:xfrm>
            <a:off x="1115594" y="3647349"/>
            <a:ext cx="4203031" cy="307777"/>
          </a:xfrm>
          <a:prstGeom prst="rect">
            <a:avLst/>
          </a:prstGeom>
          <a:solidFill>
            <a:schemeClr val="tx2">
              <a:lumMod val="90000"/>
              <a:lumOff val="10000"/>
            </a:schemeClr>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algn="ctr"/>
            <a:r>
              <a:rPr lang="es-ES_tradnl" sz="1400" b="1">
                <a:solidFill>
                  <a:schemeClr val="bg1"/>
                </a:solidFill>
                <a:latin typeface="Segoe Print" panose="02000600000000000000" pitchFamily="2" charset="0"/>
              </a:rPr>
              <a:t>Contrato de Leasing III</a:t>
            </a:r>
          </a:p>
        </p:txBody>
      </p:sp>
      <p:pic>
        <p:nvPicPr>
          <p:cNvPr id="18" name="Graphic 17" descr="Arrow: Straight with solid fill">
            <a:extLst>
              <a:ext uri="{FF2B5EF4-FFF2-40B4-BE49-F238E27FC236}">
                <a16:creationId xmlns:a16="http://schemas.microsoft.com/office/drawing/2014/main" id="{E872C07F-993F-3EC4-8C3A-07A805853AC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5283157" y="4382268"/>
            <a:ext cx="1038579" cy="637811"/>
          </a:xfrm>
          <a:prstGeom prst="rect">
            <a:avLst/>
          </a:prstGeom>
        </p:spPr>
      </p:pic>
      <p:sp>
        <p:nvSpPr>
          <p:cNvPr id="24" name="TextBox 23">
            <a:extLst>
              <a:ext uri="{FF2B5EF4-FFF2-40B4-BE49-F238E27FC236}">
                <a16:creationId xmlns:a16="http://schemas.microsoft.com/office/drawing/2014/main" id="{EDC19610-8C95-A77C-14EA-D28CD3132C59}"/>
              </a:ext>
            </a:extLst>
          </p:cNvPr>
          <p:cNvSpPr txBox="1"/>
          <p:nvPr/>
        </p:nvSpPr>
        <p:spPr>
          <a:xfrm>
            <a:off x="1075499" y="5791621"/>
            <a:ext cx="10492473" cy="374571"/>
          </a:xfrm>
          <a:prstGeom prst="roundRect">
            <a:avLst/>
          </a:prstGeom>
          <a:solidFill>
            <a:srgbClr val="063075"/>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algn="ctr"/>
            <a:r>
              <a:rPr lang="es-ES_tradnl" sz="1600" b="1">
                <a:solidFill>
                  <a:schemeClr val="bg1"/>
                </a:solidFill>
                <a:latin typeface="Quattrocento Sans" panose="020B0502050000020003" pitchFamily="34" charset="0"/>
              </a:rPr>
              <a:t>Cuánto mayor sea el valor residual, menor es la depreciación y, por tanto, más económica será la cuota.</a:t>
            </a:r>
          </a:p>
        </p:txBody>
      </p:sp>
      <p:sp>
        <p:nvSpPr>
          <p:cNvPr id="25" name="TextBox 24">
            <a:extLst>
              <a:ext uri="{FF2B5EF4-FFF2-40B4-BE49-F238E27FC236}">
                <a16:creationId xmlns:a16="http://schemas.microsoft.com/office/drawing/2014/main" id="{ECCA877E-D449-E33C-F908-D3CDAB42FC24}"/>
              </a:ext>
            </a:extLst>
          </p:cNvPr>
          <p:cNvSpPr txBox="1"/>
          <p:nvPr/>
        </p:nvSpPr>
        <p:spPr>
          <a:xfrm>
            <a:off x="6335925" y="2395568"/>
            <a:ext cx="4572936" cy="1069524"/>
          </a:xfrm>
          <a:prstGeom prst="rect">
            <a:avLst/>
          </a:prstGeom>
          <a:solidFill>
            <a:schemeClr val="bg1"/>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marL="285750" indent="-285750">
              <a:spcBef>
                <a:spcPts val="300"/>
              </a:spcBef>
              <a:buFont typeface="Courier New" panose="02070309020205020404" pitchFamily="49" charset="0"/>
              <a:buChar char="o"/>
            </a:pPr>
            <a:r>
              <a:rPr lang="es-ES_tradnl" sz="1400">
                <a:solidFill>
                  <a:srgbClr val="002260"/>
                </a:solidFill>
                <a:latin typeface="Quattrocento Sans" panose="020B0502050000020003" pitchFamily="34" charset="0"/>
              </a:rPr>
              <a:t>Si no se compra del vehículo </a:t>
            </a:r>
          </a:p>
          <a:p>
            <a:pPr algn="ctr">
              <a:spcBef>
                <a:spcPts val="300"/>
              </a:spcBef>
            </a:pPr>
            <a:r>
              <a:rPr lang="es-ES_tradnl" sz="1400" b="1">
                <a:solidFill>
                  <a:srgbClr val="002260"/>
                </a:solidFill>
                <a:latin typeface="Quattrocento Sans" panose="020B0502050000020003" pitchFamily="34" charset="0"/>
              </a:rPr>
              <a:t>Total</a:t>
            </a:r>
            <a:r>
              <a:rPr lang="es-ES_tradnl" sz="1400">
                <a:solidFill>
                  <a:srgbClr val="002260"/>
                </a:solidFill>
                <a:latin typeface="Quattrocento Sans" panose="020B0502050000020003" pitchFamily="34" charset="0"/>
              </a:rPr>
              <a:t>= 512,75€ x 60 cuotas = </a:t>
            </a:r>
            <a:r>
              <a:rPr lang="es-ES_tradnl" sz="1400" b="1">
                <a:solidFill>
                  <a:srgbClr val="002260"/>
                </a:solidFill>
                <a:latin typeface="Quattrocento Sans" panose="020B0502050000020003" pitchFamily="34" charset="0"/>
              </a:rPr>
              <a:t>30.764,84€</a:t>
            </a:r>
          </a:p>
          <a:p>
            <a:pPr marL="285750" indent="-285750">
              <a:spcBef>
                <a:spcPts val="300"/>
              </a:spcBef>
              <a:buFont typeface="Courier New" panose="02070309020205020404" pitchFamily="49" charset="0"/>
              <a:buChar char="o"/>
            </a:pPr>
            <a:r>
              <a:rPr lang="es-ES_tradnl" sz="1400">
                <a:solidFill>
                  <a:srgbClr val="002260"/>
                </a:solidFill>
                <a:latin typeface="Quattrocento Sans" panose="020B0502050000020003" pitchFamily="34" charset="0"/>
              </a:rPr>
              <a:t>Si se opta por la compra del vehículo </a:t>
            </a:r>
          </a:p>
          <a:p>
            <a:pPr algn="ctr">
              <a:spcBef>
                <a:spcPts val="300"/>
              </a:spcBef>
            </a:pPr>
            <a:r>
              <a:rPr lang="es-ES_tradnl" sz="1400" b="1">
                <a:solidFill>
                  <a:srgbClr val="002260"/>
                </a:solidFill>
                <a:latin typeface="Quattrocento Sans" panose="020B0502050000020003" pitchFamily="34" charset="0"/>
              </a:rPr>
              <a:t>Total </a:t>
            </a:r>
            <a:r>
              <a:rPr lang="es-ES_tradnl" sz="1400">
                <a:solidFill>
                  <a:srgbClr val="002260"/>
                </a:solidFill>
                <a:latin typeface="Quattrocento Sans" panose="020B0502050000020003" pitchFamily="34" charset="0"/>
              </a:rPr>
              <a:t>= 30.764,84€ + 10.000€ = </a:t>
            </a:r>
            <a:r>
              <a:rPr lang="es-ES_tradnl" sz="1400" b="1">
                <a:solidFill>
                  <a:srgbClr val="002260"/>
                </a:solidFill>
                <a:latin typeface="Quattrocento Sans" panose="020B0502050000020003" pitchFamily="34" charset="0"/>
              </a:rPr>
              <a:t>40.764,84€</a:t>
            </a:r>
          </a:p>
        </p:txBody>
      </p:sp>
      <p:cxnSp>
        <p:nvCxnSpPr>
          <p:cNvPr id="26" name="Straight Connector 25">
            <a:extLst>
              <a:ext uri="{FF2B5EF4-FFF2-40B4-BE49-F238E27FC236}">
                <a16:creationId xmlns:a16="http://schemas.microsoft.com/office/drawing/2014/main" id="{69E46ED4-258C-9001-7DA6-667B5E3722E0}"/>
              </a:ext>
            </a:extLst>
          </p:cNvPr>
          <p:cNvCxnSpPr>
            <a:cxnSpLocks/>
          </p:cNvCxnSpPr>
          <p:nvPr/>
        </p:nvCxnSpPr>
        <p:spPr>
          <a:xfrm>
            <a:off x="6354393" y="2322797"/>
            <a:ext cx="4536000" cy="0"/>
          </a:xfrm>
          <a:prstGeom prst="line">
            <a:avLst/>
          </a:prstGeom>
          <a:ln w="19050">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7E07596-F8BA-1808-96D9-8B4F88C47003}"/>
              </a:ext>
            </a:extLst>
          </p:cNvPr>
          <p:cNvSpPr txBox="1"/>
          <p:nvPr/>
        </p:nvSpPr>
        <p:spPr>
          <a:xfrm>
            <a:off x="7896039" y="2168909"/>
            <a:ext cx="1452708" cy="307777"/>
          </a:xfrm>
          <a:prstGeom prst="rect">
            <a:avLst/>
          </a:prstGeom>
          <a:solidFill>
            <a:srgbClr val="F9F9F9"/>
          </a:solidFill>
        </p:spPr>
        <p:txBody>
          <a:bodyPr wrap="square" rtlCol="0">
            <a:spAutoFit/>
          </a:bodyPr>
          <a:lstStyle/>
          <a:p>
            <a:pPr algn="ctr"/>
            <a:r>
              <a:rPr lang="es-ES_tradnl" sz="1400" b="1">
                <a:solidFill>
                  <a:schemeClr val="accent1"/>
                </a:solidFill>
                <a:latin typeface="Segoe Print" panose="02000600000000000000" pitchFamily="2" charset="0"/>
              </a:rPr>
              <a:t>Total a pagar</a:t>
            </a:r>
          </a:p>
        </p:txBody>
      </p:sp>
      <p:sp>
        <p:nvSpPr>
          <p:cNvPr id="15" name="TextBox 14">
            <a:extLst>
              <a:ext uri="{FF2B5EF4-FFF2-40B4-BE49-F238E27FC236}">
                <a16:creationId xmlns:a16="http://schemas.microsoft.com/office/drawing/2014/main" id="{CD453433-967E-1413-001F-4F15CC794569}"/>
              </a:ext>
            </a:extLst>
          </p:cNvPr>
          <p:cNvSpPr txBox="1"/>
          <p:nvPr/>
        </p:nvSpPr>
        <p:spPr>
          <a:xfrm>
            <a:off x="6606314" y="1863665"/>
            <a:ext cx="4032159" cy="307777"/>
          </a:xfrm>
          <a:prstGeom prst="rect">
            <a:avLst/>
          </a:prstGeom>
          <a:solidFill>
            <a:schemeClr val="tx2">
              <a:lumMod val="10000"/>
              <a:lumOff val="90000"/>
            </a:schemeClr>
          </a:solidFill>
          <a:ln>
            <a:solidFill>
              <a:schemeClr val="tx2"/>
            </a:solidFill>
          </a:ln>
          <a:effectLst>
            <a:outerShdw blurRad="50800" dist="38100" dir="2700000" algn="tl" rotWithShape="0">
              <a:prstClr val="black">
                <a:alpha val="40000"/>
              </a:prstClr>
            </a:outerShdw>
          </a:effectLst>
        </p:spPr>
        <p:txBody>
          <a:bodyPr wrap="square" rtlCol="0">
            <a:spAutoFit/>
          </a:bodyPr>
          <a:lstStyle/>
          <a:p>
            <a:pPr algn="ctr"/>
            <a:r>
              <a:rPr lang="es-ES_tradnl" sz="1400" b="1">
                <a:solidFill>
                  <a:srgbClr val="002260"/>
                </a:solidFill>
                <a:latin typeface="Quattrocento Sans" panose="020B0502050000020003" pitchFamily="34" charset="0"/>
              </a:rPr>
              <a:t>Cuota de arrendamiento mensual = 512,75€</a:t>
            </a:r>
          </a:p>
        </p:txBody>
      </p:sp>
      <p:pic>
        <p:nvPicPr>
          <p:cNvPr id="14" name="Graphic 13" descr="Arrow: Straight with solid fill">
            <a:extLst>
              <a:ext uri="{FF2B5EF4-FFF2-40B4-BE49-F238E27FC236}">
                <a16:creationId xmlns:a16="http://schemas.microsoft.com/office/drawing/2014/main" id="{389356AC-5BEF-765C-1595-5566B639A53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5235031" y="2426759"/>
            <a:ext cx="1038579" cy="637811"/>
          </a:xfrm>
          <a:prstGeom prst="rect">
            <a:avLst/>
          </a:prstGeom>
        </p:spPr>
      </p:pic>
      <p:sp>
        <p:nvSpPr>
          <p:cNvPr id="28" name="TextBox 27">
            <a:extLst>
              <a:ext uri="{FF2B5EF4-FFF2-40B4-BE49-F238E27FC236}">
                <a16:creationId xmlns:a16="http://schemas.microsoft.com/office/drawing/2014/main" id="{851836C3-F9AD-0D82-A4A1-3810E13F4303}"/>
              </a:ext>
            </a:extLst>
          </p:cNvPr>
          <p:cNvSpPr txBox="1"/>
          <p:nvPr/>
        </p:nvSpPr>
        <p:spPr>
          <a:xfrm>
            <a:off x="6335925" y="4362035"/>
            <a:ext cx="4572936" cy="1069524"/>
          </a:xfrm>
          <a:prstGeom prst="rect">
            <a:avLst/>
          </a:prstGeom>
          <a:solidFill>
            <a:schemeClr val="bg1"/>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marL="285750" indent="-285750">
              <a:spcBef>
                <a:spcPts val="300"/>
              </a:spcBef>
              <a:buFont typeface="Courier New" panose="02070309020205020404" pitchFamily="49" charset="0"/>
              <a:buChar char="o"/>
            </a:pPr>
            <a:r>
              <a:rPr lang="es-ES_tradnl" sz="1400">
                <a:solidFill>
                  <a:srgbClr val="002260"/>
                </a:solidFill>
                <a:latin typeface="Quattrocento Sans" panose="020B0502050000020003" pitchFamily="34" charset="0"/>
              </a:rPr>
              <a:t>Si no se compra del vehículo </a:t>
            </a:r>
          </a:p>
          <a:p>
            <a:pPr algn="ctr">
              <a:spcBef>
                <a:spcPts val="300"/>
              </a:spcBef>
            </a:pPr>
            <a:r>
              <a:rPr lang="es-ES_tradnl" sz="1400" b="1">
                <a:solidFill>
                  <a:srgbClr val="002260"/>
                </a:solidFill>
                <a:latin typeface="Quattrocento Sans" panose="020B0502050000020003" pitchFamily="34" charset="0"/>
              </a:rPr>
              <a:t>Total</a:t>
            </a:r>
            <a:r>
              <a:rPr lang="es-ES_tradnl" sz="1400">
                <a:solidFill>
                  <a:srgbClr val="002260"/>
                </a:solidFill>
                <a:latin typeface="Quattrocento Sans" panose="020B0502050000020003" pitchFamily="34" charset="0"/>
              </a:rPr>
              <a:t>= 376,65€ x 60 cuotas = </a:t>
            </a:r>
            <a:r>
              <a:rPr lang="es-ES_tradnl" sz="1400" b="1">
                <a:solidFill>
                  <a:srgbClr val="002260"/>
                </a:solidFill>
                <a:latin typeface="Quattrocento Sans" panose="020B0502050000020003" pitchFamily="34" charset="0"/>
              </a:rPr>
              <a:t>22.599,00€</a:t>
            </a:r>
          </a:p>
          <a:p>
            <a:pPr marL="285750" indent="-285750">
              <a:spcBef>
                <a:spcPts val="300"/>
              </a:spcBef>
              <a:buFont typeface="Courier New" panose="02070309020205020404" pitchFamily="49" charset="0"/>
              <a:buChar char="o"/>
            </a:pPr>
            <a:r>
              <a:rPr lang="es-ES_tradnl" sz="1400">
                <a:solidFill>
                  <a:srgbClr val="002260"/>
                </a:solidFill>
                <a:latin typeface="Quattrocento Sans" panose="020B0502050000020003" pitchFamily="34" charset="0"/>
              </a:rPr>
              <a:t>Si se opta por la compra del vehículo </a:t>
            </a:r>
          </a:p>
          <a:p>
            <a:pPr algn="ctr">
              <a:spcBef>
                <a:spcPts val="300"/>
              </a:spcBef>
            </a:pPr>
            <a:r>
              <a:rPr lang="es-ES_tradnl" sz="1400" b="1">
                <a:solidFill>
                  <a:srgbClr val="002260"/>
                </a:solidFill>
                <a:latin typeface="Quattrocento Sans" panose="020B0502050000020003" pitchFamily="34" charset="0"/>
              </a:rPr>
              <a:t>Total </a:t>
            </a:r>
            <a:r>
              <a:rPr lang="es-ES_tradnl" sz="1400">
                <a:solidFill>
                  <a:srgbClr val="002260"/>
                </a:solidFill>
                <a:latin typeface="Quattrocento Sans" panose="020B0502050000020003" pitchFamily="34" charset="0"/>
              </a:rPr>
              <a:t>= 22.599,00€ + 20.000€ = </a:t>
            </a:r>
            <a:r>
              <a:rPr lang="es-ES_tradnl" sz="1400" b="1">
                <a:solidFill>
                  <a:srgbClr val="002260"/>
                </a:solidFill>
                <a:latin typeface="Quattrocento Sans" panose="020B0502050000020003" pitchFamily="34" charset="0"/>
              </a:rPr>
              <a:t>42.599,00€</a:t>
            </a:r>
          </a:p>
        </p:txBody>
      </p:sp>
      <p:cxnSp>
        <p:nvCxnSpPr>
          <p:cNvPr id="29" name="Straight Connector 28">
            <a:extLst>
              <a:ext uri="{FF2B5EF4-FFF2-40B4-BE49-F238E27FC236}">
                <a16:creationId xmlns:a16="http://schemas.microsoft.com/office/drawing/2014/main" id="{2CF2CF25-0445-E795-FA91-C6EEACC08407}"/>
              </a:ext>
            </a:extLst>
          </p:cNvPr>
          <p:cNvCxnSpPr>
            <a:cxnSpLocks/>
          </p:cNvCxnSpPr>
          <p:nvPr/>
        </p:nvCxnSpPr>
        <p:spPr>
          <a:xfrm>
            <a:off x="6354393" y="4289264"/>
            <a:ext cx="4536000" cy="0"/>
          </a:xfrm>
          <a:prstGeom prst="line">
            <a:avLst/>
          </a:prstGeom>
          <a:ln w="19050">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D454EEBC-2AC9-DE0F-64F8-57C93D075F10}"/>
              </a:ext>
            </a:extLst>
          </p:cNvPr>
          <p:cNvSpPr txBox="1"/>
          <p:nvPr/>
        </p:nvSpPr>
        <p:spPr>
          <a:xfrm>
            <a:off x="7896039" y="4135376"/>
            <a:ext cx="1452708" cy="307777"/>
          </a:xfrm>
          <a:prstGeom prst="rect">
            <a:avLst/>
          </a:prstGeom>
          <a:solidFill>
            <a:srgbClr val="F9F9F9"/>
          </a:solidFill>
        </p:spPr>
        <p:txBody>
          <a:bodyPr wrap="square" rtlCol="0">
            <a:spAutoFit/>
          </a:bodyPr>
          <a:lstStyle/>
          <a:p>
            <a:pPr algn="ctr"/>
            <a:r>
              <a:rPr lang="es-ES_tradnl" sz="1400" b="1">
                <a:solidFill>
                  <a:schemeClr val="accent1"/>
                </a:solidFill>
                <a:latin typeface="Segoe Print" panose="02000600000000000000" pitchFamily="2" charset="0"/>
              </a:rPr>
              <a:t>Total a pagar</a:t>
            </a:r>
          </a:p>
        </p:txBody>
      </p:sp>
      <p:sp>
        <p:nvSpPr>
          <p:cNvPr id="19" name="TextBox 18">
            <a:extLst>
              <a:ext uri="{FF2B5EF4-FFF2-40B4-BE49-F238E27FC236}">
                <a16:creationId xmlns:a16="http://schemas.microsoft.com/office/drawing/2014/main" id="{D23FE4B3-591A-105D-543B-9DF95E8DAE5C}"/>
              </a:ext>
            </a:extLst>
          </p:cNvPr>
          <p:cNvSpPr txBox="1"/>
          <p:nvPr/>
        </p:nvSpPr>
        <p:spPr>
          <a:xfrm>
            <a:off x="6606314" y="3842117"/>
            <a:ext cx="4032159" cy="307777"/>
          </a:xfrm>
          <a:prstGeom prst="rect">
            <a:avLst/>
          </a:prstGeom>
          <a:solidFill>
            <a:schemeClr val="tx2">
              <a:lumMod val="10000"/>
              <a:lumOff val="90000"/>
            </a:schemeClr>
          </a:solidFill>
          <a:ln>
            <a:solidFill>
              <a:schemeClr val="tx2"/>
            </a:solidFill>
          </a:ln>
          <a:effectLst>
            <a:outerShdw blurRad="50800" dist="38100" dir="2700000" algn="tl" rotWithShape="0">
              <a:prstClr val="black">
                <a:alpha val="40000"/>
              </a:prstClr>
            </a:outerShdw>
          </a:effectLst>
        </p:spPr>
        <p:txBody>
          <a:bodyPr wrap="square" rtlCol="0">
            <a:spAutoFit/>
          </a:bodyPr>
          <a:lstStyle/>
          <a:p>
            <a:pPr algn="ctr"/>
            <a:r>
              <a:rPr lang="es-ES_tradnl" sz="1400" b="1">
                <a:solidFill>
                  <a:srgbClr val="002260"/>
                </a:solidFill>
                <a:latin typeface="Quattrocento Sans" panose="020B0502050000020003" pitchFamily="34" charset="0"/>
              </a:rPr>
              <a:t>Cuota de arrendamiento mensual = 376,65€</a:t>
            </a:r>
          </a:p>
        </p:txBody>
      </p:sp>
      <p:sp>
        <p:nvSpPr>
          <p:cNvPr id="6" name="Google Shape;978;p52">
            <a:extLst>
              <a:ext uri="{FF2B5EF4-FFF2-40B4-BE49-F238E27FC236}">
                <a16:creationId xmlns:a16="http://schemas.microsoft.com/office/drawing/2014/main" id="{7E36CFC7-7291-020C-ED07-7595FAB94E72}"/>
              </a:ext>
            </a:extLst>
          </p:cNvPr>
          <p:cNvSpPr/>
          <p:nvPr/>
        </p:nvSpPr>
        <p:spPr>
          <a:xfrm>
            <a:off x="515599" y="1094400"/>
            <a:ext cx="11437587"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a:solidFill>
                  <a:srgbClr val="073763"/>
                </a:solidFill>
                <a:latin typeface="Arial" panose="020B0604020202020204" pitchFamily="34" charset="0"/>
                <a:ea typeface="Quattrocento Sans"/>
                <a:cs typeface="Arial" panose="020B0604020202020204" pitchFamily="34" charset="0"/>
                <a:sym typeface="Quattrocento Sans"/>
              </a:rPr>
              <a:t>A través de una calculadora automática que hemos desarrollado, es posible comprobar cómo de sensible es la cuota de arrendamiento ante variaciones del valor residual</a:t>
            </a:r>
          </a:p>
        </p:txBody>
      </p:sp>
    </p:spTree>
    <p:extLst>
      <p:ext uri="{BB962C8B-B14F-4D97-AF65-F5344CB8AC3E}">
        <p14:creationId xmlns:p14="http://schemas.microsoft.com/office/powerpoint/2010/main" val="3752019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624EB-EA60-3DAB-E35C-931FB38D1D28}"/>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9C201250-DA6E-EEC5-0D23-CA9F4E04DF20}"/>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2" name="Rectangle 17">
            <a:extLst>
              <a:ext uri="{FF2B5EF4-FFF2-40B4-BE49-F238E27FC236}">
                <a16:creationId xmlns:a16="http://schemas.microsoft.com/office/drawing/2014/main" id="{C9E6A7E3-8481-D7A6-CC3E-51ED4B424B2E}"/>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Valor residual en el mercado de automóviles</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¿Cuándo ha tenido más auge el valor residual en las entidades de financiación?</a:t>
            </a:r>
          </a:p>
        </p:txBody>
      </p:sp>
      <p:sp>
        <p:nvSpPr>
          <p:cNvPr id="3" name="Rectangle 2">
            <a:extLst>
              <a:ext uri="{FF2B5EF4-FFF2-40B4-BE49-F238E27FC236}">
                <a16:creationId xmlns:a16="http://schemas.microsoft.com/office/drawing/2014/main" id="{744B6C95-8DAD-0ED1-FD83-C4106631B678}"/>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2</a:t>
            </a:r>
          </a:p>
        </p:txBody>
      </p:sp>
      <p:cxnSp>
        <p:nvCxnSpPr>
          <p:cNvPr id="4" name="Straight Connector 3">
            <a:extLst>
              <a:ext uri="{FF2B5EF4-FFF2-40B4-BE49-F238E27FC236}">
                <a16:creationId xmlns:a16="http://schemas.microsoft.com/office/drawing/2014/main" id="{2D685C31-F08F-A714-F2D5-C6DECD069130}"/>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37" name="Google Shape;978;p52">
            <a:extLst>
              <a:ext uri="{FF2B5EF4-FFF2-40B4-BE49-F238E27FC236}">
                <a16:creationId xmlns:a16="http://schemas.microsoft.com/office/drawing/2014/main" id="{6338598C-AC37-F763-8923-F22BF2BFE555}"/>
              </a:ext>
            </a:extLst>
          </p:cNvPr>
          <p:cNvSpPr/>
          <p:nvPr/>
        </p:nvSpPr>
        <p:spPr>
          <a:xfrm>
            <a:off x="515599" y="1053319"/>
            <a:ext cx="11437587"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a:solidFill>
                  <a:srgbClr val="073763"/>
                </a:solidFill>
                <a:latin typeface="Arial" panose="020B0604020202020204" pitchFamily="34" charset="0"/>
                <a:cs typeface="Arial" panose="020B0604020202020204" pitchFamily="34" charset="0"/>
              </a:rPr>
              <a:t>El valor residual ha tenido más auge en las entidades de financiación a partir de la década de 2010, con un punto particularmente alto en los últimos 5 a 10 años, debido a varios factores clave</a:t>
            </a:r>
            <a:endParaRPr lang="es-ES_tradnl" sz="1400" b="1">
              <a:solidFill>
                <a:srgbClr val="073763"/>
              </a:solidFill>
              <a:latin typeface="Arial" panose="020B0604020202020204" pitchFamily="34" charset="0"/>
              <a:cs typeface="Arial" panose="020B0604020202020204" pitchFamily="34" charset="0"/>
              <a:sym typeface="Quattrocento Sans"/>
            </a:endParaRPr>
          </a:p>
        </p:txBody>
      </p:sp>
      <p:sp>
        <p:nvSpPr>
          <p:cNvPr id="7" name="Arrow: Pentagon 6">
            <a:extLst>
              <a:ext uri="{FF2B5EF4-FFF2-40B4-BE49-F238E27FC236}">
                <a16:creationId xmlns:a16="http://schemas.microsoft.com/office/drawing/2014/main" id="{B062651F-A6A4-456D-C20A-411B6A576751}"/>
              </a:ext>
            </a:extLst>
          </p:cNvPr>
          <p:cNvSpPr/>
          <p:nvPr/>
        </p:nvSpPr>
        <p:spPr bwMode="auto">
          <a:xfrm>
            <a:off x="515599" y="3784639"/>
            <a:ext cx="11199253" cy="471599"/>
          </a:xfrm>
          <a:prstGeom prst="homePlate">
            <a:avLst>
              <a:gd name="adj" fmla="val 88328"/>
            </a:avLst>
          </a:prstGeom>
          <a:solidFill>
            <a:schemeClr val="accent1">
              <a:lumMod val="75000"/>
            </a:schemeClr>
          </a:solidFill>
          <a:ln w="6350" cap="flat" cmpd="sng" algn="ctr">
            <a:solidFill>
              <a:srgbClr val="CCD3E1"/>
            </a:solidFill>
            <a:prstDash val="solid"/>
            <a:headEnd/>
            <a:tailEnd/>
          </a:ln>
          <a:effectLst>
            <a:outerShdw blurRad="50800" dist="38100" dir="2700000" algn="tl" rotWithShape="0">
              <a:prstClr val="black">
                <a:alpha val="40000"/>
              </a:prstClr>
            </a:outerShdw>
          </a:effectLst>
        </p:spPr>
        <p:txBody>
          <a:bodyPr wrap="square" tIns="216000" rtlCol="0" anchor="t"/>
          <a:lstStyle/>
          <a:p>
            <a:pPr algn="ctr">
              <a:spcBef>
                <a:spcPts val="600"/>
              </a:spcBef>
            </a:pPr>
            <a:endParaRPr lang="es-ES_tradnl" sz="1400" b="1">
              <a:solidFill>
                <a:schemeClr val="bg1"/>
              </a:solidFill>
              <a:cs typeface="Arial" pitchFamily="34" charset="0"/>
            </a:endParaRPr>
          </a:p>
        </p:txBody>
      </p:sp>
      <p:sp>
        <p:nvSpPr>
          <p:cNvPr id="10" name="Flowchart: Off-page Connector 9">
            <a:extLst>
              <a:ext uri="{FF2B5EF4-FFF2-40B4-BE49-F238E27FC236}">
                <a16:creationId xmlns:a16="http://schemas.microsoft.com/office/drawing/2014/main" id="{B018F2FF-1507-0D32-26EB-6ED9100E6357}"/>
              </a:ext>
            </a:extLst>
          </p:cNvPr>
          <p:cNvSpPr/>
          <p:nvPr/>
        </p:nvSpPr>
        <p:spPr bwMode="auto">
          <a:xfrm rot="10800000">
            <a:off x="4035555" y="4256238"/>
            <a:ext cx="463619" cy="956930"/>
          </a:xfrm>
          <a:prstGeom prst="flowChartOffpageConnector">
            <a:avLst/>
          </a:prstGeom>
          <a:solidFill>
            <a:schemeClr val="accent1">
              <a:lumMod val="40000"/>
              <a:lumOff val="60000"/>
            </a:schemeClr>
          </a:solidFill>
          <a:ln w="6350" cap="flat" cmpd="sng" algn="ctr">
            <a:solidFill>
              <a:srgbClr val="CCD3E1"/>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16" name="Flowchart: Off-page Connector 15">
            <a:extLst>
              <a:ext uri="{FF2B5EF4-FFF2-40B4-BE49-F238E27FC236}">
                <a16:creationId xmlns:a16="http://schemas.microsoft.com/office/drawing/2014/main" id="{A88C2E2A-7182-5BBA-2DC4-0BC3014A181A}"/>
              </a:ext>
            </a:extLst>
          </p:cNvPr>
          <p:cNvSpPr/>
          <p:nvPr/>
        </p:nvSpPr>
        <p:spPr bwMode="auto">
          <a:xfrm>
            <a:off x="7074077" y="2819837"/>
            <a:ext cx="463619" cy="956930"/>
          </a:xfrm>
          <a:prstGeom prst="flowChartOffpageConnector">
            <a:avLst/>
          </a:prstGeom>
          <a:solidFill>
            <a:schemeClr val="accent1">
              <a:lumMod val="40000"/>
              <a:lumOff val="60000"/>
            </a:schemeClr>
          </a:solidFill>
          <a:ln w="6350" cap="flat" cmpd="sng" algn="ctr">
            <a:solidFill>
              <a:srgbClr val="CCD3E1"/>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18" name="TextBox 17">
            <a:extLst>
              <a:ext uri="{FF2B5EF4-FFF2-40B4-BE49-F238E27FC236}">
                <a16:creationId xmlns:a16="http://schemas.microsoft.com/office/drawing/2014/main" id="{009044F9-892F-5C24-AEB5-F12776C419E1}"/>
              </a:ext>
            </a:extLst>
          </p:cNvPr>
          <p:cNvSpPr txBox="1"/>
          <p:nvPr/>
        </p:nvSpPr>
        <p:spPr>
          <a:xfrm>
            <a:off x="1404467" y="3756461"/>
            <a:ext cx="2424223" cy="307777"/>
          </a:xfrm>
          <a:prstGeom prst="rect">
            <a:avLst/>
          </a:prstGeom>
          <a:noFill/>
        </p:spPr>
        <p:txBody>
          <a:bodyPr wrap="square" rtlCol="0">
            <a:spAutoFit/>
          </a:bodyPr>
          <a:lstStyle/>
          <a:p>
            <a:r>
              <a:rPr lang="es-ES_tradnl" sz="1400" b="1">
                <a:solidFill>
                  <a:schemeClr val="bg1"/>
                </a:solidFill>
              </a:rPr>
              <a:t>2008-2012</a:t>
            </a:r>
            <a:endParaRPr lang="es-ES_tradnl" b="1">
              <a:solidFill>
                <a:schemeClr val="bg1"/>
              </a:solidFill>
            </a:endParaRPr>
          </a:p>
        </p:txBody>
      </p:sp>
      <p:sp>
        <p:nvSpPr>
          <p:cNvPr id="19" name="TextBox 18">
            <a:extLst>
              <a:ext uri="{FF2B5EF4-FFF2-40B4-BE49-F238E27FC236}">
                <a16:creationId xmlns:a16="http://schemas.microsoft.com/office/drawing/2014/main" id="{69140391-8F56-1A1F-85C2-C0CD4EAF5A8C}"/>
              </a:ext>
            </a:extLst>
          </p:cNvPr>
          <p:cNvSpPr txBox="1"/>
          <p:nvPr/>
        </p:nvSpPr>
        <p:spPr>
          <a:xfrm>
            <a:off x="3953706" y="3749891"/>
            <a:ext cx="2424223" cy="307777"/>
          </a:xfrm>
          <a:prstGeom prst="rect">
            <a:avLst/>
          </a:prstGeom>
          <a:noFill/>
        </p:spPr>
        <p:txBody>
          <a:bodyPr wrap="square" rtlCol="0">
            <a:spAutoFit/>
          </a:bodyPr>
          <a:lstStyle/>
          <a:p>
            <a:r>
              <a:rPr lang="es-ES_tradnl" sz="1400" b="1">
                <a:solidFill>
                  <a:schemeClr val="bg1"/>
                </a:solidFill>
              </a:rPr>
              <a:t>2015</a:t>
            </a:r>
          </a:p>
        </p:txBody>
      </p:sp>
      <p:sp>
        <p:nvSpPr>
          <p:cNvPr id="20" name="TextBox 19">
            <a:extLst>
              <a:ext uri="{FF2B5EF4-FFF2-40B4-BE49-F238E27FC236}">
                <a16:creationId xmlns:a16="http://schemas.microsoft.com/office/drawing/2014/main" id="{0A02D9B1-3304-9365-31C2-18883CA06A28}"/>
              </a:ext>
            </a:extLst>
          </p:cNvPr>
          <p:cNvSpPr txBox="1"/>
          <p:nvPr/>
        </p:nvSpPr>
        <p:spPr>
          <a:xfrm>
            <a:off x="7050484" y="3756461"/>
            <a:ext cx="2424223" cy="307777"/>
          </a:xfrm>
          <a:prstGeom prst="rect">
            <a:avLst/>
          </a:prstGeom>
          <a:noFill/>
        </p:spPr>
        <p:txBody>
          <a:bodyPr wrap="square" rtlCol="0">
            <a:spAutoFit/>
          </a:bodyPr>
          <a:lstStyle/>
          <a:p>
            <a:r>
              <a:rPr lang="es-ES_tradnl" sz="1400" b="1">
                <a:solidFill>
                  <a:schemeClr val="bg1"/>
                </a:solidFill>
              </a:rPr>
              <a:t>2018</a:t>
            </a:r>
          </a:p>
        </p:txBody>
      </p:sp>
      <p:sp>
        <p:nvSpPr>
          <p:cNvPr id="21" name="Flowchart: Off-page Connector 20">
            <a:extLst>
              <a:ext uri="{FF2B5EF4-FFF2-40B4-BE49-F238E27FC236}">
                <a16:creationId xmlns:a16="http://schemas.microsoft.com/office/drawing/2014/main" id="{7428CF6F-9E01-4A3D-3AE5-323E66E6AABF}"/>
              </a:ext>
            </a:extLst>
          </p:cNvPr>
          <p:cNvSpPr/>
          <p:nvPr/>
        </p:nvSpPr>
        <p:spPr bwMode="auto">
          <a:xfrm>
            <a:off x="1648952" y="2818257"/>
            <a:ext cx="463619" cy="956930"/>
          </a:xfrm>
          <a:prstGeom prst="flowChartOffpageConnector">
            <a:avLst/>
          </a:prstGeom>
          <a:solidFill>
            <a:schemeClr val="accent1">
              <a:lumMod val="40000"/>
              <a:lumOff val="60000"/>
            </a:schemeClr>
          </a:solidFill>
          <a:ln w="6350" cap="flat" cmpd="sng" algn="ctr">
            <a:solidFill>
              <a:srgbClr val="CCD3E1"/>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27" name="Flowchart: Off-page Connector 26">
            <a:extLst>
              <a:ext uri="{FF2B5EF4-FFF2-40B4-BE49-F238E27FC236}">
                <a16:creationId xmlns:a16="http://schemas.microsoft.com/office/drawing/2014/main" id="{647D44A6-951B-C799-EF74-1644894D004D}"/>
              </a:ext>
            </a:extLst>
          </p:cNvPr>
          <p:cNvSpPr/>
          <p:nvPr/>
        </p:nvSpPr>
        <p:spPr bwMode="auto">
          <a:xfrm rot="10800000">
            <a:off x="9745744" y="4256238"/>
            <a:ext cx="463619" cy="956930"/>
          </a:xfrm>
          <a:prstGeom prst="flowChartOffpageConnector">
            <a:avLst/>
          </a:prstGeom>
          <a:solidFill>
            <a:schemeClr val="accent1">
              <a:lumMod val="40000"/>
              <a:lumOff val="60000"/>
            </a:schemeClr>
          </a:solidFill>
          <a:ln w="6350" cap="flat" cmpd="sng" algn="ctr">
            <a:solidFill>
              <a:srgbClr val="CCD3E1"/>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30" name="TextBox 29">
            <a:extLst>
              <a:ext uri="{FF2B5EF4-FFF2-40B4-BE49-F238E27FC236}">
                <a16:creationId xmlns:a16="http://schemas.microsoft.com/office/drawing/2014/main" id="{893504C6-2601-0D2C-E08C-7216D8261B08}"/>
              </a:ext>
            </a:extLst>
          </p:cNvPr>
          <p:cNvSpPr txBox="1"/>
          <p:nvPr/>
        </p:nvSpPr>
        <p:spPr>
          <a:xfrm>
            <a:off x="9422363" y="3752028"/>
            <a:ext cx="2424223" cy="307777"/>
          </a:xfrm>
          <a:prstGeom prst="rect">
            <a:avLst/>
          </a:prstGeom>
          <a:noFill/>
        </p:spPr>
        <p:txBody>
          <a:bodyPr wrap="square" rtlCol="0">
            <a:spAutoFit/>
          </a:bodyPr>
          <a:lstStyle/>
          <a:p>
            <a:r>
              <a:rPr lang="es-ES_tradnl" sz="1400" b="1">
                <a:solidFill>
                  <a:schemeClr val="bg1"/>
                </a:solidFill>
              </a:rPr>
              <a:t>2020-2022</a:t>
            </a:r>
          </a:p>
        </p:txBody>
      </p:sp>
      <p:sp>
        <p:nvSpPr>
          <p:cNvPr id="31" name="Rectangle: Rounded Corners 30">
            <a:extLst>
              <a:ext uri="{FF2B5EF4-FFF2-40B4-BE49-F238E27FC236}">
                <a16:creationId xmlns:a16="http://schemas.microsoft.com/office/drawing/2014/main" id="{41143C6A-BDD9-9321-3D5B-0A7055395B62}"/>
              </a:ext>
            </a:extLst>
          </p:cNvPr>
          <p:cNvSpPr/>
          <p:nvPr/>
        </p:nvSpPr>
        <p:spPr bwMode="auto">
          <a:xfrm>
            <a:off x="281935" y="1690117"/>
            <a:ext cx="3248209" cy="1530760"/>
          </a:xfrm>
          <a:prstGeom prst="roundRect">
            <a:avLst/>
          </a:prstGeom>
          <a:solidFill>
            <a:schemeClr val="accent2">
              <a:lumMod val="20000"/>
              <a:lumOff val="80000"/>
            </a:schemeClr>
          </a:solidFill>
          <a:ln w="6350" cap="flat" cmpd="sng" algn="ctr">
            <a:solidFill>
              <a:srgbClr val="CCD3E1"/>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34" name="Rectangle: Rounded Corners 33">
            <a:extLst>
              <a:ext uri="{FF2B5EF4-FFF2-40B4-BE49-F238E27FC236}">
                <a16:creationId xmlns:a16="http://schemas.microsoft.com/office/drawing/2014/main" id="{AFF4317D-7309-CE51-13DD-DD0EF863110E}"/>
              </a:ext>
            </a:extLst>
          </p:cNvPr>
          <p:cNvSpPr/>
          <p:nvPr/>
        </p:nvSpPr>
        <p:spPr bwMode="auto">
          <a:xfrm>
            <a:off x="2732567" y="4830442"/>
            <a:ext cx="3168503" cy="1685515"/>
          </a:xfrm>
          <a:prstGeom prst="roundRect">
            <a:avLst/>
          </a:prstGeom>
          <a:solidFill>
            <a:schemeClr val="accent2">
              <a:lumMod val="20000"/>
              <a:lumOff val="80000"/>
            </a:schemeClr>
          </a:solidFill>
          <a:ln w="6350" cap="flat" cmpd="sng" algn="ctr">
            <a:solidFill>
              <a:srgbClr val="CCD3E1"/>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35" name="Rectangle: Rounded Corners 34">
            <a:extLst>
              <a:ext uri="{FF2B5EF4-FFF2-40B4-BE49-F238E27FC236}">
                <a16:creationId xmlns:a16="http://schemas.microsoft.com/office/drawing/2014/main" id="{2FD06A11-A22E-36F5-DD50-6F3EB9D2B0E1}"/>
              </a:ext>
            </a:extLst>
          </p:cNvPr>
          <p:cNvSpPr/>
          <p:nvPr/>
        </p:nvSpPr>
        <p:spPr bwMode="auto">
          <a:xfrm>
            <a:off x="5681781" y="1612098"/>
            <a:ext cx="3248209" cy="1543534"/>
          </a:xfrm>
          <a:prstGeom prst="roundRect">
            <a:avLst/>
          </a:prstGeom>
          <a:solidFill>
            <a:schemeClr val="accent2">
              <a:lumMod val="20000"/>
              <a:lumOff val="80000"/>
            </a:schemeClr>
          </a:solidFill>
          <a:ln w="6350" cap="flat" cmpd="sng" algn="ctr">
            <a:solidFill>
              <a:srgbClr val="CCD3E1"/>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36" name="Rectangle: Rounded Corners 35">
            <a:extLst>
              <a:ext uri="{FF2B5EF4-FFF2-40B4-BE49-F238E27FC236}">
                <a16:creationId xmlns:a16="http://schemas.microsoft.com/office/drawing/2014/main" id="{0EEB4491-A7D6-CBEE-7E89-67B3FF9D3B02}"/>
              </a:ext>
            </a:extLst>
          </p:cNvPr>
          <p:cNvSpPr/>
          <p:nvPr/>
        </p:nvSpPr>
        <p:spPr bwMode="auto">
          <a:xfrm>
            <a:off x="8412461" y="4733208"/>
            <a:ext cx="3168502" cy="1685515"/>
          </a:xfrm>
          <a:prstGeom prst="roundRect">
            <a:avLst/>
          </a:prstGeom>
          <a:solidFill>
            <a:schemeClr val="accent2">
              <a:lumMod val="20000"/>
              <a:lumOff val="80000"/>
            </a:schemeClr>
          </a:solidFill>
          <a:ln w="6350" cap="flat" cmpd="sng" algn="ctr">
            <a:solidFill>
              <a:srgbClr val="CCD3E1"/>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42" name="Rectangle 4">
            <a:extLst>
              <a:ext uri="{FF2B5EF4-FFF2-40B4-BE49-F238E27FC236}">
                <a16:creationId xmlns:a16="http://schemas.microsoft.com/office/drawing/2014/main" id="{882E87D5-016A-EE47-3855-94628BE21E08}"/>
              </a:ext>
            </a:extLst>
          </p:cNvPr>
          <p:cNvSpPr>
            <a:spLocks noChangeArrowheads="1"/>
          </p:cNvSpPr>
          <p:nvPr/>
        </p:nvSpPr>
        <p:spPr bwMode="auto">
          <a:xfrm>
            <a:off x="425915" y="1699569"/>
            <a:ext cx="3088721"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s-ES_tradnl" altLang="es-ES_tradnl" sz="1200">
                <a:solidFill>
                  <a:srgbClr val="002260"/>
                </a:solidFill>
                <a:latin typeface="Quattrocento Sans" panose="020B0502050000020003" pitchFamily="34" charset="0"/>
              </a:rPr>
              <a:t>Tras la </a:t>
            </a:r>
            <a:r>
              <a:rPr lang="es-ES_tradnl" altLang="es-ES_tradnl" sz="1200" b="1">
                <a:solidFill>
                  <a:srgbClr val="002260"/>
                </a:solidFill>
                <a:latin typeface="Quattrocento Sans" panose="020B0502050000020003" pitchFamily="34" charset="0"/>
              </a:rPr>
              <a:t>crisis,</a:t>
            </a:r>
            <a:r>
              <a:rPr lang="es-ES_tradnl" altLang="es-ES_tradnl" sz="1200">
                <a:solidFill>
                  <a:srgbClr val="002260"/>
                </a:solidFill>
                <a:latin typeface="Quattrocento Sans" panose="020B0502050000020003" pitchFamily="34" charset="0"/>
              </a:rPr>
              <a:t> consumidores y empresas buscaban </a:t>
            </a:r>
            <a:r>
              <a:rPr lang="es-ES_tradnl" altLang="es-ES_tradnl" sz="1200" b="1">
                <a:solidFill>
                  <a:srgbClr val="002260"/>
                </a:solidFill>
                <a:latin typeface="Quattrocento Sans" panose="020B0502050000020003" pitchFamily="34" charset="0"/>
              </a:rPr>
              <a:t>reducir</a:t>
            </a:r>
            <a:r>
              <a:rPr lang="es-ES_tradnl" altLang="es-ES_tradnl" sz="1200">
                <a:solidFill>
                  <a:srgbClr val="002260"/>
                </a:solidFill>
                <a:latin typeface="Quattrocento Sans" panose="020B0502050000020003" pitchFamily="34" charset="0"/>
              </a:rPr>
              <a:t> las cuotas mensuales.</a:t>
            </a:r>
          </a:p>
          <a:p>
            <a:pPr marL="0" marR="0" lvl="0" indent="0" algn="l" defTabSz="914400" rtl="0" eaLnBrk="0" fontAlgn="base" latinLnBrk="0" hangingPunct="0">
              <a:lnSpc>
                <a:spcPct val="100000"/>
              </a:lnSpc>
              <a:spcBef>
                <a:spcPct val="0"/>
              </a:spcBef>
              <a:spcAft>
                <a:spcPct val="0"/>
              </a:spcAft>
              <a:buClrTx/>
              <a:buSzTx/>
              <a:buFontTx/>
              <a:buChar char="•"/>
              <a:tabLst/>
            </a:pPr>
            <a:r>
              <a:rPr lang="es-ES_tradnl" altLang="es-ES_tradnl" sz="1200">
                <a:solidFill>
                  <a:srgbClr val="002260"/>
                </a:solidFill>
                <a:latin typeface="Quattrocento Sans" panose="020B0502050000020003" pitchFamily="34" charset="0"/>
              </a:rPr>
              <a:t>Se empezaron a usar contratos de </a:t>
            </a:r>
            <a:r>
              <a:rPr lang="es-ES_tradnl" altLang="es-ES_tradnl" sz="1200" b="1">
                <a:solidFill>
                  <a:srgbClr val="002260"/>
                </a:solidFill>
                <a:latin typeface="Quattrocento Sans" panose="020B0502050000020003" pitchFamily="34" charset="0"/>
              </a:rPr>
              <a:t>leasing</a:t>
            </a:r>
            <a:r>
              <a:rPr lang="es-ES_tradnl" altLang="es-ES_tradnl" sz="1200">
                <a:solidFill>
                  <a:srgbClr val="002260"/>
                </a:solidFill>
                <a:latin typeface="Quattrocento Sans" panose="020B0502050000020003" pitchFamily="34" charset="0"/>
              </a:rPr>
              <a:t> y </a:t>
            </a:r>
            <a:r>
              <a:rPr lang="es-ES_tradnl" altLang="es-ES_tradnl" sz="1200" b="1">
                <a:solidFill>
                  <a:srgbClr val="002260"/>
                </a:solidFill>
                <a:latin typeface="Quattrocento Sans" panose="020B0502050000020003" pitchFamily="34" charset="0"/>
              </a:rPr>
              <a:t>renting</a:t>
            </a:r>
            <a:r>
              <a:rPr lang="es-ES_tradnl" altLang="es-ES_tradnl" sz="1200">
                <a:solidFill>
                  <a:srgbClr val="002260"/>
                </a:solidFill>
                <a:latin typeface="Quattrocento Sans" panose="020B0502050000020003" pitchFamily="34" charset="0"/>
              </a:rPr>
              <a:t> con </a:t>
            </a:r>
            <a:r>
              <a:rPr lang="es-ES_tradnl" altLang="es-ES_tradnl" sz="1200" b="1">
                <a:solidFill>
                  <a:srgbClr val="002260"/>
                </a:solidFill>
                <a:latin typeface="Quattrocento Sans" panose="020B0502050000020003" pitchFamily="34" charset="0"/>
              </a:rPr>
              <a:t>valor residual </a:t>
            </a:r>
            <a:r>
              <a:rPr lang="es-ES_tradnl" altLang="es-ES_tradnl" sz="1200">
                <a:solidFill>
                  <a:srgbClr val="002260"/>
                </a:solidFill>
                <a:latin typeface="Quattrocento Sans" panose="020B0502050000020003" pitchFamily="34" charset="0"/>
              </a:rPr>
              <a:t>para hacer más accesible la financiación.</a:t>
            </a:r>
          </a:p>
          <a:p>
            <a:pPr marL="0" marR="0" lvl="0" indent="0" algn="l" defTabSz="914400" rtl="0" eaLnBrk="0" fontAlgn="base" latinLnBrk="0" hangingPunct="0">
              <a:lnSpc>
                <a:spcPct val="100000"/>
              </a:lnSpc>
              <a:spcBef>
                <a:spcPct val="0"/>
              </a:spcBef>
              <a:spcAft>
                <a:spcPct val="0"/>
              </a:spcAft>
              <a:buClrTx/>
              <a:buSzTx/>
              <a:buFontTx/>
              <a:buChar char="•"/>
              <a:tabLst/>
            </a:pPr>
            <a:r>
              <a:rPr lang="es-ES_tradnl" altLang="es-ES_tradnl" sz="1200">
                <a:solidFill>
                  <a:srgbClr val="002260"/>
                </a:solidFill>
                <a:latin typeface="Quattrocento Sans" panose="020B0502050000020003" pitchFamily="34" charset="0"/>
              </a:rPr>
              <a:t>Las entidades lo integraron como herramienta para ofrecer opciones más atractivas.</a:t>
            </a:r>
          </a:p>
        </p:txBody>
      </p:sp>
      <p:sp>
        <p:nvSpPr>
          <p:cNvPr id="45" name="Rectangle 6">
            <a:extLst>
              <a:ext uri="{FF2B5EF4-FFF2-40B4-BE49-F238E27FC236}">
                <a16:creationId xmlns:a16="http://schemas.microsoft.com/office/drawing/2014/main" id="{3D58D357-BC50-E3CD-3DC8-B28C8E740EF7}"/>
              </a:ext>
            </a:extLst>
          </p:cNvPr>
          <p:cNvSpPr>
            <a:spLocks noChangeArrowheads="1"/>
          </p:cNvSpPr>
          <p:nvPr/>
        </p:nvSpPr>
        <p:spPr bwMode="auto">
          <a:xfrm>
            <a:off x="2732567" y="4884434"/>
            <a:ext cx="3263099"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s-ES_tradnl" altLang="es-ES_tradnl" sz="1200">
                <a:solidFill>
                  <a:srgbClr val="002260"/>
                </a:solidFill>
                <a:latin typeface="Quattrocento Sans" panose="020B0502050000020003" pitchFamily="34" charset="0"/>
              </a:rPr>
              <a:t>En España y Europa, el </a:t>
            </a:r>
            <a:r>
              <a:rPr lang="es-ES_tradnl" altLang="es-ES_tradnl" sz="1200" b="1">
                <a:solidFill>
                  <a:srgbClr val="002260"/>
                </a:solidFill>
                <a:latin typeface="Quattrocento Sans" panose="020B0502050000020003" pitchFamily="34" charset="0"/>
              </a:rPr>
              <a:t>renting</a:t>
            </a:r>
            <a:r>
              <a:rPr lang="es-ES_tradnl" altLang="es-ES_tradnl" sz="1200">
                <a:solidFill>
                  <a:srgbClr val="002260"/>
                </a:solidFill>
                <a:latin typeface="Quattrocento Sans" panose="020B0502050000020003" pitchFamily="34" charset="0"/>
              </a:rPr>
              <a:t> creció exponencialmente, también entre particulares.</a:t>
            </a:r>
          </a:p>
          <a:p>
            <a:pPr marL="0" marR="0" lvl="0" indent="0" algn="l" defTabSz="914400" rtl="0" eaLnBrk="0" fontAlgn="base" latinLnBrk="0" hangingPunct="0">
              <a:lnSpc>
                <a:spcPct val="100000"/>
              </a:lnSpc>
              <a:spcBef>
                <a:spcPct val="0"/>
              </a:spcBef>
              <a:spcAft>
                <a:spcPct val="0"/>
              </a:spcAft>
              <a:buClrTx/>
              <a:buSzTx/>
              <a:buFontTx/>
              <a:buChar char="•"/>
              <a:tabLst/>
            </a:pPr>
            <a:r>
              <a:rPr lang="es-ES_tradnl" altLang="es-ES_tradnl" sz="1200">
                <a:solidFill>
                  <a:srgbClr val="002260"/>
                </a:solidFill>
                <a:latin typeface="Quattrocento Sans" panose="020B0502050000020003" pitchFamily="34" charset="0"/>
              </a:rPr>
              <a:t>El </a:t>
            </a:r>
            <a:r>
              <a:rPr lang="es-ES_tradnl" altLang="es-ES_tradnl" sz="1200" b="1">
                <a:solidFill>
                  <a:srgbClr val="002260"/>
                </a:solidFill>
                <a:latin typeface="Quattrocento Sans" panose="020B0502050000020003" pitchFamily="34" charset="0"/>
              </a:rPr>
              <a:t>valor residual </a:t>
            </a:r>
            <a:r>
              <a:rPr lang="es-ES_tradnl" altLang="es-ES_tradnl" sz="1200">
                <a:solidFill>
                  <a:srgbClr val="002260"/>
                </a:solidFill>
                <a:latin typeface="Quattrocento Sans" panose="020B0502050000020003" pitchFamily="34" charset="0"/>
              </a:rPr>
              <a:t>se convirtió en una </a:t>
            </a:r>
            <a:r>
              <a:rPr lang="es-ES_tradnl" altLang="es-ES_tradnl" sz="1200" b="1">
                <a:solidFill>
                  <a:srgbClr val="002260"/>
                </a:solidFill>
                <a:latin typeface="Quattrocento Sans" panose="020B0502050000020003" pitchFamily="34" charset="0"/>
              </a:rPr>
              <a:t>variable estratégica</a:t>
            </a:r>
            <a:r>
              <a:rPr lang="es-ES_tradnl" altLang="es-ES_tradnl" sz="1200">
                <a:solidFill>
                  <a:srgbClr val="002260"/>
                </a:solidFill>
                <a:latin typeface="Quattrocento Sans" panose="020B0502050000020003" pitchFamily="34" charset="0"/>
              </a:rPr>
              <a:t> para fijar cuotas, rentabilidad y riesgos.</a:t>
            </a:r>
          </a:p>
          <a:p>
            <a:pPr marL="0" marR="0" lvl="0" indent="0" algn="l" defTabSz="914400" rtl="0" eaLnBrk="0" fontAlgn="base" latinLnBrk="0" hangingPunct="0">
              <a:lnSpc>
                <a:spcPct val="100000"/>
              </a:lnSpc>
              <a:spcBef>
                <a:spcPct val="0"/>
              </a:spcBef>
              <a:spcAft>
                <a:spcPct val="0"/>
              </a:spcAft>
              <a:buClrTx/>
              <a:buSzTx/>
              <a:buFontTx/>
              <a:buChar char="•"/>
              <a:tabLst/>
            </a:pPr>
            <a:r>
              <a:rPr lang="es-ES_tradnl" altLang="es-ES_tradnl" sz="1200">
                <a:solidFill>
                  <a:srgbClr val="002260"/>
                </a:solidFill>
                <a:latin typeface="Quattrocento Sans" panose="020B0502050000020003" pitchFamily="34" charset="0"/>
              </a:rPr>
              <a:t>El auge del </a:t>
            </a:r>
            <a:r>
              <a:rPr lang="es-ES_tradnl" altLang="es-ES_tradnl" sz="1200" b="1">
                <a:solidFill>
                  <a:srgbClr val="002260"/>
                </a:solidFill>
                <a:latin typeface="Quattrocento Sans" panose="020B0502050000020003" pitchFamily="34" charset="0"/>
              </a:rPr>
              <a:t>vehículo eléctrico </a:t>
            </a:r>
            <a:r>
              <a:rPr lang="es-ES_tradnl" altLang="es-ES_tradnl" sz="1200">
                <a:solidFill>
                  <a:srgbClr val="002260"/>
                </a:solidFill>
                <a:latin typeface="Quattrocento Sans" panose="020B0502050000020003" pitchFamily="34" charset="0"/>
              </a:rPr>
              <a:t>también elevó la importancia del valor residual debido a su rápida depreciación y evolución tecnológica.</a:t>
            </a:r>
          </a:p>
        </p:txBody>
      </p:sp>
      <p:sp>
        <p:nvSpPr>
          <p:cNvPr id="47" name="Rectangle 7">
            <a:extLst>
              <a:ext uri="{FF2B5EF4-FFF2-40B4-BE49-F238E27FC236}">
                <a16:creationId xmlns:a16="http://schemas.microsoft.com/office/drawing/2014/main" id="{0C1C13E9-9FA0-0EAD-9714-E364A4A12FFE}"/>
              </a:ext>
            </a:extLst>
          </p:cNvPr>
          <p:cNvSpPr>
            <a:spLocks noChangeArrowheads="1"/>
          </p:cNvSpPr>
          <p:nvPr/>
        </p:nvSpPr>
        <p:spPr bwMode="auto">
          <a:xfrm>
            <a:off x="5797380" y="1719954"/>
            <a:ext cx="313261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s-ES_tradnl" altLang="es-ES_tradnl" sz="1200">
                <a:solidFill>
                  <a:srgbClr val="002260"/>
                </a:solidFill>
                <a:latin typeface="Quattrocento Sans" panose="020B0502050000020003" pitchFamily="34" charset="0"/>
              </a:rPr>
              <a:t>Plataformas como </a:t>
            </a:r>
            <a:r>
              <a:rPr lang="es-ES_tradnl" altLang="es-ES_tradnl" sz="1200" b="1">
                <a:solidFill>
                  <a:srgbClr val="002260"/>
                </a:solidFill>
                <a:latin typeface="Quattrocento Sans" panose="020B0502050000020003" pitchFamily="34" charset="0"/>
              </a:rPr>
              <a:t>Solera</a:t>
            </a:r>
            <a:r>
              <a:rPr lang="es-ES_tradnl" altLang="es-ES_tradnl" sz="1200">
                <a:solidFill>
                  <a:srgbClr val="002260"/>
                </a:solidFill>
                <a:latin typeface="Quattrocento Sans" panose="020B0502050000020003" pitchFamily="34" charset="0"/>
              </a:rPr>
              <a:t>, </a:t>
            </a:r>
            <a:r>
              <a:rPr lang="es-ES_tradnl" altLang="es-ES_tradnl" sz="1200" b="1">
                <a:solidFill>
                  <a:srgbClr val="002260"/>
                </a:solidFill>
                <a:latin typeface="Quattrocento Sans" panose="020B0502050000020003" pitchFamily="34" charset="0"/>
              </a:rPr>
              <a:t>DAT</a:t>
            </a:r>
            <a:r>
              <a:rPr lang="es-ES_tradnl" altLang="es-ES_tradnl" sz="1200">
                <a:solidFill>
                  <a:srgbClr val="002260"/>
                </a:solidFill>
                <a:latin typeface="Quattrocento Sans" panose="020B0502050000020003" pitchFamily="34" charset="0"/>
              </a:rPr>
              <a:t> y </a:t>
            </a:r>
            <a:r>
              <a:rPr lang="es-ES_tradnl" altLang="es-ES_tradnl" sz="1200" b="1" err="1">
                <a:solidFill>
                  <a:srgbClr val="002260"/>
                </a:solidFill>
                <a:latin typeface="Quattrocento Sans" panose="020B0502050000020003" pitchFamily="34" charset="0"/>
              </a:rPr>
              <a:t>Eurotax</a:t>
            </a:r>
            <a:r>
              <a:rPr lang="es-ES_tradnl" altLang="es-ES_tradnl" sz="1200" b="1">
                <a:solidFill>
                  <a:srgbClr val="002260"/>
                </a:solidFill>
                <a:latin typeface="Quattrocento Sans" panose="020B0502050000020003" pitchFamily="34" charset="0"/>
              </a:rPr>
              <a:t> </a:t>
            </a:r>
            <a:r>
              <a:rPr lang="es-ES_tradnl" altLang="es-ES_tradnl" sz="1200">
                <a:solidFill>
                  <a:srgbClr val="002260"/>
                </a:solidFill>
                <a:latin typeface="Quattrocento Sans" panose="020B0502050000020003" pitchFamily="34" charset="0"/>
              </a:rPr>
              <a:t>empezaron a ofrecer herramientas basadas en </a:t>
            </a:r>
            <a:r>
              <a:rPr lang="es-ES_tradnl" altLang="es-ES_tradnl" sz="1200" b="1">
                <a:solidFill>
                  <a:srgbClr val="002260"/>
                </a:solidFill>
                <a:latin typeface="Quattrocento Sans" panose="020B0502050000020003" pitchFamily="34" charset="0"/>
              </a:rPr>
              <a:t>IA</a:t>
            </a:r>
            <a:r>
              <a:rPr lang="es-ES_tradnl" altLang="es-ES_tradnl" sz="1200">
                <a:solidFill>
                  <a:srgbClr val="002260"/>
                </a:solidFill>
                <a:latin typeface="Quattrocento Sans" panose="020B0502050000020003" pitchFamily="34" charset="0"/>
              </a:rPr>
              <a:t> para estimar </a:t>
            </a:r>
            <a:r>
              <a:rPr lang="es-ES_tradnl" altLang="es-ES_tradnl" sz="1200" b="1">
                <a:solidFill>
                  <a:srgbClr val="002260"/>
                </a:solidFill>
                <a:latin typeface="Quattrocento Sans" panose="020B0502050000020003" pitchFamily="34" charset="0"/>
              </a:rPr>
              <a:t>valores residuales </a:t>
            </a:r>
            <a:r>
              <a:rPr lang="es-ES_tradnl" altLang="es-ES_tradnl" sz="1200">
                <a:solidFill>
                  <a:srgbClr val="002260"/>
                </a:solidFill>
                <a:latin typeface="Quattrocento Sans" panose="020B0502050000020003" pitchFamily="34" charset="0"/>
              </a:rPr>
              <a:t>más precisos.</a:t>
            </a:r>
          </a:p>
          <a:p>
            <a:pPr marL="0" marR="0" lvl="0" indent="0" algn="l" defTabSz="914400" rtl="0" eaLnBrk="0" fontAlgn="base" latinLnBrk="0" hangingPunct="0">
              <a:lnSpc>
                <a:spcPct val="100000"/>
              </a:lnSpc>
              <a:spcBef>
                <a:spcPct val="0"/>
              </a:spcBef>
              <a:spcAft>
                <a:spcPct val="0"/>
              </a:spcAft>
              <a:buClrTx/>
              <a:buSzTx/>
              <a:buFontTx/>
              <a:buChar char="•"/>
              <a:tabLst/>
            </a:pPr>
            <a:r>
              <a:rPr lang="es-ES_tradnl" altLang="es-ES_tradnl" sz="1200">
                <a:solidFill>
                  <a:srgbClr val="002260"/>
                </a:solidFill>
                <a:latin typeface="Quattrocento Sans" panose="020B0502050000020003" pitchFamily="34" charset="0"/>
              </a:rPr>
              <a:t>Esto permitió a las entidades financieras </a:t>
            </a:r>
            <a:r>
              <a:rPr lang="es-ES_tradnl" altLang="es-ES_tradnl" sz="1200" b="1">
                <a:solidFill>
                  <a:srgbClr val="002260"/>
                </a:solidFill>
                <a:latin typeface="Quattrocento Sans" panose="020B0502050000020003" pitchFamily="34" charset="0"/>
              </a:rPr>
              <a:t>minimizar riesgos</a:t>
            </a:r>
            <a:r>
              <a:rPr lang="es-ES_tradnl" altLang="es-ES_tradnl" sz="1200">
                <a:solidFill>
                  <a:srgbClr val="002260"/>
                </a:solidFill>
                <a:latin typeface="Quattrocento Sans" panose="020B0502050000020003" pitchFamily="34" charset="0"/>
              </a:rPr>
              <a:t> de </a:t>
            </a:r>
            <a:r>
              <a:rPr lang="es-ES_tradnl" altLang="es-ES_tradnl" sz="1200" b="1">
                <a:solidFill>
                  <a:srgbClr val="002260"/>
                </a:solidFill>
                <a:latin typeface="Quattrocento Sans" panose="020B0502050000020003" pitchFamily="34" charset="0"/>
              </a:rPr>
              <a:t>depreciación</a:t>
            </a:r>
            <a:r>
              <a:rPr lang="es-ES_tradnl" altLang="es-ES_tradnl" sz="1200">
                <a:solidFill>
                  <a:srgbClr val="002260"/>
                </a:solidFill>
                <a:latin typeface="Quattrocento Sans" panose="020B0502050000020003" pitchFamily="34" charset="0"/>
              </a:rPr>
              <a:t> y mejorar sus modelos de negocio.</a:t>
            </a:r>
          </a:p>
        </p:txBody>
      </p:sp>
      <p:sp>
        <p:nvSpPr>
          <p:cNvPr id="48" name="Rectangle 8">
            <a:extLst>
              <a:ext uri="{FF2B5EF4-FFF2-40B4-BE49-F238E27FC236}">
                <a16:creationId xmlns:a16="http://schemas.microsoft.com/office/drawing/2014/main" id="{24E05C94-5E1D-5396-0844-16C0578E5CCC}"/>
              </a:ext>
            </a:extLst>
          </p:cNvPr>
          <p:cNvSpPr>
            <a:spLocks noChangeArrowheads="1"/>
          </p:cNvSpPr>
          <p:nvPr/>
        </p:nvSpPr>
        <p:spPr bwMode="auto">
          <a:xfrm>
            <a:off x="8507057" y="4975800"/>
            <a:ext cx="321235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s-ES_tradnl" altLang="es-ES_tradnl" sz="1200">
                <a:solidFill>
                  <a:srgbClr val="002260"/>
                </a:solidFill>
                <a:latin typeface="Quattrocento Sans" panose="020B0502050000020003" pitchFamily="34" charset="0"/>
              </a:rPr>
              <a:t>La </a:t>
            </a:r>
            <a:r>
              <a:rPr lang="es-ES_tradnl" altLang="es-ES_tradnl" sz="1200" b="1">
                <a:solidFill>
                  <a:srgbClr val="002260"/>
                </a:solidFill>
                <a:latin typeface="Quattrocento Sans" panose="020B0502050000020003" pitchFamily="34" charset="0"/>
              </a:rPr>
              <a:t>falta de vehículos </a:t>
            </a:r>
            <a:r>
              <a:rPr lang="es-ES_tradnl" altLang="es-ES_tradnl" sz="1200">
                <a:solidFill>
                  <a:srgbClr val="002260"/>
                </a:solidFill>
                <a:latin typeface="Quattrocento Sans" panose="020B0502050000020003" pitchFamily="34" charset="0"/>
              </a:rPr>
              <a:t>nuevos hizo que los usados se </a:t>
            </a:r>
            <a:r>
              <a:rPr lang="es-ES_tradnl" altLang="es-ES_tradnl" sz="1200" b="1">
                <a:solidFill>
                  <a:srgbClr val="002260"/>
                </a:solidFill>
                <a:latin typeface="Quattrocento Sans" panose="020B0502050000020003" pitchFamily="34" charset="0"/>
              </a:rPr>
              <a:t>revalorizaran</a:t>
            </a:r>
            <a:r>
              <a:rPr lang="es-ES_tradnl" altLang="es-ES_tradnl" sz="1200">
                <a:solidFill>
                  <a:srgbClr val="002260"/>
                </a:solidFill>
                <a:latin typeface="Quattrocento Sans" panose="020B0502050000020003"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lang="es-ES_tradnl" altLang="es-ES_tradnl" sz="1200">
                <a:solidFill>
                  <a:srgbClr val="002260"/>
                </a:solidFill>
                <a:latin typeface="Quattrocento Sans" panose="020B0502050000020003" pitchFamily="34" charset="0"/>
              </a:rPr>
              <a:t>Las financieras comenzaron a ajustar los valores residuales al alza, </a:t>
            </a:r>
            <a:r>
              <a:rPr lang="es-ES_tradnl" altLang="es-ES_tradnl" sz="1200" b="1">
                <a:solidFill>
                  <a:srgbClr val="002260"/>
                </a:solidFill>
                <a:latin typeface="Quattrocento Sans" panose="020B0502050000020003" pitchFamily="34" charset="0"/>
              </a:rPr>
              <a:t>mejorando</a:t>
            </a:r>
            <a:r>
              <a:rPr lang="es-ES_tradnl" altLang="es-ES_tradnl" sz="1200">
                <a:solidFill>
                  <a:srgbClr val="002260"/>
                </a:solidFill>
                <a:latin typeface="Quattrocento Sans" panose="020B0502050000020003" pitchFamily="34" charset="0"/>
              </a:rPr>
              <a:t> la </a:t>
            </a:r>
            <a:r>
              <a:rPr lang="es-ES_tradnl" altLang="es-ES_tradnl" sz="1200" b="1">
                <a:solidFill>
                  <a:srgbClr val="002260"/>
                </a:solidFill>
                <a:latin typeface="Quattrocento Sans" panose="020B0502050000020003" pitchFamily="34" charset="0"/>
              </a:rPr>
              <a:t>rentabilidad</a:t>
            </a:r>
            <a:r>
              <a:rPr lang="es-ES_tradnl" altLang="es-ES_tradnl" sz="1200">
                <a:solidFill>
                  <a:srgbClr val="002260"/>
                </a:solidFill>
                <a:latin typeface="Quattrocento Sans" panose="020B0502050000020003" pitchFamily="34" charset="0"/>
              </a:rPr>
              <a:t> y reduciendo los costes mensuales para el cliente.</a:t>
            </a:r>
          </a:p>
        </p:txBody>
      </p:sp>
      <p:sp>
        <p:nvSpPr>
          <p:cNvPr id="49" name="TextBox 48">
            <a:extLst>
              <a:ext uri="{FF2B5EF4-FFF2-40B4-BE49-F238E27FC236}">
                <a16:creationId xmlns:a16="http://schemas.microsoft.com/office/drawing/2014/main" id="{3716AA63-B5E9-BCF0-C74E-6E0CA42AE8FE}"/>
              </a:ext>
            </a:extLst>
          </p:cNvPr>
          <p:cNvSpPr txBox="1"/>
          <p:nvPr/>
        </p:nvSpPr>
        <p:spPr>
          <a:xfrm>
            <a:off x="1067469" y="3941629"/>
            <a:ext cx="2424223" cy="307777"/>
          </a:xfrm>
          <a:prstGeom prst="rect">
            <a:avLst/>
          </a:prstGeom>
          <a:noFill/>
        </p:spPr>
        <p:txBody>
          <a:bodyPr wrap="square" rtlCol="0">
            <a:spAutoFit/>
          </a:bodyPr>
          <a:lstStyle/>
          <a:p>
            <a:r>
              <a:rPr lang="es-ES_tradnl" sz="1400" b="1" err="1">
                <a:solidFill>
                  <a:schemeClr val="bg1"/>
                </a:solidFill>
              </a:rPr>
              <a:t>Post-crisis</a:t>
            </a:r>
            <a:r>
              <a:rPr lang="es-ES_tradnl" sz="1400" b="1">
                <a:solidFill>
                  <a:schemeClr val="bg1"/>
                </a:solidFill>
              </a:rPr>
              <a:t> financiera</a:t>
            </a:r>
            <a:endParaRPr lang="es-ES_tradnl" b="1">
              <a:solidFill>
                <a:schemeClr val="bg1"/>
              </a:solidFill>
            </a:endParaRPr>
          </a:p>
        </p:txBody>
      </p:sp>
      <p:sp>
        <p:nvSpPr>
          <p:cNvPr id="50" name="TextBox 49">
            <a:extLst>
              <a:ext uri="{FF2B5EF4-FFF2-40B4-BE49-F238E27FC236}">
                <a16:creationId xmlns:a16="http://schemas.microsoft.com/office/drawing/2014/main" id="{A7973EFA-B403-DCC5-5601-902CBD558DC6}"/>
              </a:ext>
            </a:extLst>
          </p:cNvPr>
          <p:cNvSpPr txBox="1"/>
          <p:nvPr/>
        </p:nvSpPr>
        <p:spPr>
          <a:xfrm>
            <a:off x="3152004" y="3934769"/>
            <a:ext cx="2424223" cy="307777"/>
          </a:xfrm>
          <a:prstGeom prst="rect">
            <a:avLst/>
          </a:prstGeom>
          <a:noFill/>
        </p:spPr>
        <p:txBody>
          <a:bodyPr wrap="square" rtlCol="0">
            <a:spAutoFit/>
          </a:bodyPr>
          <a:lstStyle/>
          <a:p>
            <a:r>
              <a:rPr lang="es-ES_tradnl" sz="1400" b="1">
                <a:solidFill>
                  <a:schemeClr val="bg1"/>
                </a:solidFill>
              </a:rPr>
              <a:t>Boom del renting y del leasing</a:t>
            </a:r>
            <a:endParaRPr lang="es-ES_tradnl" b="1">
              <a:solidFill>
                <a:schemeClr val="bg1"/>
              </a:solidFill>
            </a:endParaRPr>
          </a:p>
        </p:txBody>
      </p:sp>
      <p:sp>
        <p:nvSpPr>
          <p:cNvPr id="51" name="TextBox 50">
            <a:extLst>
              <a:ext uri="{FF2B5EF4-FFF2-40B4-BE49-F238E27FC236}">
                <a16:creationId xmlns:a16="http://schemas.microsoft.com/office/drawing/2014/main" id="{5EEFDCC0-5CBA-68E9-969D-6E32A00D28D3}"/>
              </a:ext>
            </a:extLst>
          </p:cNvPr>
          <p:cNvSpPr txBox="1"/>
          <p:nvPr/>
        </p:nvSpPr>
        <p:spPr>
          <a:xfrm>
            <a:off x="6276087" y="3938526"/>
            <a:ext cx="2424223" cy="307777"/>
          </a:xfrm>
          <a:prstGeom prst="rect">
            <a:avLst/>
          </a:prstGeom>
          <a:noFill/>
        </p:spPr>
        <p:txBody>
          <a:bodyPr wrap="square" rtlCol="0">
            <a:spAutoFit/>
          </a:bodyPr>
          <a:lstStyle/>
          <a:p>
            <a:r>
              <a:rPr lang="es-ES_tradnl" sz="1400" b="1">
                <a:solidFill>
                  <a:schemeClr val="bg1"/>
                </a:solidFill>
              </a:rPr>
              <a:t>Digitalización y </a:t>
            </a:r>
            <a:r>
              <a:rPr lang="es-ES_tradnl" sz="1400" b="1" err="1">
                <a:solidFill>
                  <a:schemeClr val="bg1"/>
                </a:solidFill>
              </a:rPr>
              <a:t>big</a:t>
            </a:r>
            <a:r>
              <a:rPr lang="es-ES_tradnl" sz="1400" b="1">
                <a:solidFill>
                  <a:schemeClr val="bg1"/>
                </a:solidFill>
              </a:rPr>
              <a:t> data</a:t>
            </a:r>
            <a:endParaRPr lang="es-ES_tradnl" b="1">
              <a:solidFill>
                <a:schemeClr val="bg1"/>
              </a:solidFill>
            </a:endParaRPr>
          </a:p>
        </p:txBody>
      </p:sp>
      <p:sp>
        <p:nvSpPr>
          <p:cNvPr id="52" name="TextBox 51">
            <a:extLst>
              <a:ext uri="{FF2B5EF4-FFF2-40B4-BE49-F238E27FC236}">
                <a16:creationId xmlns:a16="http://schemas.microsoft.com/office/drawing/2014/main" id="{2B2B6394-AFA2-1EB5-C6A3-55D19DF195EB}"/>
              </a:ext>
            </a:extLst>
          </p:cNvPr>
          <p:cNvSpPr txBox="1"/>
          <p:nvPr/>
        </p:nvSpPr>
        <p:spPr>
          <a:xfrm>
            <a:off x="8663287" y="3941875"/>
            <a:ext cx="2828428" cy="307777"/>
          </a:xfrm>
          <a:prstGeom prst="rect">
            <a:avLst/>
          </a:prstGeom>
          <a:noFill/>
        </p:spPr>
        <p:txBody>
          <a:bodyPr wrap="square" rtlCol="0">
            <a:spAutoFit/>
          </a:bodyPr>
          <a:lstStyle/>
          <a:p>
            <a:r>
              <a:rPr lang="es-ES_tradnl" sz="1400" b="1">
                <a:solidFill>
                  <a:schemeClr val="bg1"/>
                </a:solidFill>
              </a:rPr>
              <a:t>Escasez de vehículos en pandemia</a:t>
            </a:r>
            <a:endParaRPr lang="es-ES_tradnl" b="1">
              <a:solidFill>
                <a:schemeClr val="bg1"/>
              </a:solidFill>
            </a:endParaRPr>
          </a:p>
        </p:txBody>
      </p:sp>
    </p:spTree>
    <p:extLst>
      <p:ext uri="{BB962C8B-B14F-4D97-AF65-F5344CB8AC3E}">
        <p14:creationId xmlns:p14="http://schemas.microsoft.com/office/powerpoint/2010/main" val="4595607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7">
            <a:extLst>
              <a:ext uri="{FF2B5EF4-FFF2-40B4-BE49-F238E27FC236}">
                <a16:creationId xmlns:a16="http://schemas.microsoft.com/office/drawing/2014/main" id="{E913B5BC-6051-10A3-5B71-93DB1F2FD1B6}"/>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Valor residual en el mercado de automóviles</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a:t>
            </a:r>
            <a:r>
              <a:rPr lang="es-ES_tradnl" sz="2000">
                <a:solidFill>
                  <a:srgbClr val="BFA13E"/>
                </a:solidFill>
                <a:latin typeface="Segoe UI" panose="020B0502040204020203" pitchFamily="34" charset="0"/>
                <a:cs typeface="Segoe UI" panose="020B0502040204020203" pitchFamily="34" charset="0"/>
              </a:rPr>
              <a:t>Análisis del mercado de renting y leasing</a:t>
            </a:r>
            <a:r>
              <a:rPr lang="es-ES_tradnl" sz="2000">
                <a:solidFill>
                  <a:srgbClr val="BFA13E"/>
                </a:solidFill>
                <a:latin typeface="Segoe UI" panose="020B0502040204020203" pitchFamily="34" charset="0"/>
                <a:cs typeface="Segoe UI" panose="020B0502040204020203" pitchFamily="34" charset="0"/>
                <a:sym typeface="Trebuchet MS"/>
              </a:rPr>
              <a:t>?</a:t>
            </a:r>
          </a:p>
        </p:txBody>
      </p:sp>
      <p:sp>
        <p:nvSpPr>
          <p:cNvPr id="3" name="Rectangle 2">
            <a:extLst>
              <a:ext uri="{FF2B5EF4-FFF2-40B4-BE49-F238E27FC236}">
                <a16:creationId xmlns:a16="http://schemas.microsoft.com/office/drawing/2014/main" id="{870CA38C-F326-82F0-0CB4-A462EB266242}"/>
              </a:ext>
            </a:extLst>
          </p:cNvPr>
          <p:cNvSpPr/>
          <p:nvPr/>
        </p:nvSpPr>
        <p:spPr>
          <a:xfrm>
            <a:off x="334963" y="395116"/>
            <a:ext cx="732506" cy="584775"/>
          </a:xfrm>
          <a:prstGeom prst="rect">
            <a:avLst/>
          </a:prstGeom>
        </p:spPr>
        <p:txBody>
          <a:bodyPr wrap="square" lIns="91440" tIns="45720" rIns="91440" bIns="45720" anchor="t">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2</a:t>
            </a:r>
          </a:p>
        </p:txBody>
      </p:sp>
      <p:cxnSp>
        <p:nvCxnSpPr>
          <p:cNvPr id="4" name="Straight Connector 3">
            <a:extLst>
              <a:ext uri="{FF2B5EF4-FFF2-40B4-BE49-F238E27FC236}">
                <a16:creationId xmlns:a16="http://schemas.microsoft.com/office/drawing/2014/main" id="{CC33044D-903B-6597-137E-9D01A00442DA}"/>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5" name="Google Shape;978;p52">
            <a:extLst>
              <a:ext uri="{FF2B5EF4-FFF2-40B4-BE49-F238E27FC236}">
                <a16:creationId xmlns:a16="http://schemas.microsoft.com/office/drawing/2014/main" id="{A636516C-4885-61A3-CF92-3875DA78A747}"/>
              </a:ext>
            </a:extLst>
          </p:cNvPr>
          <p:cNvSpPr/>
          <p:nvPr/>
        </p:nvSpPr>
        <p:spPr>
          <a:xfrm>
            <a:off x="-811177" y="962515"/>
            <a:ext cx="11437587"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a:solidFill>
                  <a:srgbClr val="073763"/>
                </a:solidFill>
                <a:latin typeface="Arial" panose="020B0604020202020204" pitchFamily="34" charset="0"/>
                <a:cs typeface="Arial" panose="020B0604020202020204" pitchFamily="34" charset="0"/>
              </a:rPr>
              <a:t>Impulso del Leasing y Renting Bancario: Digitalización, Regulación y Futuro Sostenible</a:t>
            </a:r>
            <a:endParaRPr lang="es-ES_tradnl" sz="1400" b="1">
              <a:solidFill>
                <a:srgbClr val="073763"/>
              </a:solidFill>
              <a:latin typeface="Arial" panose="020B0604020202020204" pitchFamily="34" charset="0"/>
              <a:cs typeface="Arial" panose="020B0604020202020204" pitchFamily="34" charset="0"/>
              <a:sym typeface="Quattrocento Sans"/>
            </a:endParaRPr>
          </a:p>
        </p:txBody>
      </p:sp>
      <p:sp>
        <p:nvSpPr>
          <p:cNvPr id="7" name="TextBox 6">
            <a:extLst>
              <a:ext uri="{FF2B5EF4-FFF2-40B4-BE49-F238E27FC236}">
                <a16:creationId xmlns:a16="http://schemas.microsoft.com/office/drawing/2014/main" id="{2534A84B-32C9-B87F-E159-723C9CA77C70}"/>
              </a:ext>
            </a:extLst>
          </p:cNvPr>
          <p:cNvSpPr txBox="1"/>
          <p:nvPr/>
        </p:nvSpPr>
        <p:spPr>
          <a:xfrm>
            <a:off x="479540" y="1900168"/>
            <a:ext cx="3068563" cy="1411531"/>
          </a:xfrm>
          <a:prstGeom prst="rect">
            <a:avLst/>
          </a:prstGeom>
          <a:solidFill>
            <a:srgbClr val="F9F9F9"/>
          </a:solidFill>
          <a:effectLst>
            <a:outerShdw blurRad="50800" dist="38100" dir="2700000" algn="tl" rotWithShape="0">
              <a:prstClr val="black">
                <a:alpha val="40000"/>
              </a:prstClr>
            </a:outerShdw>
          </a:effectLst>
        </p:spPr>
        <p:txBody>
          <a:bodyPr wrap="square" lIns="144000" tIns="72000" rIns="144000">
            <a:spAutoFit/>
          </a:bodyPr>
          <a:lstStyle/>
          <a:p>
            <a:pPr marL="285750" indent="-285750" algn="just">
              <a:buFont typeface="Arial" panose="020B0604020202020204" pitchFamily="34" charset="0"/>
              <a:buChar char="•"/>
            </a:pPr>
            <a:endParaRPr lang="es-ES" sz="1200">
              <a:solidFill>
                <a:srgbClr val="002260"/>
              </a:solidFill>
              <a:effectLst/>
              <a:latin typeface="Quattrocento Sans" panose="020B0502050000020003" pitchFamily="34" charset="0"/>
              <a:ea typeface="Times New Roman" panose="02020603050405020304" pitchFamily="18" charset="0"/>
            </a:endParaRPr>
          </a:p>
          <a:p>
            <a:pPr algn="just"/>
            <a:r>
              <a:rPr lang="es-ES_tradnl" sz="1200">
                <a:solidFill>
                  <a:srgbClr val="002260"/>
                </a:solidFill>
                <a:latin typeface="Quattrocento Sans" panose="020B0502050000020003" pitchFamily="34" charset="0"/>
              </a:rPr>
              <a:t>La digitalización ha facilitado la contratación y gestión de leasing y renting mediante plataformas tecnológicas, inteligencia artificial y análisis de datos, mejorando la evaluación de riesgos y reduciendo tiempos de respuesta.</a:t>
            </a:r>
            <a:endParaRPr lang="es-ES" sz="1200">
              <a:solidFill>
                <a:srgbClr val="002260"/>
              </a:solidFill>
              <a:latin typeface="Quattrocento Sans" panose="020B0502050000020003" pitchFamily="34" charset="0"/>
            </a:endParaRPr>
          </a:p>
        </p:txBody>
      </p:sp>
      <p:sp>
        <p:nvSpPr>
          <p:cNvPr id="8" name="TextBox 7">
            <a:extLst>
              <a:ext uri="{FF2B5EF4-FFF2-40B4-BE49-F238E27FC236}">
                <a16:creationId xmlns:a16="http://schemas.microsoft.com/office/drawing/2014/main" id="{9BE53E7B-923B-FAD9-3C4D-04F33F77A305}"/>
              </a:ext>
            </a:extLst>
          </p:cNvPr>
          <p:cNvSpPr txBox="1"/>
          <p:nvPr/>
        </p:nvSpPr>
        <p:spPr>
          <a:xfrm>
            <a:off x="479540" y="1593282"/>
            <a:ext cx="3060364" cy="461665"/>
          </a:xfrm>
          <a:prstGeom prst="rect">
            <a:avLst/>
          </a:prstGeom>
          <a:solidFill>
            <a:schemeClr val="tx2">
              <a:lumMod val="90000"/>
              <a:lumOff val="10000"/>
            </a:schemeClr>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algn="ctr"/>
            <a:r>
              <a:rPr lang="es-ES_tradnl" sz="1200" b="1">
                <a:solidFill>
                  <a:schemeClr val="bg1"/>
                </a:solidFill>
                <a:latin typeface="Segoe Print" panose="02000600000000000000" pitchFamily="2" charset="0"/>
              </a:rPr>
              <a:t>Transformación digital y eficiencia operativa</a:t>
            </a:r>
          </a:p>
        </p:txBody>
      </p:sp>
      <p:sp>
        <p:nvSpPr>
          <p:cNvPr id="9" name="TextBox 8">
            <a:extLst>
              <a:ext uri="{FF2B5EF4-FFF2-40B4-BE49-F238E27FC236}">
                <a16:creationId xmlns:a16="http://schemas.microsoft.com/office/drawing/2014/main" id="{2817E2AF-2242-5C56-A192-7FC34A60A073}"/>
              </a:ext>
            </a:extLst>
          </p:cNvPr>
          <p:cNvSpPr txBox="1"/>
          <p:nvPr/>
        </p:nvSpPr>
        <p:spPr>
          <a:xfrm>
            <a:off x="3711793" y="3548245"/>
            <a:ext cx="3068563" cy="1411531"/>
          </a:xfrm>
          <a:prstGeom prst="rect">
            <a:avLst/>
          </a:prstGeom>
          <a:solidFill>
            <a:srgbClr val="F9F9F9"/>
          </a:solidFill>
          <a:effectLst>
            <a:outerShdw blurRad="50800" dist="38100" dir="2700000" algn="tl" rotWithShape="0">
              <a:prstClr val="black">
                <a:alpha val="40000"/>
              </a:prstClr>
            </a:outerShdw>
          </a:effectLst>
        </p:spPr>
        <p:txBody>
          <a:bodyPr wrap="square" lIns="144000" tIns="72000" rIns="144000">
            <a:spAutoFit/>
          </a:bodyPr>
          <a:lstStyle/>
          <a:p>
            <a:pPr algn="just"/>
            <a:r>
              <a:rPr lang="es-ES_tradnl" sz="1200">
                <a:solidFill>
                  <a:srgbClr val="002260"/>
                </a:solidFill>
                <a:latin typeface="Quattrocento Sans" panose="020B0502050000020003" pitchFamily="34" charset="0"/>
              </a:rPr>
              <a:t>Normativas como Basilea III y IV han impulsado la transparencia y flexibilidad de estos productos. Además, los beneficios fiscales y contables han favorecido su adopción, convirtiendo a los bancos en socios estratégicos más allá del financiamiento tradicional.</a:t>
            </a:r>
            <a:endParaRPr lang="es-ES" sz="1200">
              <a:solidFill>
                <a:srgbClr val="002260"/>
              </a:solidFill>
              <a:latin typeface="Quattrocento Sans" panose="020B0502050000020003" pitchFamily="34" charset="0"/>
            </a:endParaRPr>
          </a:p>
        </p:txBody>
      </p:sp>
      <p:sp>
        <p:nvSpPr>
          <p:cNvPr id="10" name="TextBox 9">
            <a:extLst>
              <a:ext uri="{FF2B5EF4-FFF2-40B4-BE49-F238E27FC236}">
                <a16:creationId xmlns:a16="http://schemas.microsoft.com/office/drawing/2014/main" id="{86AC6227-8582-810F-7B0D-6B15D047AA4C}"/>
              </a:ext>
            </a:extLst>
          </p:cNvPr>
          <p:cNvSpPr txBox="1"/>
          <p:nvPr/>
        </p:nvSpPr>
        <p:spPr>
          <a:xfrm>
            <a:off x="3722899" y="3086580"/>
            <a:ext cx="3057457" cy="461665"/>
          </a:xfrm>
          <a:prstGeom prst="rect">
            <a:avLst/>
          </a:prstGeom>
          <a:solidFill>
            <a:schemeClr val="tx2">
              <a:lumMod val="90000"/>
              <a:lumOff val="10000"/>
            </a:schemeClr>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algn="ctr"/>
            <a:r>
              <a:rPr lang="es-ES_tradnl" sz="1200" b="1">
                <a:solidFill>
                  <a:schemeClr val="bg1"/>
                </a:solidFill>
                <a:latin typeface="Segoe Print" panose="02000600000000000000" pitchFamily="2" charset="0"/>
              </a:rPr>
              <a:t>Evolución regulatoria y beneficios fiscales</a:t>
            </a:r>
          </a:p>
        </p:txBody>
      </p:sp>
      <p:sp>
        <p:nvSpPr>
          <p:cNvPr id="11" name="TextBox 10">
            <a:extLst>
              <a:ext uri="{FF2B5EF4-FFF2-40B4-BE49-F238E27FC236}">
                <a16:creationId xmlns:a16="http://schemas.microsoft.com/office/drawing/2014/main" id="{688DAD38-DFAA-32DF-35D7-0E29717F4141}"/>
              </a:ext>
            </a:extLst>
          </p:cNvPr>
          <p:cNvSpPr txBox="1"/>
          <p:nvPr/>
        </p:nvSpPr>
        <p:spPr>
          <a:xfrm>
            <a:off x="479540" y="4721878"/>
            <a:ext cx="3068563" cy="1596197"/>
          </a:xfrm>
          <a:prstGeom prst="rect">
            <a:avLst/>
          </a:prstGeom>
          <a:solidFill>
            <a:srgbClr val="F9F9F9"/>
          </a:solidFill>
          <a:effectLst>
            <a:outerShdw blurRad="50800" dist="38100" dir="2700000" algn="tl" rotWithShape="0">
              <a:prstClr val="black">
                <a:alpha val="40000"/>
              </a:prstClr>
            </a:outerShdw>
          </a:effectLst>
        </p:spPr>
        <p:txBody>
          <a:bodyPr wrap="square" lIns="144000" tIns="72000" rIns="144000">
            <a:spAutoFit/>
          </a:bodyPr>
          <a:lstStyle/>
          <a:p>
            <a:pPr marL="285750" indent="-285750" algn="just">
              <a:buFont typeface="Arial" panose="020B0604020202020204" pitchFamily="34" charset="0"/>
              <a:buChar char="•"/>
            </a:pPr>
            <a:endParaRPr lang="es-ES" sz="1200">
              <a:solidFill>
                <a:srgbClr val="002260"/>
              </a:solidFill>
              <a:effectLst/>
              <a:latin typeface="Quattrocento Sans" panose="020B0502050000020003" pitchFamily="34" charset="0"/>
              <a:ea typeface="Times New Roman" panose="02020603050405020304" pitchFamily="18" charset="0"/>
            </a:endParaRPr>
          </a:p>
          <a:p>
            <a:pPr algn="just"/>
            <a:r>
              <a:rPr lang="es-ES_tradnl" sz="1200">
                <a:solidFill>
                  <a:srgbClr val="002260"/>
                </a:solidFill>
                <a:latin typeface="Quattrocento Sans" panose="020B0502050000020003" pitchFamily="34" charset="0"/>
              </a:rPr>
              <a:t>Se anticipa un crecimiento sostenido del leasing y renting, especialmente en medianas empresas. La integración de criterios ESG y la innovación tecnológica serán clave para ofrecer soluciones más sostenibles y adaptadas a las nuevas demandas del mercado.</a:t>
            </a:r>
            <a:endParaRPr lang="es-ES" sz="1200">
              <a:solidFill>
                <a:srgbClr val="002260"/>
              </a:solidFill>
              <a:latin typeface="Quattrocento Sans" panose="020B0502050000020003" pitchFamily="34" charset="0"/>
            </a:endParaRPr>
          </a:p>
        </p:txBody>
      </p:sp>
      <p:sp>
        <p:nvSpPr>
          <p:cNvPr id="12" name="TextBox 11">
            <a:extLst>
              <a:ext uri="{FF2B5EF4-FFF2-40B4-BE49-F238E27FC236}">
                <a16:creationId xmlns:a16="http://schemas.microsoft.com/office/drawing/2014/main" id="{6904EE29-C7EC-C0C3-3A59-197E48671F80}"/>
              </a:ext>
            </a:extLst>
          </p:cNvPr>
          <p:cNvSpPr txBox="1"/>
          <p:nvPr/>
        </p:nvSpPr>
        <p:spPr>
          <a:xfrm>
            <a:off x="479540" y="4389325"/>
            <a:ext cx="3068563" cy="461665"/>
          </a:xfrm>
          <a:prstGeom prst="rect">
            <a:avLst/>
          </a:prstGeom>
          <a:solidFill>
            <a:schemeClr val="tx2">
              <a:lumMod val="90000"/>
              <a:lumOff val="10000"/>
            </a:schemeClr>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algn="ctr"/>
            <a:r>
              <a:rPr lang="es-ES_tradnl" sz="1200" b="1">
                <a:solidFill>
                  <a:schemeClr val="bg1"/>
                </a:solidFill>
                <a:latin typeface="Segoe Print" panose="02000600000000000000" pitchFamily="2" charset="0"/>
              </a:rPr>
              <a:t>Perspectivas de crecimiento y sostenibilidad</a:t>
            </a:r>
          </a:p>
        </p:txBody>
      </p:sp>
      <p:sp>
        <p:nvSpPr>
          <p:cNvPr id="19" name="TextBox 18">
            <a:extLst>
              <a:ext uri="{FF2B5EF4-FFF2-40B4-BE49-F238E27FC236}">
                <a16:creationId xmlns:a16="http://schemas.microsoft.com/office/drawing/2014/main" id="{17AD020C-4B8F-228E-6FE4-67AD62B1A8CE}"/>
              </a:ext>
            </a:extLst>
          </p:cNvPr>
          <p:cNvSpPr txBox="1"/>
          <p:nvPr/>
        </p:nvSpPr>
        <p:spPr>
          <a:xfrm>
            <a:off x="6814637" y="3606709"/>
            <a:ext cx="4781587" cy="830997"/>
          </a:xfrm>
          <a:prstGeom prst="rect">
            <a:avLst/>
          </a:prstGeom>
          <a:noFill/>
        </p:spPr>
        <p:txBody>
          <a:bodyPr wrap="square">
            <a:spAutoFit/>
          </a:bodyPr>
          <a:lstStyle/>
          <a:p>
            <a:pPr algn="just"/>
            <a:r>
              <a:rPr lang="es-ES" sz="1200">
                <a:solidFill>
                  <a:srgbClr val="002260"/>
                </a:solidFill>
                <a:latin typeface="Quattrocento Sans" panose="020B0502050000020003" pitchFamily="34" charset="0"/>
              </a:rPr>
              <a:t>Aunque el uso de vehículos eléctricos todavía no este muy popularizado entre la sociedad española, si se puede observar una tendencia de crecimiento en el uso, y por tanto renting de estos vehículos como se muestra a continuación.</a:t>
            </a:r>
            <a:endParaRPr lang="es-ES_tradnl" sz="1200">
              <a:solidFill>
                <a:srgbClr val="002260"/>
              </a:solidFill>
              <a:latin typeface="Quattrocento Sans" panose="020B0502050000020003" pitchFamily="34" charset="0"/>
            </a:endParaRPr>
          </a:p>
        </p:txBody>
      </p:sp>
      <p:sp>
        <p:nvSpPr>
          <p:cNvPr id="22" name="Rectangle 21">
            <a:extLst>
              <a:ext uri="{FF2B5EF4-FFF2-40B4-BE49-F238E27FC236}">
                <a16:creationId xmlns:a16="http://schemas.microsoft.com/office/drawing/2014/main" id="{9DB4DBCF-75E7-8DB0-CFC6-0CE08779008D}"/>
              </a:ext>
            </a:extLst>
          </p:cNvPr>
          <p:cNvSpPr/>
          <p:nvPr/>
        </p:nvSpPr>
        <p:spPr bwMode="auto">
          <a:xfrm>
            <a:off x="6881977" y="1592758"/>
            <a:ext cx="4714247" cy="1954090"/>
          </a:xfrm>
          <a:prstGeom prst="rect">
            <a:avLst/>
          </a:prstGeom>
          <a:solidFill>
            <a:srgbClr val="FFFFFF"/>
          </a:solidFill>
          <a:ln w="6350" cap="flat" cmpd="sng" algn="ctr">
            <a:solidFill>
              <a:srgbClr val="063075"/>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a:solidFill>
                <a:srgbClr val="000000"/>
              </a:solidFill>
              <a:cs typeface="Arial" pitchFamily="34" charset="0"/>
            </a:endParaRPr>
          </a:p>
        </p:txBody>
      </p:sp>
      <p:graphicFrame>
        <p:nvGraphicFramePr>
          <p:cNvPr id="23" name="Chart 22">
            <a:extLst>
              <a:ext uri="{FF2B5EF4-FFF2-40B4-BE49-F238E27FC236}">
                <a16:creationId xmlns:a16="http://schemas.microsoft.com/office/drawing/2014/main" id="{E2D1F3E9-9408-6BEB-5477-54D3754E0B1B}"/>
              </a:ext>
            </a:extLst>
          </p:cNvPr>
          <p:cNvGraphicFramePr/>
          <p:nvPr>
            <p:extLst>
              <p:ext uri="{D42A27DB-BD31-4B8C-83A1-F6EECF244321}">
                <p14:modId xmlns:p14="http://schemas.microsoft.com/office/powerpoint/2010/main" val="2465390438"/>
              </p:ext>
            </p:extLst>
          </p:nvPr>
        </p:nvGraphicFramePr>
        <p:xfrm>
          <a:off x="7255379" y="1758786"/>
          <a:ext cx="3967442" cy="1787910"/>
        </p:xfrm>
        <a:graphic>
          <a:graphicData uri="http://schemas.openxmlformats.org/drawingml/2006/chart">
            <c:chart xmlns:c="http://schemas.openxmlformats.org/drawingml/2006/chart" xmlns:r="http://schemas.openxmlformats.org/officeDocument/2006/relationships" r:id="rId2"/>
          </a:graphicData>
        </a:graphic>
      </p:graphicFrame>
      <p:sp>
        <p:nvSpPr>
          <p:cNvPr id="24" name="TextBox 23">
            <a:extLst>
              <a:ext uri="{FF2B5EF4-FFF2-40B4-BE49-F238E27FC236}">
                <a16:creationId xmlns:a16="http://schemas.microsoft.com/office/drawing/2014/main" id="{7353A8AD-1D1A-5BC1-E1B0-62874909C30B}"/>
              </a:ext>
            </a:extLst>
          </p:cNvPr>
          <p:cNvSpPr txBox="1"/>
          <p:nvPr/>
        </p:nvSpPr>
        <p:spPr>
          <a:xfrm>
            <a:off x="6952783" y="1592758"/>
            <a:ext cx="4572634" cy="230832"/>
          </a:xfrm>
          <a:prstGeom prst="rect">
            <a:avLst/>
          </a:prstGeom>
          <a:noFill/>
        </p:spPr>
        <p:txBody>
          <a:bodyPr wrap="square">
            <a:spAutoFit/>
          </a:bodyPr>
          <a:lstStyle/>
          <a:p>
            <a:pPr algn="ctr">
              <a:spcAft>
                <a:spcPts val="1000"/>
              </a:spcAft>
            </a:pPr>
            <a:r>
              <a:rPr lang="es-ES" sz="900" b="1" err="1">
                <a:solidFill>
                  <a:schemeClr val="accent1"/>
                </a:solidFill>
                <a:latin typeface="Segoe Print" panose="02000600000000000000" pitchFamily="2" charset="0"/>
              </a:rPr>
              <a:t>Nº</a:t>
            </a:r>
            <a:r>
              <a:rPr lang="es-ES" sz="900" b="1">
                <a:solidFill>
                  <a:schemeClr val="accent1"/>
                </a:solidFill>
                <a:latin typeface="Segoe Print" panose="02000600000000000000" pitchFamily="2" charset="0"/>
              </a:rPr>
              <a:t> Vehículos en renting por tipo de carburante. Fuente AER y datos DGT</a:t>
            </a:r>
            <a:endParaRPr lang="es-ES_tradnl" sz="900" b="1">
              <a:solidFill>
                <a:schemeClr val="accent1"/>
              </a:solidFill>
              <a:latin typeface="Segoe Print" panose="02000600000000000000" pitchFamily="2" charset="0"/>
            </a:endParaRPr>
          </a:p>
        </p:txBody>
      </p:sp>
      <p:sp>
        <p:nvSpPr>
          <p:cNvPr id="25" name="Rectangle 24">
            <a:extLst>
              <a:ext uri="{FF2B5EF4-FFF2-40B4-BE49-F238E27FC236}">
                <a16:creationId xmlns:a16="http://schemas.microsoft.com/office/drawing/2014/main" id="{54A95005-1F90-B072-4C08-1C5F47DD9089}"/>
              </a:ext>
            </a:extLst>
          </p:cNvPr>
          <p:cNvSpPr/>
          <p:nvPr/>
        </p:nvSpPr>
        <p:spPr bwMode="auto">
          <a:xfrm>
            <a:off x="6881977" y="4485513"/>
            <a:ext cx="4714247" cy="1953938"/>
          </a:xfrm>
          <a:prstGeom prst="rect">
            <a:avLst/>
          </a:prstGeom>
          <a:solidFill>
            <a:srgbClr val="FFFFFF"/>
          </a:solidFill>
          <a:ln w="6350" cap="flat" cmpd="sng" algn="ctr">
            <a:solidFill>
              <a:srgbClr val="063075"/>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26" name="TextBox 25">
            <a:extLst>
              <a:ext uri="{FF2B5EF4-FFF2-40B4-BE49-F238E27FC236}">
                <a16:creationId xmlns:a16="http://schemas.microsoft.com/office/drawing/2014/main" id="{331F2D20-042C-ACE5-9DB2-5DC0799C06D4}"/>
              </a:ext>
            </a:extLst>
          </p:cNvPr>
          <p:cNvSpPr txBox="1"/>
          <p:nvPr/>
        </p:nvSpPr>
        <p:spPr>
          <a:xfrm>
            <a:off x="7670085" y="4507413"/>
            <a:ext cx="6508376" cy="230832"/>
          </a:xfrm>
          <a:prstGeom prst="rect">
            <a:avLst/>
          </a:prstGeom>
          <a:noFill/>
        </p:spPr>
        <p:txBody>
          <a:bodyPr wrap="square">
            <a:spAutoFit/>
          </a:bodyPr>
          <a:lstStyle/>
          <a:p>
            <a:r>
              <a:rPr lang="es-ES_tradnl" sz="900" b="1">
                <a:solidFill>
                  <a:schemeClr val="accent1"/>
                </a:solidFill>
                <a:latin typeface="Segoe Print" panose="02000600000000000000" pitchFamily="2" charset="0"/>
              </a:rPr>
              <a:t>Crecimiento de la compra de vehículos eléctricos</a:t>
            </a:r>
          </a:p>
        </p:txBody>
      </p:sp>
      <p:graphicFrame>
        <p:nvGraphicFramePr>
          <p:cNvPr id="27" name="Chart 26">
            <a:extLst>
              <a:ext uri="{FF2B5EF4-FFF2-40B4-BE49-F238E27FC236}">
                <a16:creationId xmlns:a16="http://schemas.microsoft.com/office/drawing/2014/main" id="{137CD181-608B-D2A2-A044-C825B4736761}"/>
              </a:ext>
            </a:extLst>
          </p:cNvPr>
          <p:cNvGraphicFramePr/>
          <p:nvPr>
            <p:extLst>
              <p:ext uri="{D42A27DB-BD31-4B8C-83A1-F6EECF244321}">
                <p14:modId xmlns:p14="http://schemas.microsoft.com/office/powerpoint/2010/main" val="1391384828"/>
              </p:ext>
            </p:extLst>
          </p:nvPr>
        </p:nvGraphicFramePr>
        <p:xfrm>
          <a:off x="7234222" y="4626193"/>
          <a:ext cx="3967442" cy="187146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9409093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E17B4B57-B17D-42CC-781F-0D171FDDB07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FB25E51-B825-FC08-1190-CBE80F772655}"/>
              </a:ext>
            </a:extLst>
          </p:cNvPr>
          <p:cNvPicPr>
            <a:picLocks noChangeAspect="1"/>
          </p:cNvPicPr>
          <p:nvPr/>
        </p:nvPicPr>
        <p:blipFill rotWithShape="1">
          <a:blip r:embed="rId3">
            <a:extLst>
              <a:ext uri="{28A0092B-C50C-407E-A947-70E740481C1C}">
                <a14:useLocalDpi xmlns:a14="http://schemas.microsoft.com/office/drawing/2010/main" val="0"/>
              </a:ext>
            </a:extLst>
          </a:blip>
          <a:srcRect l="5556" r="5556"/>
          <a:stretch/>
        </p:blipFill>
        <p:spPr>
          <a:xfrm>
            <a:off x="0" y="0"/>
            <a:ext cx="12192000" cy="6858000"/>
          </a:xfrm>
          <a:prstGeom prst="rect">
            <a:avLst/>
          </a:prstGeom>
        </p:spPr>
      </p:pic>
      <p:pic>
        <p:nvPicPr>
          <p:cNvPr id="6" name="Picture 5">
            <a:extLst>
              <a:ext uri="{FF2B5EF4-FFF2-40B4-BE49-F238E27FC236}">
                <a16:creationId xmlns:a16="http://schemas.microsoft.com/office/drawing/2014/main" id="{8C3C6CA9-47D2-5A87-E3A1-13E18293B748}"/>
              </a:ext>
            </a:extLst>
          </p:cNvPr>
          <p:cNvPicPr>
            <a:picLocks noChangeAspect="1"/>
          </p:cNvPicPr>
          <p:nvPr/>
        </p:nvPicPr>
        <p:blipFill rotWithShape="1">
          <a:blip r:embed="rId4">
            <a:extLst>
              <a:ext uri="{BEBA8EAE-BF5A-486C-A8C5-ECC9F3942E4B}">
                <a14:imgProps xmlns:a14="http://schemas.microsoft.com/office/drawing/2010/main">
                  <a14:imgLayer r:embed="rId5">
                    <a14:imgEffect>
                      <a14:colorTemperature colorTemp="4700"/>
                    </a14:imgEffect>
                  </a14:imgLayer>
                </a14:imgProps>
              </a:ext>
            </a:extLst>
          </a:blip>
          <a:srcRect r="23118" b="6897"/>
          <a:stretch/>
        </p:blipFill>
        <p:spPr>
          <a:xfrm>
            <a:off x="0" y="-27633"/>
            <a:ext cx="12192000" cy="6858000"/>
          </a:xfrm>
          <a:prstGeom prst="rect">
            <a:avLst/>
          </a:prstGeom>
        </p:spPr>
      </p:pic>
      <p:sp>
        <p:nvSpPr>
          <p:cNvPr id="12" name="Google Shape;74;p11">
            <a:extLst>
              <a:ext uri="{FF2B5EF4-FFF2-40B4-BE49-F238E27FC236}">
                <a16:creationId xmlns:a16="http://schemas.microsoft.com/office/drawing/2014/main" id="{734A0095-C899-0D12-4559-B2123684DD76}"/>
              </a:ext>
            </a:extLst>
          </p:cNvPr>
          <p:cNvSpPr txBox="1"/>
          <p:nvPr/>
        </p:nvSpPr>
        <p:spPr>
          <a:xfrm>
            <a:off x="254001" y="575220"/>
            <a:ext cx="1905000" cy="602000"/>
          </a:xfrm>
          <a:prstGeom prst="rect">
            <a:avLst/>
          </a:prstGeom>
          <a:noFill/>
          <a:ln>
            <a:noFill/>
          </a:ln>
        </p:spPr>
        <p:txBody>
          <a:bodyPr spcFirstLastPara="1" wrap="square" lIns="107267" tIns="53633" rIns="107267" bIns="53633" anchor="t" anchorCtr="0">
            <a:noAutofit/>
          </a:bodyPr>
          <a:lstStyle/>
          <a:p>
            <a:pPr lvl="0">
              <a:lnSpc>
                <a:spcPct val="102000"/>
              </a:lnSpc>
            </a:pPr>
            <a:r>
              <a:rPr lang="en-GB" sz="2000" b="1" err="1">
                <a:solidFill>
                  <a:srgbClr val="FFFFFF"/>
                </a:solidFill>
                <a:latin typeface="Segoe UI"/>
                <a:ea typeface="Lato"/>
                <a:cs typeface="Segoe UI"/>
              </a:rPr>
              <a:t>Índice</a:t>
            </a:r>
            <a:endParaRPr lang="en-GB" sz="2000" b="1">
              <a:solidFill>
                <a:srgbClr val="FFFFFF"/>
              </a:solidFill>
              <a:latin typeface="Segoe UI" panose="020B0502040204020203" pitchFamily="34" charset="0"/>
              <a:ea typeface="Lato"/>
              <a:cs typeface="Segoe UI" panose="020B0502040204020203" pitchFamily="34" charset="0"/>
            </a:endParaRPr>
          </a:p>
        </p:txBody>
      </p:sp>
      <p:sp>
        <p:nvSpPr>
          <p:cNvPr id="15" name="Google Shape;74;p11">
            <a:extLst>
              <a:ext uri="{FF2B5EF4-FFF2-40B4-BE49-F238E27FC236}">
                <a16:creationId xmlns:a16="http://schemas.microsoft.com/office/drawing/2014/main" id="{B45EE694-F0AB-5E54-BE17-90E9755A79DC}"/>
              </a:ext>
            </a:extLst>
          </p:cNvPr>
          <p:cNvSpPr txBox="1"/>
          <p:nvPr/>
        </p:nvSpPr>
        <p:spPr>
          <a:xfrm>
            <a:off x="1242027" y="1226307"/>
            <a:ext cx="6756346" cy="4405385"/>
          </a:xfrm>
          <a:prstGeom prst="rect">
            <a:avLst/>
          </a:prstGeom>
          <a:noFill/>
          <a:ln>
            <a:noFill/>
          </a:ln>
        </p:spPr>
        <p:txBody>
          <a:bodyPr spcFirstLastPara="1" wrap="square" lIns="107267" tIns="53633" rIns="107267" bIns="53633" anchor="t" anchorCtr="0">
            <a:noAutofit/>
          </a:bodyPr>
          <a:lstStyle/>
          <a:p>
            <a:pPr>
              <a:lnSpc>
                <a:spcPct val="102000"/>
              </a:lnSpc>
            </a:pPr>
            <a:r>
              <a:rPr lang="es-ES_tradnl" sz="2000" b="1">
                <a:solidFill>
                  <a:srgbClr val="404040"/>
                </a:solidFill>
                <a:latin typeface="Segoe UI"/>
                <a:ea typeface="Lato"/>
                <a:cs typeface="Segoe UI"/>
                <a:sym typeface="Lato"/>
              </a:rPr>
              <a:t>Contexto general</a:t>
            </a:r>
          </a:p>
          <a:p>
            <a:pPr lvl="0">
              <a:lnSpc>
                <a:spcPct val="102000"/>
              </a:lnSpc>
            </a:pPr>
            <a:endParaRPr lang="en-GB" sz="2000" b="1">
              <a:solidFill>
                <a:schemeClr val="bg1"/>
              </a:solidFill>
              <a:latin typeface="Segoe UI" panose="020B0502040204020203" pitchFamily="34" charset="0"/>
              <a:ea typeface="Lato"/>
              <a:cs typeface="Segoe UI" panose="020B0502040204020203" pitchFamily="34" charset="0"/>
            </a:endParaRPr>
          </a:p>
          <a:p>
            <a:pPr>
              <a:lnSpc>
                <a:spcPct val="102000"/>
              </a:lnSpc>
            </a:pPr>
            <a:r>
              <a:rPr lang="es-ES_tradnl" sz="2000" b="1">
                <a:solidFill>
                  <a:srgbClr val="404040"/>
                </a:solidFill>
                <a:latin typeface="Segoe UI"/>
                <a:ea typeface="Lato"/>
                <a:cs typeface="Segoe UI"/>
                <a:sym typeface="Lato"/>
              </a:rPr>
              <a:t>Valor residual en el mercado de automóviles</a:t>
            </a:r>
            <a:endParaRPr lang="es-ES_tradnl" sz="2000" b="1">
              <a:solidFill>
                <a:srgbClr val="404040"/>
              </a:solidFill>
              <a:latin typeface="Segoe UI"/>
              <a:ea typeface="Lato"/>
              <a:cs typeface="Segoe UI"/>
            </a:endParaRPr>
          </a:p>
          <a:p>
            <a:pPr lvl="0">
              <a:lnSpc>
                <a:spcPct val="102000"/>
              </a:lnSpc>
            </a:pPr>
            <a:endParaRPr lang="en-GB" sz="2000" b="1">
              <a:solidFill>
                <a:srgbClr val="404040"/>
              </a:solidFill>
              <a:latin typeface="Segoe UI"/>
              <a:ea typeface="Lato"/>
              <a:cs typeface="Segoe UI"/>
            </a:endParaRPr>
          </a:p>
          <a:p>
            <a:pPr>
              <a:lnSpc>
                <a:spcPct val="102000"/>
              </a:lnSpc>
            </a:pPr>
            <a:r>
              <a:rPr lang="es-ES_tradnl" sz="2000" b="1">
                <a:solidFill>
                  <a:schemeClr val="bg1"/>
                </a:solidFill>
                <a:latin typeface="Segoe UI"/>
                <a:ea typeface="Lato"/>
                <a:cs typeface="Segoe UI"/>
                <a:sym typeface="Lato"/>
              </a:rPr>
              <a:t>Componentes que influyen en el valor residual</a:t>
            </a:r>
            <a:endParaRPr lang="es-ES_tradnl" sz="2000" b="1">
              <a:solidFill>
                <a:schemeClr val="bg1"/>
              </a:solidFill>
              <a:latin typeface="Segoe UI"/>
              <a:ea typeface="Lato"/>
              <a:cs typeface="Segoe UI"/>
            </a:endParaRPr>
          </a:p>
          <a:p>
            <a:pPr>
              <a:lnSpc>
                <a:spcPct val="102000"/>
              </a:lnSpc>
            </a:pPr>
            <a:endParaRPr lang="es-ES_tradnl" sz="2000" b="1">
              <a:solidFill>
                <a:srgbClr val="404040"/>
              </a:solidFill>
              <a:latin typeface="Segoe UI"/>
              <a:ea typeface="Lato"/>
              <a:cs typeface="Segoe UI"/>
              <a:sym typeface="Lato"/>
            </a:endParaRPr>
          </a:p>
          <a:p>
            <a:pPr>
              <a:lnSpc>
                <a:spcPct val="102000"/>
              </a:lnSpc>
            </a:pPr>
            <a:r>
              <a:rPr lang="es-ES_tradnl" sz="2000" b="1">
                <a:solidFill>
                  <a:srgbClr val="404040"/>
                </a:solidFill>
                <a:latin typeface="Segoe UI"/>
                <a:ea typeface="Lato"/>
                <a:cs typeface="Segoe UI"/>
                <a:sym typeface="Lato"/>
              </a:rPr>
              <a:t>Desarrollo de un modelo de cálculo del valor residual</a:t>
            </a:r>
          </a:p>
          <a:p>
            <a:pPr>
              <a:lnSpc>
                <a:spcPct val="102000"/>
              </a:lnSpc>
            </a:pPr>
            <a:endParaRPr lang="es-ES_tradnl" sz="2000" b="1">
              <a:solidFill>
                <a:srgbClr val="404040"/>
              </a:solidFill>
              <a:latin typeface="Segoe UI"/>
              <a:ea typeface="Lato"/>
              <a:cs typeface="Segoe UI"/>
              <a:sym typeface="Lato"/>
            </a:endParaRPr>
          </a:p>
          <a:p>
            <a:pPr>
              <a:lnSpc>
                <a:spcPct val="102000"/>
              </a:lnSpc>
            </a:pPr>
            <a:r>
              <a:rPr lang="es-ES_tradnl" sz="2000" b="1">
                <a:solidFill>
                  <a:srgbClr val="404040"/>
                </a:solidFill>
                <a:latin typeface="Segoe UI"/>
                <a:ea typeface="Lato"/>
                <a:cs typeface="Segoe UI"/>
              </a:rPr>
              <a:t>Resultados y conclusiones</a:t>
            </a:r>
          </a:p>
          <a:p>
            <a:pPr>
              <a:lnSpc>
                <a:spcPct val="102000"/>
              </a:lnSpc>
            </a:pPr>
            <a:endParaRPr lang="es-ES_tradnl" sz="2000" b="1">
              <a:solidFill>
                <a:srgbClr val="404040"/>
              </a:solidFill>
              <a:latin typeface="Segoe UI"/>
              <a:ea typeface="Lato"/>
              <a:cs typeface="Segoe UI"/>
            </a:endParaRPr>
          </a:p>
          <a:p>
            <a:pPr>
              <a:lnSpc>
                <a:spcPct val="102000"/>
              </a:lnSpc>
            </a:pPr>
            <a:r>
              <a:rPr lang="es-ES_tradnl" sz="2000" b="1">
                <a:solidFill>
                  <a:srgbClr val="404040"/>
                </a:solidFill>
                <a:latin typeface="Segoe UI"/>
                <a:ea typeface="Lato"/>
                <a:cs typeface="Segoe UI"/>
              </a:rPr>
              <a:t>Anexo</a:t>
            </a:r>
          </a:p>
        </p:txBody>
      </p:sp>
      <p:sp>
        <p:nvSpPr>
          <p:cNvPr id="27" name="Rectangle 26">
            <a:extLst>
              <a:ext uri="{FF2B5EF4-FFF2-40B4-BE49-F238E27FC236}">
                <a16:creationId xmlns:a16="http://schemas.microsoft.com/office/drawing/2014/main" id="{8189E071-B22F-EC24-A327-28345AB88068}"/>
              </a:ext>
            </a:extLst>
          </p:cNvPr>
          <p:cNvSpPr/>
          <p:nvPr/>
        </p:nvSpPr>
        <p:spPr>
          <a:xfrm>
            <a:off x="509521" y="1188052"/>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1</a:t>
            </a:r>
          </a:p>
        </p:txBody>
      </p:sp>
      <p:sp>
        <p:nvSpPr>
          <p:cNvPr id="28" name="Rectangle 27">
            <a:extLst>
              <a:ext uri="{FF2B5EF4-FFF2-40B4-BE49-F238E27FC236}">
                <a16:creationId xmlns:a16="http://schemas.microsoft.com/office/drawing/2014/main" id="{250B3769-2BF7-DF0C-6D8E-61B410C96F99}"/>
              </a:ext>
            </a:extLst>
          </p:cNvPr>
          <p:cNvSpPr/>
          <p:nvPr/>
        </p:nvSpPr>
        <p:spPr>
          <a:xfrm>
            <a:off x="509521" y="1804884"/>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2</a:t>
            </a:r>
          </a:p>
        </p:txBody>
      </p:sp>
      <p:sp>
        <p:nvSpPr>
          <p:cNvPr id="29" name="Rectangle 28">
            <a:extLst>
              <a:ext uri="{FF2B5EF4-FFF2-40B4-BE49-F238E27FC236}">
                <a16:creationId xmlns:a16="http://schemas.microsoft.com/office/drawing/2014/main" id="{C826D9A2-0B9B-4585-2707-1CCD7084712E}"/>
              </a:ext>
            </a:extLst>
          </p:cNvPr>
          <p:cNvSpPr/>
          <p:nvPr/>
        </p:nvSpPr>
        <p:spPr>
          <a:xfrm>
            <a:off x="509521" y="24217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3</a:t>
            </a:r>
          </a:p>
        </p:txBody>
      </p:sp>
      <p:sp>
        <p:nvSpPr>
          <p:cNvPr id="30" name="Rectangle 29">
            <a:extLst>
              <a:ext uri="{FF2B5EF4-FFF2-40B4-BE49-F238E27FC236}">
                <a16:creationId xmlns:a16="http://schemas.microsoft.com/office/drawing/2014/main" id="{B1272950-6E75-F40C-B199-28BEE6227C58}"/>
              </a:ext>
            </a:extLst>
          </p:cNvPr>
          <p:cNvSpPr/>
          <p:nvPr/>
        </p:nvSpPr>
        <p:spPr>
          <a:xfrm>
            <a:off x="509521" y="3038548"/>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4</a:t>
            </a:r>
          </a:p>
        </p:txBody>
      </p:sp>
      <p:sp>
        <p:nvSpPr>
          <p:cNvPr id="31" name="Rectangle 30">
            <a:extLst>
              <a:ext uri="{FF2B5EF4-FFF2-40B4-BE49-F238E27FC236}">
                <a16:creationId xmlns:a16="http://schemas.microsoft.com/office/drawing/2014/main" id="{A1D7807A-69A3-72D7-EED3-1B42240FF80A}"/>
              </a:ext>
            </a:extLst>
          </p:cNvPr>
          <p:cNvSpPr/>
          <p:nvPr/>
        </p:nvSpPr>
        <p:spPr>
          <a:xfrm>
            <a:off x="509521" y="3655380"/>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5</a:t>
            </a:r>
          </a:p>
        </p:txBody>
      </p:sp>
      <p:sp>
        <p:nvSpPr>
          <p:cNvPr id="4" name="Rectangle 3">
            <a:extLst>
              <a:ext uri="{FF2B5EF4-FFF2-40B4-BE49-F238E27FC236}">
                <a16:creationId xmlns:a16="http://schemas.microsoft.com/office/drawing/2014/main" id="{848936A2-EC0C-4C7A-B151-99D47A66B0B1}"/>
              </a:ext>
            </a:extLst>
          </p:cNvPr>
          <p:cNvSpPr/>
          <p:nvPr/>
        </p:nvSpPr>
        <p:spPr>
          <a:xfrm>
            <a:off x="509521" y="4295243"/>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A</a:t>
            </a:r>
          </a:p>
        </p:txBody>
      </p:sp>
    </p:spTree>
    <p:extLst>
      <p:ext uri="{BB962C8B-B14F-4D97-AF65-F5344CB8AC3E}">
        <p14:creationId xmlns:p14="http://schemas.microsoft.com/office/powerpoint/2010/main" val="1261576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AB9C31E-9116-9D9C-5834-BE7261596F1C}"/>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5" name="Google Shape;978;p52">
            <a:extLst>
              <a:ext uri="{FF2B5EF4-FFF2-40B4-BE49-F238E27FC236}">
                <a16:creationId xmlns:a16="http://schemas.microsoft.com/office/drawing/2014/main" id="{615BB313-002A-9A6D-F530-E4217661F289}"/>
              </a:ext>
            </a:extLst>
          </p:cNvPr>
          <p:cNvSpPr/>
          <p:nvPr/>
        </p:nvSpPr>
        <p:spPr>
          <a:xfrm>
            <a:off x="515600" y="1010669"/>
            <a:ext cx="11160800"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 sz="1400" b="1">
                <a:solidFill>
                  <a:srgbClr val="073763"/>
                </a:solidFill>
                <a:latin typeface="Arial" panose="020B0604020202020204" pitchFamily="34" charset="0"/>
                <a:cs typeface="Arial" panose="020B0604020202020204" pitchFamily="34" charset="0"/>
                <a:sym typeface="Quattrocento Sans"/>
              </a:rPr>
              <a:t>A continuación, se identifican algunos</a:t>
            </a:r>
            <a:r>
              <a:rPr lang="es-ES_tradnl" sz="1400" b="1">
                <a:solidFill>
                  <a:srgbClr val="073763"/>
                </a:solidFill>
                <a:latin typeface="Arial" panose="020B0604020202020204" pitchFamily="34" charset="0"/>
                <a:cs typeface="Arial" panose="020B0604020202020204" pitchFamily="34" charset="0"/>
                <a:sym typeface="Quattrocento Sans"/>
              </a:rPr>
              <a:t> factores que influyen en el valor residual de los vehículos. Estos factores aplican a todo tipo de vehículos y no es necesario realizar una distinción expresa por tipo de motorización</a:t>
            </a:r>
          </a:p>
        </p:txBody>
      </p:sp>
      <p:sp>
        <p:nvSpPr>
          <p:cNvPr id="8" name="Google Shape;981;p52">
            <a:extLst>
              <a:ext uri="{FF2B5EF4-FFF2-40B4-BE49-F238E27FC236}">
                <a16:creationId xmlns:a16="http://schemas.microsoft.com/office/drawing/2014/main" id="{16CF801C-ACF6-1102-CC4B-8F6421F2EF46}"/>
              </a:ext>
            </a:extLst>
          </p:cNvPr>
          <p:cNvSpPr/>
          <p:nvPr/>
        </p:nvSpPr>
        <p:spPr>
          <a:xfrm>
            <a:off x="1679945" y="1704266"/>
            <a:ext cx="5720316" cy="4756292"/>
          </a:xfrm>
          <a:prstGeom prst="rect">
            <a:avLst/>
          </a:prstGeom>
          <a:noFill/>
          <a:ln w="9525" cap="flat" cmpd="sng">
            <a:solidFill>
              <a:schemeClr val="tx2">
                <a:lumMod val="90000"/>
                <a:lumOff val="10000"/>
              </a:schemeClr>
            </a:solidFill>
            <a:prstDash val="solid"/>
            <a:round/>
            <a:headEnd type="none" w="sm" len="sm"/>
            <a:tailEnd type="none" w="sm" len="sm"/>
          </a:ln>
        </p:spPr>
        <p:txBody>
          <a:bodyPr spcFirstLastPara="1" wrap="square" lIns="91433" tIns="144000" rIns="91433" bIns="45700" anchor="t" anchorCtr="0">
            <a:noAutofit/>
          </a:bodyPr>
          <a:lstStyle/>
          <a:p>
            <a:pPr marL="297180" indent="-285750" algn="just">
              <a:spcBef>
                <a:spcPts val="30"/>
              </a:spcBef>
              <a:spcAft>
                <a:spcPts val="30"/>
              </a:spcAft>
              <a:buClr>
                <a:schemeClr val="dk2"/>
              </a:buClr>
              <a:buSzPts val="1000"/>
              <a:buFont typeface="Courier New" panose="02070309020205020404" pitchFamily="49" charset="0"/>
              <a:buChar char="o"/>
            </a:pPr>
            <a:r>
              <a:rPr lang="es-ES_tradnl" sz="1200" b="1">
                <a:solidFill>
                  <a:schemeClr val="accent1"/>
                </a:solidFill>
                <a:latin typeface="Quattrocento Sans"/>
                <a:sym typeface="Quattrocento Sans"/>
              </a:rPr>
              <a:t>Edad del vehículo</a:t>
            </a:r>
            <a:r>
              <a:rPr lang="es-ES_tradnl" sz="1200">
                <a:solidFill>
                  <a:schemeClr val="accent1"/>
                </a:solidFill>
                <a:latin typeface="Quattrocento Sans"/>
                <a:sym typeface="Quattrocento Sans"/>
              </a:rPr>
              <a:t>: Un modelo más nuevo suele tener un valor residual más alto.</a:t>
            </a:r>
          </a:p>
          <a:p>
            <a:pPr marL="297180" indent="-285750" algn="just">
              <a:spcBef>
                <a:spcPts val="30"/>
              </a:spcBef>
              <a:spcAft>
                <a:spcPts val="30"/>
              </a:spcAft>
              <a:buClr>
                <a:schemeClr val="dk2"/>
              </a:buClr>
              <a:buSzPts val="1000"/>
              <a:buFont typeface="Courier New" panose="02070309020205020404" pitchFamily="49" charset="0"/>
              <a:buChar char="o"/>
            </a:pPr>
            <a:r>
              <a:rPr lang="es-ES_tradnl" sz="1200" b="1">
                <a:solidFill>
                  <a:schemeClr val="accent1"/>
                </a:solidFill>
                <a:latin typeface="Quattrocento Sans"/>
                <a:sym typeface="Quattrocento Sans"/>
              </a:rPr>
              <a:t>Kilometraje y condición</a:t>
            </a:r>
            <a:r>
              <a:rPr lang="es-ES_tradnl" sz="1200">
                <a:solidFill>
                  <a:schemeClr val="accent1"/>
                </a:solidFill>
                <a:latin typeface="Quattrocento Sans"/>
                <a:sym typeface="Quattrocento Sans"/>
              </a:rPr>
              <a:t>: Un vehículo bien mantenido con bajo kilometraje generalmente tendrá un valor residual más alto.</a:t>
            </a:r>
          </a:p>
          <a:p>
            <a:pPr marL="297180" indent="-285750" algn="just">
              <a:spcBef>
                <a:spcPts val="30"/>
              </a:spcBef>
              <a:spcAft>
                <a:spcPts val="30"/>
              </a:spcAft>
              <a:buClr>
                <a:schemeClr val="dk2"/>
              </a:buClr>
              <a:buSzPts val="1000"/>
              <a:buFont typeface="Courier New" panose="02070309020205020404" pitchFamily="49" charset="0"/>
              <a:buChar char="o"/>
            </a:pPr>
            <a:r>
              <a:rPr lang="es-ES_tradnl" sz="1200" b="1">
                <a:solidFill>
                  <a:schemeClr val="accent1"/>
                </a:solidFill>
                <a:latin typeface="Quattrocento Sans"/>
                <a:sym typeface="Quattrocento Sans"/>
              </a:rPr>
              <a:t>Marca y modelo</a:t>
            </a:r>
            <a:r>
              <a:rPr lang="es-ES_tradnl" sz="1200">
                <a:solidFill>
                  <a:schemeClr val="accent1"/>
                </a:solidFill>
                <a:latin typeface="Quattrocento Sans"/>
                <a:sym typeface="Quattrocento Sans"/>
              </a:rPr>
              <a:t>: Algunas marcas y modelos son conocidos por su durabilidad y confiabilidad, lo que puede aumentar su valor residual. </a:t>
            </a:r>
          </a:p>
          <a:p>
            <a:pPr marL="297180" indent="-285750" algn="just">
              <a:spcBef>
                <a:spcPts val="30"/>
              </a:spcBef>
              <a:spcAft>
                <a:spcPts val="30"/>
              </a:spcAft>
              <a:buClr>
                <a:schemeClr val="dk2"/>
              </a:buClr>
              <a:buSzPts val="1000"/>
              <a:buFont typeface="Courier New" panose="02070309020205020404" pitchFamily="49" charset="0"/>
              <a:buChar char="o"/>
            </a:pPr>
            <a:r>
              <a:rPr lang="es-ES_tradnl" sz="1200" b="1">
                <a:solidFill>
                  <a:schemeClr val="accent1"/>
                </a:solidFill>
                <a:latin typeface="Quattrocento Sans"/>
                <a:sym typeface="Quattrocento Sans"/>
              </a:rPr>
              <a:t>Estado de conservación</a:t>
            </a:r>
            <a:r>
              <a:rPr lang="es-ES_tradnl" sz="1200">
                <a:solidFill>
                  <a:schemeClr val="accent1"/>
                </a:solidFill>
                <a:latin typeface="Quattrocento Sans"/>
                <a:sym typeface="Quattrocento Sans"/>
              </a:rPr>
              <a:t>: Los vehículos que han sido cuidados, con un historial de mantenimiento regular y sin accidentes graves , retendrán mejor su valor con el tiempo.</a:t>
            </a:r>
          </a:p>
          <a:p>
            <a:pPr marL="297180" indent="-285750" algn="just">
              <a:spcBef>
                <a:spcPts val="30"/>
              </a:spcBef>
              <a:spcAft>
                <a:spcPts val="30"/>
              </a:spcAft>
              <a:buClr>
                <a:schemeClr val="dk2"/>
              </a:buClr>
              <a:buSzPts val="1000"/>
              <a:buFont typeface="Courier New" panose="02070309020205020404" pitchFamily="49" charset="0"/>
              <a:buChar char="o"/>
            </a:pPr>
            <a:r>
              <a:rPr lang="es-ES_tradnl" sz="1200" b="1">
                <a:solidFill>
                  <a:schemeClr val="accent1"/>
                </a:solidFill>
                <a:latin typeface="Quattrocento Sans"/>
                <a:sym typeface="Quattrocento Sans"/>
              </a:rPr>
              <a:t>Tecnología y características</a:t>
            </a:r>
            <a:r>
              <a:rPr lang="es-ES_tradnl" sz="1200">
                <a:solidFill>
                  <a:schemeClr val="accent1"/>
                </a:solidFill>
                <a:latin typeface="Quattrocento Sans"/>
                <a:sym typeface="Quattrocento Sans"/>
              </a:rPr>
              <a:t>: Los vehículos que incluyen tecnología avanzada o características de seguridad deseables pueden retener mejor su valor.</a:t>
            </a:r>
          </a:p>
          <a:p>
            <a:pPr marL="297180" indent="-285750" algn="just">
              <a:spcBef>
                <a:spcPts val="30"/>
              </a:spcBef>
              <a:spcAft>
                <a:spcPts val="30"/>
              </a:spcAft>
              <a:buClr>
                <a:schemeClr val="dk2"/>
              </a:buClr>
              <a:buSzPts val="1000"/>
              <a:buFont typeface="Courier New" panose="02070309020205020404" pitchFamily="49" charset="0"/>
              <a:buChar char="o"/>
            </a:pPr>
            <a:r>
              <a:rPr lang="es-ES_tradnl" sz="1200" b="1">
                <a:solidFill>
                  <a:schemeClr val="accent1"/>
                </a:solidFill>
                <a:latin typeface="Quattrocento Sans"/>
                <a:sym typeface="Quattrocento Sans"/>
              </a:rPr>
              <a:t>Color</a:t>
            </a:r>
            <a:r>
              <a:rPr lang="es-ES_tradnl" sz="1200">
                <a:solidFill>
                  <a:schemeClr val="accent1"/>
                </a:solidFill>
                <a:latin typeface="Quattrocento Sans"/>
                <a:sym typeface="Quattrocento Sans"/>
              </a:rPr>
              <a:t>: Los colores neutros suelen ser más populares y conservar mejor su valor. </a:t>
            </a:r>
          </a:p>
          <a:p>
            <a:pPr marL="297180" indent="-285750" algn="just">
              <a:spcBef>
                <a:spcPts val="30"/>
              </a:spcBef>
              <a:spcAft>
                <a:spcPts val="30"/>
              </a:spcAft>
              <a:buClr>
                <a:schemeClr val="dk2"/>
              </a:buClr>
              <a:buSzPts val="1000"/>
              <a:buFont typeface="Courier New" panose="02070309020205020404" pitchFamily="49" charset="0"/>
              <a:buChar char="o"/>
            </a:pPr>
            <a:r>
              <a:rPr lang="es-ES_tradnl" sz="1200" b="1">
                <a:solidFill>
                  <a:schemeClr val="accent1"/>
                </a:solidFill>
                <a:latin typeface="Quattrocento Sans"/>
                <a:sym typeface="Quattrocento Sans"/>
              </a:rPr>
              <a:t>Rareza o exclusividad</a:t>
            </a:r>
            <a:r>
              <a:rPr lang="es-ES_tradnl" sz="1200">
                <a:solidFill>
                  <a:schemeClr val="accent1"/>
                </a:solidFill>
                <a:latin typeface="Quattrocento Sans"/>
                <a:sym typeface="Quattrocento Sans"/>
              </a:rPr>
              <a:t>: Ciertos modelos de producción limitada o vehículos clásicos pueden aumentar su valor con el tiempo. </a:t>
            </a:r>
          </a:p>
          <a:p>
            <a:pPr marL="297180" indent="-285750" algn="just">
              <a:spcBef>
                <a:spcPts val="30"/>
              </a:spcBef>
              <a:spcAft>
                <a:spcPts val="30"/>
              </a:spcAft>
              <a:buClr>
                <a:schemeClr val="dk2"/>
              </a:buClr>
              <a:buSzPts val="1000"/>
              <a:buFont typeface="Courier New" panose="02070309020205020404" pitchFamily="49" charset="0"/>
              <a:buChar char="o"/>
            </a:pPr>
            <a:r>
              <a:rPr lang="es-ES_tradnl" sz="1200" b="1">
                <a:solidFill>
                  <a:schemeClr val="accent1"/>
                </a:solidFill>
                <a:latin typeface="Quattrocento Sans"/>
                <a:sym typeface="Quattrocento Sans"/>
              </a:rPr>
              <a:t>Garantía</a:t>
            </a:r>
            <a:r>
              <a:rPr lang="es-ES_tradnl" sz="1200">
                <a:solidFill>
                  <a:schemeClr val="accent1"/>
                </a:solidFill>
                <a:latin typeface="Quattrocento Sans"/>
                <a:sym typeface="Quattrocento Sans"/>
              </a:rPr>
              <a:t>: Los vehículos con garantía suelen tener un valor residual más alto. </a:t>
            </a:r>
          </a:p>
          <a:p>
            <a:pPr marL="297180" indent="-285750" algn="just">
              <a:spcBef>
                <a:spcPts val="30"/>
              </a:spcBef>
              <a:spcAft>
                <a:spcPts val="30"/>
              </a:spcAft>
              <a:buClr>
                <a:schemeClr val="dk2"/>
              </a:buClr>
              <a:buSzPts val="1000"/>
              <a:buFont typeface="Courier New" panose="02070309020205020404" pitchFamily="49" charset="0"/>
              <a:buChar char="o"/>
            </a:pPr>
            <a:r>
              <a:rPr lang="es-ES_tradnl" sz="1200" b="1">
                <a:solidFill>
                  <a:schemeClr val="accent1"/>
                </a:solidFill>
                <a:latin typeface="Quattrocento Sans"/>
                <a:sym typeface="Quattrocento Sans"/>
              </a:rPr>
              <a:t>Característica del vehículo</a:t>
            </a:r>
            <a:r>
              <a:rPr lang="es-ES_tradnl" sz="1200">
                <a:solidFill>
                  <a:schemeClr val="accent1"/>
                </a:solidFill>
                <a:latin typeface="Quattrocento Sans"/>
                <a:sym typeface="Quattrocento Sans"/>
              </a:rPr>
              <a:t>: Consumo de combustible, tipo de transmisión, número de marchas y cilindrada.</a:t>
            </a:r>
          </a:p>
          <a:p>
            <a:pPr marL="297180" indent="-285750" algn="just">
              <a:spcBef>
                <a:spcPts val="30"/>
              </a:spcBef>
              <a:spcAft>
                <a:spcPts val="30"/>
              </a:spcAft>
              <a:buClr>
                <a:schemeClr val="dk2"/>
              </a:buClr>
              <a:buSzPts val="1000"/>
              <a:buFont typeface="Courier New" panose="02070309020205020404" pitchFamily="49" charset="0"/>
              <a:buChar char="o"/>
            </a:pPr>
            <a:r>
              <a:rPr lang="es-ES_tradnl" sz="1200" b="1">
                <a:solidFill>
                  <a:schemeClr val="accent1"/>
                </a:solidFill>
                <a:latin typeface="Quattrocento Sans"/>
                <a:sym typeface="Quattrocento Sans"/>
              </a:rPr>
              <a:t>Normativa y regulaciones</a:t>
            </a:r>
            <a:r>
              <a:rPr lang="es-ES_tradnl" sz="1200">
                <a:solidFill>
                  <a:schemeClr val="accent1"/>
                </a:solidFill>
                <a:latin typeface="Quattrocento Sans"/>
                <a:sym typeface="Quattrocento Sans"/>
              </a:rPr>
              <a:t>: Las leyes sobre emisiones y las restricciones de circulación.</a:t>
            </a:r>
          </a:p>
          <a:p>
            <a:pPr marL="297180" indent="-285750" algn="just">
              <a:spcBef>
                <a:spcPts val="30"/>
              </a:spcBef>
              <a:spcAft>
                <a:spcPts val="30"/>
              </a:spcAft>
              <a:buClr>
                <a:schemeClr val="dk2"/>
              </a:buClr>
              <a:buSzPts val="1000"/>
              <a:buFont typeface="Courier New" panose="02070309020205020404" pitchFamily="49" charset="0"/>
              <a:buChar char="o"/>
            </a:pPr>
            <a:r>
              <a:rPr lang="es-ES_tradnl" sz="1200" b="1">
                <a:solidFill>
                  <a:schemeClr val="accent1"/>
                </a:solidFill>
                <a:latin typeface="Quattrocento Sans"/>
                <a:sym typeface="Quattrocento Sans"/>
              </a:rPr>
              <a:t>Demanda en el mercado</a:t>
            </a:r>
            <a:r>
              <a:rPr lang="es-ES_tradnl" sz="1200">
                <a:solidFill>
                  <a:schemeClr val="accent1"/>
                </a:solidFill>
                <a:latin typeface="Quattrocento Sans"/>
                <a:sym typeface="Quattrocento Sans"/>
              </a:rPr>
              <a:t>: Si un determinado tipo de vehículo tiene una alta demanda en el mercado de segunda mano, su valor residual será mayor. </a:t>
            </a:r>
          </a:p>
          <a:p>
            <a:pPr marL="297180" indent="-285750" algn="just">
              <a:spcBef>
                <a:spcPts val="30"/>
              </a:spcBef>
              <a:spcAft>
                <a:spcPts val="30"/>
              </a:spcAft>
              <a:buClr>
                <a:schemeClr val="dk2"/>
              </a:buClr>
              <a:buSzPts val="1000"/>
              <a:buFont typeface="Courier New" panose="02070309020205020404" pitchFamily="49" charset="0"/>
              <a:buChar char="o"/>
            </a:pPr>
            <a:r>
              <a:rPr lang="es-ES_tradnl" sz="1200" b="1">
                <a:solidFill>
                  <a:schemeClr val="accent1"/>
                </a:solidFill>
                <a:latin typeface="Quattrocento Sans"/>
                <a:sym typeface="Quattrocento Sans"/>
              </a:rPr>
              <a:t>Tendencias económicas y de combustible</a:t>
            </a:r>
            <a:r>
              <a:rPr lang="es-ES_tradnl" sz="1200">
                <a:solidFill>
                  <a:schemeClr val="accent1"/>
                </a:solidFill>
                <a:latin typeface="Quattrocento Sans"/>
                <a:sym typeface="Quattrocento Sans"/>
              </a:rPr>
              <a:t>: Las fluctuaciones en los precios del combustible, la inflación y los tipos de interés pueden influir en el valor residual. </a:t>
            </a:r>
          </a:p>
          <a:p>
            <a:pPr marL="297180" indent="-285750" algn="just">
              <a:spcBef>
                <a:spcPts val="30"/>
              </a:spcBef>
              <a:spcAft>
                <a:spcPts val="30"/>
              </a:spcAft>
              <a:buClr>
                <a:schemeClr val="dk2"/>
              </a:buClr>
              <a:buSzPts val="1000"/>
              <a:buFont typeface="Courier New" panose="02070309020205020404" pitchFamily="49" charset="0"/>
              <a:buChar char="o"/>
            </a:pPr>
            <a:r>
              <a:rPr lang="es-ES_tradnl" sz="1200" b="1">
                <a:solidFill>
                  <a:schemeClr val="accent1"/>
                </a:solidFill>
                <a:latin typeface="Quattrocento Sans"/>
                <a:sym typeface="Quattrocento Sans"/>
              </a:rPr>
              <a:t>Economía de combustible</a:t>
            </a:r>
            <a:r>
              <a:rPr lang="es-ES_tradnl" sz="1200">
                <a:solidFill>
                  <a:schemeClr val="accent1"/>
                </a:solidFill>
                <a:latin typeface="Quattrocento Sans"/>
                <a:sym typeface="Quattrocento Sans"/>
              </a:rPr>
              <a:t>: La creciente preocupación por la eficiencia energética, influyen en la preferencia de vehículo, impactando en su valor residual.</a:t>
            </a:r>
          </a:p>
          <a:p>
            <a:pPr marL="297180" indent="-285750" algn="just">
              <a:spcBef>
                <a:spcPts val="30"/>
              </a:spcBef>
              <a:spcAft>
                <a:spcPts val="30"/>
              </a:spcAft>
              <a:buClr>
                <a:schemeClr val="dk2"/>
              </a:buClr>
              <a:buSzPts val="1000"/>
              <a:buFont typeface="Courier New" panose="02070309020205020404" pitchFamily="49" charset="0"/>
              <a:buChar char="o"/>
            </a:pPr>
            <a:endParaRPr lang="es-ES_tradnl" sz="1400">
              <a:solidFill>
                <a:schemeClr val="accent1"/>
              </a:solidFill>
              <a:latin typeface="Quattrocento Sans"/>
              <a:sym typeface="Quattrocento Sans"/>
            </a:endParaRPr>
          </a:p>
        </p:txBody>
      </p:sp>
      <p:sp>
        <p:nvSpPr>
          <p:cNvPr id="12" name="Google Shape;985;p52">
            <a:extLst>
              <a:ext uri="{FF2B5EF4-FFF2-40B4-BE49-F238E27FC236}">
                <a16:creationId xmlns:a16="http://schemas.microsoft.com/office/drawing/2014/main" id="{D9EC6A86-B6D1-5D0F-5F6F-6A9308F74A12}"/>
              </a:ext>
            </a:extLst>
          </p:cNvPr>
          <p:cNvSpPr/>
          <p:nvPr/>
        </p:nvSpPr>
        <p:spPr>
          <a:xfrm>
            <a:off x="1029905" y="1814909"/>
            <a:ext cx="260216" cy="195485"/>
          </a:xfrm>
          <a:custGeom>
            <a:avLst/>
            <a:gdLst/>
            <a:ahLst/>
            <a:cxnLst/>
            <a:rect l="l" t="t" r="r" b="b"/>
            <a:pathLst>
              <a:path w="7787" h="6805" extrusionOk="0">
                <a:moveTo>
                  <a:pt x="7786" y="279"/>
                </a:moveTo>
                <a:lnTo>
                  <a:pt x="7557" y="0"/>
                </a:lnTo>
                <a:lnTo>
                  <a:pt x="2908" y="3829"/>
                </a:lnTo>
                <a:lnTo>
                  <a:pt x="2250" y="3551"/>
                </a:lnTo>
                <a:lnTo>
                  <a:pt x="0" y="4953"/>
                </a:lnTo>
                <a:lnTo>
                  <a:pt x="1459" y="5022"/>
                </a:lnTo>
                <a:lnTo>
                  <a:pt x="1441" y="5038"/>
                </a:lnTo>
                <a:lnTo>
                  <a:pt x="1441" y="5038"/>
                </a:lnTo>
                <a:cubicBezTo>
                  <a:pt x="1430" y="5046"/>
                  <a:pt x="1421" y="5055"/>
                  <a:pt x="1414" y="5066"/>
                </a:cubicBezTo>
                <a:lnTo>
                  <a:pt x="1414" y="5066"/>
                </a:lnTo>
                <a:cubicBezTo>
                  <a:pt x="1412" y="5067"/>
                  <a:pt x="1411" y="5069"/>
                  <a:pt x="1410" y="5071"/>
                </a:cubicBezTo>
                <a:lnTo>
                  <a:pt x="1410" y="5071"/>
                </a:lnTo>
                <a:cubicBezTo>
                  <a:pt x="1404" y="5080"/>
                  <a:pt x="1397" y="5088"/>
                  <a:pt x="1393" y="5098"/>
                </a:cubicBezTo>
                <a:lnTo>
                  <a:pt x="1393" y="5098"/>
                </a:lnTo>
                <a:cubicBezTo>
                  <a:pt x="1393" y="5100"/>
                  <a:pt x="1392" y="5100"/>
                  <a:pt x="1392" y="5101"/>
                </a:cubicBezTo>
                <a:lnTo>
                  <a:pt x="1392" y="5101"/>
                </a:lnTo>
                <a:cubicBezTo>
                  <a:pt x="1387" y="5112"/>
                  <a:pt x="1383" y="5124"/>
                  <a:pt x="1380" y="5134"/>
                </a:cubicBezTo>
                <a:lnTo>
                  <a:pt x="1380" y="5134"/>
                </a:lnTo>
                <a:lnTo>
                  <a:pt x="1380" y="5134"/>
                </a:lnTo>
                <a:lnTo>
                  <a:pt x="1380" y="5134"/>
                </a:lnTo>
                <a:cubicBezTo>
                  <a:pt x="1377" y="5148"/>
                  <a:pt x="1375" y="5159"/>
                  <a:pt x="1375" y="5172"/>
                </a:cubicBezTo>
                <a:lnTo>
                  <a:pt x="1375" y="5172"/>
                </a:lnTo>
                <a:lnTo>
                  <a:pt x="1375" y="5172"/>
                </a:lnTo>
                <a:cubicBezTo>
                  <a:pt x="1373" y="5214"/>
                  <a:pt x="1387" y="5257"/>
                  <a:pt x="1415" y="5292"/>
                </a:cubicBezTo>
                <a:lnTo>
                  <a:pt x="1415" y="5292"/>
                </a:lnTo>
                <a:cubicBezTo>
                  <a:pt x="1451" y="5336"/>
                  <a:pt x="1502" y="5357"/>
                  <a:pt x="1554" y="5357"/>
                </a:cubicBezTo>
                <a:lnTo>
                  <a:pt x="1322" y="6804"/>
                </a:lnTo>
                <a:lnTo>
                  <a:pt x="3143" y="4878"/>
                </a:lnTo>
                <a:lnTo>
                  <a:pt x="3009" y="4215"/>
                </a:lnTo>
                <a:lnTo>
                  <a:pt x="7786" y="279"/>
                </a:lnTo>
              </a:path>
            </a:pathLst>
          </a:custGeom>
          <a:solidFill>
            <a:srgbClr val="D8D8D8"/>
          </a:solidFill>
          <a:ln>
            <a:noFill/>
          </a:ln>
        </p:spPr>
        <p:txBody>
          <a:bodyPr spcFirstLastPara="1" wrap="square" lIns="45733" tIns="22867" rIns="45733" bIns="22867" anchor="ctr" anchorCtr="0">
            <a:noAutofit/>
          </a:bodyPr>
          <a:lstStyle/>
          <a:p>
            <a:pPr>
              <a:buClr>
                <a:srgbClr val="000000"/>
              </a:buClr>
              <a:buSzPts val="2500"/>
            </a:pPr>
            <a:endParaRPr sz="3333">
              <a:solidFill>
                <a:srgbClr val="7F7F7F"/>
              </a:solidFill>
              <a:latin typeface="Lato Light"/>
              <a:ea typeface="Lato Light"/>
              <a:cs typeface="Lato Light"/>
              <a:sym typeface="Lato Light"/>
            </a:endParaRPr>
          </a:p>
        </p:txBody>
      </p:sp>
      <p:sp>
        <p:nvSpPr>
          <p:cNvPr id="14" name="Google Shape;987;p52">
            <a:extLst>
              <a:ext uri="{FF2B5EF4-FFF2-40B4-BE49-F238E27FC236}">
                <a16:creationId xmlns:a16="http://schemas.microsoft.com/office/drawing/2014/main" id="{9510C715-FC44-7B54-FCBB-36F653A298E8}"/>
              </a:ext>
            </a:extLst>
          </p:cNvPr>
          <p:cNvSpPr/>
          <p:nvPr/>
        </p:nvSpPr>
        <p:spPr>
          <a:xfrm>
            <a:off x="515601" y="1704267"/>
            <a:ext cx="1164343" cy="4756291"/>
          </a:xfrm>
          <a:prstGeom prst="rect">
            <a:avLst/>
          </a:prstGeom>
          <a:solidFill>
            <a:schemeClr val="tx2">
              <a:lumMod val="90000"/>
              <a:lumOff val="10000"/>
            </a:schemeClr>
          </a:solidFill>
          <a:ln w="9525" cap="flat" cmpd="sng">
            <a:solidFill>
              <a:srgbClr val="B0BBD1"/>
            </a:solidFill>
            <a:prstDash val="dot"/>
            <a:round/>
            <a:headEnd type="none" w="sm" len="sm"/>
            <a:tailEnd type="none" w="sm" len="sm"/>
          </a:ln>
        </p:spPr>
        <p:txBody>
          <a:bodyPr spcFirstLastPara="1" wrap="square" lIns="91433" tIns="144000" rIns="91433" bIns="45700" anchor="ctr" anchorCtr="0">
            <a:noAutofit/>
          </a:bodyPr>
          <a:lstStyle/>
          <a:p>
            <a:pPr algn="ctr">
              <a:spcBef>
                <a:spcPts val="1067"/>
              </a:spcBef>
            </a:pPr>
            <a:r>
              <a:rPr lang="es-ES_tradnl" sz="1400" b="1">
                <a:solidFill>
                  <a:schemeClr val="bg1"/>
                </a:solidFill>
                <a:latin typeface="Segoe Print" panose="02000600000000000000" pitchFamily="2" charset="0"/>
                <a:sym typeface="Quattrocento Sans"/>
              </a:rPr>
              <a:t>Factores que influyen en el valor residual</a:t>
            </a:r>
          </a:p>
        </p:txBody>
      </p:sp>
      <p:sp>
        <p:nvSpPr>
          <p:cNvPr id="15" name="Rectangle 17">
            <a:extLst>
              <a:ext uri="{FF2B5EF4-FFF2-40B4-BE49-F238E27FC236}">
                <a16:creationId xmlns:a16="http://schemas.microsoft.com/office/drawing/2014/main" id="{8CD3DB1E-4F65-ACB4-DE9C-E64CDC5D4B10}"/>
              </a:ext>
            </a:extLst>
          </p:cNvPr>
          <p:cNvSpPr>
            <a:spLocks noChangeArrowheads="1"/>
          </p:cNvSpPr>
          <p:nvPr/>
        </p:nvSpPr>
        <p:spPr bwMode="gray">
          <a:xfrm>
            <a:off x="1067468" y="395116"/>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Componentes que influyen en el valor residual</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Sin distinción entre tipos de motorización</a:t>
            </a:r>
          </a:p>
        </p:txBody>
      </p:sp>
      <p:cxnSp>
        <p:nvCxnSpPr>
          <p:cNvPr id="16" name="Straight Connector 15">
            <a:extLst>
              <a:ext uri="{FF2B5EF4-FFF2-40B4-BE49-F238E27FC236}">
                <a16:creationId xmlns:a16="http://schemas.microsoft.com/office/drawing/2014/main" id="{C0A70407-D85C-C924-5098-3716BCAA6FFF}"/>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17" name="Rectangle 16">
            <a:extLst>
              <a:ext uri="{FF2B5EF4-FFF2-40B4-BE49-F238E27FC236}">
                <a16:creationId xmlns:a16="http://schemas.microsoft.com/office/drawing/2014/main" id="{B56BBF55-B647-A7F7-0AAF-72FDBB94E92F}"/>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3</a:t>
            </a:r>
          </a:p>
        </p:txBody>
      </p:sp>
      <p:sp>
        <p:nvSpPr>
          <p:cNvPr id="25" name="Oval 24">
            <a:extLst>
              <a:ext uri="{FF2B5EF4-FFF2-40B4-BE49-F238E27FC236}">
                <a16:creationId xmlns:a16="http://schemas.microsoft.com/office/drawing/2014/main" id="{8FBC2937-2A66-A1C9-F130-A6F26F4EA946}"/>
              </a:ext>
            </a:extLst>
          </p:cNvPr>
          <p:cNvSpPr/>
          <p:nvPr/>
        </p:nvSpPr>
        <p:spPr bwMode="auto">
          <a:xfrm>
            <a:off x="707276" y="1564141"/>
            <a:ext cx="766340" cy="715075"/>
          </a:xfrm>
          <a:prstGeom prst="ellipse">
            <a:avLst/>
          </a:prstGeom>
          <a:solidFill>
            <a:srgbClr val="F9F9F9"/>
          </a:solidFill>
          <a:ln w="6350" cap="flat" cmpd="sng" algn="ctr">
            <a:no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a:solidFill>
                <a:srgbClr val="000000"/>
              </a:solidFill>
              <a:cs typeface="Arial" pitchFamily="34" charset="0"/>
            </a:endParaRPr>
          </a:p>
        </p:txBody>
      </p:sp>
      <p:grpSp>
        <p:nvGrpSpPr>
          <p:cNvPr id="56" name="Google Shape;293;p36">
            <a:extLst>
              <a:ext uri="{FF2B5EF4-FFF2-40B4-BE49-F238E27FC236}">
                <a16:creationId xmlns:a16="http://schemas.microsoft.com/office/drawing/2014/main" id="{CC2BC736-4495-490E-C425-23CA58C935E8}"/>
              </a:ext>
            </a:extLst>
          </p:cNvPr>
          <p:cNvGrpSpPr/>
          <p:nvPr/>
        </p:nvGrpSpPr>
        <p:grpSpPr>
          <a:xfrm rot="4581054">
            <a:off x="7724618" y="2317432"/>
            <a:ext cx="1680007" cy="1680091"/>
            <a:chOff x="2719388" y="4013200"/>
            <a:chExt cx="1717675" cy="1806575"/>
          </a:xfrm>
          <a:solidFill>
            <a:schemeClr val="accent3"/>
          </a:solidFill>
          <a:effectLst>
            <a:outerShdw blurRad="50800" dist="38100" dir="2700000" algn="tl" rotWithShape="0">
              <a:prstClr val="black">
                <a:alpha val="40000"/>
              </a:prstClr>
            </a:outerShdw>
          </a:effectLst>
        </p:grpSpPr>
        <p:sp>
          <p:nvSpPr>
            <p:cNvPr id="57" name="Google Shape;294;p36">
              <a:extLst>
                <a:ext uri="{FF2B5EF4-FFF2-40B4-BE49-F238E27FC236}">
                  <a16:creationId xmlns:a16="http://schemas.microsoft.com/office/drawing/2014/main" id="{D5659608-041A-7E78-2D9F-AA0CDE600311}"/>
                </a:ext>
              </a:extLst>
            </p:cNvPr>
            <p:cNvSpPr/>
            <p:nvPr/>
          </p:nvSpPr>
          <p:spPr>
            <a:xfrm>
              <a:off x="2719388" y="4013200"/>
              <a:ext cx="1717675" cy="1806575"/>
            </a:xfrm>
            <a:custGeom>
              <a:avLst/>
              <a:gdLst/>
              <a:ahLst/>
              <a:cxnLst/>
              <a:rect l="l" t="t" r="r" b="b"/>
              <a:pathLst>
                <a:path w="458" h="482" extrusionOk="0">
                  <a:moveTo>
                    <a:pt x="428" y="145"/>
                  </a:moveTo>
                  <a:cubicBezTo>
                    <a:pt x="401" y="175"/>
                    <a:pt x="358" y="180"/>
                    <a:pt x="325" y="160"/>
                  </a:cubicBezTo>
                  <a:cubicBezTo>
                    <a:pt x="274" y="217"/>
                    <a:pt x="274" y="217"/>
                    <a:pt x="274" y="217"/>
                  </a:cubicBezTo>
                  <a:cubicBezTo>
                    <a:pt x="325" y="273"/>
                    <a:pt x="326" y="359"/>
                    <a:pt x="275" y="416"/>
                  </a:cubicBezTo>
                  <a:cubicBezTo>
                    <a:pt x="220" y="477"/>
                    <a:pt x="127" y="482"/>
                    <a:pt x="66" y="428"/>
                  </a:cubicBezTo>
                  <a:cubicBezTo>
                    <a:pt x="5" y="373"/>
                    <a:pt x="0" y="279"/>
                    <a:pt x="54" y="218"/>
                  </a:cubicBezTo>
                  <a:cubicBezTo>
                    <a:pt x="106" y="161"/>
                    <a:pt x="191" y="153"/>
                    <a:pt x="252" y="198"/>
                  </a:cubicBezTo>
                  <a:cubicBezTo>
                    <a:pt x="303" y="141"/>
                    <a:pt x="303" y="141"/>
                    <a:pt x="303" y="141"/>
                  </a:cubicBezTo>
                  <a:cubicBezTo>
                    <a:pt x="279" y="110"/>
                    <a:pt x="280" y="66"/>
                    <a:pt x="307" y="36"/>
                  </a:cubicBezTo>
                  <a:cubicBezTo>
                    <a:pt x="337" y="3"/>
                    <a:pt x="388" y="0"/>
                    <a:pt x="422" y="30"/>
                  </a:cubicBezTo>
                  <a:cubicBezTo>
                    <a:pt x="455" y="60"/>
                    <a:pt x="458" y="111"/>
                    <a:pt x="428" y="145"/>
                  </a:cubicBezTo>
                  <a:close/>
                </a:path>
              </a:pathLst>
            </a:custGeom>
            <a:grpFill/>
            <a:ln>
              <a:noFill/>
            </a:ln>
            <a:effectLst>
              <a:outerShdw blurRad="63500" dist="25400" dir="5400000">
                <a:srgbClr val="000000">
                  <a:alpha val="26670"/>
                </a:srgbClr>
              </a:outerShdw>
            </a:effectLst>
          </p:spPr>
          <p:txBody>
            <a:bodyPr spcFirstLastPara="1" wrap="square" lIns="109467" tIns="54733" rIns="109467" bIns="54733" anchor="ctr" anchorCtr="0">
              <a:noAutofit/>
            </a:bodyPr>
            <a:lstStyle/>
            <a:p>
              <a:endParaRPr sz="2400">
                <a:solidFill>
                  <a:srgbClr val="000000"/>
                </a:solidFill>
                <a:latin typeface="Helvetica Neue"/>
                <a:ea typeface="Helvetica Neue"/>
                <a:cs typeface="Helvetica Neue"/>
                <a:sym typeface="Helvetica Neue"/>
              </a:endParaRPr>
            </a:p>
          </p:txBody>
        </p:sp>
        <p:sp>
          <p:nvSpPr>
            <p:cNvPr id="58" name="Google Shape;295;p36">
              <a:extLst>
                <a:ext uri="{FF2B5EF4-FFF2-40B4-BE49-F238E27FC236}">
                  <a16:creationId xmlns:a16="http://schemas.microsoft.com/office/drawing/2014/main" id="{97CF0E9D-27C3-F9F1-978C-6F6F64B168DC}"/>
                </a:ext>
              </a:extLst>
            </p:cNvPr>
            <p:cNvSpPr/>
            <p:nvPr/>
          </p:nvSpPr>
          <p:spPr>
            <a:xfrm>
              <a:off x="2947766" y="4806267"/>
              <a:ext cx="949325" cy="949325"/>
            </a:xfrm>
            <a:custGeom>
              <a:avLst/>
              <a:gdLst/>
              <a:ahLst/>
              <a:cxnLst/>
              <a:rect l="l" t="t" r="r" b="b"/>
              <a:pathLst>
                <a:path w="253" h="253" extrusionOk="0">
                  <a:moveTo>
                    <a:pt x="253" y="105"/>
                  </a:moveTo>
                  <a:cubicBezTo>
                    <a:pt x="253" y="187"/>
                    <a:pt x="186" y="253"/>
                    <a:pt x="104" y="253"/>
                  </a:cubicBezTo>
                  <a:cubicBezTo>
                    <a:pt x="64" y="253"/>
                    <a:pt x="27" y="236"/>
                    <a:pt x="0" y="210"/>
                  </a:cubicBezTo>
                  <a:cubicBezTo>
                    <a:pt x="209" y="0"/>
                    <a:pt x="209" y="0"/>
                    <a:pt x="209" y="0"/>
                  </a:cubicBezTo>
                  <a:cubicBezTo>
                    <a:pt x="236" y="27"/>
                    <a:pt x="253" y="64"/>
                    <a:pt x="253" y="105"/>
                  </a:cubicBezTo>
                  <a:close/>
                </a:path>
              </a:pathLst>
            </a:custGeom>
            <a:grpFill/>
            <a:ln>
              <a:noFill/>
            </a:ln>
          </p:spPr>
          <p:txBody>
            <a:bodyPr spcFirstLastPara="1" wrap="square" lIns="121900" tIns="60933" rIns="121900" bIns="60933" anchor="t" anchorCtr="0">
              <a:noAutofit/>
            </a:bodyPr>
            <a:lstStyle/>
            <a:p>
              <a:endParaRPr sz="2400">
                <a:solidFill>
                  <a:srgbClr val="000000"/>
                </a:solidFill>
                <a:latin typeface="Helvetica Neue"/>
                <a:ea typeface="Helvetica Neue"/>
                <a:cs typeface="Helvetica Neue"/>
                <a:sym typeface="Helvetica Neue"/>
              </a:endParaRPr>
            </a:p>
          </p:txBody>
        </p:sp>
      </p:grpSp>
      <p:grpSp>
        <p:nvGrpSpPr>
          <p:cNvPr id="59" name="Google Shape;290;p36">
            <a:extLst>
              <a:ext uri="{FF2B5EF4-FFF2-40B4-BE49-F238E27FC236}">
                <a16:creationId xmlns:a16="http://schemas.microsoft.com/office/drawing/2014/main" id="{C8849AE1-05B3-5DD4-97AB-B0234C5ED6A4}"/>
              </a:ext>
            </a:extLst>
          </p:cNvPr>
          <p:cNvGrpSpPr/>
          <p:nvPr/>
        </p:nvGrpSpPr>
        <p:grpSpPr>
          <a:xfrm rot="18058843">
            <a:off x="10144822" y="2795543"/>
            <a:ext cx="1679824" cy="1680288"/>
            <a:chOff x="4752975" y="4013200"/>
            <a:chExt cx="1717675" cy="1806575"/>
          </a:xfrm>
          <a:effectLst>
            <a:outerShdw blurRad="50800" dist="38100" dir="2700000" algn="tl" rotWithShape="0">
              <a:prstClr val="black">
                <a:alpha val="40000"/>
              </a:prstClr>
            </a:outerShdw>
          </a:effectLst>
        </p:grpSpPr>
        <p:sp>
          <p:nvSpPr>
            <p:cNvPr id="60" name="Google Shape;291;p36">
              <a:extLst>
                <a:ext uri="{FF2B5EF4-FFF2-40B4-BE49-F238E27FC236}">
                  <a16:creationId xmlns:a16="http://schemas.microsoft.com/office/drawing/2014/main" id="{118A6899-3588-2BC2-A052-8EC5A88148C1}"/>
                </a:ext>
              </a:extLst>
            </p:cNvPr>
            <p:cNvSpPr/>
            <p:nvPr/>
          </p:nvSpPr>
          <p:spPr>
            <a:xfrm>
              <a:off x="4752975" y="4013200"/>
              <a:ext cx="1717675" cy="1806575"/>
            </a:xfrm>
            <a:custGeom>
              <a:avLst/>
              <a:gdLst/>
              <a:ahLst/>
              <a:cxnLst/>
              <a:rect l="l" t="t" r="r" b="b"/>
              <a:pathLst>
                <a:path w="458" h="482" extrusionOk="0">
                  <a:moveTo>
                    <a:pt x="392" y="428"/>
                  </a:moveTo>
                  <a:cubicBezTo>
                    <a:pt x="331" y="482"/>
                    <a:pt x="238" y="477"/>
                    <a:pt x="183" y="416"/>
                  </a:cubicBezTo>
                  <a:cubicBezTo>
                    <a:pt x="132" y="359"/>
                    <a:pt x="133" y="273"/>
                    <a:pt x="184" y="217"/>
                  </a:cubicBezTo>
                  <a:cubicBezTo>
                    <a:pt x="133" y="160"/>
                    <a:pt x="133" y="160"/>
                    <a:pt x="133" y="160"/>
                  </a:cubicBezTo>
                  <a:cubicBezTo>
                    <a:pt x="100" y="180"/>
                    <a:pt x="57" y="175"/>
                    <a:pt x="30" y="145"/>
                  </a:cubicBezTo>
                  <a:cubicBezTo>
                    <a:pt x="0" y="111"/>
                    <a:pt x="3" y="60"/>
                    <a:pt x="36" y="30"/>
                  </a:cubicBezTo>
                  <a:cubicBezTo>
                    <a:pt x="70" y="0"/>
                    <a:pt x="121" y="3"/>
                    <a:pt x="151" y="36"/>
                  </a:cubicBezTo>
                  <a:cubicBezTo>
                    <a:pt x="178" y="66"/>
                    <a:pt x="179" y="110"/>
                    <a:pt x="155" y="141"/>
                  </a:cubicBezTo>
                  <a:cubicBezTo>
                    <a:pt x="206" y="198"/>
                    <a:pt x="206" y="198"/>
                    <a:pt x="206" y="198"/>
                  </a:cubicBezTo>
                  <a:cubicBezTo>
                    <a:pt x="267" y="153"/>
                    <a:pt x="352" y="161"/>
                    <a:pt x="404" y="218"/>
                  </a:cubicBezTo>
                  <a:cubicBezTo>
                    <a:pt x="458" y="279"/>
                    <a:pt x="453" y="373"/>
                    <a:pt x="392" y="428"/>
                  </a:cubicBezTo>
                  <a:close/>
                </a:path>
              </a:pathLst>
            </a:custGeom>
            <a:solidFill>
              <a:srgbClr val="5983B1"/>
            </a:solidFill>
            <a:ln>
              <a:noFill/>
            </a:ln>
            <a:effectLst>
              <a:outerShdw blurRad="63500" dist="25400" dir="5400000">
                <a:srgbClr val="000000">
                  <a:alpha val="26670"/>
                </a:srgbClr>
              </a:outerShdw>
            </a:effectLst>
          </p:spPr>
          <p:txBody>
            <a:bodyPr spcFirstLastPara="1" wrap="square" lIns="109467" tIns="54733" rIns="109467" bIns="54733" anchor="ctr" anchorCtr="0">
              <a:noAutofit/>
            </a:bodyPr>
            <a:lstStyle/>
            <a:p>
              <a:endParaRPr sz="2400">
                <a:solidFill>
                  <a:srgbClr val="000000"/>
                </a:solidFill>
                <a:latin typeface="Helvetica Neue"/>
                <a:ea typeface="Helvetica Neue"/>
                <a:cs typeface="Helvetica Neue"/>
                <a:sym typeface="Helvetica Neue"/>
              </a:endParaRPr>
            </a:p>
          </p:txBody>
        </p:sp>
        <p:sp>
          <p:nvSpPr>
            <p:cNvPr id="61" name="Google Shape;292;p36">
              <a:extLst>
                <a:ext uri="{FF2B5EF4-FFF2-40B4-BE49-F238E27FC236}">
                  <a16:creationId xmlns:a16="http://schemas.microsoft.com/office/drawing/2014/main" id="{703CAB86-CB86-37DF-D25E-A8208F68C3E7}"/>
                </a:ext>
              </a:extLst>
            </p:cNvPr>
            <p:cNvSpPr/>
            <p:nvPr/>
          </p:nvSpPr>
          <p:spPr>
            <a:xfrm>
              <a:off x="5456016" y="4806710"/>
              <a:ext cx="949326" cy="949325"/>
            </a:xfrm>
            <a:custGeom>
              <a:avLst/>
              <a:gdLst/>
              <a:ahLst/>
              <a:cxnLst/>
              <a:rect l="l" t="t" r="r" b="b"/>
              <a:pathLst>
                <a:path w="253" h="253" extrusionOk="0">
                  <a:moveTo>
                    <a:pt x="253" y="105"/>
                  </a:moveTo>
                  <a:cubicBezTo>
                    <a:pt x="253" y="187"/>
                    <a:pt x="186" y="253"/>
                    <a:pt x="104" y="253"/>
                  </a:cubicBezTo>
                  <a:cubicBezTo>
                    <a:pt x="64" y="253"/>
                    <a:pt x="27" y="236"/>
                    <a:pt x="0" y="210"/>
                  </a:cubicBezTo>
                  <a:cubicBezTo>
                    <a:pt x="209" y="0"/>
                    <a:pt x="209" y="0"/>
                    <a:pt x="209" y="0"/>
                  </a:cubicBezTo>
                  <a:cubicBezTo>
                    <a:pt x="236" y="27"/>
                    <a:pt x="253" y="64"/>
                    <a:pt x="253" y="105"/>
                  </a:cubicBezTo>
                  <a:close/>
                </a:path>
              </a:pathLst>
            </a:custGeom>
            <a:solidFill>
              <a:srgbClr val="5983B1"/>
            </a:solidFill>
            <a:ln>
              <a:noFill/>
            </a:ln>
          </p:spPr>
          <p:txBody>
            <a:bodyPr spcFirstLastPara="1" wrap="square" lIns="121900" tIns="60933" rIns="121900" bIns="60933" anchor="t" anchorCtr="0">
              <a:noAutofit/>
            </a:bodyPr>
            <a:lstStyle/>
            <a:p>
              <a:endParaRPr sz="2400">
                <a:solidFill>
                  <a:srgbClr val="000000"/>
                </a:solidFill>
                <a:latin typeface="Helvetica Neue"/>
                <a:ea typeface="Helvetica Neue"/>
                <a:cs typeface="Helvetica Neue"/>
                <a:sym typeface="Helvetica Neue"/>
              </a:endParaRPr>
            </a:p>
          </p:txBody>
        </p:sp>
      </p:grpSp>
      <p:grpSp>
        <p:nvGrpSpPr>
          <p:cNvPr id="62" name="Google Shape;293;p36">
            <a:extLst>
              <a:ext uri="{FF2B5EF4-FFF2-40B4-BE49-F238E27FC236}">
                <a16:creationId xmlns:a16="http://schemas.microsoft.com/office/drawing/2014/main" id="{93E829A2-3871-C094-1838-B75591E24B1C}"/>
              </a:ext>
            </a:extLst>
          </p:cNvPr>
          <p:cNvGrpSpPr/>
          <p:nvPr/>
        </p:nvGrpSpPr>
        <p:grpSpPr>
          <a:xfrm rot="2064269">
            <a:off x="7661055" y="3307928"/>
            <a:ext cx="1680007" cy="1680091"/>
            <a:chOff x="2719388" y="4013200"/>
            <a:chExt cx="1717675" cy="1806575"/>
          </a:xfrm>
          <a:effectLst>
            <a:outerShdw blurRad="50800" dist="38100" dir="2700000" algn="tl" rotWithShape="0">
              <a:prstClr val="black">
                <a:alpha val="40000"/>
              </a:prstClr>
            </a:outerShdw>
          </a:effectLst>
        </p:grpSpPr>
        <p:sp>
          <p:nvSpPr>
            <p:cNvPr id="63" name="Google Shape;294;p36">
              <a:extLst>
                <a:ext uri="{FF2B5EF4-FFF2-40B4-BE49-F238E27FC236}">
                  <a16:creationId xmlns:a16="http://schemas.microsoft.com/office/drawing/2014/main" id="{EC84E2D5-3DC3-F39A-A622-F5F1AB716BEB}"/>
                </a:ext>
              </a:extLst>
            </p:cNvPr>
            <p:cNvSpPr/>
            <p:nvPr/>
          </p:nvSpPr>
          <p:spPr>
            <a:xfrm>
              <a:off x="2719388" y="4013200"/>
              <a:ext cx="1717675" cy="1806575"/>
            </a:xfrm>
            <a:custGeom>
              <a:avLst/>
              <a:gdLst/>
              <a:ahLst/>
              <a:cxnLst/>
              <a:rect l="l" t="t" r="r" b="b"/>
              <a:pathLst>
                <a:path w="458" h="482" extrusionOk="0">
                  <a:moveTo>
                    <a:pt x="428" y="145"/>
                  </a:moveTo>
                  <a:cubicBezTo>
                    <a:pt x="401" y="175"/>
                    <a:pt x="358" y="180"/>
                    <a:pt x="325" y="160"/>
                  </a:cubicBezTo>
                  <a:cubicBezTo>
                    <a:pt x="274" y="217"/>
                    <a:pt x="274" y="217"/>
                    <a:pt x="274" y="217"/>
                  </a:cubicBezTo>
                  <a:cubicBezTo>
                    <a:pt x="325" y="273"/>
                    <a:pt x="326" y="359"/>
                    <a:pt x="275" y="416"/>
                  </a:cubicBezTo>
                  <a:cubicBezTo>
                    <a:pt x="220" y="477"/>
                    <a:pt x="127" y="482"/>
                    <a:pt x="66" y="428"/>
                  </a:cubicBezTo>
                  <a:cubicBezTo>
                    <a:pt x="5" y="373"/>
                    <a:pt x="0" y="279"/>
                    <a:pt x="54" y="218"/>
                  </a:cubicBezTo>
                  <a:cubicBezTo>
                    <a:pt x="106" y="161"/>
                    <a:pt x="191" y="153"/>
                    <a:pt x="252" y="198"/>
                  </a:cubicBezTo>
                  <a:cubicBezTo>
                    <a:pt x="303" y="141"/>
                    <a:pt x="303" y="141"/>
                    <a:pt x="303" y="141"/>
                  </a:cubicBezTo>
                  <a:cubicBezTo>
                    <a:pt x="279" y="110"/>
                    <a:pt x="280" y="66"/>
                    <a:pt x="307" y="36"/>
                  </a:cubicBezTo>
                  <a:cubicBezTo>
                    <a:pt x="337" y="3"/>
                    <a:pt x="388" y="0"/>
                    <a:pt x="422" y="30"/>
                  </a:cubicBezTo>
                  <a:cubicBezTo>
                    <a:pt x="455" y="60"/>
                    <a:pt x="458" y="111"/>
                    <a:pt x="428" y="145"/>
                  </a:cubicBezTo>
                  <a:close/>
                </a:path>
              </a:pathLst>
            </a:custGeom>
            <a:solidFill>
              <a:srgbClr val="001A48"/>
            </a:solidFill>
            <a:ln>
              <a:noFill/>
            </a:ln>
            <a:effectLst>
              <a:outerShdw blurRad="63500" dist="25400" dir="5400000">
                <a:srgbClr val="000000">
                  <a:alpha val="26670"/>
                </a:srgbClr>
              </a:outerShdw>
            </a:effectLst>
          </p:spPr>
          <p:txBody>
            <a:bodyPr spcFirstLastPara="1" wrap="square" lIns="109467" tIns="54733" rIns="109467" bIns="54733" anchor="ctr" anchorCtr="0">
              <a:noAutofit/>
            </a:bodyPr>
            <a:lstStyle/>
            <a:p>
              <a:endParaRPr sz="2400">
                <a:solidFill>
                  <a:srgbClr val="000000"/>
                </a:solidFill>
                <a:latin typeface="Helvetica Neue"/>
                <a:ea typeface="Helvetica Neue"/>
                <a:cs typeface="Helvetica Neue"/>
                <a:sym typeface="Helvetica Neue"/>
              </a:endParaRPr>
            </a:p>
          </p:txBody>
        </p:sp>
        <p:sp>
          <p:nvSpPr>
            <p:cNvPr id="64" name="Google Shape;295;p36">
              <a:extLst>
                <a:ext uri="{FF2B5EF4-FFF2-40B4-BE49-F238E27FC236}">
                  <a16:creationId xmlns:a16="http://schemas.microsoft.com/office/drawing/2014/main" id="{971FD6AB-B6D2-D12F-B08C-A243DD212A30}"/>
                </a:ext>
              </a:extLst>
            </p:cNvPr>
            <p:cNvSpPr/>
            <p:nvPr/>
          </p:nvSpPr>
          <p:spPr>
            <a:xfrm>
              <a:off x="2947766" y="4806267"/>
              <a:ext cx="949325" cy="949325"/>
            </a:xfrm>
            <a:custGeom>
              <a:avLst/>
              <a:gdLst/>
              <a:ahLst/>
              <a:cxnLst/>
              <a:rect l="l" t="t" r="r" b="b"/>
              <a:pathLst>
                <a:path w="253" h="253" extrusionOk="0">
                  <a:moveTo>
                    <a:pt x="253" y="105"/>
                  </a:moveTo>
                  <a:cubicBezTo>
                    <a:pt x="253" y="187"/>
                    <a:pt x="186" y="253"/>
                    <a:pt x="104" y="253"/>
                  </a:cubicBezTo>
                  <a:cubicBezTo>
                    <a:pt x="64" y="253"/>
                    <a:pt x="27" y="236"/>
                    <a:pt x="0" y="210"/>
                  </a:cubicBezTo>
                  <a:cubicBezTo>
                    <a:pt x="209" y="0"/>
                    <a:pt x="209" y="0"/>
                    <a:pt x="209" y="0"/>
                  </a:cubicBezTo>
                  <a:cubicBezTo>
                    <a:pt x="236" y="27"/>
                    <a:pt x="253" y="64"/>
                    <a:pt x="253" y="105"/>
                  </a:cubicBezTo>
                  <a:close/>
                </a:path>
              </a:pathLst>
            </a:custGeom>
            <a:solidFill>
              <a:srgbClr val="001A48"/>
            </a:solidFill>
            <a:ln>
              <a:noFill/>
            </a:ln>
          </p:spPr>
          <p:txBody>
            <a:bodyPr spcFirstLastPara="1" wrap="square" lIns="121900" tIns="60933" rIns="121900" bIns="60933" anchor="t" anchorCtr="0">
              <a:noAutofit/>
            </a:bodyPr>
            <a:lstStyle/>
            <a:p>
              <a:endParaRPr sz="2400">
                <a:solidFill>
                  <a:srgbClr val="000000"/>
                </a:solidFill>
                <a:latin typeface="Helvetica Neue"/>
                <a:ea typeface="Helvetica Neue"/>
                <a:cs typeface="Helvetica Neue"/>
                <a:sym typeface="Helvetica Neue"/>
              </a:endParaRPr>
            </a:p>
          </p:txBody>
        </p:sp>
      </p:grpSp>
      <p:grpSp>
        <p:nvGrpSpPr>
          <p:cNvPr id="65" name="Google Shape;296;p36">
            <a:extLst>
              <a:ext uri="{FF2B5EF4-FFF2-40B4-BE49-F238E27FC236}">
                <a16:creationId xmlns:a16="http://schemas.microsoft.com/office/drawing/2014/main" id="{950437A6-4E37-B145-2891-A955491B4133}"/>
              </a:ext>
            </a:extLst>
          </p:cNvPr>
          <p:cNvGrpSpPr/>
          <p:nvPr/>
        </p:nvGrpSpPr>
        <p:grpSpPr>
          <a:xfrm rot="1727585">
            <a:off x="9147365" y="4341898"/>
            <a:ext cx="1680019" cy="1680045"/>
            <a:chOff x="4752975" y="4013200"/>
            <a:chExt cx="1717675" cy="1806575"/>
          </a:xfrm>
          <a:effectLst>
            <a:outerShdw blurRad="50800" dist="38100" dir="2700000" algn="tl" rotWithShape="0">
              <a:prstClr val="black">
                <a:alpha val="40000"/>
              </a:prstClr>
            </a:outerShdw>
          </a:effectLst>
        </p:grpSpPr>
        <p:sp>
          <p:nvSpPr>
            <p:cNvPr id="66" name="Google Shape;297;p36">
              <a:extLst>
                <a:ext uri="{FF2B5EF4-FFF2-40B4-BE49-F238E27FC236}">
                  <a16:creationId xmlns:a16="http://schemas.microsoft.com/office/drawing/2014/main" id="{8DD73631-5939-FDD7-EE97-130DC371A74A}"/>
                </a:ext>
              </a:extLst>
            </p:cNvPr>
            <p:cNvSpPr/>
            <p:nvPr/>
          </p:nvSpPr>
          <p:spPr>
            <a:xfrm>
              <a:off x="4752975" y="4013200"/>
              <a:ext cx="1717675" cy="1806575"/>
            </a:xfrm>
            <a:custGeom>
              <a:avLst/>
              <a:gdLst/>
              <a:ahLst/>
              <a:cxnLst/>
              <a:rect l="l" t="t" r="r" b="b"/>
              <a:pathLst>
                <a:path w="458" h="482" extrusionOk="0">
                  <a:moveTo>
                    <a:pt x="392" y="428"/>
                  </a:moveTo>
                  <a:cubicBezTo>
                    <a:pt x="331" y="482"/>
                    <a:pt x="238" y="477"/>
                    <a:pt x="183" y="416"/>
                  </a:cubicBezTo>
                  <a:cubicBezTo>
                    <a:pt x="132" y="359"/>
                    <a:pt x="133" y="273"/>
                    <a:pt x="184" y="217"/>
                  </a:cubicBezTo>
                  <a:cubicBezTo>
                    <a:pt x="133" y="160"/>
                    <a:pt x="133" y="160"/>
                    <a:pt x="133" y="160"/>
                  </a:cubicBezTo>
                  <a:cubicBezTo>
                    <a:pt x="100" y="180"/>
                    <a:pt x="57" y="175"/>
                    <a:pt x="30" y="145"/>
                  </a:cubicBezTo>
                  <a:cubicBezTo>
                    <a:pt x="0" y="111"/>
                    <a:pt x="3" y="60"/>
                    <a:pt x="36" y="30"/>
                  </a:cubicBezTo>
                  <a:cubicBezTo>
                    <a:pt x="70" y="0"/>
                    <a:pt x="121" y="3"/>
                    <a:pt x="151" y="36"/>
                  </a:cubicBezTo>
                  <a:cubicBezTo>
                    <a:pt x="178" y="66"/>
                    <a:pt x="179" y="110"/>
                    <a:pt x="155" y="141"/>
                  </a:cubicBezTo>
                  <a:cubicBezTo>
                    <a:pt x="206" y="198"/>
                    <a:pt x="206" y="198"/>
                    <a:pt x="206" y="198"/>
                  </a:cubicBezTo>
                  <a:cubicBezTo>
                    <a:pt x="267" y="153"/>
                    <a:pt x="352" y="161"/>
                    <a:pt x="404" y="218"/>
                  </a:cubicBezTo>
                  <a:cubicBezTo>
                    <a:pt x="458" y="279"/>
                    <a:pt x="453" y="373"/>
                    <a:pt x="392" y="428"/>
                  </a:cubicBezTo>
                  <a:close/>
                </a:path>
              </a:pathLst>
            </a:custGeom>
            <a:solidFill>
              <a:srgbClr val="BFA13E"/>
            </a:solidFill>
            <a:ln>
              <a:noFill/>
            </a:ln>
            <a:effectLst>
              <a:outerShdw blurRad="63500" dist="25400" dir="5400000">
                <a:srgbClr val="000000">
                  <a:alpha val="26670"/>
                </a:srgbClr>
              </a:outerShdw>
            </a:effectLst>
          </p:spPr>
          <p:txBody>
            <a:bodyPr spcFirstLastPara="1" wrap="square" lIns="109467" tIns="54733" rIns="109467" bIns="54733" anchor="ctr" anchorCtr="0">
              <a:noAutofit/>
            </a:bodyPr>
            <a:lstStyle/>
            <a:p>
              <a:endParaRPr sz="2400">
                <a:solidFill>
                  <a:srgbClr val="000000"/>
                </a:solidFill>
                <a:latin typeface="Helvetica Neue"/>
                <a:ea typeface="Helvetica Neue"/>
                <a:cs typeface="Helvetica Neue"/>
                <a:sym typeface="Helvetica Neue"/>
              </a:endParaRPr>
            </a:p>
          </p:txBody>
        </p:sp>
        <p:sp>
          <p:nvSpPr>
            <p:cNvPr id="67" name="Google Shape;298;p36">
              <a:extLst>
                <a:ext uri="{FF2B5EF4-FFF2-40B4-BE49-F238E27FC236}">
                  <a16:creationId xmlns:a16="http://schemas.microsoft.com/office/drawing/2014/main" id="{E3722915-6F85-B89D-22B6-51C5DB48A639}"/>
                </a:ext>
              </a:extLst>
            </p:cNvPr>
            <p:cNvSpPr/>
            <p:nvPr/>
          </p:nvSpPr>
          <p:spPr>
            <a:xfrm>
              <a:off x="5456016" y="4806710"/>
              <a:ext cx="949325" cy="949325"/>
            </a:xfrm>
            <a:custGeom>
              <a:avLst/>
              <a:gdLst/>
              <a:ahLst/>
              <a:cxnLst/>
              <a:rect l="l" t="t" r="r" b="b"/>
              <a:pathLst>
                <a:path w="253" h="253" extrusionOk="0">
                  <a:moveTo>
                    <a:pt x="253" y="105"/>
                  </a:moveTo>
                  <a:cubicBezTo>
                    <a:pt x="253" y="187"/>
                    <a:pt x="186" y="253"/>
                    <a:pt x="104" y="253"/>
                  </a:cubicBezTo>
                  <a:cubicBezTo>
                    <a:pt x="64" y="253"/>
                    <a:pt x="27" y="236"/>
                    <a:pt x="0" y="210"/>
                  </a:cubicBezTo>
                  <a:cubicBezTo>
                    <a:pt x="209" y="0"/>
                    <a:pt x="209" y="0"/>
                    <a:pt x="209" y="0"/>
                  </a:cubicBezTo>
                  <a:cubicBezTo>
                    <a:pt x="236" y="27"/>
                    <a:pt x="253" y="64"/>
                    <a:pt x="253" y="105"/>
                  </a:cubicBezTo>
                  <a:close/>
                </a:path>
              </a:pathLst>
            </a:custGeom>
            <a:solidFill>
              <a:srgbClr val="BFA13E"/>
            </a:solidFill>
            <a:ln>
              <a:noFill/>
            </a:ln>
          </p:spPr>
          <p:txBody>
            <a:bodyPr spcFirstLastPara="1" wrap="square" lIns="121900" tIns="60933" rIns="121900" bIns="60933" anchor="t" anchorCtr="0">
              <a:noAutofit/>
            </a:bodyPr>
            <a:lstStyle/>
            <a:p>
              <a:endParaRPr sz="2400">
                <a:solidFill>
                  <a:srgbClr val="000000"/>
                </a:solidFill>
                <a:latin typeface="Helvetica Neue"/>
                <a:ea typeface="Helvetica Neue"/>
                <a:cs typeface="Helvetica Neue"/>
                <a:sym typeface="Helvetica Neue"/>
              </a:endParaRPr>
            </a:p>
          </p:txBody>
        </p:sp>
      </p:grpSp>
      <p:grpSp>
        <p:nvGrpSpPr>
          <p:cNvPr id="68" name="Google Shape;299;p36">
            <a:extLst>
              <a:ext uri="{FF2B5EF4-FFF2-40B4-BE49-F238E27FC236}">
                <a16:creationId xmlns:a16="http://schemas.microsoft.com/office/drawing/2014/main" id="{B1188582-8284-4C38-3E11-88B4A85C2901}"/>
              </a:ext>
            </a:extLst>
          </p:cNvPr>
          <p:cNvGrpSpPr/>
          <p:nvPr/>
        </p:nvGrpSpPr>
        <p:grpSpPr>
          <a:xfrm rot="21140226">
            <a:off x="9625562" y="1978982"/>
            <a:ext cx="1679887" cy="1679956"/>
            <a:chOff x="4752975" y="1668462"/>
            <a:chExt cx="1717675" cy="1811338"/>
          </a:xfrm>
          <a:effectLst>
            <a:outerShdw blurRad="50800" dist="38100" dir="2700000" algn="tl" rotWithShape="0">
              <a:prstClr val="black">
                <a:alpha val="40000"/>
              </a:prstClr>
            </a:outerShdw>
          </a:effectLst>
        </p:grpSpPr>
        <p:sp>
          <p:nvSpPr>
            <p:cNvPr id="69" name="Google Shape;300;p36">
              <a:extLst>
                <a:ext uri="{FF2B5EF4-FFF2-40B4-BE49-F238E27FC236}">
                  <a16:creationId xmlns:a16="http://schemas.microsoft.com/office/drawing/2014/main" id="{A50BCC39-3F42-C9E9-9B17-07D06F5847EE}"/>
                </a:ext>
              </a:extLst>
            </p:cNvPr>
            <p:cNvSpPr/>
            <p:nvPr/>
          </p:nvSpPr>
          <p:spPr>
            <a:xfrm>
              <a:off x="4752975" y="1668462"/>
              <a:ext cx="1717675" cy="1811338"/>
            </a:xfrm>
            <a:custGeom>
              <a:avLst/>
              <a:gdLst/>
              <a:ahLst/>
              <a:cxnLst/>
              <a:rect l="l" t="t" r="r" b="b"/>
              <a:pathLst>
                <a:path w="458" h="483" extrusionOk="0">
                  <a:moveTo>
                    <a:pt x="404" y="264"/>
                  </a:moveTo>
                  <a:cubicBezTo>
                    <a:pt x="352" y="321"/>
                    <a:pt x="267" y="329"/>
                    <a:pt x="206" y="285"/>
                  </a:cubicBezTo>
                  <a:cubicBezTo>
                    <a:pt x="155" y="342"/>
                    <a:pt x="155" y="342"/>
                    <a:pt x="155" y="342"/>
                  </a:cubicBezTo>
                  <a:cubicBezTo>
                    <a:pt x="179" y="372"/>
                    <a:pt x="178" y="417"/>
                    <a:pt x="151" y="446"/>
                  </a:cubicBezTo>
                  <a:cubicBezTo>
                    <a:pt x="121" y="480"/>
                    <a:pt x="70" y="483"/>
                    <a:pt x="36" y="453"/>
                  </a:cubicBezTo>
                  <a:cubicBezTo>
                    <a:pt x="3" y="423"/>
                    <a:pt x="0" y="371"/>
                    <a:pt x="30" y="338"/>
                  </a:cubicBezTo>
                  <a:cubicBezTo>
                    <a:pt x="57" y="308"/>
                    <a:pt x="100" y="302"/>
                    <a:pt x="133" y="322"/>
                  </a:cubicBezTo>
                  <a:cubicBezTo>
                    <a:pt x="184" y="265"/>
                    <a:pt x="184" y="265"/>
                    <a:pt x="184" y="265"/>
                  </a:cubicBezTo>
                  <a:cubicBezTo>
                    <a:pt x="133" y="210"/>
                    <a:pt x="132" y="124"/>
                    <a:pt x="183" y="67"/>
                  </a:cubicBezTo>
                  <a:cubicBezTo>
                    <a:pt x="238" y="6"/>
                    <a:pt x="331" y="0"/>
                    <a:pt x="392" y="55"/>
                  </a:cubicBezTo>
                  <a:cubicBezTo>
                    <a:pt x="453" y="110"/>
                    <a:pt x="458" y="203"/>
                    <a:pt x="404" y="264"/>
                  </a:cubicBezTo>
                  <a:close/>
                </a:path>
              </a:pathLst>
            </a:custGeom>
            <a:solidFill>
              <a:srgbClr val="004481"/>
            </a:solidFill>
            <a:ln>
              <a:noFill/>
            </a:ln>
            <a:effectLst>
              <a:outerShdw blurRad="63500" dist="25400" dir="5400000">
                <a:srgbClr val="000000">
                  <a:alpha val="26270"/>
                </a:srgbClr>
              </a:outerShdw>
            </a:effectLst>
          </p:spPr>
          <p:txBody>
            <a:bodyPr spcFirstLastPara="1" wrap="square" lIns="109467" tIns="54733" rIns="109467" bIns="54733" anchor="ctr" anchorCtr="0">
              <a:noAutofit/>
            </a:bodyPr>
            <a:lstStyle/>
            <a:p>
              <a:endParaRPr sz="2400">
                <a:solidFill>
                  <a:srgbClr val="000000"/>
                </a:solidFill>
                <a:latin typeface="Helvetica Neue"/>
                <a:ea typeface="Helvetica Neue"/>
                <a:cs typeface="Helvetica Neue"/>
                <a:sym typeface="Helvetica Neue"/>
              </a:endParaRPr>
            </a:p>
          </p:txBody>
        </p:sp>
        <p:sp>
          <p:nvSpPr>
            <p:cNvPr id="70" name="Google Shape;301;p36">
              <a:extLst>
                <a:ext uri="{FF2B5EF4-FFF2-40B4-BE49-F238E27FC236}">
                  <a16:creationId xmlns:a16="http://schemas.microsoft.com/office/drawing/2014/main" id="{6EAE1028-A59D-E860-4037-ABAC6D808700}"/>
                </a:ext>
              </a:extLst>
            </p:cNvPr>
            <p:cNvSpPr/>
            <p:nvPr/>
          </p:nvSpPr>
          <p:spPr>
            <a:xfrm>
              <a:off x="5461203" y="1891174"/>
              <a:ext cx="949325" cy="949325"/>
            </a:xfrm>
            <a:custGeom>
              <a:avLst/>
              <a:gdLst/>
              <a:ahLst/>
              <a:cxnLst/>
              <a:rect l="l" t="t" r="r" b="b"/>
              <a:pathLst>
                <a:path w="253" h="253" extrusionOk="0">
                  <a:moveTo>
                    <a:pt x="253" y="105"/>
                  </a:moveTo>
                  <a:cubicBezTo>
                    <a:pt x="253" y="187"/>
                    <a:pt x="186" y="253"/>
                    <a:pt x="104" y="253"/>
                  </a:cubicBezTo>
                  <a:cubicBezTo>
                    <a:pt x="64" y="253"/>
                    <a:pt x="27" y="236"/>
                    <a:pt x="0" y="210"/>
                  </a:cubicBezTo>
                  <a:cubicBezTo>
                    <a:pt x="209" y="0"/>
                    <a:pt x="209" y="0"/>
                    <a:pt x="209" y="0"/>
                  </a:cubicBezTo>
                  <a:cubicBezTo>
                    <a:pt x="236" y="27"/>
                    <a:pt x="253" y="64"/>
                    <a:pt x="253" y="105"/>
                  </a:cubicBezTo>
                  <a:close/>
                </a:path>
              </a:pathLst>
            </a:custGeom>
            <a:solidFill>
              <a:srgbClr val="004481"/>
            </a:solidFill>
            <a:ln>
              <a:noFill/>
            </a:ln>
          </p:spPr>
          <p:txBody>
            <a:bodyPr spcFirstLastPara="1" wrap="square" lIns="121900" tIns="60933" rIns="121900" bIns="60933" anchor="t" anchorCtr="0">
              <a:noAutofit/>
            </a:bodyPr>
            <a:lstStyle/>
            <a:p>
              <a:endParaRPr sz="2400">
                <a:solidFill>
                  <a:srgbClr val="000000"/>
                </a:solidFill>
                <a:latin typeface="Helvetica Neue"/>
                <a:ea typeface="Helvetica Neue"/>
                <a:cs typeface="Helvetica Neue"/>
                <a:sym typeface="Helvetica Neue"/>
              </a:endParaRPr>
            </a:p>
          </p:txBody>
        </p:sp>
      </p:grpSp>
      <p:grpSp>
        <p:nvGrpSpPr>
          <p:cNvPr id="71" name="Google Shape;302;p36">
            <a:extLst>
              <a:ext uri="{FF2B5EF4-FFF2-40B4-BE49-F238E27FC236}">
                <a16:creationId xmlns:a16="http://schemas.microsoft.com/office/drawing/2014/main" id="{8DE4AC5D-502B-B28D-CF90-DCCE532F9986}"/>
              </a:ext>
            </a:extLst>
          </p:cNvPr>
          <p:cNvGrpSpPr/>
          <p:nvPr/>
        </p:nvGrpSpPr>
        <p:grpSpPr>
          <a:xfrm>
            <a:off x="8062909" y="4141188"/>
            <a:ext cx="1679887" cy="1680115"/>
            <a:chOff x="2719388" y="4013200"/>
            <a:chExt cx="1717675" cy="1806575"/>
          </a:xfrm>
          <a:effectLst>
            <a:outerShdw blurRad="50800" dist="38100" dir="2700000" algn="tl" rotWithShape="0">
              <a:prstClr val="black">
                <a:alpha val="40000"/>
              </a:prstClr>
            </a:outerShdw>
          </a:effectLst>
        </p:grpSpPr>
        <p:sp>
          <p:nvSpPr>
            <p:cNvPr id="72" name="Google Shape;303;p36">
              <a:extLst>
                <a:ext uri="{FF2B5EF4-FFF2-40B4-BE49-F238E27FC236}">
                  <a16:creationId xmlns:a16="http://schemas.microsoft.com/office/drawing/2014/main" id="{BD4E8D38-DE84-8282-DD29-7032E7F5D8DC}"/>
                </a:ext>
              </a:extLst>
            </p:cNvPr>
            <p:cNvSpPr/>
            <p:nvPr/>
          </p:nvSpPr>
          <p:spPr>
            <a:xfrm>
              <a:off x="2719388" y="4013200"/>
              <a:ext cx="1717675" cy="1806575"/>
            </a:xfrm>
            <a:custGeom>
              <a:avLst/>
              <a:gdLst/>
              <a:ahLst/>
              <a:cxnLst/>
              <a:rect l="l" t="t" r="r" b="b"/>
              <a:pathLst>
                <a:path w="458" h="482" extrusionOk="0">
                  <a:moveTo>
                    <a:pt x="428" y="145"/>
                  </a:moveTo>
                  <a:cubicBezTo>
                    <a:pt x="401" y="175"/>
                    <a:pt x="358" y="180"/>
                    <a:pt x="325" y="160"/>
                  </a:cubicBezTo>
                  <a:cubicBezTo>
                    <a:pt x="274" y="217"/>
                    <a:pt x="274" y="217"/>
                    <a:pt x="274" y="217"/>
                  </a:cubicBezTo>
                  <a:cubicBezTo>
                    <a:pt x="325" y="273"/>
                    <a:pt x="326" y="359"/>
                    <a:pt x="275" y="416"/>
                  </a:cubicBezTo>
                  <a:cubicBezTo>
                    <a:pt x="220" y="477"/>
                    <a:pt x="127" y="482"/>
                    <a:pt x="66" y="428"/>
                  </a:cubicBezTo>
                  <a:cubicBezTo>
                    <a:pt x="5" y="373"/>
                    <a:pt x="0" y="279"/>
                    <a:pt x="54" y="218"/>
                  </a:cubicBezTo>
                  <a:cubicBezTo>
                    <a:pt x="106" y="161"/>
                    <a:pt x="191" y="153"/>
                    <a:pt x="252" y="198"/>
                  </a:cubicBezTo>
                  <a:cubicBezTo>
                    <a:pt x="303" y="141"/>
                    <a:pt x="303" y="141"/>
                    <a:pt x="303" y="141"/>
                  </a:cubicBezTo>
                  <a:cubicBezTo>
                    <a:pt x="279" y="110"/>
                    <a:pt x="280" y="66"/>
                    <a:pt x="307" y="36"/>
                  </a:cubicBezTo>
                  <a:cubicBezTo>
                    <a:pt x="337" y="3"/>
                    <a:pt x="388" y="0"/>
                    <a:pt x="422" y="30"/>
                  </a:cubicBezTo>
                  <a:cubicBezTo>
                    <a:pt x="455" y="60"/>
                    <a:pt x="458" y="111"/>
                    <a:pt x="428" y="145"/>
                  </a:cubicBezTo>
                  <a:close/>
                </a:path>
              </a:pathLst>
            </a:custGeom>
            <a:solidFill>
              <a:srgbClr val="E0D399"/>
            </a:solidFill>
            <a:ln>
              <a:noFill/>
            </a:ln>
            <a:effectLst>
              <a:outerShdw blurRad="63500" dist="25400" dir="5400000">
                <a:srgbClr val="000000">
                  <a:alpha val="26670"/>
                </a:srgbClr>
              </a:outerShdw>
            </a:effectLst>
          </p:spPr>
          <p:txBody>
            <a:bodyPr spcFirstLastPara="1" wrap="square" lIns="109467" tIns="54733" rIns="109467" bIns="54733" anchor="ctr" anchorCtr="0">
              <a:noAutofit/>
            </a:bodyPr>
            <a:lstStyle/>
            <a:p>
              <a:endParaRPr sz="2400">
                <a:solidFill>
                  <a:srgbClr val="000000"/>
                </a:solidFill>
                <a:latin typeface="Helvetica Neue"/>
                <a:ea typeface="Helvetica Neue"/>
                <a:cs typeface="Helvetica Neue"/>
                <a:sym typeface="Helvetica Neue"/>
              </a:endParaRPr>
            </a:p>
          </p:txBody>
        </p:sp>
        <p:sp>
          <p:nvSpPr>
            <p:cNvPr id="73" name="Google Shape;304;p36">
              <a:extLst>
                <a:ext uri="{FF2B5EF4-FFF2-40B4-BE49-F238E27FC236}">
                  <a16:creationId xmlns:a16="http://schemas.microsoft.com/office/drawing/2014/main" id="{021BB827-F0C5-CD75-3D8F-0B2100366B1A}"/>
                </a:ext>
              </a:extLst>
            </p:cNvPr>
            <p:cNvSpPr/>
            <p:nvPr/>
          </p:nvSpPr>
          <p:spPr>
            <a:xfrm>
              <a:off x="2947766" y="4806267"/>
              <a:ext cx="949325" cy="949325"/>
            </a:xfrm>
            <a:custGeom>
              <a:avLst/>
              <a:gdLst/>
              <a:ahLst/>
              <a:cxnLst/>
              <a:rect l="l" t="t" r="r" b="b"/>
              <a:pathLst>
                <a:path w="253" h="253" extrusionOk="0">
                  <a:moveTo>
                    <a:pt x="253" y="105"/>
                  </a:moveTo>
                  <a:cubicBezTo>
                    <a:pt x="253" y="187"/>
                    <a:pt x="186" y="253"/>
                    <a:pt x="104" y="253"/>
                  </a:cubicBezTo>
                  <a:cubicBezTo>
                    <a:pt x="64" y="253"/>
                    <a:pt x="27" y="236"/>
                    <a:pt x="0" y="210"/>
                  </a:cubicBezTo>
                  <a:cubicBezTo>
                    <a:pt x="209" y="0"/>
                    <a:pt x="209" y="0"/>
                    <a:pt x="209" y="0"/>
                  </a:cubicBezTo>
                  <a:cubicBezTo>
                    <a:pt x="236" y="27"/>
                    <a:pt x="253" y="64"/>
                    <a:pt x="253" y="105"/>
                  </a:cubicBezTo>
                  <a:close/>
                </a:path>
              </a:pathLst>
            </a:custGeom>
            <a:solidFill>
              <a:srgbClr val="E0D399"/>
            </a:solidFill>
            <a:ln>
              <a:noFill/>
            </a:ln>
          </p:spPr>
          <p:txBody>
            <a:bodyPr spcFirstLastPara="1" wrap="square" lIns="121900" tIns="60933" rIns="121900" bIns="60933" anchor="t" anchorCtr="0">
              <a:noAutofit/>
            </a:bodyPr>
            <a:lstStyle/>
            <a:p>
              <a:endParaRPr sz="2400">
                <a:solidFill>
                  <a:srgbClr val="000000"/>
                </a:solidFill>
                <a:latin typeface="Helvetica Neue"/>
                <a:ea typeface="Helvetica Neue"/>
                <a:cs typeface="Helvetica Neue"/>
                <a:sym typeface="Helvetica Neue"/>
              </a:endParaRPr>
            </a:p>
          </p:txBody>
        </p:sp>
      </p:grpSp>
      <p:grpSp>
        <p:nvGrpSpPr>
          <p:cNvPr id="74" name="Google Shape;305;p36">
            <a:extLst>
              <a:ext uri="{FF2B5EF4-FFF2-40B4-BE49-F238E27FC236}">
                <a16:creationId xmlns:a16="http://schemas.microsoft.com/office/drawing/2014/main" id="{8C1599E5-FFB6-C890-6D28-B13F3078D3F8}"/>
              </a:ext>
            </a:extLst>
          </p:cNvPr>
          <p:cNvGrpSpPr/>
          <p:nvPr/>
        </p:nvGrpSpPr>
        <p:grpSpPr>
          <a:xfrm rot="1950518">
            <a:off x="8591432" y="1841628"/>
            <a:ext cx="1679949" cy="1679996"/>
            <a:chOff x="2719388" y="1668462"/>
            <a:chExt cx="1717675" cy="1811338"/>
          </a:xfrm>
          <a:effectLst>
            <a:outerShdw blurRad="50800" dist="38100" dir="2700000" algn="tl" rotWithShape="0">
              <a:prstClr val="black">
                <a:alpha val="40000"/>
              </a:prstClr>
            </a:outerShdw>
          </a:effectLst>
        </p:grpSpPr>
        <p:sp>
          <p:nvSpPr>
            <p:cNvPr id="75" name="Google Shape;306;p36">
              <a:extLst>
                <a:ext uri="{FF2B5EF4-FFF2-40B4-BE49-F238E27FC236}">
                  <a16:creationId xmlns:a16="http://schemas.microsoft.com/office/drawing/2014/main" id="{66E938F0-16D6-E4E6-B97D-40C4446BFBFB}"/>
                </a:ext>
              </a:extLst>
            </p:cNvPr>
            <p:cNvSpPr/>
            <p:nvPr/>
          </p:nvSpPr>
          <p:spPr>
            <a:xfrm>
              <a:off x="2719388" y="1668462"/>
              <a:ext cx="1717675" cy="1811338"/>
            </a:xfrm>
            <a:custGeom>
              <a:avLst/>
              <a:gdLst/>
              <a:ahLst/>
              <a:cxnLst/>
              <a:rect l="l" t="t" r="r" b="b"/>
              <a:pathLst>
                <a:path w="458" h="483" extrusionOk="0">
                  <a:moveTo>
                    <a:pt x="422" y="453"/>
                  </a:moveTo>
                  <a:cubicBezTo>
                    <a:pt x="388" y="483"/>
                    <a:pt x="337" y="480"/>
                    <a:pt x="307" y="446"/>
                  </a:cubicBezTo>
                  <a:cubicBezTo>
                    <a:pt x="280" y="417"/>
                    <a:pt x="279" y="372"/>
                    <a:pt x="303" y="342"/>
                  </a:cubicBezTo>
                  <a:cubicBezTo>
                    <a:pt x="252" y="285"/>
                    <a:pt x="252" y="285"/>
                    <a:pt x="252" y="285"/>
                  </a:cubicBezTo>
                  <a:cubicBezTo>
                    <a:pt x="191" y="329"/>
                    <a:pt x="106" y="321"/>
                    <a:pt x="54" y="264"/>
                  </a:cubicBezTo>
                  <a:cubicBezTo>
                    <a:pt x="0" y="203"/>
                    <a:pt x="5" y="110"/>
                    <a:pt x="66" y="55"/>
                  </a:cubicBezTo>
                  <a:cubicBezTo>
                    <a:pt x="127" y="0"/>
                    <a:pt x="220" y="6"/>
                    <a:pt x="275" y="67"/>
                  </a:cubicBezTo>
                  <a:cubicBezTo>
                    <a:pt x="326" y="124"/>
                    <a:pt x="325" y="210"/>
                    <a:pt x="274" y="265"/>
                  </a:cubicBezTo>
                  <a:cubicBezTo>
                    <a:pt x="325" y="322"/>
                    <a:pt x="325" y="322"/>
                    <a:pt x="325" y="322"/>
                  </a:cubicBezTo>
                  <a:cubicBezTo>
                    <a:pt x="358" y="302"/>
                    <a:pt x="401" y="308"/>
                    <a:pt x="428" y="338"/>
                  </a:cubicBezTo>
                  <a:cubicBezTo>
                    <a:pt x="458" y="371"/>
                    <a:pt x="455" y="423"/>
                    <a:pt x="422" y="453"/>
                  </a:cubicBezTo>
                  <a:close/>
                </a:path>
              </a:pathLst>
            </a:custGeom>
            <a:solidFill>
              <a:srgbClr val="002569"/>
            </a:solidFill>
            <a:ln>
              <a:noFill/>
            </a:ln>
            <a:effectLst>
              <a:outerShdw blurRad="63500" dist="25400" dir="5400000">
                <a:srgbClr val="000000">
                  <a:alpha val="26270"/>
                </a:srgbClr>
              </a:outerShdw>
            </a:effectLst>
          </p:spPr>
          <p:txBody>
            <a:bodyPr spcFirstLastPara="1" wrap="square" lIns="109467" tIns="54733" rIns="109467" bIns="54733" anchor="ctr" anchorCtr="0">
              <a:noAutofit/>
            </a:bodyPr>
            <a:lstStyle/>
            <a:p>
              <a:endParaRPr sz="2400">
                <a:solidFill>
                  <a:srgbClr val="000000"/>
                </a:solidFill>
                <a:latin typeface="Helvetica Neue"/>
                <a:ea typeface="Helvetica Neue"/>
                <a:cs typeface="Helvetica Neue"/>
                <a:sym typeface="Helvetica Neue"/>
              </a:endParaRPr>
            </a:p>
          </p:txBody>
        </p:sp>
        <p:sp>
          <p:nvSpPr>
            <p:cNvPr id="76" name="Google Shape;307;p36">
              <a:extLst>
                <a:ext uri="{FF2B5EF4-FFF2-40B4-BE49-F238E27FC236}">
                  <a16:creationId xmlns:a16="http://schemas.microsoft.com/office/drawing/2014/main" id="{59501944-E0EE-2D20-58FE-3C871C3BD85F}"/>
                </a:ext>
              </a:extLst>
            </p:cNvPr>
            <p:cNvSpPr/>
            <p:nvPr/>
          </p:nvSpPr>
          <p:spPr>
            <a:xfrm>
              <a:off x="2943225" y="1895890"/>
              <a:ext cx="949325" cy="949325"/>
            </a:xfrm>
            <a:custGeom>
              <a:avLst/>
              <a:gdLst/>
              <a:ahLst/>
              <a:cxnLst/>
              <a:rect l="l" t="t" r="r" b="b"/>
              <a:pathLst>
                <a:path w="253" h="253" extrusionOk="0">
                  <a:moveTo>
                    <a:pt x="253" y="105"/>
                  </a:moveTo>
                  <a:cubicBezTo>
                    <a:pt x="253" y="187"/>
                    <a:pt x="186" y="253"/>
                    <a:pt x="104" y="253"/>
                  </a:cubicBezTo>
                  <a:cubicBezTo>
                    <a:pt x="64" y="253"/>
                    <a:pt x="27" y="236"/>
                    <a:pt x="0" y="210"/>
                  </a:cubicBezTo>
                  <a:cubicBezTo>
                    <a:pt x="209" y="0"/>
                    <a:pt x="209" y="0"/>
                    <a:pt x="209" y="0"/>
                  </a:cubicBezTo>
                  <a:cubicBezTo>
                    <a:pt x="236" y="27"/>
                    <a:pt x="253" y="64"/>
                    <a:pt x="253" y="105"/>
                  </a:cubicBezTo>
                  <a:close/>
                </a:path>
              </a:pathLst>
            </a:custGeom>
            <a:solidFill>
              <a:srgbClr val="002569"/>
            </a:solidFill>
            <a:ln>
              <a:noFill/>
            </a:ln>
          </p:spPr>
          <p:txBody>
            <a:bodyPr spcFirstLastPara="1" wrap="square" lIns="121900" tIns="60933" rIns="121900" bIns="60933" anchor="t" anchorCtr="0">
              <a:noAutofit/>
            </a:bodyPr>
            <a:lstStyle/>
            <a:p>
              <a:endParaRPr sz="2400">
                <a:solidFill>
                  <a:srgbClr val="000000"/>
                </a:solidFill>
                <a:latin typeface="Helvetica Neue"/>
                <a:ea typeface="Helvetica Neue"/>
                <a:cs typeface="Helvetica Neue"/>
                <a:sym typeface="Helvetica Neue"/>
              </a:endParaRPr>
            </a:p>
          </p:txBody>
        </p:sp>
      </p:grpSp>
      <p:grpSp>
        <p:nvGrpSpPr>
          <p:cNvPr id="77" name="Google Shape;308;p36">
            <a:extLst>
              <a:ext uri="{FF2B5EF4-FFF2-40B4-BE49-F238E27FC236}">
                <a16:creationId xmlns:a16="http://schemas.microsoft.com/office/drawing/2014/main" id="{F3ADF6FA-C95E-32E0-2DCE-F9627A949E1D}"/>
              </a:ext>
            </a:extLst>
          </p:cNvPr>
          <p:cNvGrpSpPr/>
          <p:nvPr/>
        </p:nvGrpSpPr>
        <p:grpSpPr>
          <a:xfrm rot="20824945">
            <a:off x="10001593" y="3750451"/>
            <a:ext cx="1679887" cy="1680115"/>
            <a:chOff x="4752975" y="4013200"/>
            <a:chExt cx="1717675" cy="1806575"/>
          </a:xfrm>
          <a:effectLst>
            <a:outerShdw blurRad="50800" dist="38100" dir="2700000" algn="tl" rotWithShape="0">
              <a:prstClr val="black">
                <a:alpha val="40000"/>
              </a:prstClr>
            </a:outerShdw>
          </a:effectLst>
        </p:grpSpPr>
        <p:sp>
          <p:nvSpPr>
            <p:cNvPr id="78" name="Google Shape;309;p36">
              <a:extLst>
                <a:ext uri="{FF2B5EF4-FFF2-40B4-BE49-F238E27FC236}">
                  <a16:creationId xmlns:a16="http://schemas.microsoft.com/office/drawing/2014/main" id="{722E02A6-2F08-5AF5-37A4-A0AD37DBCDF0}"/>
                </a:ext>
              </a:extLst>
            </p:cNvPr>
            <p:cNvSpPr/>
            <p:nvPr/>
          </p:nvSpPr>
          <p:spPr>
            <a:xfrm>
              <a:off x="4752975" y="4013200"/>
              <a:ext cx="1717675" cy="1806575"/>
            </a:xfrm>
            <a:custGeom>
              <a:avLst/>
              <a:gdLst/>
              <a:ahLst/>
              <a:cxnLst/>
              <a:rect l="l" t="t" r="r" b="b"/>
              <a:pathLst>
                <a:path w="458" h="482" extrusionOk="0">
                  <a:moveTo>
                    <a:pt x="392" y="428"/>
                  </a:moveTo>
                  <a:cubicBezTo>
                    <a:pt x="331" y="482"/>
                    <a:pt x="238" y="477"/>
                    <a:pt x="183" y="416"/>
                  </a:cubicBezTo>
                  <a:cubicBezTo>
                    <a:pt x="132" y="359"/>
                    <a:pt x="133" y="273"/>
                    <a:pt x="184" y="217"/>
                  </a:cubicBezTo>
                  <a:cubicBezTo>
                    <a:pt x="133" y="160"/>
                    <a:pt x="133" y="160"/>
                    <a:pt x="133" y="160"/>
                  </a:cubicBezTo>
                  <a:cubicBezTo>
                    <a:pt x="100" y="180"/>
                    <a:pt x="57" y="175"/>
                    <a:pt x="30" y="145"/>
                  </a:cubicBezTo>
                  <a:cubicBezTo>
                    <a:pt x="0" y="111"/>
                    <a:pt x="3" y="60"/>
                    <a:pt x="36" y="30"/>
                  </a:cubicBezTo>
                  <a:cubicBezTo>
                    <a:pt x="70" y="0"/>
                    <a:pt x="121" y="3"/>
                    <a:pt x="151" y="36"/>
                  </a:cubicBezTo>
                  <a:cubicBezTo>
                    <a:pt x="178" y="66"/>
                    <a:pt x="179" y="110"/>
                    <a:pt x="155" y="141"/>
                  </a:cubicBezTo>
                  <a:cubicBezTo>
                    <a:pt x="206" y="198"/>
                    <a:pt x="206" y="198"/>
                    <a:pt x="206" y="198"/>
                  </a:cubicBezTo>
                  <a:cubicBezTo>
                    <a:pt x="267" y="153"/>
                    <a:pt x="352" y="161"/>
                    <a:pt x="404" y="218"/>
                  </a:cubicBezTo>
                  <a:cubicBezTo>
                    <a:pt x="458" y="279"/>
                    <a:pt x="453" y="373"/>
                    <a:pt x="392" y="428"/>
                  </a:cubicBezTo>
                  <a:close/>
                </a:path>
              </a:pathLst>
            </a:custGeom>
            <a:solidFill>
              <a:srgbClr val="AE8400"/>
            </a:solidFill>
            <a:ln>
              <a:noFill/>
            </a:ln>
            <a:effectLst>
              <a:outerShdw blurRad="63500" dist="25400" dir="5400000">
                <a:srgbClr val="000000">
                  <a:alpha val="26670"/>
                </a:srgbClr>
              </a:outerShdw>
            </a:effectLst>
          </p:spPr>
          <p:txBody>
            <a:bodyPr spcFirstLastPara="1" wrap="square" lIns="109467" tIns="54733" rIns="109467" bIns="54733" anchor="ctr" anchorCtr="0">
              <a:noAutofit/>
            </a:bodyPr>
            <a:lstStyle/>
            <a:p>
              <a:endParaRPr sz="2400">
                <a:solidFill>
                  <a:srgbClr val="000000"/>
                </a:solidFill>
                <a:latin typeface="Helvetica Neue"/>
                <a:ea typeface="Helvetica Neue"/>
                <a:cs typeface="Helvetica Neue"/>
                <a:sym typeface="Helvetica Neue"/>
              </a:endParaRPr>
            </a:p>
          </p:txBody>
        </p:sp>
        <p:sp>
          <p:nvSpPr>
            <p:cNvPr id="79" name="Google Shape;310;p36">
              <a:extLst>
                <a:ext uri="{FF2B5EF4-FFF2-40B4-BE49-F238E27FC236}">
                  <a16:creationId xmlns:a16="http://schemas.microsoft.com/office/drawing/2014/main" id="{C615E0B3-44A5-0A6B-0A39-D0DD0018E99C}"/>
                </a:ext>
              </a:extLst>
            </p:cNvPr>
            <p:cNvSpPr/>
            <p:nvPr/>
          </p:nvSpPr>
          <p:spPr>
            <a:xfrm>
              <a:off x="5456016" y="4806710"/>
              <a:ext cx="949325" cy="949325"/>
            </a:xfrm>
            <a:custGeom>
              <a:avLst/>
              <a:gdLst/>
              <a:ahLst/>
              <a:cxnLst/>
              <a:rect l="l" t="t" r="r" b="b"/>
              <a:pathLst>
                <a:path w="253" h="253" extrusionOk="0">
                  <a:moveTo>
                    <a:pt x="253" y="105"/>
                  </a:moveTo>
                  <a:cubicBezTo>
                    <a:pt x="253" y="187"/>
                    <a:pt x="186" y="253"/>
                    <a:pt x="104" y="253"/>
                  </a:cubicBezTo>
                  <a:cubicBezTo>
                    <a:pt x="64" y="253"/>
                    <a:pt x="27" y="236"/>
                    <a:pt x="0" y="210"/>
                  </a:cubicBezTo>
                  <a:cubicBezTo>
                    <a:pt x="209" y="0"/>
                    <a:pt x="209" y="0"/>
                    <a:pt x="209" y="0"/>
                  </a:cubicBezTo>
                  <a:cubicBezTo>
                    <a:pt x="236" y="27"/>
                    <a:pt x="253" y="64"/>
                    <a:pt x="253" y="105"/>
                  </a:cubicBezTo>
                  <a:close/>
                </a:path>
              </a:pathLst>
            </a:custGeom>
            <a:solidFill>
              <a:srgbClr val="AE8400"/>
            </a:solidFill>
            <a:ln>
              <a:noFill/>
            </a:ln>
          </p:spPr>
          <p:txBody>
            <a:bodyPr spcFirstLastPara="1" wrap="square" lIns="121900" tIns="60933" rIns="121900" bIns="60933" anchor="t" anchorCtr="0">
              <a:noAutofit/>
            </a:bodyPr>
            <a:lstStyle/>
            <a:p>
              <a:endParaRPr sz="2400">
                <a:solidFill>
                  <a:srgbClr val="000000"/>
                </a:solidFill>
                <a:latin typeface="Helvetica Neue"/>
                <a:ea typeface="Helvetica Neue"/>
                <a:cs typeface="Helvetica Neue"/>
                <a:sym typeface="Helvetica Neue"/>
              </a:endParaRPr>
            </a:p>
          </p:txBody>
        </p:sp>
      </p:grpSp>
      <p:sp>
        <p:nvSpPr>
          <p:cNvPr id="80" name="Google Shape;311;p36">
            <a:extLst>
              <a:ext uri="{FF2B5EF4-FFF2-40B4-BE49-F238E27FC236}">
                <a16:creationId xmlns:a16="http://schemas.microsoft.com/office/drawing/2014/main" id="{EA6597DF-9063-FE7A-7404-1B9384C74896}"/>
              </a:ext>
            </a:extLst>
          </p:cNvPr>
          <p:cNvSpPr/>
          <p:nvPr/>
        </p:nvSpPr>
        <p:spPr>
          <a:xfrm>
            <a:off x="8784897" y="2939579"/>
            <a:ext cx="1855600" cy="1862800"/>
          </a:xfrm>
          <a:prstGeom prst="ellipse">
            <a:avLst/>
          </a:prstGeom>
          <a:solidFill>
            <a:srgbClr val="F2F2F2"/>
          </a:solidFill>
          <a:ln>
            <a:noFill/>
          </a:ln>
          <a:effectLst>
            <a:outerShdw blurRad="50800" dist="38100" dir="2700000" algn="tl" rotWithShape="0">
              <a:prstClr val="black">
                <a:alpha val="40000"/>
              </a:prstClr>
            </a:outerShdw>
          </a:effectLst>
        </p:spPr>
        <p:txBody>
          <a:bodyPr spcFirstLastPara="1" wrap="square" lIns="0" tIns="24000" rIns="0" bIns="24000" anchor="ctr" anchorCtr="0">
            <a:noAutofit/>
          </a:bodyPr>
          <a:lstStyle/>
          <a:p>
            <a:pPr algn="ctr"/>
            <a:endParaRPr sz="1467" b="1">
              <a:solidFill>
                <a:srgbClr val="004481"/>
              </a:solidFill>
              <a:latin typeface="Lato"/>
              <a:ea typeface="Lato"/>
              <a:cs typeface="Lato"/>
              <a:sym typeface="Lato"/>
            </a:endParaRPr>
          </a:p>
        </p:txBody>
      </p:sp>
      <p:sp>
        <p:nvSpPr>
          <p:cNvPr id="81" name="Google Shape;312;p36">
            <a:extLst>
              <a:ext uri="{FF2B5EF4-FFF2-40B4-BE49-F238E27FC236}">
                <a16:creationId xmlns:a16="http://schemas.microsoft.com/office/drawing/2014/main" id="{767213C7-CBCB-3282-2563-BCC87F91A765}"/>
              </a:ext>
            </a:extLst>
          </p:cNvPr>
          <p:cNvSpPr/>
          <p:nvPr/>
        </p:nvSpPr>
        <p:spPr>
          <a:xfrm>
            <a:off x="8867382" y="2101330"/>
            <a:ext cx="999600" cy="392000"/>
          </a:xfrm>
          <a:prstGeom prst="rect">
            <a:avLst/>
          </a:prstGeom>
          <a:noFill/>
          <a:ln>
            <a:noFill/>
          </a:ln>
        </p:spPr>
        <p:txBody>
          <a:bodyPr spcFirstLastPara="1" wrap="square" lIns="0" tIns="0" rIns="0" bIns="0" anchor="ctr" anchorCtr="0">
            <a:noAutofit/>
          </a:bodyPr>
          <a:lstStyle/>
          <a:p>
            <a:pPr algn="ctr"/>
            <a:r>
              <a:rPr lang="es" sz="1067" b="1">
                <a:solidFill>
                  <a:schemeClr val="lt1"/>
                </a:solidFill>
                <a:latin typeface="Quattrocento Sans"/>
                <a:ea typeface="Quattrocento Sans"/>
                <a:cs typeface="Quattrocento Sans"/>
                <a:sym typeface="Quattrocento Sans"/>
              </a:rPr>
              <a:t>Kilometraje</a:t>
            </a:r>
            <a:endParaRPr sz="1067" b="1">
              <a:solidFill>
                <a:schemeClr val="lt1"/>
              </a:solidFill>
              <a:latin typeface="Quattrocento Sans"/>
              <a:ea typeface="Quattrocento Sans"/>
              <a:cs typeface="Quattrocento Sans"/>
              <a:sym typeface="Quattrocento Sans"/>
            </a:endParaRPr>
          </a:p>
        </p:txBody>
      </p:sp>
      <p:sp>
        <p:nvSpPr>
          <p:cNvPr id="82" name="Google Shape;313;p36">
            <a:extLst>
              <a:ext uri="{FF2B5EF4-FFF2-40B4-BE49-F238E27FC236}">
                <a16:creationId xmlns:a16="http://schemas.microsoft.com/office/drawing/2014/main" id="{5204EB53-5BDC-56D5-2DC8-6BE21226C6A1}"/>
              </a:ext>
            </a:extLst>
          </p:cNvPr>
          <p:cNvSpPr txBox="1"/>
          <p:nvPr/>
        </p:nvSpPr>
        <p:spPr>
          <a:xfrm>
            <a:off x="8954157" y="3228886"/>
            <a:ext cx="1585600" cy="1253200"/>
          </a:xfrm>
          <a:prstGeom prst="rect">
            <a:avLst/>
          </a:prstGeom>
          <a:noFill/>
          <a:ln>
            <a:noFill/>
          </a:ln>
        </p:spPr>
        <p:txBody>
          <a:bodyPr spcFirstLastPara="1" wrap="square" lIns="24000" tIns="0" rIns="24000" bIns="0" anchor="ctr" anchorCtr="0">
            <a:noAutofit/>
          </a:bodyPr>
          <a:lstStyle/>
          <a:p>
            <a:pPr algn="ctr">
              <a:lnSpc>
                <a:spcPct val="150000"/>
              </a:lnSpc>
            </a:pPr>
            <a:r>
              <a:rPr lang="es-ES_tradnl" sz="1267" b="1">
                <a:solidFill>
                  <a:srgbClr val="002060"/>
                </a:solidFill>
                <a:latin typeface="Quattrocento Sans" panose="020B0502050000020003" pitchFamily="34" charset="0"/>
                <a:ea typeface="Lato"/>
                <a:cs typeface="Lato"/>
                <a:sym typeface="Lato"/>
              </a:rPr>
              <a:t>Componentes que influyen en nuestro modelo de cálculo </a:t>
            </a:r>
          </a:p>
        </p:txBody>
      </p:sp>
      <p:sp>
        <p:nvSpPr>
          <p:cNvPr id="83" name="Google Shape;314;p36">
            <a:extLst>
              <a:ext uri="{FF2B5EF4-FFF2-40B4-BE49-F238E27FC236}">
                <a16:creationId xmlns:a16="http://schemas.microsoft.com/office/drawing/2014/main" id="{1BC21D95-170E-3032-D31B-C8927C212C39}"/>
              </a:ext>
            </a:extLst>
          </p:cNvPr>
          <p:cNvSpPr/>
          <p:nvPr/>
        </p:nvSpPr>
        <p:spPr>
          <a:xfrm>
            <a:off x="10220123" y="2311982"/>
            <a:ext cx="908000" cy="392000"/>
          </a:xfrm>
          <a:prstGeom prst="rect">
            <a:avLst/>
          </a:prstGeom>
          <a:noFill/>
          <a:ln>
            <a:noFill/>
          </a:ln>
        </p:spPr>
        <p:txBody>
          <a:bodyPr spcFirstLastPara="1" wrap="square" lIns="0" tIns="0" rIns="0" bIns="0" anchor="ctr" anchorCtr="0">
            <a:noAutofit/>
          </a:bodyPr>
          <a:lstStyle/>
          <a:p>
            <a:pPr algn="ctr"/>
            <a:r>
              <a:rPr lang="es" sz="1067" b="1">
                <a:solidFill>
                  <a:schemeClr val="lt1"/>
                </a:solidFill>
                <a:latin typeface="Quattrocento Sans"/>
                <a:ea typeface="Quattrocento Sans"/>
                <a:cs typeface="Quattrocento Sans"/>
                <a:sym typeface="Quattrocento Sans"/>
              </a:rPr>
              <a:t>Tipo y consumo de combustible</a:t>
            </a:r>
            <a:endParaRPr sz="1067" b="1">
              <a:solidFill>
                <a:schemeClr val="lt1"/>
              </a:solidFill>
              <a:latin typeface="Quattrocento Sans"/>
              <a:ea typeface="Quattrocento Sans"/>
              <a:cs typeface="Quattrocento Sans"/>
              <a:sym typeface="Quattrocento Sans"/>
            </a:endParaRPr>
          </a:p>
        </p:txBody>
      </p:sp>
      <p:sp>
        <p:nvSpPr>
          <p:cNvPr id="88" name="Google Shape;319;p36">
            <a:extLst>
              <a:ext uri="{FF2B5EF4-FFF2-40B4-BE49-F238E27FC236}">
                <a16:creationId xmlns:a16="http://schemas.microsoft.com/office/drawing/2014/main" id="{72B5472B-2EFA-66CA-7ADB-306C7EDEF09E}"/>
              </a:ext>
            </a:extLst>
          </p:cNvPr>
          <p:cNvSpPr/>
          <p:nvPr/>
        </p:nvSpPr>
        <p:spPr>
          <a:xfrm>
            <a:off x="7693713" y="3826381"/>
            <a:ext cx="918867" cy="798391"/>
          </a:xfrm>
          <a:prstGeom prst="rect">
            <a:avLst/>
          </a:prstGeom>
          <a:noFill/>
          <a:ln>
            <a:noFill/>
          </a:ln>
        </p:spPr>
        <p:txBody>
          <a:bodyPr spcFirstLastPara="1" wrap="square" lIns="0" tIns="0" rIns="0" bIns="0" anchor="ctr" anchorCtr="0">
            <a:noAutofit/>
          </a:bodyPr>
          <a:lstStyle/>
          <a:p>
            <a:pPr algn="ctr"/>
            <a:r>
              <a:rPr lang="es" sz="1067" b="1">
                <a:solidFill>
                  <a:schemeClr val="lt1"/>
                </a:solidFill>
                <a:latin typeface="Quattrocento Sans"/>
                <a:ea typeface="Quattrocento Sans"/>
                <a:cs typeface="Quattrocento Sans"/>
                <a:sym typeface="Quattrocento Sans"/>
              </a:rPr>
              <a:t>Edad del vehículo (año de fabricación y </a:t>
            </a:r>
            <a:r>
              <a:rPr lang="es" sz="1067" b="1">
                <a:solidFill>
                  <a:schemeClr val="bg1"/>
                </a:solidFill>
                <a:latin typeface="Quattrocento Sans"/>
                <a:ea typeface="Quattrocento Sans"/>
                <a:cs typeface="Quattrocento Sans"/>
                <a:sym typeface="Quattrocento Sans"/>
              </a:rPr>
              <a:t>antig</a:t>
            </a:r>
            <a:r>
              <a:rPr lang="es-ES_tradnl" sz="1100" b="1">
                <a:solidFill>
                  <a:schemeClr val="bg1"/>
                </a:solidFill>
                <a:latin typeface="Quattrocento Sans"/>
                <a:ea typeface="Quattrocento Sans"/>
                <a:cs typeface="Quattrocento Sans"/>
                <a:sym typeface="Quattrocento Sans"/>
              </a:rPr>
              <a:t>ü</a:t>
            </a:r>
            <a:r>
              <a:rPr lang="es" sz="1067" b="1">
                <a:solidFill>
                  <a:schemeClr val="lt1"/>
                </a:solidFill>
                <a:latin typeface="Quattrocento Sans"/>
                <a:ea typeface="Quattrocento Sans"/>
                <a:cs typeface="Quattrocento Sans"/>
                <a:sym typeface="Quattrocento Sans"/>
              </a:rPr>
              <a:t>edad</a:t>
            </a:r>
            <a:endParaRPr sz="1067" b="1">
              <a:solidFill>
                <a:schemeClr val="lt1"/>
              </a:solidFill>
              <a:latin typeface="Quattrocento Sans"/>
              <a:ea typeface="Quattrocento Sans"/>
              <a:cs typeface="Quattrocento Sans"/>
              <a:sym typeface="Quattrocento Sans"/>
            </a:endParaRPr>
          </a:p>
        </p:txBody>
      </p:sp>
      <p:sp>
        <p:nvSpPr>
          <p:cNvPr id="91" name="Google Shape;322;p36">
            <a:extLst>
              <a:ext uri="{FF2B5EF4-FFF2-40B4-BE49-F238E27FC236}">
                <a16:creationId xmlns:a16="http://schemas.microsoft.com/office/drawing/2014/main" id="{3756FFC8-1B92-36E6-B93F-1A877306A870}"/>
              </a:ext>
            </a:extLst>
          </p:cNvPr>
          <p:cNvSpPr/>
          <p:nvPr/>
        </p:nvSpPr>
        <p:spPr>
          <a:xfrm>
            <a:off x="10808964" y="3401854"/>
            <a:ext cx="1080906" cy="544251"/>
          </a:xfrm>
          <a:prstGeom prst="rect">
            <a:avLst/>
          </a:prstGeom>
          <a:noFill/>
          <a:ln>
            <a:noFill/>
          </a:ln>
        </p:spPr>
        <p:txBody>
          <a:bodyPr spcFirstLastPara="1" wrap="square" lIns="0" tIns="0" rIns="0" bIns="0" anchor="ctr" anchorCtr="0">
            <a:noAutofit/>
          </a:bodyPr>
          <a:lstStyle/>
          <a:p>
            <a:pPr algn="ctr">
              <a:buClr>
                <a:schemeClr val="dk2"/>
              </a:buClr>
              <a:buSzPts val="900"/>
            </a:pPr>
            <a:r>
              <a:rPr lang="es-ES_tradnl" sz="1067" b="1">
                <a:solidFill>
                  <a:schemeClr val="lt1"/>
                </a:solidFill>
                <a:latin typeface="Quattrocento Sans"/>
                <a:sym typeface="Quattrocento Sans"/>
              </a:rPr>
              <a:t>Tecnología del vehículo</a:t>
            </a:r>
            <a:br>
              <a:rPr lang="es-ES_tradnl" sz="1067" b="1">
                <a:solidFill>
                  <a:schemeClr val="lt1"/>
                </a:solidFill>
                <a:latin typeface="Quattrocento Sans"/>
                <a:sym typeface="Quattrocento Sans"/>
              </a:rPr>
            </a:br>
            <a:endParaRPr lang="es-ES_tradnl" sz="1067" b="1">
              <a:solidFill>
                <a:schemeClr val="lt1"/>
              </a:solidFill>
              <a:latin typeface="Quattrocento Sans"/>
              <a:sym typeface="Quattrocento Sans"/>
            </a:endParaRPr>
          </a:p>
        </p:txBody>
      </p:sp>
      <p:sp>
        <p:nvSpPr>
          <p:cNvPr id="93" name="Google Shape;325;p36">
            <a:extLst>
              <a:ext uri="{FF2B5EF4-FFF2-40B4-BE49-F238E27FC236}">
                <a16:creationId xmlns:a16="http://schemas.microsoft.com/office/drawing/2014/main" id="{E032C3DF-E04B-7EE5-92C7-47B7BD41B919}"/>
              </a:ext>
            </a:extLst>
          </p:cNvPr>
          <p:cNvSpPr/>
          <p:nvPr/>
        </p:nvSpPr>
        <p:spPr>
          <a:xfrm>
            <a:off x="9549071" y="4995261"/>
            <a:ext cx="999600" cy="1068000"/>
          </a:xfrm>
          <a:prstGeom prst="rect">
            <a:avLst/>
          </a:prstGeom>
          <a:noFill/>
          <a:ln>
            <a:noFill/>
          </a:ln>
        </p:spPr>
        <p:txBody>
          <a:bodyPr spcFirstLastPara="1" wrap="square" lIns="0" tIns="0" rIns="0" bIns="0" anchor="ctr" anchorCtr="0">
            <a:noAutofit/>
          </a:bodyPr>
          <a:lstStyle/>
          <a:p>
            <a:pPr algn="ctr"/>
            <a:r>
              <a:rPr lang="es-ES_tradnl" sz="1067" b="1">
                <a:solidFill>
                  <a:schemeClr val="lt1"/>
                </a:solidFill>
                <a:latin typeface="Quattrocento Sans"/>
                <a:ea typeface="Quattrocento Sans"/>
                <a:cs typeface="Quattrocento Sans"/>
                <a:sym typeface="Quattrocento Sans"/>
              </a:rPr>
              <a:t>Precio de venta</a:t>
            </a:r>
          </a:p>
        </p:txBody>
      </p:sp>
      <p:sp>
        <p:nvSpPr>
          <p:cNvPr id="94" name="Google Shape;326;p36">
            <a:extLst>
              <a:ext uri="{FF2B5EF4-FFF2-40B4-BE49-F238E27FC236}">
                <a16:creationId xmlns:a16="http://schemas.microsoft.com/office/drawing/2014/main" id="{6D049DB4-1EA6-9001-80F2-27714D58B076}"/>
              </a:ext>
            </a:extLst>
          </p:cNvPr>
          <p:cNvSpPr/>
          <p:nvPr/>
        </p:nvSpPr>
        <p:spPr>
          <a:xfrm>
            <a:off x="8168485" y="4724826"/>
            <a:ext cx="999600" cy="1068000"/>
          </a:xfrm>
          <a:prstGeom prst="rect">
            <a:avLst/>
          </a:prstGeom>
          <a:noFill/>
          <a:ln>
            <a:noFill/>
          </a:ln>
        </p:spPr>
        <p:txBody>
          <a:bodyPr spcFirstLastPara="1" wrap="square" lIns="0" tIns="0" rIns="0" bIns="0" anchor="ctr" anchorCtr="0">
            <a:noAutofit/>
          </a:bodyPr>
          <a:lstStyle/>
          <a:p>
            <a:pPr algn="ctr"/>
            <a:r>
              <a:rPr lang="es" sz="1067" b="1">
                <a:solidFill>
                  <a:schemeClr val="lt1"/>
                </a:solidFill>
                <a:latin typeface="Quattrocento Sans"/>
                <a:ea typeface="Quattrocento Sans"/>
                <a:cs typeface="Quattrocento Sans"/>
                <a:sym typeface="Quattrocento Sans"/>
              </a:rPr>
              <a:t>Marca/modelo</a:t>
            </a:r>
            <a:endParaRPr sz="1067" b="1">
              <a:solidFill>
                <a:schemeClr val="lt1"/>
              </a:solidFill>
              <a:latin typeface="Quattrocento Sans"/>
              <a:ea typeface="Quattrocento Sans"/>
              <a:cs typeface="Quattrocento Sans"/>
              <a:sym typeface="Quattrocento Sans"/>
            </a:endParaRPr>
          </a:p>
        </p:txBody>
      </p:sp>
      <p:sp>
        <p:nvSpPr>
          <p:cNvPr id="95" name="Google Shape;327;p36">
            <a:extLst>
              <a:ext uri="{FF2B5EF4-FFF2-40B4-BE49-F238E27FC236}">
                <a16:creationId xmlns:a16="http://schemas.microsoft.com/office/drawing/2014/main" id="{4C47BC49-D1E9-1131-8451-AA89E79D3952}"/>
              </a:ext>
            </a:extLst>
          </p:cNvPr>
          <p:cNvSpPr/>
          <p:nvPr/>
        </p:nvSpPr>
        <p:spPr>
          <a:xfrm>
            <a:off x="10609644" y="4284976"/>
            <a:ext cx="1052400" cy="1068000"/>
          </a:xfrm>
          <a:prstGeom prst="rect">
            <a:avLst/>
          </a:prstGeom>
          <a:noFill/>
          <a:ln>
            <a:noFill/>
          </a:ln>
        </p:spPr>
        <p:txBody>
          <a:bodyPr spcFirstLastPara="1" wrap="square" lIns="0" tIns="0" rIns="0" bIns="0" anchor="ctr" anchorCtr="0">
            <a:noAutofit/>
          </a:bodyPr>
          <a:lstStyle/>
          <a:p>
            <a:pPr algn="ctr"/>
            <a:r>
              <a:rPr lang="es-ES_tradnl" sz="1067" b="1">
                <a:solidFill>
                  <a:schemeClr val="lt1"/>
                </a:solidFill>
                <a:latin typeface="Quattrocento Sans"/>
                <a:ea typeface="Quattrocento Sans"/>
                <a:cs typeface="Quattrocento Sans"/>
                <a:sym typeface="Quattrocento Sans"/>
              </a:rPr>
              <a:t>Color (interior y exterior)</a:t>
            </a:r>
            <a:endParaRPr sz="1067" b="1">
              <a:solidFill>
                <a:schemeClr val="lt1"/>
              </a:solidFill>
              <a:latin typeface="Quattrocento Sans"/>
              <a:ea typeface="Quattrocento Sans"/>
              <a:cs typeface="Quattrocento Sans"/>
              <a:sym typeface="Quattrocento Sans"/>
            </a:endParaRPr>
          </a:p>
        </p:txBody>
      </p:sp>
      <p:sp>
        <p:nvSpPr>
          <p:cNvPr id="98" name="Google Shape;319;p36">
            <a:extLst>
              <a:ext uri="{FF2B5EF4-FFF2-40B4-BE49-F238E27FC236}">
                <a16:creationId xmlns:a16="http://schemas.microsoft.com/office/drawing/2014/main" id="{2DEF0362-FA11-E479-5D6C-0CDBE5350234}"/>
              </a:ext>
            </a:extLst>
          </p:cNvPr>
          <p:cNvSpPr/>
          <p:nvPr/>
        </p:nvSpPr>
        <p:spPr>
          <a:xfrm>
            <a:off x="7748357" y="2521275"/>
            <a:ext cx="999600" cy="993600"/>
          </a:xfrm>
          <a:prstGeom prst="rect">
            <a:avLst/>
          </a:prstGeom>
          <a:noFill/>
          <a:ln>
            <a:noFill/>
          </a:ln>
        </p:spPr>
        <p:txBody>
          <a:bodyPr spcFirstLastPara="1" wrap="square" lIns="0" tIns="0" rIns="0" bIns="0" anchor="ctr" anchorCtr="0">
            <a:noAutofit/>
          </a:bodyPr>
          <a:lstStyle/>
          <a:p>
            <a:pPr algn="ctr"/>
            <a:r>
              <a:rPr lang="es-ES_tradnl" sz="1067" b="1">
                <a:solidFill>
                  <a:schemeClr val="lt1"/>
                </a:solidFill>
                <a:latin typeface="Quattrocento Sans"/>
                <a:ea typeface="Quattrocento Sans"/>
                <a:cs typeface="Quattrocento Sans"/>
                <a:sym typeface="Quattrocento Sans"/>
              </a:rPr>
              <a:t>Equipamiento (tracción y transmisión)</a:t>
            </a:r>
            <a:endParaRPr sz="1067" b="1">
              <a:solidFill>
                <a:schemeClr val="lt1"/>
              </a:solidFill>
              <a:latin typeface="Quattrocento Sans"/>
              <a:ea typeface="Quattrocento Sans"/>
              <a:cs typeface="Quattrocento Sans"/>
              <a:sym typeface="Quattrocento Sans"/>
            </a:endParaRPr>
          </a:p>
        </p:txBody>
      </p:sp>
      <p:pic>
        <p:nvPicPr>
          <p:cNvPr id="104" name="Picture 103">
            <a:extLst>
              <a:ext uri="{FF2B5EF4-FFF2-40B4-BE49-F238E27FC236}">
                <a16:creationId xmlns:a16="http://schemas.microsoft.com/office/drawing/2014/main" id="{A0A84974-635E-4208-B13F-7977AF7B509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56036" y="1697452"/>
            <a:ext cx="472066" cy="472066"/>
          </a:xfrm>
          <a:prstGeom prst="rect">
            <a:avLst/>
          </a:prstGeom>
        </p:spPr>
      </p:pic>
    </p:spTree>
    <p:extLst>
      <p:ext uri="{BB962C8B-B14F-4D97-AF65-F5344CB8AC3E}">
        <p14:creationId xmlns:p14="http://schemas.microsoft.com/office/powerpoint/2010/main" val="549397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4E79F-8537-05C9-6290-CEC558D2EF78}"/>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5573118-8D70-BE1F-AF56-DA0AF3EFB7C0}"/>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15" name="Rectangle 17">
            <a:extLst>
              <a:ext uri="{FF2B5EF4-FFF2-40B4-BE49-F238E27FC236}">
                <a16:creationId xmlns:a16="http://schemas.microsoft.com/office/drawing/2014/main" id="{4F401B8E-9F51-6F60-5C4D-EC0AF7FE9C0C}"/>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Componentes que influyen en el valor residual</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Factores específicos para vehículos eléctricos</a:t>
            </a:r>
          </a:p>
        </p:txBody>
      </p:sp>
      <p:cxnSp>
        <p:nvCxnSpPr>
          <p:cNvPr id="16" name="Straight Connector 15">
            <a:extLst>
              <a:ext uri="{FF2B5EF4-FFF2-40B4-BE49-F238E27FC236}">
                <a16:creationId xmlns:a16="http://schemas.microsoft.com/office/drawing/2014/main" id="{9F32063B-B387-65D8-CFD6-B2D8780FD5DD}"/>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17" name="Rectangle 16">
            <a:extLst>
              <a:ext uri="{FF2B5EF4-FFF2-40B4-BE49-F238E27FC236}">
                <a16:creationId xmlns:a16="http://schemas.microsoft.com/office/drawing/2014/main" id="{E0B84D78-4067-2926-B19B-431723DE99D1}"/>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3</a:t>
            </a:r>
          </a:p>
        </p:txBody>
      </p:sp>
      <p:sp>
        <p:nvSpPr>
          <p:cNvPr id="2" name="Google Shape;978;p52">
            <a:extLst>
              <a:ext uri="{FF2B5EF4-FFF2-40B4-BE49-F238E27FC236}">
                <a16:creationId xmlns:a16="http://schemas.microsoft.com/office/drawing/2014/main" id="{E40992B7-DA81-7479-8A9B-28057763CDC7}"/>
              </a:ext>
            </a:extLst>
          </p:cNvPr>
          <p:cNvSpPr/>
          <p:nvPr/>
        </p:nvSpPr>
        <p:spPr>
          <a:xfrm>
            <a:off x="334962" y="960424"/>
            <a:ext cx="11509901"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a:solidFill>
                  <a:srgbClr val="073763"/>
                </a:solidFill>
                <a:latin typeface="Arial" panose="020B0604020202020204" pitchFamily="34" charset="0"/>
                <a:ea typeface="Quattrocento Sans"/>
                <a:cs typeface="Arial" panose="020B0604020202020204" pitchFamily="34" charset="0"/>
                <a:sym typeface="Quattrocento Sans"/>
              </a:rPr>
              <a:t>Uno de los principales factores específicos que influyen en el valor residual de los vehículos eléctricos es la duración de las baterías</a:t>
            </a:r>
            <a:endParaRPr lang="es-ES_tradnl" sz="1400" b="1">
              <a:solidFill>
                <a:schemeClr val="dk2"/>
              </a:solidFill>
              <a:latin typeface="Arial" panose="020B0604020202020204" pitchFamily="34" charset="0"/>
              <a:ea typeface="Quattrocento Sans"/>
              <a:cs typeface="Arial" panose="020B0604020202020204" pitchFamily="34" charset="0"/>
              <a:sym typeface="Quattrocento Sans"/>
            </a:endParaRPr>
          </a:p>
        </p:txBody>
      </p:sp>
      <p:sp>
        <p:nvSpPr>
          <p:cNvPr id="3" name="Google Shape;987;p52">
            <a:extLst>
              <a:ext uri="{FF2B5EF4-FFF2-40B4-BE49-F238E27FC236}">
                <a16:creationId xmlns:a16="http://schemas.microsoft.com/office/drawing/2014/main" id="{6F0939BB-7E6C-F2D9-1813-7608C32C1855}"/>
              </a:ext>
            </a:extLst>
          </p:cNvPr>
          <p:cNvSpPr/>
          <p:nvPr/>
        </p:nvSpPr>
        <p:spPr>
          <a:xfrm>
            <a:off x="498589" y="1763200"/>
            <a:ext cx="986978" cy="4744884"/>
          </a:xfrm>
          <a:prstGeom prst="rect">
            <a:avLst/>
          </a:prstGeom>
          <a:solidFill>
            <a:schemeClr val="tx2">
              <a:lumMod val="90000"/>
              <a:lumOff val="10000"/>
            </a:schemeClr>
          </a:solidFill>
          <a:ln w="9525" cap="flat" cmpd="sng">
            <a:solidFill>
              <a:srgbClr val="B0BBD1"/>
            </a:solidFill>
            <a:prstDash val="dot"/>
            <a:round/>
            <a:headEnd type="none" w="sm" len="sm"/>
            <a:tailEnd type="none" w="sm" len="sm"/>
          </a:ln>
        </p:spPr>
        <p:txBody>
          <a:bodyPr spcFirstLastPara="1" wrap="square" lIns="91433" tIns="144000" rIns="91433" bIns="45700" anchor="ctr" anchorCtr="0">
            <a:noAutofit/>
          </a:bodyPr>
          <a:lstStyle/>
          <a:p>
            <a:pPr algn="ctr">
              <a:spcBef>
                <a:spcPts val="1067"/>
              </a:spcBef>
            </a:pPr>
            <a:r>
              <a:rPr lang="es" sz="1400" b="1">
                <a:solidFill>
                  <a:schemeClr val="bg1"/>
                </a:solidFill>
                <a:latin typeface="Segoe Print" panose="02000600000000000000" pitchFamily="2" charset="0"/>
                <a:sym typeface="Quattrocento Sans"/>
              </a:rPr>
              <a:t>Duración de las baterías</a:t>
            </a:r>
            <a:endParaRPr lang="es" sz="1600" b="1">
              <a:solidFill>
                <a:schemeClr val="bg1"/>
              </a:solidFill>
              <a:latin typeface="Segoe Print" panose="02000600000000000000" pitchFamily="2" charset="0"/>
            </a:endParaRPr>
          </a:p>
        </p:txBody>
      </p:sp>
      <p:sp>
        <p:nvSpPr>
          <p:cNvPr id="4" name="Google Shape;981;p52">
            <a:extLst>
              <a:ext uri="{FF2B5EF4-FFF2-40B4-BE49-F238E27FC236}">
                <a16:creationId xmlns:a16="http://schemas.microsoft.com/office/drawing/2014/main" id="{355202F3-DA70-7E3C-1BD9-B9148DA0FA82}"/>
              </a:ext>
            </a:extLst>
          </p:cNvPr>
          <p:cNvSpPr/>
          <p:nvPr/>
        </p:nvSpPr>
        <p:spPr>
          <a:xfrm>
            <a:off x="1485946" y="1763200"/>
            <a:ext cx="3004147" cy="4744885"/>
          </a:xfrm>
          <a:prstGeom prst="rect">
            <a:avLst/>
          </a:prstGeom>
          <a:noFill/>
          <a:ln w="9525" cap="flat" cmpd="sng">
            <a:solidFill>
              <a:schemeClr val="accent1"/>
            </a:solidFill>
            <a:prstDash val="solid"/>
            <a:round/>
            <a:headEnd type="none" w="sm" len="sm"/>
            <a:tailEnd type="none" w="sm" len="sm"/>
            <a:extLst>
              <a:ext uri="{C807C97D-BFC1-408E-A445-0C87EB9F89A2}">
                <ask:lineSketchStyleProps xmlns:ask="http://schemas.microsoft.com/office/drawing/2018/sketchyshapes">
                  <ask:type>
                    <ask:lineSketchNone/>
                  </ask:type>
                </ask:lineSketchStyleProps>
              </a:ext>
            </a:extLst>
          </a:ln>
        </p:spPr>
        <p:txBody>
          <a:bodyPr spcFirstLastPara="1" wrap="square" lIns="180000" tIns="0" rIns="180000" bIns="45700" anchor="ctr" anchorCtr="0">
            <a:noAutofit/>
          </a:bodyPr>
          <a:lstStyle/>
          <a:p>
            <a:pPr marL="297180" indent="-285750">
              <a:spcBef>
                <a:spcPts val="30"/>
              </a:spcBef>
              <a:spcAft>
                <a:spcPts val="30"/>
              </a:spcAft>
              <a:buClr>
                <a:schemeClr val="dk2"/>
              </a:buClr>
              <a:buSzPts val="1000"/>
              <a:buFont typeface="Courier New" panose="02070309020205020404" pitchFamily="49" charset="0"/>
              <a:buChar char="o"/>
            </a:pPr>
            <a:r>
              <a:rPr lang="es-ES_tradnl" sz="1200" b="1">
                <a:solidFill>
                  <a:schemeClr val="accent1"/>
                </a:solidFill>
                <a:latin typeface="Quattrocento Sans"/>
                <a:ea typeface="Quattrocento Sans"/>
                <a:cs typeface="Quattrocento Sans"/>
              </a:rPr>
              <a:t>Degradación de las baterías: </a:t>
            </a:r>
            <a:r>
              <a:rPr lang="es-ES_tradnl" sz="1200">
                <a:solidFill>
                  <a:schemeClr val="accent1"/>
                </a:solidFill>
                <a:latin typeface="Quattrocento Sans"/>
                <a:ea typeface="Quattrocento Sans"/>
                <a:cs typeface="Quattrocento Sans"/>
              </a:rPr>
              <a:t> Es un proceso inevitable que reduce la capacidad de almacenar energía y entregar potencia, afectando la autonomía de los vehículos eléctricos.</a:t>
            </a:r>
          </a:p>
          <a:p>
            <a:pPr marL="297180" indent="-285750">
              <a:spcBef>
                <a:spcPts val="30"/>
              </a:spcBef>
              <a:spcAft>
                <a:spcPts val="30"/>
              </a:spcAft>
              <a:buClr>
                <a:schemeClr val="dk2"/>
              </a:buClr>
              <a:buSzPts val="1000"/>
              <a:buFont typeface="Courier New" panose="02070309020205020404" pitchFamily="49" charset="0"/>
              <a:buChar char="o"/>
            </a:pPr>
            <a:endParaRPr lang="es-ES_tradnl" sz="1200">
              <a:solidFill>
                <a:schemeClr val="accent1"/>
              </a:solidFill>
              <a:latin typeface="Quattrocento Sans"/>
              <a:ea typeface="Quattrocento Sans"/>
              <a:cs typeface="Quattrocento Sans"/>
            </a:endParaRPr>
          </a:p>
          <a:p>
            <a:pPr marL="297180" indent="-285750">
              <a:spcBef>
                <a:spcPts val="30"/>
              </a:spcBef>
              <a:spcAft>
                <a:spcPts val="30"/>
              </a:spcAft>
              <a:buClr>
                <a:schemeClr val="dk2"/>
              </a:buClr>
              <a:buSzPts val="1000"/>
              <a:buFont typeface="Courier New" panose="02070309020205020404" pitchFamily="49" charset="0"/>
              <a:buChar char="o"/>
            </a:pPr>
            <a:r>
              <a:rPr lang="es-ES_tradnl" sz="1200" b="1">
                <a:solidFill>
                  <a:schemeClr val="accent1"/>
                </a:solidFill>
                <a:latin typeface="Quattrocento Sans"/>
                <a:ea typeface="Quattrocento Sans"/>
                <a:cs typeface="Quattrocento Sans"/>
              </a:rPr>
              <a:t>Importancia de la capacidad de almacenamiento:</a:t>
            </a:r>
            <a:r>
              <a:rPr lang="es-ES_tradnl" sz="1200">
                <a:solidFill>
                  <a:schemeClr val="accent1"/>
                </a:solidFill>
                <a:latin typeface="Quattrocento Sans"/>
                <a:ea typeface="Quattrocento Sans"/>
                <a:cs typeface="Quattrocento Sans"/>
              </a:rPr>
              <a:t> Es el aspecto más crítico en vehículos eléctricos, ya que suelen tener más potencia de la que el sistema necesita.</a:t>
            </a:r>
          </a:p>
          <a:p>
            <a:pPr marL="297180" indent="-285750">
              <a:spcBef>
                <a:spcPts val="30"/>
              </a:spcBef>
              <a:spcAft>
                <a:spcPts val="30"/>
              </a:spcAft>
              <a:buClr>
                <a:schemeClr val="dk2"/>
              </a:buClr>
              <a:buSzPts val="1000"/>
              <a:buFont typeface="Courier New" panose="02070309020205020404" pitchFamily="49" charset="0"/>
              <a:buChar char="o"/>
            </a:pPr>
            <a:endParaRPr lang="es-ES_tradnl" sz="1200">
              <a:solidFill>
                <a:schemeClr val="accent1"/>
              </a:solidFill>
              <a:latin typeface="Quattrocento Sans"/>
              <a:ea typeface="Quattrocento Sans"/>
              <a:cs typeface="Quattrocento Sans"/>
            </a:endParaRPr>
          </a:p>
          <a:p>
            <a:pPr marL="297180" indent="-285750">
              <a:spcBef>
                <a:spcPts val="30"/>
              </a:spcBef>
              <a:spcAft>
                <a:spcPts val="30"/>
              </a:spcAft>
              <a:buClr>
                <a:schemeClr val="dk2"/>
              </a:buClr>
              <a:buSzPts val="1000"/>
              <a:buFont typeface="Courier New" panose="02070309020205020404" pitchFamily="49" charset="0"/>
              <a:buChar char="o"/>
            </a:pPr>
            <a:r>
              <a:rPr lang="es-ES_tradnl" sz="1200" b="1">
                <a:solidFill>
                  <a:schemeClr val="accent1"/>
                </a:solidFill>
                <a:latin typeface="Quattrocento Sans"/>
                <a:ea typeface="Quattrocento Sans"/>
                <a:cs typeface="Quattrocento Sans"/>
              </a:rPr>
              <a:t>Impacto económico: </a:t>
            </a:r>
            <a:r>
              <a:rPr lang="es-ES_tradnl" sz="1200">
                <a:solidFill>
                  <a:schemeClr val="accent1"/>
                </a:solidFill>
                <a:latin typeface="Quattrocento Sans"/>
                <a:ea typeface="Quattrocento Sans"/>
                <a:cs typeface="Quattrocento Sans"/>
              </a:rPr>
              <a:t>Al ser el componente más costoso, la degradación de la batería disminuye el valor residual del vehículo.</a:t>
            </a:r>
          </a:p>
          <a:p>
            <a:pPr marL="297180" indent="-285750">
              <a:spcBef>
                <a:spcPts val="30"/>
              </a:spcBef>
              <a:spcAft>
                <a:spcPts val="30"/>
              </a:spcAft>
              <a:buClr>
                <a:schemeClr val="dk2"/>
              </a:buClr>
              <a:buSzPts val="1000"/>
              <a:buFont typeface="Courier New" panose="02070309020205020404" pitchFamily="49" charset="0"/>
              <a:buChar char="o"/>
            </a:pPr>
            <a:endParaRPr lang="es-ES_tradnl" sz="1200">
              <a:solidFill>
                <a:schemeClr val="accent1"/>
              </a:solidFill>
              <a:latin typeface="Quattrocento Sans"/>
              <a:ea typeface="Quattrocento Sans"/>
              <a:cs typeface="Quattrocento Sans"/>
            </a:endParaRPr>
          </a:p>
          <a:p>
            <a:pPr marL="297180" indent="-285750">
              <a:spcBef>
                <a:spcPts val="30"/>
              </a:spcBef>
              <a:spcAft>
                <a:spcPts val="30"/>
              </a:spcAft>
              <a:buClr>
                <a:schemeClr val="dk2"/>
              </a:buClr>
              <a:buSzPts val="1000"/>
              <a:buFont typeface="Courier New" panose="02070309020205020404" pitchFamily="49" charset="0"/>
              <a:buChar char="o"/>
            </a:pPr>
            <a:r>
              <a:rPr lang="es-ES_tradnl" sz="1200" b="1">
                <a:solidFill>
                  <a:schemeClr val="accent1"/>
                </a:solidFill>
                <a:latin typeface="Quattrocento Sans"/>
                <a:ea typeface="Quattrocento Sans"/>
                <a:cs typeface="Quattrocento Sans"/>
              </a:rPr>
              <a:t>Factores que aceleran la degradación: </a:t>
            </a:r>
            <a:r>
              <a:rPr lang="es-ES_tradnl" sz="1200">
                <a:solidFill>
                  <a:schemeClr val="accent1"/>
                </a:solidFill>
                <a:latin typeface="Quattrocento Sans"/>
                <a:ea typeface="Quattrocento Sans"/>
                <a:cs typeface="Quattrocento Sans"/>
              </a:rPr>
              <a:t>Incluyen el paso del tiempo, temperaturas elevadas, niveles extremos de carga, corrientes altas y muchos ciclos de carga y descarga..</a:t>
            </a:r>
          </a:p>
        </p:txBody>
      </p:sp>
      <p:sp>
        <p:nvSpPr>
          <p:cNvPr id="10" name="Oval 9">
            <a:extLst>
              <a:ext uri="{FF2B5EF4-FFF2-40B4-BE49-F238E27FC236}">
                <a16:creationId xmlns:a16="http://schemas.microsoft.com/office/drawing/2014/main" id="{68BE1D04-5434-C340-6129-277896AF7EC1}"/>
              </a:ext>
            </a:extLst>
          </p:cNvPr>
          <p:cNvSpPr/>
          <p:nvPr/>
        </p:nvSpPr>
        <p:spPr bwMode="auto">
          <a:xfrm>
            <a:off x="633657" y="1530392"/>
            <a:ext cx="766340" cy="715075"/>
          </a:xfrm>
          <a:prstGeom prst="ellipse">
            <a:avLst/>
          </a:prstGeom>
          <a:solidFill>
            <a:srgbClr val="F9F9F9"/>
          </a:solidFill>
          <a:ln w="6350" cap="flat" cmpd="sng" algn="ctr">
            <a:noFill/>
            <a:prstDash val="solid"/>
            <a:headEnd/>
            <a:tailEnd/>
          </a:ln>
          <a:effectLst>
            <a:outerShdw blurRad="50800" dist="38100" algn="l" rotWithShape="0">
              <a:prstClr val="black">
                <a:alpha val="40000"/>
              </a:prstClr>
            </a:outerShdw>
          </a:effectLst>
        </p:spPr>
        <p:txBody>
          <a:bodyPr wrap="square" tIns="216000" rtlCol="0" anchor="t"/>
          <a:lstStyle/>
          <a:p>
            <a:pPr algn="l">
              <a:spcBef>
                <a:spcPts val="600"/>
              </a:spcBef>
            </a:pPr>
            <a:endParaRPr lang="es-ES_tradnl" b="1">
              <a:solidFill>
                <a:srgbClr val="000000"/>
              </a:solidFill>
              <a:cs typeface="Arial" pitchFamily="34" charset="0"/>
            </a:endParaRPr>
          </a:p>
        </p:txBody>
      </p:sp>
      <p:pic>
        <p:nvPicPr>
          <p:cNvPr id="9" name="Graphic 8" descr="Electric car with solid fill">
            <a:extLst>
              <a:ext uri="{FF2B5EF4-FFF2-40B4-BE49-F238E27FC236}">
                <a16:creationId xmlns:a16="http://schemas.microsoft.com/office/drawing/2014/main" id="{F67C41FE-31D2-27B5-92F7-7FF8D9D8891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7380" y="1558482"/>
            <a:ext cx="640964" cy="640964"/>
          </a:xfrm>
          <a:prstGeom prst="rect">
            <a:avLst/>
          </a:prstGeom>
        </p:spPr>
      </p:pic>
      <p:grpSp>
        <p:nvGrpSpPr>
          <p:cNvPr id="32" name="Group 31">
            <a:extLst>
              <a:ext uri="{FF2B5EF4-FFF2-40B4-BE49-F238E27FC236}">
                <a16:creationId xmlns:a16="http://schemas.microsoft.com/office/drawing/2014/main" id="{C99CDBD7-2EC9-B0BF-43E5-88AFD3E6166C}"/>
              </a:ext>
            </a:extLst>
          </p:cNvPr>
          <p:cNvGrpSpPr/>
          <p:nvPr/>
        </p:nvGrpSpPr>
        <p:grpSpPr>
          <a:xfrm>
            <a:off x="4844175" y="2108565"/>
            <a:ext cx="4805866" cy="422427"/>
            <a:chOff x="4930802" y="1783311"/>
            <a:chExt cx="4805866" cy="422427"/>
          </a:xfrm>
        </p:grpSpPr>
        <p:sp>
          <p:nvSpPr>
            <p:cNvPr id="6" name="Google Shape;3417;p427">
              <a:extLst>
                <a:ext uri="{FF2B5EF4-FFF2-40B4-BE49-F238E27FC236}">
                  <a16:creationId xmlns:a16="http://schemas.microsoft.com/office/drawing/2014/main" id="{7C9E4562-092B-E41F-8909-D7EE090B5D6E}"/>
                </a:ext>
              </a:extLst>
            </p:cNvPr>
            <p:cNvSpPr/>
            <p:nvPr/>
          </p:nvSpPr>
          <p:spPr>
            <a:xfrm>
              <a:off x="7013644" y="1783311"/>
              <a:ext cx="2723024" cy="416135"/>
            </a:xfrm>
            <a:prstGeom prst="rect">
              <a:avLst/>
            </a:prstGeom>
            <a:solidFill>
              <a:schemeClr val="bg1"/>
            </a:solidFill>
            <a:ln>
              <a:noFill/>
            </a:ln>
          </p:spPr>
          <p:txBody>
            <a:bodyPr spcFirstLastPara="1" wrap="square" lIns="72000" tIns="0" rIns="3600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R="0" lvl="0" defTabSz="914309" rtl="0" eaLnBrk="1" fontAlgn="base" latinLnBrk="0" hangingPunct="1">
                <a:lnSpc>
                  <a:spcPct val="100000"/>
                </a:lnSpc>
                <a:spcBef>
                  <a:spcPts val="0"/>
                </a:spcBef>
                <a:spcAft>
                  <a:spcPts val="0"/>
                </a:spcAft>
                <a:buClr>
                  <a:srgbClr val="021F41"/>
                </a:buClr>
                <a:buSzTx/>
                <a:tabLst/>
                <a:defRPr/>
              </a:pPr>
              <a:r>
                <a:rPr lang="es-ES_tradnl" sz="1200">
                  <a:solidFill>
                    <a:srgbClr val="2E4A7E"/>
                  </a:solidFill>
                  <a:latin typeface="Quattrocento Sans" panose="020B0502050000020003" pitchFamily="34" charset="0"/>
                  <a:ea typeface="Lato Light" panose="020F0502020204030203" pitchFamily="34" charset="0"/>
                  <a:cs typeface="Lato Light" panose="020F0502020204030203" pitchFamily="34" charset="0"/>
                </a:rPr>
                <a:t>En 2024 la tasa fue de </a:t>
              </a:r>
              <a:r>
                <a:rPr kumimoji="0" lang="es-ES_tradnl" sz="1200" b="0" i="0" u="none" strike="noStrike" kern="1200" cap="none" spc="0" normalizeH="0" baseline="0" noProof="0">
                  <a:ln>
                    <a:noFill/>
                  </a:ln>
                  <a:solidFill>
                    <a:srgbClr val="2E4A7E"/>
                  </a:solidFill>
                  <a:effectLst/>
                  <a:uLnTx/>
                  <a:uFillTx/>
                  <a:latin typeface="Quattrocento Sans" panose="020B0502050000020003" pitchFamily="34" charset="0"/>
                  <a:ea typeface="Lato Light" panose="020F0502020204030203" pitchFamily="34" charset="0"/>
                  <a:cs typeface="Lato Light" panose="020F0502020204030203" pitchFamily="34" charset="0"/>
                  <a:sym typeface="Arial"/>
                </a:rPr>
                <a:t>1,8%</a:t>
              </a:r>
            </a:p>
          </p:txBody>
        </p:sp>
        <p:sp>
          <p:nvSpPr>
            <p:cNvPr id="7" name="Google Shape;3418;p427">
              <a:extLst>
                <a:ext uri="{FF2B5EF4-FFF2-40B4-BE49-F238E27FC236}">
                  <a16:creationId xmlns:a16="http://schemas.microsoft.com/office/drawing/2014/main" id="{514EDFFE-DE55-F669-B2DC-BFD36B499708}"/>
                </a:ext>
              </a:extLst>
            </p:cNvPr>
            <p:cNvSpPr/>
            <p:nvPr/>
          </p:nvSpPr>
          <p:spPr>
            <a:xfrm>
              <a:off x="4930802" y="1783311"/>
              <a:ext cx="1993948" cy="422427"/>
            </a:xfrm>
            <a:prstGeom prst="rect">
              <a:avLst/>
            </a:prstGeom>
            <a:solidFill>
              <a:srgbClr val="021F41"/>
            </a:solidFill>
            <a:ln>
              <a:noFill/>
            </a:ln>
            <a:effectLst>
              <a:outerShdw blurRad="57150" dist="19050" dir="5400000" algn="bl" rotWithShape="0">
                <a:srgbClr val="000000">
                  <a:alpha val="50000"/>
                </a:srgbClr>
              </a:outerShdw>
            </a:effectLst>
          </p:spPr>
          <p:txBody>
            <a:bodyPr spcFirstLastPara="1" wrap="square" lIns="36000" tIns="0" rIns="3600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200" b="1" i="0" u="none" strike="noStrike" kern="0" cap="none" spc="0" normalizeH="0" baseline="0" noProof="1">
                  <a:ln>
                    <a:noFill/>
                  </a:ln>
                  <a:solidFill>
                    <a:srgbClr val="FFFFFF"/>
                  </a:solidFill>
                  <a:effectLst/>
                  <a:uLnTx/>
                  <a:uFillTx/>
                  <a:latin typeface="Segoe Print" panose="02000600000000000000" pitchFamily="2" charset="0"/>
                  <a:ea typeface="Lato Light" panose="020F0502020204030203" pitchFamily="34" charset="0"/>
                  <a:cs typeface="Lato Light" panose="020F0502020204030203" pitchFamily="34" charset="0"/>
                  <a:sym typeface="Arial"/>
                </a:rPr>
                <a:t>Tasa actual de degradación</a:t>
              </a:r>
            </a:p>
          </p:txBody>
        </p:sp>
      </p:grpSp>
      <p:grpSp>
        <p:nvGrpSpPr>
          <p:cNvPr id="31" name="Group 30">
            <a:extLst>
              <a:ext uri="{FF2B5EF4-FFF2-40B4-BE49-F238E27FC236}">
                <a16:creationId xmlns:a16="http://schemas.microsoft.com/office/drawing/2014/main" id="{CCF4F477-4F77-9101-CFD3-C6A5B06BC196}"/>
              </a:ext>
            </a:extLst>
          </p:cNvPr>
          <p:cNvGrpSpPr/>
          <p:nvPr/>
        </p:nvGrpSpPr>
        <p:grpSpPr>
          <a:xfrm>
            <a:off x="4844175" y="2598419"/>
            <a:ext cx="4805866" cy="506181"/>
            <a:chOff x="4930802" y="2318405"/>
            <a:chExt cx="4805866" cy="506181"/>
          </a:xfrm>
        </p:grpSpPr>
        <p:sp>
          <p:nvSpPr>
            <p:cNvPr id="8" name="Google Shape;3417;p427">
              <a:extLst>
                <a:ext uri="{FF2B5EF4-FFF2-40B4-BE49-F238E27FC236}">
                  <a16:creationId xmlns:a16="http://schemas.microsoft.com/office/drawing/2014/main" id="{A4FCCE2F-45E0-3765-7992-B70CE18F0879}"/>
                </a:ext>
              </a:extLst>
            </p:cNvPr>
            <p:cNvSpPr/>
            <p:nvPr/>
          </p:nvSpPr>
          <p:spPr>
            <a:xfrm>
              <a:off x="7013644" y="2318405"/>
              <a:ext cx="2723024" cy="504000"/>
            </a:xfrm>
            <a:prstGeom prst="rect">
              <a:avLst/>
            </a:prstGeom>
            <a:solidFill>
              <a:schemeClr val="bg1"/>
            </a:solidFill>
            <a:ln>
              <a:noFill/>
            </a:ln>
          </p:spPr>
          <p:txBody>
            <a:bodyPr spcFirstLastPara="1" wrap="square" lIns="72000" tIns="0" rIns="3600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R="0" lvl="0" algn="l" defTabSz="914309" rtl="0" eaLnBrk="1" fontAlgn="base" latinLnBrk="0" hangingPunct="1">
                <a:lnSpc>
                  <a:spcPct val="100000"/>
                </a:lnSpc>
                <a:spcBef>
                  <a:spcPts val="0"/>
                </a:spcBef>
                <a:spcAft>
                  <a:spcPts val="0"/>
                </a:spcAft>
                <a:buClr>
                  <a:srgbClr val="021F41"/>
                </a:buClr>
                <a:buSzTx/>
                <a:tabLst/>
                <a:defRPr/>
              </a:pPr>
              <a:r>
                <a:rPr kumimoji="0" lang="es-ES_tradnl" sz="1200" b="0" i="0" u="none" strike="noStrike" kern="1200" cap="none" spc="0" normalizeH="0" baseline="0" noProof="0">
                  <a:ln>
                    <a:noFill/>
                  </a:ln>
                  <a:solidFill>
                    <a:schemeClr val="accent1"/>
                  </a:solidFill>
                  <a:effectLst/>
                  <a:uLnTx/>
                  <a:uFillTx/>
                  <a:latin typeface="Quattrocento Sans" panose="020B0502050000020003" pitchFamily="34" charset="0"/>
                  <a:ea typeface="Lato Light" panose="020F0502020204030203" pitchFamily="34" charset="0"/>
                  <a:cs typeface="Lato Light" panose="020F0502020204030203" pitchFamily="34" charset="0"/>
                  <a:sym typeface="Arial"/>
                </a:rPr>
                <a:t>Mejora del 22% respecto a 2019</a:t>
              </a:r>
            </a:p>
          </p:txBody>
        </p:sp>
        <p:sp>
          <p:nvSpPr>
            <p:cNvPr id="11" name="Google Shape;3418;p427">
              <a:extLst>
                <a:ext uri="{FF2B5EF4-FFF2-40B4-BE49-F238E27FC236}">
                  <a16:creationId xmlns:a16="http://schemas.microsoft.com/office/drawing/2014/main" id="{E1537691-FFBA-7BA8-405E-03BF0448E054}"/>
                </a:ext>
              </a:extLst>
            </p:cNvPr>
            <p:cNvSpPr/>
            <p:nvPr/>
          </p:nvSpPr>
          <p:spPr>
            <a:xfrm>
              <a:off x="4930802" y="2320586"/>
              <a:ext cx="1993948" cy="504000"/>
            </a:xfrm>
            <a:prstGeom prst="rect">
              <a:avLst/>
            </a:prstGeom>
            <a:solidFill>
              <a:srgbClr val="34455A"/>
            </a:solidFill>
            <a:ln>
              <a:noFill/>
            </a:ln>
            <a:effectLst>
              <a:outerShdw blurRad="57150" dist="19050" dir="5400000" algn="bl" rotWithShape="0">
                <a:srgbClr val="000000">
                  <a:alpha val="50000"/>
                </a:srgbClr>
              </a:outerShdw>
            </a:effectLst>
          </p:spPr>
          <p:txBody>
            <a:bodyPr spcFirstLastPara="1" wrap="square" lIns="36000" tIns="0" rIns="3600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200" b="1" i="0" u="none" strike="noStrike" kern="0" cap="none" spc="0" normalizeH="0" baseline="0" noProof="1">
                  <a:ln>
                    <a:noFill/>
                  </a:ln>
                  <a:solidFill>
                    <a:srgbClr val="FFFFFF"/>
                  </a:solidFill>
                  <a:effectLst/>
                  <a:uLnTx/>
                  <a:uFillTx/>
                  <a:latin typeface="Segoe Print" panose="02000600000000000000" pitchFamily="2" charset="0"/>
                  <a:ea typeface="Lato Light" panose="020F0502020204030203" pitchFamily="34" charset="0"/>
                  <a:cs typeface="Lato Light" panose="020F0502020204030203" pitchFamily="34" charset="0"/>
                  <a:sym typeface="Arial"/>
                </a:rPr>
                <a:t>Mejora respecto a años anteriores</a:t>
              </a:r>
            </a:p>
          </p:txBody>
        </p:sp>
      </p:grpSp>
      <p:grpSp>
        <p:nvGrpSpPr>
          <p:cNvPr id="30" name="Group 29">
            <a:extLst>
              <a:ext uri="{FF2B5EF4-FFF2-40B4-BE49-F238E27FC236}">
                <a16:creationId xmlns:a16="http://schemas.microsoft.com/office/drawing/2014/main" id="{B7B937B1-374C-2BEA-8E53-4EA8CEC835B6}"/>
              </a:ext>
            </a:extLst>
          </p:cNvPr>
          <p:cNvGrpSpPr/>
          <p:nvPr/>
        </p:nvGrpSpPr>
        <p:grpSpPr>
          <a:xfrm>
            <a:off x="4844175" y="3172027"/>
            <a:ext cx="4805866" cy="504000"/>
            <a:chOff x="4930802" y="2956503"/>
            <a:chExt cx="4805866" cy="504000"/>
          </a:xfrm>
        </p:grpSpPr>
        <p:sp>
          <p:nvSpPr>
            <p:cNvPr id="13" name="Google Shape;3417;p427">
              <a:extLst>
                <a:ext uri="{FF2B5EF4-FFF2-40B4-BE49-F238E27FC236}">
                  <a16:creationId xmlns:a16="http://schemas.microsoft.com/office/drawing/2014/main" id="{34C1AEB0-2D75-8CFF-CD26-1B7234CB292E}"/>
                </a:ext>
              </a:extLst>
            </p:cNvPr>
            <p:cNvSpPr/>
            <p:nvPr/>
          </p:nvSpPr>
          <p:spPr>
            <a:xfrm>
              <a:off x="7013644" y="2956503"/>
              <a:ext cx="2723024" cy="504000"/>
            </a:xfrm>
            <a:prstGeom prst="rect">
              <a:avLst/>
            </a:prstGeom>
            <a:solidFill>
              <a:schemeClr val="bg1"/>
            </a:solidFill>
            <a:ln>
              <a:noFill/>
            </a:ln>
          </p:spPr>
          <p:txBody>
            <a:bodyPr spcFirstLastPara="1" wrap="square" lIns="72000" tIns="0" rIns="3600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R="0" lvl="0" algn="l" defTabSz="914309" rtl="0" eaLnBrk="1" fontAlgn="base" latinLnBrk="0" hangingPunct="1">
                <a:lnSpc>
                  <a:spcPct val="100000"/>
                </a:lnSpc>
                <a:spcBef>
                  <a:spcPts val="0"/>
                </a:spcBef>
                <a:spcAft>
                  <a:spcPts val="0"/>
                </a:spcAft>
                <a:buClr>
                  <a:srgbClr val="021F41"/>
                </a:buClr>
                <a:buSzTx/>
                <a:tabLst/>
                <a:defRPr/>
              </a:pPr>
              <a:r>
                <a:rPr kumimoji="0" lang="es-ES_tradnl" sz="1200" b="0" i="0" u="none" strike="noStrike" kern="1200" cap="none" spc="0" normalizeH="0" baseline="0" noProof="0">
                  <a:ln>
                    <a:noFill/>
                  </a:ln>
                  <a:solidFill>
                    <a:schemeClr val="accent1"/>
                  </a:solidFill>
                  <a:effectLst/>
                  <a:uLnTx/>
                  <a:uFillTx/>
                  <a:latin typeface="Quattrocento Sans" panose="020B0502050000020003" pitchFamily="34" charset="0"/>
                  <a:ea typeface="Lato Light" panose="020F0502020204030203" pitchFamily="34" charset="0"/>
                  <a:cs typeface="Lato Light" panose="020F0502020204030203" pitchFamily="34" charset="0"/>
                  <a:sym typeface="Arial"/>
                </a:rPr>
                <a:t>+20 años sin necesidad de ser reemplazadas.</a:t>
              </a:r>
            </a:p>
          </p:txBody>
        </p:sp>
        <p:sp>
          <p:nvSpPr>
            <p:cNvPr id="14" name="Google Shape;3418;p427">
              <a:extLst>
                <a:ext uri="{FF2B5EF4-FFF2-40B4-BE49-F238E27FC236}">
                  <a16:creationId xmlns:a16="http://schemas.microsoft.com/office/drawing/2014/main" id="{0C125A2E-077C-977E-DF4C-BE215FECDA4E}"/>
                </a:ext>
              </a:extLst>
            </p:cNvPr>
            <p:cNvSpPr/>
            <p:nvPr/>
          </p:nvSpPr>
          <p:spPr>
            <a:xfrm>
              <a:off x="4930802" y="2956503"/>
              <a:ext cx="1993948" cy="504000"/>
            </a:xfrm>
            <a:prstGeom prst="rect">
              <a:avLst/>
            </a:prstGeom>
            <a:solidFill>
              <a:srgbClr val="627C9C"/>
            </a:solidFill>
            <a:ln>
              <a:noFill/>
            </a:ln>
            <a:effectLst>
              <a:outerShdw blurRad="57150" dist="19050" dir="5400000" algn="bl" rotWithShape="0">
                <a:srgbClr val="000000">
                  <a:alpha val="50000"/>
                </a:srgbClr>
              </a:outerShdw>
            </a:effectLst>
          </p:spPr>
          <p:txBody>
            <a:bodyPr spcFirstLastPara="1" wrap="square" lIns="36000" tIns="0" rIns="3600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200" b="1" i="0" u="none" strike="noStrike" kern="0" cap="none" spc="0" normalizeH="0" baseline="0" noProof="1">
                  <a:ln>
                    <a:noFill/>
                  </a:ln>
                  <a:solidFill>
                    <a:srgbClr val="FFFFFF"/>
                  </a:solidFill>
                  <a:effectLst/>
                  <a:uLnTx/>
                  <a:uFillTx/>
                  <a:latin typeface="Segoe Print" panose="02000600000000000000" pitchFamily="2" charset="0"/>
                  <a:ea typeface="Lato Light" panose="020F0502020204030203" pitchFamily="34" charset="0"/>
                  <a:cs typeface="Lato Light" panose="020F0502020204030203" pitchFamily="34" charset="0"/>
                  <a:sym typeface="Arial"/>
                </a:rPr>
                <a:t>Longevidad de las baterías</a:t>
              </a:r>
            </a:p>
          </p:txBody>
        </p:sp>
      </p:grpSp>
      <p:grpSp>
        <p:nvGrpSpPr>
          <p:cNvPr id="29" name="Group 28">
            <a:extLst>
              <a:ext uri="{FF2B5EF4-FFF2-40B4-BE49-F238E27FC236}">
                <a16:creationId xmlns:a16="http://schemas.microsoft.com/office/drawing/2014/main" id="{B46B57E6-05BB-EE82-4911-3094C6BBD903}"/>
              </a:ext>
            </a:extLst>
          </p:cNvPr>
          <p:cNvGrpSpPr/>
          <p:nvPr/>
        </p:nvGrpSpPr>
        <p:grpSpPr>
          <a:xfrm>
            <a:off x="4844175" y="3743454"/>
            <a:ext cx="4805866" cy="504135"/>
            <a:chOff x="4930802" y="3582795"/>
            <a:chExt cx="4805866" cy="504135"/>
          </a:xfrm>
        </p:grpSpPr>
        <p:sp>
          <p:nvSpPr>
            <p:cNvPr id="18" name="Google Shape;3417;p427">
              <a:extLst>
                <a:ext uri="{FF2B5EF4-FFF2-40B4-BE49-F238E27FC236}">
                  <a16:creationId xmlns:a16="http://schemas.microsoft.com/office/drawing/2014/main" id="{A3FC673F-9EA5-2867-AD53-30E5BEAB9CC3}"/>
                </a:ext>
              </a:extLst>
            </p:cNvPr>
            <p:cNvSpPr/>
            <p:nvPr/>
          </p:nvSpPr>
          <p:spPr>
            <a:xfrm>
              <a:off x="7013644" y="3582930"/>
              <a:ext cx="2723024" cy="504000"/>
            </a:xfrm>
            <a:prstGeom prst="rect">
              <a:avLst/>
            </a:prstGeom>
            <a:solidFill>
              <a:schemeClr val="bg1"/>
            </a:solidFill>
            <a:ln>
              <a:noFill/>
            </a:ln>
          </p:spPr>
          <p:txBody>
            <a:bodyPr spcFirstLastPara="1" wrap="square" lIns="72000" tIns="0" rIns="3600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R="0" lvl="0" algn="l" defTabSz="914309" rtl="0" eaLnBrk="1" fontAlgn="base" latinLnBrk="0" hangingPunct="1">
                <a:lnSpc>
                  <a:spcPct val="100000"/>
                </a:lnSpc>
                <a:spcBef>
                  <a:spcPts val="0"/>
                </a:spcBef>
                <a:spcAft>
                  <a:spcPts val="0"/>
                </a:spcAft>
                <a:buClr>
                  <a:srgbClr val="021F41"/>
                </a:buClr>
                <a:buSzTx/>
                <a:tabLst/>
                <a:defRPr/>
              </a:pPr>
              <a:r>
                <a:rPr kumimoji="0" lang="es-ES_tradnl" sz="1200" b="0" i="0" u="none" strike="noStrike" kern="1200" cap="none" spc="0" normalizeH="0" baseline="0" noProof="0">
                  <a:ln>
                    <a:noFill/>
                  </a:ln>
                  <a:solidFill>
                    <a:schemeClr val="accent1"/>
                  </a:solidFill>
                  <a:effectLst/>
                  <a:uLnTx/>
                  <a:uFillTx/>
                  <a:latin typeface="Quattrocento Sans" panose="020B0502050000020003" pitchFamily="34" charset="0"/>
                  <a:ea typeface="Lato Light" panose="020F0502020204030203" pitchFamily="34" charset="0"/>
                  <a:cs typeface="Lato Light" panose="020F0502020204030203" pitchFamily="34" charset="0"/>
                  <a:sym typeface="Arial"/>
                </a:rPr>
                <a:t>+ del 80% de su capacidad tras 12 años</a:t>
              </a:r>
            </a:p>
          </p:txBody>
        </p:sp>
        <p:sp>
          <p:nvSpPr>
            <p:cNvPr id="19" name="Google Shape;3418;p427">
              <a:extLst>
                <a:ext uri="{FF2B5EF4-FFF2-40B4-BE49-F238E27FC236}">
                  <a16:creationId xmlns:a16="http://schemas.microsoft.com/office/drawing/2014/main" id="{E71DAA93-C601-DE3E-A713-DE6B1002BD5E}"/>
                </a:ext>
              </a:extLst>
            </p:cNvPr>
            <p:cNvSpPr/>
            <p:nvPr/>
          </p:nvSpPr>
          <p:spPr>
            <a:xfrm>
              <a:off x="4930802" y="3582795"/>
              <a:ext cx="1993948" cy="504000"/>
            </a:xfrm>
            <a:prstGeom prst="rect">
              <a:avLst/>
            </a:prstGeom>
            <a:solidFill>
              <a:srgbClr val="E0CFA0"/>
            </a:solidFill>
            <a:ln>
              <a:noFill/>
            </a:ln>
            <a:effectLst>
              <a:outerShdw blurRad="57150" dist="19050" dir="5400000" algn="bl" rotWithShape="0">
                <a:srgbClr val="000000">
                  <a:alpha val="50000"/>
                </a:srgbClr>
              </a:outerShdw>
            </a:effectLst>
          </p:spPr>
          <p:txBody>
            <a:bodyPr spcFirstLastPara="1" wrap="square" lIns="36000" tIns="0" rIns="3600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200" b="1" i="0" u="none" strike="noStrike" kern="0" cap="none" spc="0" normalizeH="0" baseline="0" noProof="1">
                  <a:ln>
                    <a:noFill/>
                  </a:ln>
                  <a:solidFill>
                    <a:srgbClr val="FFFFFF"/>
                  </a:solidFill>
                  <a:effectLst/>
                  <a:uLnTx/>
                  <a:uFillTx/>
                  <a:latin typeface="Segoe Print" panose="02000600000000000000" pitchFamily="2" charset="0"/>
                  <a:ea typeface="Lato Light" panose="020F0502020204030203" pitchFamily="34" charset="0"/>
                  <a:cs typeface="Lato Light" panose="020F0502020204030203" pitchFamily="34" charset="0"/>
                  <a:sym typeface="Arial"/>
                </a:rPr>
                <a:t>Capacidad a largo plazo</a:t>
              </a:r>
            </a:p>
          </p:txBody>
        </p:sp>
      </p:grpSp>
      <p:grpSp>
        <p:nvGrpSpPr>
          <p:cNvPr id="28" name="Group 27">
            <a:extLst>
              <a:ext uri="{FF2B5EF4-FFF2-40B4-BE49-F238E27FC236}">
                <a16:creationId xmlns:a16="http://schemas.microsoft.com/office/drawing/2014/main" id="{A8482795-8614-596A-DE01-80450449DD69}"/>
              </a:ext>
            </a:extLst>
          </p:cNvPr>
          <p:cNvGrpSpPr/>
          <p:nvPr/>
        </p:nvGrpSpPr>
        <p:grpSpPr>
          <a:xfrm>
            <a:off x="4844175" y="4315016"/>
            <a:ext cx="4805866" cy="828257"/>
            <a:chOff x="4930802" y="4225595"/>
            <a:chExt cx="4805866" cy="828257"/>
          </a:xfrm>
        </p:grpSpPr>
        <p:sp>
          <p:nvSpPr>
            <p:cNvPr id="20" name="Google Shape;3417;p427">
              <a:extLst>
                <a:ext uri="{FF2B5EF4-FFF2-40B4-BE49-F238E27FC236}">
                  <a16:creationId xmlns:a16="http://schemas.microsoft.com/office/drawing/2014/main" id="{090D3783-7001-F528-2028-1EBC4B11937C}"/>
                </a:ext>
              </a:extLst>
            </p:cNvPr>
            <p:cNvSpPr/>
            <p:nvPr/>
          </p:nvSpPr>
          <p:spPr>
            <a:xfrm>
              <a:off x="7013644" y="4225852"/>
              <a:ext cx="2723024" cy="828000"/>
            </a:xfrm>
            <a:prstGeom prst="rect">
              <a:avLst/>
            </a:prstGeom>
            <a:solidFill>
              <a:schemeClr val="bg1"/>
            </a:solidFill>
            <a:ln>
              <a:noFill/>
            </a:ln>
          </p:spPr>
          <p:txBody>
            <a:bodyPr spcFirstLastPara="1" wrap="square" lIns="72000" tIns="0" rIns="3600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R="0" lvl="0" algn="l" defTabSz="914309" rtl="0" eaLnBrk="1" fontAlgn="base" latinLnBrk="0" hangingPunct="1">
                <a:lnSpc>
                  <a:spcPct val="100000"/>
                </a:lnSpc>
                <a:spcBef>
                  <a:spcPts val="0"/>
                </a:spcBef>
                <a:spcAft>
                  <a:spcPts val="0"/>
                </a:spcAft>
                <a:buClr>
                  <a:srgbClr val="021F41"/>
                </a:buClr>
                <a:buSzTx/>
                <a:tabLst/>
                <a:defRPr/>
              </a:pPr>
              <a:r>
                <a:rPr kumimoji="0" lang="es-ES_tradnl" sz="1200" b="0" i="0" u="none" strike="noStrike" kern="1200" cap="none" spc="0" normalizeH="0" baseline="0" noProof="0">
                  <a:ln>
                    <a:noFill/>
                  </a:ln>
                  <a:solidFill>
                    <a:schemeClr val="accent1"/>
                  </a:solidFill>
                  <a:effectLst/>
                  <a:uLnTx/>
                  <a:uFillTx/>
                  <a:latin typeface="Quattrocento Sans" panose="020B0502050000020003" pitchFamily="34" charset="0"/>
                  <a:ea typeface="Lato Light" panose="020F0502020204030203" pitchFamily="34" charset="0"/>
                  <a:cs typeface="Lato Light" panose="020F0502020204030203" pitchFamily="34" charset="0"/>
                  <a:sym typeface="Arial"/>
                </a:rPr>
                <a:t>Degradación acelerada al inicio, progresión lenta y descenso abrupto al final, rara vez observado</a:t>
              </a:r>
            </a:p>
          </p:txBody>
        </p:sp>
        <p:sp>
          <p:nvSpPr>
            <p:cNvPr id="21" name="Google Shape;3418;p427">
              <a:extLst>
                <a:ext uri="{FF2B5EF4-FFF2-40B4-BE49-F238E27FC236}">
                  <a16:creationId xmlns:a16="http://schemas.microsoft.com/office/drawing/2014/main" id="{4ECF1877-91CC-6679-F21E-DC5785B4918A}"/>
                </a:ext>
              </a:extLst>
            </p:cNvPr>
            <p:cNvSpPr/>
            <p:nvPr/>
          </p:nvSpPr>
          <p:spPr>
            <a:xfrm>
              <a:off x="4930802" y="4225595"/>
              <a:ext cx="1993948" cy="828000"/>
            </a:xfrm>
            <a:prstGeom prst="rect">
              <a:avLst/>
            </a:prstGeom>
            <a:solidFill>
              <a:srgbClr val="D5BF81"/>
            </a:solidFill>
            <a:ln>
              <a:noFill/>
            </a:ln>
            <a:effectLst>
              <a:outerShdw blurRad="57150" dist="19050" dir="5400000" algn="bl" rotWithShape="0">
                <a:srgbClr val="000000">
                  <a:alpha val="50000"/>
                </a:srgbClr>
              </a:outerShdw>
            </a:effectLst>
          </p:spPr>
          <p:txBody>
            <a:bodyPr spcFirstLastPara="1" wrap="square" lIns="36000" tIns="0" rIns="3600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200" b="1" i="0" u="none" strike="noStrike" kern="0" cap="none" spc="0" normalizeH="0" baseline="0" noProof="1">
                  <a:ln>
                    <a:noFill/>
                  </a:ln>
                  <a:solidFill>
                    <a:srgbClr val="FFFFFF"/>
                  </a:solidFill>
                  <a:effectLst/>
                  <a:uLnTx/>
                  <a:uFillTx/>
                  <a:latin typeface="Segoe Print" panose="02000600000000000000" pitchFamily="2" charset="0"/>
                  <a:ea typeface="Lato Light" panose="020F0502020204030203" pitchFamily="34" charset="0"/>
                  <a:cs typeface="Lato Light" panose="020F0502020204030203" pitchFamily="34" charset="0"/>
                  <a:sym typeface="Arial"/>
                </a:rPr>
                <a:t>Patrón no lineal de degradación</a:t>
              </a:r>
            </a:p>
          </p:txBody>
        </p:sp>
      </p:grpSp>
      <p:grpSp>
        <p:nvGrpSpPr>
          <p:cNvPr id="27" name="Group 26">
            <a:extLst>
              <a:ext uri="{FF2B5EF4-FFF2-40B4-BE49-F238E27FC236}">
                <a16:creationId xmlns:a16="http://schemas.microsoft.com/office/drawing/2014/main" id="{D269A071-3D1B-23AE-EF34-6A36DC2CB7EF}"/>
              </a:ext>
            </a:extLst>
          </p:cNvPr>
          <p:cNvGrpSpPr/>
          <p:nvPr/>
        </p:nvGrpSpPr>
        <p:grpSpPr>
          <a:xfrm>
            <a:off x="4844176" y="5210700"/>
            <a:ext cx="4805864" cy="504001"/>
            <a:chOff x="4930803" y="5200021"/>
            <a:chExt cx="4805864" cy="504001"/>
          </a:xfrm>
        </p:grpSpPr>
        <p:sp>
          <p:nvSpPr>
            <p:cNvPr id="22" name="Google Shape;3417;p427">
              <a:extLst>
                <a:ext uri="{FF2B5EF4-FFF2-40B4-BE49-F238E27FC236}">
                  <a16:creationId xmlns:a16="http://schemas.microsoft.com/office/drawing/2014/main" id="{20207B0F-967B-DED3-B1A7-AE47EDB77288}"/>
                </a:ext>
              </a:extLst>
            </p:cNvPr>
            <p:cNvSpPr/>
            <p:nvPr/>
          </p:nvSpPr>
          <p:spPr>
            <a:xfrm>
              <a:off x="7013644" y="5200021"/>
              <a:ext cx="2723023" cy="504000"/>
            </a:xfrm>
            <a:prstGeom prst="rect">
              <a:avLst/>
            </a:prstGeom>
            <a:solidFill>
              <a:schemeClr val="bg1"/>
            </a:solidFill>
            <a:ln>
              <a:noFill/>
            </a:ln>
          </p:spPr>
          <p:txBody>
            <a:bodyPr spcFirstLastPara="1" wrap="square" lIns="72000" tIns="0" rIns="3600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R="0" lvl="0" algn="l" defTabSz="914309" rtl="0" eaLnBrk="1" fontAlgn="base" latinLnBrk="0" hangingPunct="1">
                <a:lnSpc>
                  <a:spcPct val="100000"/>
                </a:lnSpc>
                <a:spcBef>
                  <a:spcPts val="0"/>
                </a:spcBef>
                <a:spcAft>
                  <a:spcPts val="0"/>
                </a:spcAft>
                <a:buClr>
                  <a:srgbClr val="021F41"/>
                </a:buClr>
                <a:buSzTx/>
                <a:tabLst/>
                <a:defRPr/>
              </a:pPr>
              <a:r>
                <a:rPr kumimoji="0" lang="es-ES_tradnl" sz="1200" b="0" i="0" u="none" strike="noStrike" kern="1200" cap="none" spc="0" normalizeH="0" baseline="0" noProof="0">
                  <a:ln>
                    <a:noFill/>
                  </a:ln>
                  <a:solidFill>
                    <a:schemeClr val="accent1"/>
                  </a:solidFill>
                  <a:effectLst/>
                  <a:uLnTx/>
                  <a:uFillTx/>
                  <a:latin typeface="Quattrocento Sans" panose="020B0502050000020003" pitchFamily="34" charset="0"/>
                  <a:ea typeface="Lato Light" panose="020F0502020204030203" pitchFamily="34" charset="0"/>
                  <a:cs typeface="Lato Light" panose="020F0502020204030203" pitchFamily="34" charset="0"/>
                  <a:sym typeface="Arial"/>
                </a:rPr>
                <a:t>Debido a la menor necesidad de reemplazo de batería y a la mayor confianza en la autonomía</a:t>
              </a:r>
            </a:p>
          </p:txBody>
        </p:sp>
        <p:sp>
          <p:nvSpPr>
            <p:cNvPr id="23" name="Google Shape;3418;p427">
              <a:extLst>
                <a:ext uri="{FF2B5EF4-FFF2-40B4-BE49-F238E27FC236}">
                  <a16:creationId xmlns:a16="http://schemas.microsoft.com/office/drawing/2014/main" id="{0050E823-45E4-F471-1C4D-7B7FB740E112}"/>
                </a:ext>
              </a:extLst>
            </p:cNvPr>
            <p:cNvSpPr/>
            <p:nvPr/>
          </p:nvSpPr>
          <p:spPr>
            <a:xfrm>
              <a:off x="4930803" y="5200022"/>
              <a:ext cx="1993948" cy="504000"/>
            </a:xfrm>
            <a:prstGeom prst="rect">
              <a:avLst/>
            </a:prstGeom>
            <a:solidFill>
              <a:srgbClr val="C7A851"/>
            </a:solidFill>
            <a:ln>
              <a:noFill/>
            </a:ln>
            <a:effectLst>
              <a:outerShdw blurRad="57150" dist="19050" dir="5400000" algn="bl" rotWithShape="0">
                <a:srgbClr val="000000">
                  <a:alpha val="50000"/>
                </a:srgbClr>
              </a:outerShdw>
            </a:effectLst>
          </p:spPr>
          <p:txBody>
            <a:bodyPr spcFirstLastPara="1" wrap="square" lIns="36000" tIns="0" rIns="3600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200" b="1" i="0" u="none" strike="noStrike" kern="0" cap="none" spc="0" normalizeH="0" baseline="0" noProof="1">
                  <a:ln>
                    <a:noFill/>
                  </a:ln>
                  <a:solidFill>
                    <a:srgbClr val="FFFFFF"/>
                  </a:solidFill>
                  <a:effectLst/>
                  <a:uLnTx/>
                  <a:uFillTx/>
                  <a:latin typeface="Segoe Print" panose="02000600000000000000" pitchFamily="2" charset="0"/>
                  <a:ea typeface="Lato Light" panose="020F0502020204030203" pitchFamily="34" charset="0"/>
                  <a:cs typeface="Lato Light" panose="020F0502020204030203" pitchFamily="34" charset="0"/>
                  <a:sym typeface="Arial"/>
                </a:rPr>
                <a:t>Impacto en el valor residual</a:t>
              </a:r>
            </a:p>
          </p:txBody>
        </p:sp>
      </p:grpSp>
      <p:grpSp>
        <p:nvGrpSpPr>
          <p:cNvPr id="26" name="Group 25">
            <a:extLst>
              <a:ext uri="{FF2B5EF4-FFF2-40B4-BE49-F238E27FC236}">
                <a16:creationId xmlns:a16="http://schemas.microsoft.com/office/drawing/2014/main" id="{5D9C80B4-E5EC-50B8-8E14-791B8C8E401D}"/>
              </a:ext>
            </a:extLst>
          </p:cNvPr>
          <p:cNvGrpSpPr/>
          <p:nvPr/>
        </p:nvGrpSpPr>
        <p:grpSpPr>
          <a:xfrm>
            <a:off x="4844175" y="5782130"/>
            <a:ext cx="4805864" cy="540001"/>
            <a:chOff x="4930802" y="5837876"/>
            <a:chExt cx="4805864" cy="540001"/>
          </a:xfrm>
        </p:grpSpPr>
        <p:sp>
          <p:nvSpPr>
            <p:cNvPr id="24" name="Google Shape;3417;p427">
              <a:extLst>
                <a:ext uri="{FF2B5EF4-FFF2-40B4-BE49-F238E27FC236}">
                  <a16:creationId xmlns:a16="http://schemas.microsoft.com/office/drawing/2014/main" id="{07FE0979-2151-3682-B435-AA69C85AACBA}"/>
                </a:ext>
              </a:extLst>
            </p:cNvPr>
            <p:cNvSpPr/>
            <p:nvPr/>
          </p:nvSpPr>
          <p:spPr>
            <a:xfrm>
              <a:off x="7013643" y="5837876"/>
              <a:ext cx="2723023" cy="540000"/>
            </a:xfrm>
            <a:prstGeom prst="rect">
              <a:avLst/>
            </a:prstGeom>
            <a:solidFill>
              <a:schemeClr val="bg1"/>
            </a:solidFill>
            <a:ln>
              <a:noFill/>
            </a:ln>
          </p:spPr>
          <p:txBody>
            <a:bodyPr spcFirstLastPara="1" wrap="square" lIns="72000" tIns="0" rIns="3600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R="0" lvl="0" algn="l" defTabSz="914309" rtl="0" eaLnBrk="1" fontAlgn="base" latinLnBrk="0" hangingPunct="1">
                <a:lnSpc>
                  <a:spcPct val="100000"/>
                </a:lnSpc>
                <a:spcBef>
                  <a:spcPts val="0"/>
                </a:spcBef>
                <a:spcAft>
                  <a:spcPts val="0"/>
                </a:spcAft>
                <a:buClr>
                  <a:srgbClr val="021F41"/>
                </a:buClr>
                <a:buSzTx/>
                <a:tabLst/>
                <a:defRPr/>
              </a:pPr>
              <a:r>
                <a:rPr kumimoji="0" lang="es-ES_tradnl" sz="1200" b="0" i="0" u="none" strike="noStrike" kern="1200" cap="none" spc="0" normalizeH="0" baseline="0" noProof="0">
                  <a:ln>
                    <a:noFill/>
                  </a:ln>
                  <a:solidFill>
                    <a:schemeClr val="accent1"/>
                  </a:solidFill>
                  <a:effectLst/>
                  <a:uLnTx/>
                  <a:uFillTx/>
                  <a:latin typeface="Quattrocento Sans" panose="020B0502050000020003" pitchFamily="34" charset="0"/>
                  <a:ea typeface="Lato Light" panose="020F0502020204030203" pitchFamily="34" charset="0"/>
                  <a:cs typeface="Lato Light" panose="020F0502020204030203" pitchFamily="34" charset="0"/>
                  <a:sym typeface="Arial"/>
                </a:rPr>
                <a:t>Los vehículos eléctricos requieren menos mantenimiento general</a:t>
              </a:r>
            </a:p>
          </p:txBody>
        </p:sp>
        <p:sp>
          <p:nvSpPr>
            <p:cNvPr id="25" name="Google Shape;3418;p427">
              <a:extLst>
                <a:ext uri="{FF2B5EF4-FFF2-40B4-BE49-F238E27FC236}">
                  <a16:creationId xmlns:a16="http://schemas.microsoft.com/office/drawing/2014/main" id="{EF922943-8A74-2ECD-7CAF-C845EF10E2DF}"/>
                </a:ext>
              </a:extLst>
            </p:cNvPr>
            <p:cNvSpPr/>
            <p:nvPr/>
          </p:nvSpPr>
          <p:spPr>
            <a:xfrm>
              <a:off x="4930802" y="5837877"/>
              <a:ext cx="1993948" cy="540000"/>
            </a:xfrm>
            <a:prstGeom prst="rect">
              <a:avLst/>
            </a:prstGeom>
            <a:solidFill>
              <a:srgbClr val="B3870E"/>
            </a:solidFill>
            <a:ln>
              <a:noFill/>
            </a:ln>
            <a:effectLst>
              <a:outerShdw blurRad="57150" dist="19050" dir="5400000" algn="bl" rotWithShape="0">
                <a:srgbClr val="000000">
                  <a:alpha val="50000"/>
                </a:srgbClr>
              </a:outerShdw>
            </a:effectLst>
          </p:spPr>
          <p:txBody>
            <a:bodyPr spcFirstLastPara="1" wrap="square" lIns="36000" tIns="0" rIns="36000" bIns="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200" b="1" i="0" u="none" strike="noStrike" kern="0" cap="none" spc="0" normalizeH="0" baseline="0" noProof="1">
                  <a:ln>
                    <a:noFill/>
                  </a:ln>
                  <a:solidFill>
                    <a:srgbClr val="FFFFFF"/>
                  </a:solidFill>
                  <a:effectLst/>
                  <a:uLnTx/>
                  <a:uFillTx/>
                  <a:latin typeface="Segoe Print" panose="02000600000000000000" pitchFamily="2" charset="0"/>
                  <a:ea typeface="Lato Light" panose="020F0502020204030203" pitchFamily="34" charset="0"/>
                  <a:cs typeface="Lato Light" panose="020F0502020204030203" pitchFamily="34" charset="0"/>
                  <a:sym typeface="Arial"/>
                </a:rPr>
                <a:t>Comparación con vehículos de combustión</a:t>
              </a:r>
            </a:p>
          </p:txBody>
        </p:sp>
      </p:grpSp>
      <p:grpSp>
        <p:nvGrpSpPr>
          <p:cNvPr id="36" name="Group 35">
            <a:extLst>
              <a:ext uri="{FF2B5EF4-FFF2-40B4-BE49-F238E27FC236}">
                <a16:creationId xmlns:a16="http://schemas.microsoft.com/office/drawing/2014/main" id="{39C01527-642B-DEFC-999E-03178CFB3EBD}"/>
              </a:ext>
            </a:extLst>
          </p:cNvPr>
          <p:cNvGrpSpPr>
            <a:grpSpLocks noChangeAspect="1"/>
          </p:cNvGrpSpPr>
          <p:nvPr/>
        </p:nvGrpSpPr>
        <p:grpSpPr>
          <a:xfrm>
            <a:off x="9877784" y="3515650"/>
            <a:ext cx="2011959" cy="1547243"/>
            <a:chOff x="8922621" y="2843178"/>
            <a:chExt cx="2947874" cy="2266984"/>
          </a:xfrm>
        </p:grpSpPr>
        <p:sp>
          <p:nvSpPr>
            <p:cNvPr id="33" name="Rounded Rectangle 123">
              <a:extLst>
                <a:ext uri="{FF2B5EF4-FFF2-40B4-BE49-F238E27FC236}">
                  <a16:creationId xmlns:a16="http://schemas.microsoft.com/office/drawing/2014/main" id="{5825F409-3B29-53C9-0CE5-B2AFF6F855DE}"/>
                </a:ext>
              </a:extLst>
            </p:cNvPr>
            <p:cNvSpPr/>
            <p:nvPr/>
          </p:nvSpPr>
          <p:spPr>
            <a:xfrm>
              <a:off x="8922621" y="2843178"/>
              <a:ext cx="2947874" cy="2266984"/>
            </a:xfrm>
            <a:prstGeom prst="roundRect">
              <a:avLst>
                <a:gd name="adj" fmla="val 2354"/>
              </a:avLst>
            </a:prstGeom>
            <a:solidFill>
              <a:schemeClr val="bg1"/>
            </a:solidFill>
            <a:ln w="9525" cap="flat" cmpd="sng" algn="ctr">
              <a:solidFill>
                <a:srgbClr val="E3E6EA"/>
              </a:solidFill>
              <a:prstDash val="solid"/>
            </a:ln>
            <a:effectLst>
              <a:outerShdw blurRad="50800" dist="38100" dir="2700000" algn="tl" rotWithShape="0">
                <a:prstClr val="black">
                  <a:alpha val="40000"/>
                </a:prstClr>
              </a:outerShdw>
            </a:effectLst>
          </p:spPr>
          <p:txBody>
            <a:bodyPr lIns="71991" tIns="71991" rIns="71991" bIns="71991" rtlCol="0" anchor="ctr"/>
            <a:lstStyle/>
            <a:p>
              <a:pPr marL="177782" marR="0" lvl="0" indent="-177782" algn="l" defTabSz="914400" rtl="0" eaLnBrk="1" fontAlgn="auto" latinLnBrk="0" hangingPunct="1">
                <a:lnSpc>
                  <a:spcPct val="100000"/>
                </a:lnSpc>
                <a:spcBef>
                  <a:spcPts val="0"/>
                </a:spcBef>
                <a:spcAft>
                  <a:spcPts val="100"/>
                </a:spcAft>
                <a:buClr>
                  <a:srgbClr val="808080"/>
                </a:buClr>
                <a:buSzTx/>
                <a:buFont typeface="Arial" panose="020B0604020202020204" pitchFamily="34" charset="0"/>
                <a:buChar char="•"/>
                <a:tabLst/>
                <a:defRPr/>
              </a:pPr>
              <a:endParaRPr kumimoji="0" lang="es-ES" sz="1200" b="0" i="0" u="none" strike="noStrike" kern="0" cap="none" spc="0" normalizeH="0" baseline="0" noProof="0">
                <a:ln>
                  <a:noFill/>
                </a:ln>
                <a:solidFill>
                  <a:srgbClr val="00163E"/>
                </a:solidFill>
                <a:effectLst/>
                <a:uLnTx/>
                <a:uFillTx/>
                <a:latin typeface="Lato" panose="020B0604020202020204" charset="0"/>
                <a:ea typeface="+mn-ea"/>
                <a:cs typeface="Arial"/>
                <a:sym typeface="Arial"/>
              </a:endParaRPr>
            </a:p>
          </p:txBody>
        </p:sp>
        <p:pic>
          <p:nvPicPr>
            <p:cNvPr id="34" name="Picture 33" descr="EV battery graph">
              <a:extLst>
                <a:ext uri="{FF2B5EF4-FFF2-40B4-BE49-F238E27FC236}">
                  <a16:creationId xmlns:a16="http://schemas.microsoft.com/office/drawing/2014/main" id="{B53810BC-AB92-F625-3978-C2517A2813D9}"/>
                </a:ext>
              </a:extLst>
            </p:cNvPr>
            <p:cNvPicPr>
              <a:picLocks noChangeAspect="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024958" y="2933365"/>
              <a:ext cx="2743200" cy="2086610"/>
            </a:xfrm>
            <a:prstGeom prst="rect">
              <a:avLst/>
            </a:prstGeom>
            <a:noFill/>
            <a:ln>
              <a:noFill/>
            </a:ln>
          </p:spPr>
        </p:pic>
      </p:grpSp>
      <p:sp>
        <p:nvSpPr>
          <p:cNvPr id="35" name="TextBox 34">
            <a:extLst>
              <a:ext uri="{FF2B5EF4-FFF2-40B4-BE49-F238E27FC236}">
                <a16:creationId xmlns:a16="http://schemas.microsoft.com/office/drawing/2014/main" id="{DA57546D-4DC0-F0B1-204B-085E5706FA5E}"/>
              </a:ext>
            </a:extLst>
          </p:cNvPr>
          <p:cNvSpPr txBox="1"/>
          <p:nvPr/>
        </p:nvSpPr>
        <p:spPr>
          <a:xfrm>
            <a:off x="9877784" y="3003639"/>
            <a:ext cx="2011959" cy="461665"/>
          </a:xfrm>
          <a:prstGeom prst="rect">
            <a:avLst/>
          </a:prstGeom>
          <a:solidFill>
            <a:schemeClr val="tx2">
              <a:lumMod val="90000"/>
              <a:lumOff val="10000"/>
            </a:schemeClr>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algn="ctr"/>
            <a:r>
              <a:rPr lang="es-ES_tradnl" sz="1200" b="1">
                <a:solidFill>
                  <a:schemeClr val="bg1"/>
                </a:solidFill>
                <a:latin typeface="Segoe Print" panose="02000600000000000000" pitchFamily="2" charset="0"/>
              </a:rPr>
              <a:t>Rendimiento de las baterías</a:t>
            </a:r>
            <a:endParaRPr lang="es-ES_tradnl" sz="1200" b="1" baseline="30000">
              <a:solidFill>
                <a:schemeClr val="bg1"/>
              </a:solidFill>
              <a:latin typeface="Segoe Print" panose="02000600000000000000" pitchFamily="2" charset="0"/>
            </a:endParaRPr>
          </a:p>
        </p:txBody>
      </p:sp>
      <p:cxnSp>
        <p:nvCxnSpPr>
          <p:cNvPr id="39" name="Straight Connector 38">
            <a:extLst>
              <a:ext uri="{FF2B5EF4-FFF2-40B4-BE49-F238E27FC236}">
                <a16:creationId xmlns:a16="http://schemas.microsoft.com/office/drawing/2014/main" id="{A952E801-CDD0-8D7D-9FD7-68B6C856F30C}"/>
              </a:ext>
            </a:extLst>
          </p:cNvPr>
          <p:cNvCxnSpPr/>
          <p:nvPr/>
        </p:nvCxnSpPr>
        <p:spPr>
          <a:xfrm>
            <a:off x="4844175" y="1932533"/>
            <a:ext cx="6822892" cy="0"/>
          </a:xfrm>
          <a:prstGeom prst="line">
            <a:avLst/>
          </a:prstGeom>
          <a:ln w="12700">
            <a:solidFill>
              <a:srgbClr val="2E4A7E"/>
            </a:solidFill>
          </a:ln>
        </p:spPr>
        <p:style>
          <a:lnRef idx="1">
            <a:schemeClr val="accent1"/>
          </a:lnRef>
          <a:fillRef idx="0">
            <a:schemeClr val="accent1"/>
          </a:fillRef>
          <a:effectRef idx="0">
            <a:schemeClr val="accent1"/>
          </a:effectRef>
          <a:fontRef idx="minor">
            <a:schemeClr val="tx1"/>
          </a:fontRef>
        </p:style>
      </p:cxnSp>
      <p:sp>
        <p:nvSpPr>
          <p:cNvPr id="40" name="Google Shape;317;p36">
            <a:extLst>
              <a:ext uri="{FF2B5EF4-FFF2-40B4-BE49-F238E27FC236}">
                <a16:creationId xmlns:a16="http://schemas.microsoft.com/office/drawing/2014/main" id="{561CE89D-1D13-7E32-7B25-6FAEE951F2E1}"/>
              </a:ext>
            </a:extLst>
          </p:cNvPr>
          <p:cNvSpPr txBox="1"/>
          <p:nvPr/>
        </p:nvSpPr>
        <p:spPr>
          <a:xfrm>
            <a:off x="4846499" y="1557207"/>
            <a:ext cx="3049220" cy="461624"/>
          </a:xfrm>
          <a:prstGeom prst="rect">
            <a:avLst/>
          </a:prstGeom>
          <a:noFill/>
          <a:ln>
            <a:noFill/>
          </a:ln>
        </p:spPr>
        <p:txBody>
          <a:bodyPr spcFirstLastPara="1" wrap="square" lIns="48000" tIns="121900" rIns="48000" bIns="121900" anchor="t" anchorCtr="0">
            <a:spAutoFit/>
          </a:bodyPr>
          <a:lstStyle/>
          <a:p>
            <a:pPr>
              <a:buClr>
                <a:schemeClr val="dk2"/>
              </a:buClr>
              <a:buSzPts val="900"/>
            </a:pPr>
            <a:r>
              <a:rPr lang="es-ES_tradnl" sz="1400" b="1">
                <a:solidFill>
                  <a:schemeClr val="dk2"/>
                </a:solidFill>
                <a:latin typeface="Quattrocento Sans"/>
                <a:ea typeface="Quattrocento Sans"/>
                <a:cs typeface="Quattrocento Sans"/>
                <a:sym typeface="Quattrocento Sans"/>
              </a:rPr>
              <a:t>Informe de </a:t>
            </a:r>
            <a:r>
              <a:rPr lang="es-ES_tradnl" sz="1400" b="1" err="1">
                <a:solidFill>
                  <a:schemeClr val="dk2"/>
                </a:solidFill>
                <a:latin typeface="Quattrocento Sans"/>
                <a:ea typeface="Quattrocento Sans"/>
                <a:cs typeface="Quattrocento Sans"/>
                <a:sym typeface="Quattrocento Sans"/>
              </a:rPr>
              <a:t>Geotab</a:t>
            </a:r>
            <a:r>
              <a:rPr lang="es-ES_tradnl" sz="1400" b="1">
                <a:solidFill>
                  <a:schemeClr val="dk2"/>
                </a:solidFill>
                <a:latin typeface="Quattrocento Sans"/>
                <a:ea typeface="Quattrocento Sans"/>
                <a:cs typeface="Quattrocento Sans"/>
                <a:sym typeface="Quattrocento Sans"/>
              </a:rPr>
              <a:t> (2024)</a:t>
            </a:r>
            <a:endParaRPr lang="es-ES_tradnl" sz="1400">
              <a:solidFill>
                <a:schemeClr val="dk2"/>
              </a:solidFill>
              <a:latin typeface="Quattrocento Sans"/>
              <a:ea typeface="Quattrocento Sans"/>
              <a:cs typeface="Quattrocento Sans"/>
              <a:sym typeface="Quattrocento Sans"/>
            </a:endParaRPr>
          </a:p>
        </p:txBody>
      </p:sp>
      <p:sp>
        <p:nvSpPr>
          <p:cNvPr id="12" name="TextBox 11">
            <a:extLst>
              <a:ext uri="{FF2B5EF4-FFF2-40B4-BE49-F238E27FC236}">
                <a16:creationId xmlns:a16="http://schemas.microsoft.com/office/drawing/2014/main" id="{F8B2E641-268D-F35E-0BD8-15AF08CBD266}"/>
              </a:ext>
            </a:extLst>
          </p:cNvPr>
          <p:cNvSpPr txBox="1"/>
          <p:nvPr/>
        </p:nvSpPr>
        <p:spPr>
          <a:xfrm>
            <a:off x="9877784" y="5113239"/>
            <a:ext cx="1697562" cy="230832"/>
          </a:xfrm>
          <a:prstGeom prst="rect">
            <a:avLst/>
          </a:prstGeom>
          <a:noFill/>
        </p:spPr>
        <p:txBody>
          <a:bodyPr wrap="square" rtlCol="0">
            <a:spAutoFit/>
          </a:bodyPr>
          <a:lstStyle/>
          <a:p>
            <a:pPr algn="just"/>
            <a:r>
              <a:rPr lang="es-ES_tradnl" sz="900" i="1">
                <a:latin typeface="Quattrocento Sans" panose="020B0502050000020003" pitchFamily="34" charset="0"/>
              </a:rPr>
              <a:t>1. S</a:t>
            </a:r>
            <a:r>
              <a:rPr lang="es-ES_tradnl" sz="900" b="0" i="0">
                <a:solidFill>
                  <a:srgbClr val="001D35"/>
                </a:solidFill>
                <a:effectLst/>
                <a:latin typeface="Google Sans"/>
              </a:rPr>
              <a:t>OH: </a:t>
            </a:r>
            <a:r>
              <a:rPr lang="es-ES_tradnl" sz="900" b="0" i="0" err="1">
                <a:solidFill>
                  <a:srgbClr val="001D35"/>
                </a:solidFill>
                <a:effectLst/>
                <a:latin typeface="Google Sans"/>
              </a:rPr>
              <a:t>State</a:t>
            </a:r>
            <a:r>
              <a:rPr lang="es-ES_tradnl" sz="900" b="0" i="0">
                <a:solidFill>
                  <a:srgbClr val="001D35"/>
                </a:solidFill>
                <a:effectLst/>
                <a:latin typeface="Google Sans"/>
              </a:rPr>
              <a:t> </a:t>
            </a:r>
            <a:r>
              <a:rPr lang="es-ES_tradnl" sz="900" b="0" i="0" err="1">
                <a:solidFill>
                  <a:srgbClr val="001D35"/>
                </a:solidFill>
                <a:effectLst/>
                <a:latin typeface="Google Sans"/>
              </a:rPr>
              <a:t>of</a:t>
            </a:r>
            <a:r>
              <a:rPr lang="es-ES_tradnl" sz="900" b="0" i="0">
                <a:solidFill>
                  <a:srgbClr val="001D35"/>
                </a:solidFill>
                <a:effectLst/>
                <a:latin typeface="Google Sans"/>
              </a:rPr>
              <a:t> </a:t>
            </a:r>
            <a:r>
              <a:rPr lang="es-ES_tradnl" sz="900" b="0" i="0" err="1">
                <a:solidFill>
                  <a:srgbClr val="001D35"/>
                </a:solidFill>
                <a:effectLst/>
                <a:latin typeface="Google Sans"/>
              </a:rPr>
              <a:t>Health</a:t>
            </a:r>
            <a:endParaRPr lang="es-ES_tradnl" sz="900" i="1">
              <a:latin typeface="Quattrocento Sans" panose="020B0502050000020003" pitchFamily="34" charset="0"/>
            </a:endParaRPr>
          </a:p>
        </p:txBody>
      </p:sp>
    </p:spTree>
    <p:extLst>
      <p:ext uri="{BB962C8B-B14F-4D97-AF65-F5344CB8AC3E}">
        <p14:creationId xmlns:p14="http://schemas.microsoft.com/office/powerpoint/2010/main" val="39648870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1FEE1-9BE5-031C-CFB7-E8B1604A421C}"/>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3C9521A8-1B31-1EBC-0465-93E705B57934}"/>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15" name="Rectangle 17">
            <a:extLst>
              <a:ext uri="{FF2B5EF4-FFF2-40B4-BE49-F238E27FC236}">
                <a16:creationId xmlns:a16="http://schemas.microsoft.com/office/drawing/2014/main" id="{5E578532-51D8-345E-3B34-A4AB914C9CBF}"/>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Componentes que influyen en el valor residual</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Factores específicos para vehículos eléctricos</a:t>
            </a:r>
          </a:p>
        </p:txBody>
      </p:sp>
      <p:cxnSp>
        <p:nvCxnSpPr>
          <p:cNvPr id="16" name="Straight Connector 15">
            <a:extLst>
              <a:ext uri="{FF2B5EF4-FFF2-40B4-BE49-F238E27FC236}">
                <a16:creationId xmlns:a16="http://schemas.microsoft.com/office/drawing/2014/main" id="{8E27CBB7-F599-7FA6-AE58-C344943200F7}"/>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17" name="Rectangle 16">
            <a:extLst>
              <a:ext uri="{FF2B5EF4-FFF2-40B4-BE49-F238E27FC236}">
                <a16:creationId xmlns:a16="http://schemas.microsoft.com/office/drawing/2014/main" id="{C5177153-CF14-0287-E002-1A469DC4DE3B}"/>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3</a:t>
            </a:r>
          </a:p>
        </p:txBody>
      </p:sp>
      <p:sp>
        <p:nvSpPr>
          <p:cNvPr id="2" name="Google Shape;978;p52">
            <a:extLst>
              <a:ext uri="{FF2B5EF4-FFF2-40B4-BE49-F238E27FC236}">
                <a16:creationId xmlns:a16="http://schemas.microsoft.com/office/drawing/2014/main" id="{6207447E-32B2-44DA-E48A-316584E36E75}"/>
              </a:ext>
            </a:extLst>
          </p:cNvPr>
          <p:cNvSpPr/>
          <p:nvPr/>
        </p:nvSpPr>
        <p:spPr>
          <a:xfrm>
            <a:off x="334963" y="1121295"/>
            <a:ext cx="11532985"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a:solidFill>
                  <a:srgbClr val="073763"/>
                </a:solidFill>
                <a:latin typeface="Arial" panose="020B0604020202020204" pitchFamily="34" charset="0"/>
                <a:ea typeface="Quattrocento Sans"/>
                <a:cs typeface="Arial" panose="020B0604020202020204" pitchFamily="34" charset="0"/>
                <a:sym typeface="Quattrocento Sans"/>
              </a:rPr>
              <a:t>El valor residual de los vehículos eléctricos está influido por factores que van más allá de la batería, incluyendo diferencias clave en los requerimientos de mantenimiento frente a los vehículos de combustión interna y otros como se detalla a continuación:</a:t>
            </a:r>
            <a:endParaRPr lang="es-ES_tradnl" sz="1400" b="1">
              <a:solidFill>
                <a:schemeClr val="dk2"/>
              </a:solidFill>
              <a:latin typeface="Arial" panose="020B0604020202020204" pitchFamily="34" charset="0"/>
              <a:ea typeface="Quattrocento Sans"/>
              <a:cs typeface="Arial" panose="020B0604020202020204" pitchFamily="34" charset="0"/>
              <a:sym typeface="Quattrocento Sans"/>
            </a:endParaRPr>
          </a:p>
        </p:txBody>
      </p:sp>
      <p:sp>
        <p:nvSpPr>
          <p:cNvPr id="3" name="Google Shape;987;p52">
            <a:extLst>
              <a:ext uri="{FF2B5EF4-FFF2-40B4-BE49-F238E27FC236}">
                <a16:creationId xmlns:a16="http://schemas.microsoft.com/office/drawing/2014/main" id="{0F7426BE-4889-C909-F6F8-CEB2C1C6EB75}"/>
              </a:ext>
            </a:extLst>
          </p:cNvPr>
          <p:cNvSpPr/>
          <p:nvPr/>
        </p:nvSpPr>
        <p:spPr>
          <a:xfrm>
            <a:off x="683393" y="1931961"/>
            <a:ext cx="1549277" cy="3464791"/>
          </a:xfrm>
          <a:prstGeom prst="rect">
            <a:avLst/>
          </a:prstGeom>
          <a:solidFill>
            <a:schemeClr val="tx2">
              <a:lumMod val="90000"/>
              <a:lumOff val="10000"/>
            </a:schemeClr>
          </a:solidFill>
          <a:ln w="9525" cap="flat" cmpd="sng">
            <a:solidFill>
              <a:srgbClr val="B0BBD1"/>
            </a:solidFill>
            <a:prstDash val="dot"/>
            <a:round/>
            <a:headEnd type="none" w="sm" len="sm"/>
            <a:tailEnd type="none" w="sm" len="sm"/>
          </a:ln>
        </p:spPr>
        <p:txBody>
          <a:bodyPr spcFirstLastPara="1" wrap="square" lIns="91433" tIns="144000" rIns="91433" bIns="45700" anchor="ctr" anchorCtr="0">
            <a:noAutofit/>
          </a:bodyPr>
          <a:lstStyle/>
          <a:p>
            <a:pPr algn="ctr">
              <a:spcBef>
                <a:spcPts val="1067"/>
              </a:spcBef>
            </a:pPr>
            <a:r>
              <a:rPr lang="es" sz="1400" b="1">
                <a:solidFill>
                  <a:schemeClr val="bg1"/>
                </a:solidFill>
                <a:latin typeface="Segoe Print" panose="02000600000000000000" pitchFamily="2" charset="0"/>
                <a:sym typeface="Quattrocento Sans"/>
              </a:rPr>
              <a:t>Diferencias en el mantenimiento entre vehículos eléctricos y de combustión</a:t>
            </a:r>
            <a:endParaRPr lang="es" sz="1600" b="1">
              <a:solidFill>
                <a:schemeClr val="bg1"/>
              </a:solidFill>
              <a:latin typeface="Segoe Print" panose="02000600000000000000" pitchFamily="2" charset="0"/>
            </a:endParaRPr>
          </a:p>
        </p:txBody>
      </p:sp>
      <p:sp>
        <p:nvSpPr>
          <p:cNvPr id="4" name="Google Shape;981;p52">
            <a:extLst>
              <a:ext uri="{FF2B5EF4-FFF2-40B4-BE49-F238E27FC236}">
                <a16:creationId xmlns:a16="http://schemas.microsoft.com/office/drawing/2014/main" id="{C836CD13-4D48-9B37-7022-2AD024DE9A78}"/>
              </a:ext>
            </a:extLst>
          </p:cNvPr>
          <p:cNvSpPr/>
          <p:nvPr/>
        </p:nvSpPr>
        <p:spPr>
          <a:xfrm>
            <a:off x="2228977" y="1931962"/>
            <a:ext cx="2910914" cy="3464791"/>
          </a:xfrm>
          <a:prstGeom prst="rect">
            <a:avLst/>
          </a:prstGeom>
          <a:noFill/>
          <a:ln w="9525" cap="flat" cmpd="sng">
            <a:solidFill>
              <a:schemeClr val="accent1"/>
            </a:solidFill>
            <a:prstDash val="solid"/>
            <a:round/>
            <a:headEnd type="none" w="sm" len="sm"/>
            <a:tailEnd type="none" w="sm" len="sm"/>
            <a:extLst>
              <a:ext uri="{C807C97D-BFC1-408E-A445-0C87EB9F89A2}">
                <ask:lineSketchStyleProps xmlns:ask="http://schemas.microsoft.com/office/drawing/2018/sketchyshapes">
                  <ask:type>
                    <ask:lineSketchNone/>
                  </ask:type>
                </ask:lineSketchStyleProps>
              </a:ext>
            </a:extLst>
          </a:ln>
        </p:spPr>
        <p:txBody>
          <a:bodyPr spcFirstLastPara="1" wrap="square" lIns="180000" tIns="0" rIns="180000" bIns="45700" anchor="ctr" anchorCtr="0">
            <a:noAutofit/>
          </a:bodyPr>
          <a:lstStyle/>
          <a:p>
            <a:pPr marL="297180" indent="-285750">
              <a:lnSpc>
                <a:spcPts val="1200"/>
              </a:lnSpc>
              <a:spcBef>
                <a:spcPts val="30"/>
              </a:spcBef>
              <a:spcAft>
                <a:spcPts val="30"/>
              </a:spcAft>
              <a:buClr>
                <a:schemeClr val="dk2"/>
              </a:buClr>
              <a:buSzPts val="1000"/>
              <a:buFont typeface="Courier New" panose="02070309020205020404" pitchFamily="49" charset="0"/>
              <a:buChar char="o"/>
            </a:pPr>
            <a:r>
              <a:rPr lang="es-ES_tradnl" sz="1200" b="1">
                <a:solidFill>
                  <a:schemeClr val="accent1"/>
                </a:solidFill>
                <a:latin typeface="Quattrocento Sans"/>
                <a:ea typeface="Quattrocento Sans"/>
                <a:cs typeface="Quattrocento Sans"/>
              </a:rPr>
              <a:t>Menor número de piezas móviles</a:t>
            </a:r>
          </a:p>
          <a:p>
            <a:pPr marL="297180" indent="-285750">
              <a:lnSpc>
                <a:spcPts val="1200"/>
              </a:lnSpc>
              <a:spcBef>
                <a:spcPts val="30"/>
              </a:spcBef>
              <a:spcAft>
                <a:spcPts val="30"/>
              </a:spcAft>
              <a:buClr>
                <a:schemeClr val="dk2"/>
              </a:buClr>
              <a:buSzPts val="1000"/>
              <a:buFont typeface="Courier New" panose="02070309020205020404" pitchFamily="49" charset="0"/>
              <a:buChar char="o"/>
            </a:pPr>
            <a:endParaRPr lang="es-ES_tradnl" sz="1200">
              <a:solidFill>
                <a:schemeClr val="accent1"/>
              </a:solidFill>
              <a:latin typeface="Quattrocento Sans"/>
              <a:ea typeface="Quattrocento Sans"/>
              <a:cs typeface="Quattrocento Sans"/>
            </a:endParaRPr>
          </a:p>
          <a:p>
            <a:pPr marL="297180" indent="-285750">
              <a:lnSpc>
                <a:spcPts val="1200"/>
              </a:lnSpc>
              <a:spcBef>
                <a:spcPts val="30"/>
              </a:spcBef>
              <a:spcAft>
                <a:spcPts val="30"/>
              </a:spcAft>
              <a:buClr>
                <a:schemeClr val="dk2"/>
              </a:buClr>
              <a:buSzPts val="1000"/>
              <a:buFont typeface="Courier New" panose="02070309020205020404" pitchFamily="49" charset="0"/>
              <a:buChar char="o"/>
            </a:pPr>
            <a:r>
              <a:rPr lang="es-ES_tradnl" sz="1200" b="1">
                <a:solidFill>
                  <a:schemeClr val="accent1"/>
                </a:solidFill>
                <a:latin typeface="Quattrocento Sans"/>
                <a:ea typeface="Quattrocento Sans"/>
                <a:cs typeface="Quattrocento Sans"/>
              </a:rPr>
              <a:t>Menores necesidades de intervención mecánica</a:t>
            </a:r>
          </a:p>
          <a:p>
            <a:pPr marL="297180" indent="-285750">
              <a:lnSpc>
                <a:spcPts val="1200"/>
              </a:lnSpc>
              <a:spcBef>
                <a:spcPts val="30"/>
              </a:spcBef>
              <a:spcAft>
                <a:spcPts val="30"/>
              </a:spcAft>
              <a:buClr>
                <a:schemeClr val="dk2"/>
              </a:buClr>
              <a:buSzPts val="1000"/>
              <a:buFont typeface="Courier New" panose="02070309020205020404" pitchFamily="49" charset="0"/>
              <a:buChar char="o"/>
            </a:pPr>
            <a:endParaRPr lang="es-ES_tradnl" sz="1200">
              <a:solidFill>
                <a:schemeClr val="accent1"/>
              </a:solidFill>
              <a:latin typeface="Quattrocento Sans"/>
              <a:ea typeface="Quattrocento Sans"/>
              <a:cs typeface="Quattrocento Sans"/>
            </a:endParaRPr>
          </a:p>
          <a:p>
            <a:pPr marL="297180" indent="-285750">
              <a:lnSpc>
                <a:spcPts val="1200"/>
              </a:lnSpc>
              <a:spcBef>
                <a:spcPts val="30"/>
              </a:spcBef>
              <a:spcAft>
                <a:spcPts val="30"/>
              </a:spcAft>
              <a:buClr>
                <a:schemeClr val="dk2"/>
              </a:buClr>
              <a:buSzPts val="1000"/>
              <a:buFont typeface="Courier New" panose="02070309020205020404" pitchFamily="49" charset="0"/>
              <a:buChar char="o"/>
            </a:pPr>
            <a:r>
              <a:rPr lang="es-ES_tradnl" sz="1200" b="1">
                <a:solidFill>
                  <a:schemeClr val="accent1"/>
                </a:solidFill>
                <a:latin typeface="Quattrocento Sans"/>
                <a:ea typeface="Quattrocento Sans"/>
                <a:cs typeface="Quattrocento Sans"/>
              </a:rPr>
              <a:t>Sistema de frenado regenerativo</a:t>
            </a:r>
          </a:p>
          <a:p>
            <a:pPr marL="297180" indent="-285750">
              <a:lnSpc>
                <a:spcPts val="1200"/>
              </a:lnSpc>
              <a:spcBef>
                <a:spcPts val="30"/>
              </a:spcBef>
              <a:spcAft>
                <a:spcPts val="30"/>
              </a:spcAft>
              <a:buClr>
                <a:schemeClr val="dk2"/>
              </a:buClr>
              <a:buSzPts val="1000"/>
              <a:buFont typeface="Courier New" panose="02070309020205020404" pitchFamily="49" charset="0"/>
              <a:buChar char="o"/>
            </a:pPr>
            <a:endParaRPr lang="es-ES_tradnl" sz="1200">
              <a:solidFill>
                <a:schemeClr val="accent1"/>
              </a:solidFill>
              <a:latin typeface="Quattrocento Sans"/>
              <a:ea typeface="Quattrocento Sans"/>
              <a:cs typeface="Quattrocento Sans"/>
            </a:endParaRPr>
          </a:p>
          <a:p>
            <a:pPr marL="297180" indent="-285750">
              <a:lnSpc>
                <a:spcPts val="1200"/>
              </a:lnSpc>
              <a:spcBef>
                <a:spcPts val="30"/>
              </a:spcBef>
              <a:spcAft>
                <a:spcPts val="30"/>
              </a:spcAft>
              <a:buClr>
                <a:schemeClr val="dk2"/>
              </a:buClr>
              <a:buSzPts val="1000"/>
              <a:buFont typeface="Courier New" panose="02070309020205020404" pitchFamily="49" charset="0"/>
              <a:buChar char="o"/>
            </a:pPr>
            <a:r>
              <a:rPr lang="es-ES_tradnl" sz="1200" b="1">
                <a:solidFill>
                  <a:schemeClr val="accent1"/>
                </a:solidFill>
                <a:latin typeface="Quattrocento Sans"/>
                <a:ea typeface="Quattrocento Sans"/>
                <a:cs typeface="Quattrocento Sans"/>
              </a:rPr>
              <a:t>Eliminación del mantenimiento tradicional del motor</a:t>
            </a:r>
          </a:p>
          <a:p>
            <a:pPr marL="297180" indent="-285750">
              <a:lnSpc>
                <a:spcPts val="1200"/>
              </a:lnSpc>
              <a:spcBef>
                <a:spcPts val="30"/>
              </a:spcBef>
              <a:spcAft>
                <a:spcPts val="30"/>
              </a:spcAft>
              <a:buClr>
                <a:schemeClr val="dk2"/>
              </a:buClr>
              <a:buSzPts val="1000"/>
              <a:buFont typeface="Courier New" panose="02070309020205020404" pitchFamily="49" charset="0"/>
              <a:buChar char="o"/>
            </a:pPr>
            <a:endParaRPr lang="es-ES_tradnl" sz="1200">
              <a:solidFill>
                <a:schemeClr val="accent1"/>
              </a:solidFill>
              <a:latin typeface="Quattrocento Sans"/>
              <a:ea typeface="Quattrocento Sans"/>
              <a:cs typeface="Quattrocento Sans"/>
            </a:endParaRPr>
          </a:p>
          <a:p>
            <a:pPr marL="297180" indent="-285750">
              <a:lnSpc>
                <a:spcPts val="1200"/>
              </a:lnSpc>
              <a:spcBef>
                <a:spcPts val="30"/>
              </a:spcBef>
              <a:spcAft>
                <a:spcPts val="30"/>
              </a:spcAft>
              <a:buClr>
                <a:schemeClr val="dk2"/>
              </a:buClr>
              <a:buSzPts val="1000"/>
              <a:buFont typeface="Courier New" panose="02070309020205020404" pitchFamily="49" charset="0"/>
              <a:buChar char="o"/>
            </a:pPr>
            <a:r>
              <a:rPr lang="es-ES_tradnl" sz="1200" b="1">
                <a:solidFill>
                  <a:schemeClr val="accent1"/>
                </a:solidFill>
                <a:latin typeface="Quattrocento Sans"/>
                <a:ea typeface="Quattrocento Sans"/>
                <a:cs typeface="Quattrocento Sans"/>
              </a:rPr>
              <a:t>Ausencia de sistemas de escape y emisiones</a:t>
            </a:r>
          </a:p>
          <a:p>
            <a:pPr marL="297180" indent="-285750">
              <a:lnSpc>
                <a:spcPts val="1200"/>
              </a:lnSpc>
              <a:spcBef>
                <a:spcPts val="30"/>
              </a:spcBef>
              <a:spcAft>
                <a:spcPts val="30"/>
              </a:spcAft>
              <a:buClr>
                <a:schemeClr val="dk2"/>
              </a:buClr>
              <a:buSzPts val="1000"/>
              <a:buFont typeface="Courier New" panose="02070309020205020404" pitchFamily="49" charset="0"/>
              <a:buChar char="o"/>
            </a:pPr>
            <a:endParaRPr lang="es-ES_tradnl" sz="1200" b="1">
              <a:solidFill>
                <a:schemeClr val="accent1"/>
              </a:solidFill>
              <a:latin typeface="Quattrocento Sans"/>
              <a:ea typeface="Quattrocento Sans"/>
              <a:cs typeface="Quattrocento Sans"/>
            </a:endParaRPr>
          </a:p>
          <a:p>
            <a:pPr marL="297180" indent="-285750">
              <a:lnSpc>
                <a:spcPts val="1200"/>
              </a:lnSpc>
              <a:spcBef>
                <a:spcPts val="30"/>
              </a:spcBef>
              <a:spcAft>
                <a:spcPts val="30"/>
              </a:spcAft>
              <a:buClr>
                <a:schemeClr val="dk2"/>
              </a:buClr>
              <a:buSzPts val="1000"/>
              <a:buFont typeface="Courier New" panose="02070309020205020404" pitchFamily="49" charset="0"/>
              <a:buChar char="o"/>
            </a:pPr>
            <a:r>
              <a:rPr lang="es-ES_tradnl" sz="1200" b="1">
                <a:solidFill>
                  <a:schemeClr val="accent1"/>
                </a:solidFill>
                <a:latin typeface="Quattrocento Sans"/>
                <a:ea typeface="Quattrocento Sans"/>
                <a:cs typeface="Quattrocento Sans"/>
              </a:rPr>
              <a:t>Coste de mantenimiento más bajo</a:t>
            </a:r>
          </a:p>
          <a:p>
            <a:pPr marL="297180" indent="-285750">
              <a:lnSpc>
                <a:spcPts val="1200"/>
              </a:lnSpc>
              <a:spcBef>
                <a:spcPts val="30"/>
              </a:spcBef>
              <a:spcAft>
                <a:spcPts val="30"/>
              </a:spcAft>
              <a:buClr>
                <a:schemeClr val="dk2"/>
              </a:buClr>
              <a:buSzPts val="1000"/>
              <a:buFont typeface="Courier New" panose="02070309020205020404" pitchFamily="49" charset="0"/>
              <a:buChar char="o"/>
            </a:pPr>
            <a:endParaRPr lang="es-ES_tradnl" sz="1200" b="1">
              <a:solidFill>
                <a:schemeClr val="accent1"/>
              </a:solidFill>
              <a:latin typeface="Quattrocento Sans"/>
              <a:ea typeface="Quattrocento Sans"/>
              <a:cs typeface="Quattrocento Sans"/>
            </a:endParaRPr>
          </a:p>
          <a:p>
            <a:pPr marL="297180" indent="-285750">
              <a:lnSpc>
                <a:spcPts val="1200"/>
              </a:lnSpc>
              <a:spcBef>
                <a:spcPts val="30"/>
              </a:spcBef>
              <a:spcAft>
                <a:spcPts val="30"/>
              </a:spcAft>
              <a:buClr>
                <a:schemeClr val="dk2"/>
              </a:buClr>
              <a:buSzPts val="1000"/>
              <a:buFont typeface="Courier New" panose="02070309020205020404" pitchFamily="49" charset="0"/>
              <a:buChar char="o"/>
            </a:pPr>
            <a:r>
              <a:rPr lang="es-ES_tradnl" sz="1200" b="1">
                <a:solidFill>
                  <a:schemeClr val="accent1"/>
                </a:solidFill>
                <a:latin typeface="Quattrocento Sans"/>
                <a:ea typeface="Quattrocento Sans"/>
                <a:cs typeface="Quattrocento Sans"/>
              </a:rPr>
              <a:t>Reducción de la depreciación</a:t>
            </a:r>
          </a:p>
          <a:p>
            <a:pPr marL="297180" indent="-285750">
              <a:lnSpc>
                <a:spcPts val="1200"/>
              </a:lnSpc>
              <a:spcBef>
                <a:spcPts val="30"/>
              </a:spcBef>
              <a:spcAft>
                <a:spcPts val="30"/>
              </a:spcAft>
              <a:buClr>
                <a:schemeClr val="dk2"/>
              </a:buClr>
              <a:buSzPts val="1000"/>
              <a:buFont typeface="Courier New" panose="02070309020205020404" pitchFamily="49" charset="0"/>
              <a:buChar char="o"/>
            </a:pPr>
            <a:endParaRPr lang="es-ES_tradnl" sz="1200" b="1">
              <a:solidFill>
                <a:schemeClr val="accent1"/>
              </a:solidFill>
              <a:latin typeface="Quattrocento Sans"/>
              <a:ea typeface="Quattrocento Sans"/>
              <a:cs typeface="Quattrocento Sans"/>
            </a:endParaRPr>
          </a:p>
          <a:p>
            <a:pPr marL="297180" indent="-285750">
              <a:lnSpc>
                <a:spcPts val="1200"/>
              </a:lnSpc>
              <a:spcBef>
                <a:spcPts val="30"/>
              </a:spcBef>
              <a:spcAft>
                <a:spcPts val="30"/>
              </a:spcAft>
              <a:buClr>
                <a:schemeClr val="dk2"/>
              </a:buClr>
              <a:buSzPts val="1000"/>
              <a:buFont typeface="Courier New" panose="02070309020205020404" pitchFamily="49" charset="0"/>
              <a:buChar char="o"/>
            </a:pPr>
            <a:r>
              <a:rPr lang="es-ES_tradnl" sz="1200" b="1">
                <a:solidFill>
                  <a:schemeClr val="accent1"/>
                </a:solidFill>
                <a:latin typeface="Quattrocento Sans"/>
                <a:ea typeface="Quattrocento Sans"/>
                <a:cs typeface="Quattrocento Sans"/>
              </a:rPr>
              <a:t>Compensación del precio de compra inicial</a:t>
            </a:r>
          </a:p>
        </p:txBody>
      </p:sp>
      <p:sp>
        <p:nvSpPr>
          <p:cNvPr id="10" name="Oval 9">
            <a:extLst>
              <a:ext uri="{FF2B5EF4-FFF2-40B4-BE49-F238E27FC236}">
                <a16:creationId xmlns:a16="http://schemas.microsoft.com/office/drawing/2014/main" id="{52B184A4-7836-1398-64C2-DEA3F3D61154}"/>
              </a:ext>
            </a:extLst>
          </p:cNvPr>
          <p:cNvSpPr/>
          <p:nvPr/>
        </p:nvSpPr>
        <p:spPr bwMode="auto">
          <a:xfrm>
            <a:off x="1125804" y="1699154"/>
            <a:ext cx="685826" cy="715075"/>
          </a:xfrm>
          <a:prstGeom prst="ellipse">
            <a:avLst/>
          </a:prstGeom>
          <a:solidFill>
            <a:srgbClr val="F9F9F9"/>
          </a:solidFill>
          <a:ln w="6350" cap="flat" cmpd="sng" algn="ctr">
            <a:noFill/>
            <a:prstDash val="solid"/>
            <a:headEnd/>
            <a:tailEnd/>
          </a:ln>
          <a:effectLst>
            <a:outerShdw blurRad="50800" dist="38100" algn="l" rotWithShape="0">
              <a:prstClr val="black">
                <a:alpha val="40000"/>
              </a:prstClr>
            </a:outerShdw>
          </a:effectLst>
        </p:spPr>
        <p:txBody>
          <a:bodyPr wrap="square" tIns="216000" rtlCol="0" anchor="t"/>
          <a:lstStyle/>
          <a:p>
            <a:pPr algn="l">
              <a:spcBef>
                <a:spcPts val="600"/>
              </a:spcBef>
            </a:pPr>
            <a:endParaRPr lang="es-ES_tradnl" b="1">
              <a:solidFill>
                <a:srgbClr val="000000"/>
              </a:solidFill>
              <a:cs typeface="Arial" pitchFamily="34" charset="0"/>
            </a:endParaRPr>
          </a:p>
        </p:txBody>
      </p:sp>
      <p:pic>
        <p:nvPicPr>
          <p:cNvPr id="13" name="Graphic 12" descr="Tools with solid fill">
            <a:extLst>
              <a:ext uri="{FF2B5EF4-FFF2-40B4-BE49-F238E27FC236}">
                <a16:creationId xmlns:a16="http://schemas.microsoft.com/office/drawing/2014/main" id="{67913144-4D41-B392-FB7A-5403A05FB53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22111" y="1768691"/>
            <a:ext cx="515484" cy="576000"/>
          </a:xfrm>
          <a:prstGeom prst="rect">
            <a:avLst/>
          </a:prstGeom>
        </p:spPr>
      </p:pic>
      <p:sp>
        <p:nvSpPr>
          <p:cNvPr id="5" name="TextBox 4">
            <a:extLst>
              <a:ext uri="{FF2B5EF4-FFF2-40B4-BE49-F238E27FC236}">
                <a16:creationId xmlns:a16="http://schemas.microsoft.com/office/drawing/2014/main" id="{3DC6ADC3-6839-82C6-40D7-B99B8A0EE7E0}"/>
              </a:ext>
            </a:extLst>
          </p:cNvPr>
          <p:cNvSpPr txBox="1"/>
          <p:nvPr/>
        </p:nvSpPr>
        <p:spPr>
          <a:xfrm>
            <a:off x="759462" y="5560022"/>
            <a:ext cx="4349488" cy="919401"/>
          </a:xfrm>
          <a:prstGeom prst="roundRect">
            <a:avLst/>
          </a:prstGeom>
          <a:solidFill>
            <a:srgbClr val="F9F9F9"/>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algn="ctr"/>
            <a:r>
              <a:rPr lang="es-ES_tradnl" sz="1200" b="1">
                <a:solidFill>
                  <a:schemeClr val="accent1"/>
                </a:solidFill>
                <a:latin typeface="Quattrocento Sans" panose="020B0502050000020003" pitchFamily="34" charset="0"/>
              </a:rPr>
              <a:t>Los vehículos eléctricos requieren menos mantenimiento que los de combustión gracias a su diseño simplificado, lo que reduce costes, aumenta la fiabilidad y mejora su valor a largo plazo, compensando en muchos casos su mayor precio inicial</a:t>
            </a:r>
          </a:p>
        </p:txBody>
      </p:sp>
      <p:grpSp>
        <p:nvGrpSpPr>
          <p:cNvPr id="64" name="Group 63">
            <a:extLst>
              <a:ext uri="{FF2B5EF4-FFF2-40B4-BE49-F238E27FC236}">
                <a16:creationId xmlns:a16="http://schemas.microsoft.com/office/drawing/2014/main" id="{C47A2B75-B12C-8E53-08CF-9A7E03A16430}"/>
              </a:ext>
            </a:extLst>
          </p:cNvPr>
          <p:cNvGrpSpPr/>
          <p:nvPr/>
        </p:nvGrpSpPr>
        <p:grpSpPr>
          <a:xfrm>
            <a:off x="5723467" y="2704230"/>
            <a:ext cx="5458883" cy="3032480"/>
            <a:chOff x="1997150" y="1970930"/>
            <a:chExt cx="8166413" cy="4447938"/>
          </a:xfrm>
        </p:grpSpPr>
        <p:sp>
          <p:nvSpPr>
            <p:cNvPr id="7" name="Freeform 41">
              <a:extLst>
                <a:ext uri="{FF2B5EF4-FFF2-40B4-BE49-F238E27FC236}">
                  <a16:creationId xmlns:a16="http://schemas.microsoft.com/office/drawing/2014/main" id="{889C179A-B232-752F-132D-B5573A5DCAD1}"/>
                </a:ext>
              </a:extLst>
            </p:cNvPr>
            <p:cNvSpPr/>
            <p:nvPr/>
          </p:nvSpPr>
          <p:spPr>
            <a:xfrm>
              <a:off x="6734169" y="1970930"/>
              <a:ext cx="2883172" cy="338792"/>
            </a:xfrm>
            <a:custGeom>
              <a:avLst/>
              <a:gdLst>
                <a:gd name="connsiteX0" fmla="*/ 0 w 733245"/>
                <a:gd name="connsiteY0" fmla="*/ 198407 h 198407"/>
                <a:gd name="connsiteX1" fmla="*/ 198407 w 733245"/>
                <a:gd name="connsiteY1" fmla="*/ 0 h 198407"/>
                <a:gd name="connsiteX2" fmla="*/ 733245 w 733245"/>
                <a:gd name="connsiteY2" fmla="*/ 0 h 198407"/>
                <a:gd name="connsiteX0" fmla="*/ 0 w 733245"/>
                <a:gd name="connsiteY0" fmla="*/ 198407 h 198407"/>
                <a:gd name="connsiteX1" fmla="*/ 37531 w 733245"/>
                <a:gd name="connsiteY1" fmla="*/ 0 h 198407"/>
                <a:gd name="connsiteX2" fmla="*/ 733245 w 733245"/>
                <a:gd name="connsiteY2" fmla="*/ 0 h 198407"/>
              </a:gdLst>
              <a:ahLst/>
              <a:cxnLst>
                <a:cxn ang="0">
                  <a:pos x="connsiteX0" y="connsiteY0"/>
                </a:cxn>
                <a:cxn ang="0">
                  <a:pos x="connsiteX1" y="connsiteY1"/>
                </a:cxn>
                <a:cxn ang="0">
                  <a:pos x="connsiteX2" y="connsiteY2"/>
                </a:cxn>
              </a:cxnLst>
              <a:rect l="l" t="t" r="r" b="b"/>
              <a:pathLst>
                <a:path w="733245" h="198407">
                  <a:moveTo>
                    <a:pt x="0" y="198407"/>
                  </a:moveTo>
                  <a:lnTo>
                    <a:pt x="37531" y="0"/>
                  </a:lnTo>
                  <a:lnTo>
                    <a:pt x="733245" y="0"/>
                  </a:lnTo>
                </a:path>
              </a:pathLst>
            </a:custGeom>
            <a:noFill/>
            <a:ln w="19050" cap="flat" cmpd="sng" algn="ctr">
              <a:solidFill>
                <a:srgbClr val="021F41"/>
              </a:solidFill>
              <a:prstDash val="sysDot"/>
            </a:ln>
            <a:effectLst/>
          </p:spPr>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838383"/>
                </a:solidFill>
                <a:effectLst/>
                <a:uLnTx/>
                <a:uFillTx/>
                <a:latin typeface="Calibri"/>
                <a:ea typeface="+mn-ea"/>
                <a:cs typeface="+mn-cs"/>
                <a:sym typeface="Arial"/>
              </a:endParaRPr>
            </a:p>
          </p:txBody>
        </p:sp>
        <p:sp>
          <p:nvSpPr>
            <p:cNvPr id="8" name="Rectangle 10">
              <a:extLst>
                <a:ext uri="{FF2B5EF4-FFF2-40B4-BE49-F238E27FC236}">
                  <a16:creationId xmlns:a16="http://schemas.microsoft.com/office/drawing/2014/main" id="{00C19B56-6B8E-979C-4C6F-B446CFF4B5F4}"/>
                </a:ext>
              </a:extLst>
            </p:cNvPr>
            <p:cNvSpPr>
              <a:spLocks noChangeArrowheads="1"/>
            </p:cNvSpPr>
            <p:nvPr/>
          </p:nvSpPr>
          <p:spPr bwMode="auto">
            <a:xfrm>
              <a:off x="6716759" y="2034663"/>
              <a:ext cx="2883172" cy="489057"/>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marL="0" marR="0" lvl="0" indent="0" algn="r" defTabSz="798513" rtl="0" eaLnBrk="0" fontAlgn="auto" latinLnBrk="0" hangingPunct="0">
                <a:lnSpc>
                  <a:spcPts val="1300"/>
                </a:lnSpc>
                <a:spcBef>
                  <a:spcPts val="0"/>
                </a:spcBef>
                <a:spcAft>
                  <a:spcPts val="200"/>
                </a:spcAft>
                <a:buClr>
                  <a:srgbClr val="000000"/>
                </a:buClr>
                <a:buSzTx/>
                <a:buFontTx/>
                <a:buNone/>
                <a:tabLst/>
                <a:defRPr/>
              </a:pPr>
              <a:r>
                <a:rPr kumimoji="0" lang="es-ES" sz="1100" b="1" i="1" u="none" strike="noStrike" kern="0" cap="none" spc="0" normalizeH="0" baseline="0" noProof="0">
                  <a:ln>
                    <a:noFill/>
                  </a:ln>
                  <a:solidFill>
                    <a:srgbClr val="021F41"/>
                  </a:solidFill>
                  <a:effectLst/>
                  <a:uLnTx/>
                  <a:uFillTx/>
                  <a:latin typeface="Calibri" panose="020F0502020204030204"/>
                  <a:ea typeface="+mn-ea"/>
                  <a:cs typeface="Arial" charset="0"/>
                  <a:sym typeface="Arial"/>
                </a:rPr>
                <a:t>Innovación tecnológica acelerada</a:t>
              </a:r>
            </a:p>
          </p:txBody>
        </p:sp>
        <p:sp>
          <p:nvSpPr>
            <p:cNvPr id="9" name="Freeform 44">
              <a:extLst>
                <a:ext uri="{FF2B5EF4-FFF2-40B4-BE49-F238E27FC236}">
                  <a16:creationId xmlns:a16="http://schemas.microsoft.com/office/drawing/2014/main" id="{77A18E9F-8F99-9455-FA24-B1D315EFC6EE}"/>
                </a:ext>
              </a:extLst>
            </p:cNvPr>
            <p:cNvSpPr/>
            <p:nvPr/>
          </p:nvSpPr>
          <p:spPr>
            <a:xfrm>
              <a:off x="7734873" y="3038343"/>
              <a:ext cx="2428690" cy="123651"/>
            </a:xfrm>
            <a:custGeom>
              <a:avLst/>
              <a:gdLst>
                <a:gd name="connsiteX0" fmla="*/ 0 w 733245"/>
                <a:gd name="connsiteY0" fmla="*/ 198407 h 198407"/>
                <a:gd name="connsiteX1" fmla="*/ 198407 w 733245"/>
                <a:gd name="connsiteY1" fmla="*/ 0 h 198407"/>
                <a:gd name="connsiteX2" fmla="*/ 733245 w 733245"/>
                <a:gd name="connsiteY2" fmla="*/ 0 h 198407"/>
                <a:gd name="connsiteX0" fmla="*/ 0 w 733245"/>
                <a:gd name="connsiteY0" fmla="*/ 198407 h 198407"/>
                <a:gd name="connsiteX1" fmla="*/ 37531 w 733245"/>
                <a:gd name="connsiteY1" fmla="*/ 0 h 198407"/>
                <a:gd name="connsiteX2" fmla="*/ 733245 w 733245"/>
                <a:gd name="connsiteY2" fmla="*/ 0 h 198407"/>
              </a:gdLst>
              <a:ahLst/>
              <a:cxnLst>
                <a:cxn ang="0">
                  <a:pos x="connsiteX0" y="connsiteY0"/>
                </a:cxn>
                <a:cxn ang="0">
                  <a:pos x="connsiteX1" y="connsiteY1"/>
                </a:cxn>
                <a:cxn ang="0">
                  <a:pos x="connsiteX2" y="connsiteY2"/>
                </a:cxn>
              </a:cxnLst>
              <a:rect l="l" t="t" r="r" b="b"/>
              <a:pathLst>
                <a:path w="733245" h="198407">
                  <a:moveTo>
                    <a:pt x="0" y="198407"/>
                  </a:moveTo>
                  <a:lnTo>
                    <a:pt x="37531" y="0"/>
                  </a:lnTo>
                  <a:lnTo>
                    <a:pt x="733245" y="0"/>
                  </a:lnTo>
                </a:path>
              </a:pathLst>
            </a:custGeom>
            <a:noFill/>
            <a:ln w="19050" cap="flat" cmpd="sng" algn="ctr">
              <a:solidFill>
                <a:srgbClr val="3A4E66"/>
              </a:solidFill>
              <a:prstDash val="sysDot"/>
            </a:ln>
            <a:effectLst/>
          </p:spPr>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838383"/>
                </a:solidFill>
                <a:effectLst/>
                <a:uLnTx/>
                <a:uFillTx/>
                <a:latin typeface="Calibri"/>
                <a:ea typeface="+mn-ea"/>
                <a:cs typeface="+mn-cs"/>
                <a:sym typeface="Arial"/>
              </a:endParaRPr>
            </a:p>
          </p:txBody>
        </p:sp>
        <p:sp>
          <p:nvSpPr>
            <p:cNvPr id="11" name="Rectangle 10">
              <a:extLst>
                <a:ext uri="{FF2B5EF4-FFF2-40B4-BE49-F238E27FC236}">
                  <a16:creationId xmlns:a16="http://schemas.microsoft.com/office/drawing/2014/main" id="{D49DA86C-E004-DFB5-5E29-F7E3622FC437}"/>
                </a:ext>
              </a:extLst>
            </p:cNvPr>
            <p:cNvSpPr>
              <a:spLocks noChangeArrowheads="1"/>
            </p:cNvSpPr>
            <p:nvPr/>
          </p:nvSpPr>
          <p:spPr bwMode="auto">
            <a:xfrm>
              <a:off x="7479571" y="3092638"/>
              <a:ext cx="2660243" cy="23638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marL="0" marR="0" lvl="0" indent="0" algn="r" defTabSz="798513" rtl="0" eaLnBrk="0" fontAlgn="auto" latinLnBrk="0" hangingPunct="0">
                <a:lnSpc>
                  <a:spcPct val="100000"/>
                </a:lnSpc>
                <a:spcBef>
                  <a:spcPts val="0"/>
                </a:spcBef>
                <a:spcAft>
                  <a:spcPts val="200"/>
                </a:spcAft>
                <a:buClr>
                  <a:srgbClr val="000000"/>
                </a:buClr>
                <a:buSzTx/>
                <a:buFontTx/>
                <a:buNone/>
                <a:tabLst/>
                <a:defRPr/>
              </a:pPr>
              <a:r>
                <a:rPr kumimoji="0" lang="es-ES" sz="1100" b="1" i="1" u="none" strike="noStrike" kern="0" cap="none" spc="0" normalizeH="0" baseline="0" noProof="0">
                  <a:ln>
                    <a:noFill/>
                  </a:ln>
                  <a:solidFill>
                    <a:srgbClr val="3A4E66"/>
                  </a:solidFill>
                  <a:effectLst/>
                  <a:uLnTx/>
                  <a:uFillTx/>
                  <a:latin typeface="Calibri" panose="020F0502020204030204"/>
                  <a:ea typeface="+mn-ea"/>
                  <a:cs typeface="Arial" charset="0"/>
                  <a:sym typeface="Arial"/>
                </a:rPr>
                <a:t>Obsolescencia percibida</a:t>
              </a:r>
            </a:p>
          </p:txBody>
        </p:sp>
        <p:sp>
          <p:nvSpPr>
            <p:cNvPr id="12" name="Freeform 47">
              <a:extLst>
                <a:ext uri="{FF2B5EF4-FFF2-40B4-BE49-F238E27FC236}">
                  <a16:creationId xmlns:a16="http://schemas.microsoft.com/office/drawing/2014/main" id="{E5B579DA-FA0C-9D10-F88C-198B4C5ABC6B}"/>
                </a:ext>
              </a:extLst>
            </p:cNvPr>
            <p:cNvSpPr/>
            <p:nvPr/>
          </p:nvSpPr>
          <p:spPr>
            <a:xfrm flipH="1">
              <a:off x="1997150" y="3041971"/>
              <a:ext cx="2512395" cy="189327"/>
            </a:xfrm>
            <a:custGeom>
              <a:avLst/>
              <a:gdLst>
                <a:gd name="connsiteX0" fmla="*/ 0 w 733245"/>
                <a:gd name="connsiteY0" fmla="*/ 198407 h 198407"/>
                <a:gd name="connsiteX1" fmla="*/ 198407 w 733245"/>
                <a:gd name="connsiteY1" fmla="*/ 0 h 198407"/>
                <a:gd name="connsiteX2" fmla="*/ 733245 w 733245"/>
                <a:gd name="connsiteY2" fmla="*/ 0 h 198407"/>
                <a:gd name="connsiteX0" fmla="*/ 0 w 733245"/>
                <a:gd name="connsiteY0" fmla="*/ 198407 h 198407"/>
                <a:gd name="connsiteX1" fmla="*/ 37531 w 733245"/>
                <a:gd name="connsiteY1" fmla="*/ 0 h 198407"/>
                <a:gd name="connsiteX2" fmla="*/ 733245 w 733245"/>
                <a:gd name="connsiteY2" fmla="*/ 0 h 198407"/>
              </a:gdLst>
              <a:ahLst/>
              <a:cxnLst>
                <a:cxn ang="0">
                  <a:pos x="connsiteX0" y="connsiteY0"/>
                </a:cxn>
                <a:cxn ang="0">
                  <a:pos x="connsiteX1" y="connsiteY1"/>
                </a:cxn>
                <a:cxn ang="0">
                  <a:pos x="connsiteX2" y="connsiteY2"/>
                </a:cxn>
              </a:cxnLst>
              <a:rect l="l" t="t" r="r" b="b"/>
              <a:pathLst>
                <a:path w="733245" h="198407">
                  <a:moveTo>
                    <a:pt x="0" y="198407"/>
                  </a:moveTo>
                  <a:lnTo>
                    <a:pt x="37531" y="0"/>
                  </a:lnTo>
                  <a:lnTo>
                    <a:pt x="733245" y="0"/>
                  </a:lnTo>
                </a:path>
              </a:pathLst>
            </a:custGeom>
            <a:noFill/>
            <a:ln w="19050" cap="flat" cmpd="sng" algn="ctr">
              <a:solidFill>
                <a:srgbClr val="A7A7A7">
                  <a:lumMod val="75000"/>
                </a:srgbClr>
              </a:solidFill>
              <a:prstDash val="sysDot"/>
            </a:ln>
            <a:effectLst/>
          </p:spPr>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A7A7A7">
                    <a:lumMod val="75000"/>
                  </a:srgbClr>
                </a:solidFill>
                <a:effectLst/>
                <a:uLnTx/>
                <a:uFillTx/>
                <a:latin typeface="Calibri"/>
                <a:ea typeface="+mn-ea"/>
                <a:cs typeface="+mn-cs"/>
                <a:sym typeface="Arial"/>
              </a:endParaRPr>
            </a:p>
          </p:txBody>
        </p:sp>
        <p:sp>
          <p:nvSpPr>
            <p:cNvPr id="14" name="Rectangle 10">
              <a:extLst>
                <a:ext uri="{FF2B5EF4-FFF2-40B4-BE49-F238E27FC236}">
                  <a16:creationId xmlns:a16="http://schemas.microsoft.com/office/drawing/2014/main" id="{E284B0C6-AF89-CD2B-1812-B67192E2F5EE}"/>
                </a:ext>
              </a:extLst>
            </p:cNvPr>
            <p:cNvSpPr>
              <a:spLocks noChangeArrowheads="1"/>
            </p:cNvSpPr>
            <p:nvPr/>
          </p:nvSpPr>
          <p:spPr bwMode="auto">
            <a:xfrm>
              <a:off x="2095309" y="3092638"/>
              <a:ext cx="2068310" cy="47276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marL="0" marR="0" lvl="0" indent="0" algn="l" defTabSz="798513" rtl="0" eaLnBrk="0" fontAlgn="auto" latinLnBrk="0" hangingPunct="0">
                <a:lnSpc>
                  <a:spcPct val="100000"/>
                </a:lnSpc>
                <a:spcBef>
                  <a:spcPts val="0"/>
                </a:spcBef>
                <a:spcAft>
                  <a:spcPts val="200"/>
                </a:spcAft>
                <a:buClr>
                  <a:srgbClr val="000000"/>
                </a:buClr>
                <a:buSzTx/>
                <a:buFontTx/>
                <a:buNone/>
                <a:tabLst/>
                <a:defRPr/>
              </a:pPr>
              <a:r>
                <a:rPr lang="es-ES_tradnl" sz="1100" b="1" i="1"/>
                <a:t>Interés decreciente del consumidor</a:t>
              </a:r>
            </a:p>
          </p:txBody>
        </p:sp>
        <p:sp>
          <p:nvSpPr>
            <p:cNvPr id="18" name="Freeform 50">
              <a:extLst>
                <a:ext uri="{FF2B5EF4-FFF2-40B4-BE49-F238E27FC236}">
                  <a16:creationId xmlns:a16="http://schemas.microsoft.com/office/drawing/2014/main" id="{2ECF7680-AF39-8CC7-9839-F226A2C37DDE}"/>
                </a:ext>
              </a:extLst>
            </p:cNvPr>
            <p:cNvSpPr/>
            <p:nvPr/>
          </p:nvSpPr>
          <p:spPr>
            <a:xfrm flipH="1">
              <a:off x="2068287" y="1981306"/>
              <a:ext cx="3342240" cy="391933"/>
            </a:xfrm>
            <a:custGeom>
              <a:avLst/>
              <a:gdLst>
                <a:gd name="connsiteX0" fmla="*/ 0 w 733245"/>
                <a:gd name="connsiteY0" fmla="*/ 198407 h 198407"/>
                <a:gd name="connsiteX1" fmla="*/ 198407 w 733245"/>
                <a:gd name="connsiteY1" fmla="*/ 0 h 198407"/>
                <a:gd name="connsiteX2" fmla="*/ 733245 w 733245"/>
                <a:gd name="connsiteY2" fmla="*/ 0 h 198407"/>
                <a:gd name="connsiteX0" fmla="*/ 0 w 733245"/>
                <a:gd name="connsiteY0" fmla="*/ 198407 h 198407"/>
                <a:gd name="connsiteX1" fmla="*/ 37531 w 733245"/>
                <a:gd name="connsiteY1" fmla="*/ 0 h 198407"/>
                <a:gd name="connsiteX2" fmla="*/ 733245 w 733245"/>
                <a:gd name="connsiteY2" fmla="*/ 0 h 198407"/>
              </a:gdLst>
              <a:ahLst/>
              <a:cxnLst>
                <a:cxn ang="0">
                  <a:pos x="connsiteX0" y="connsiteY0"/>
                </a:cxn>
                <a:cxn ang="0">
                  <a:pos x="connsiteX1" y="connsiteY1"/>
                </a:cxn>
                <a:cxn ang="0">
                  <a:pos x="connsiteX2" y="connsiteY2"/>
                </a:cxn>
              </a:cxnLst>
              <a:rect l="l" t="t" r="r" b="b"/>
              <a:pathLst>
                <a:path w="733245" h="198407">
                  <a:moveTo>
                    <a:pt x="0" y="198407"/>
                  </a:moveTo>
                  <a:lnTo>
                    <a:pt x="37531" y="0"/>
                  </a:lnTo>
                  <a:lnTo>
                    <a:pt x="733245" y="0"/>
                  </a:lnTo>
                </a:path>
              </a:pathLst>
            </a:custGeom>
            <a:noFill/>
            <a:ln w="19050" cap="flat" cmpd="sng" algn="ctr">
              <a:solidFill>
                <a:srgbClr val="766922"/>
              </a:solidFill>
              <a:prstDash val="sysDot"/>
            </a:ln>
            <a:effectLst/>
          </p:spPr>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A7A7A7">
                    <a:lumMod val="50000"/>
                  </a:srgbClr>
                </a:solidFill>
                <a:effectLst/>
                <a:uLnTx/>
                <a:uFillTx/>
                <a:latin typeface="Calibri"/>
                <a:ea typeface="+mn-ea"/>
                <a:cs typeface="+mn-cs"/>
                <a:sym typeface="Arial"/>
              </a:endParaRPr>
            </a:p>
          </p:txBody>
        </p:sp>
        <p:sp>
          <p:nvSpPr>
            <p:cNvPr id="19" name="Rectangle 10">
              <a:extLst>
                <a:ext uri="{FF2B5EF4-FFF2-40B4-BE49-F238E27FC236}">
                  <a16:creationId xmlns:a16="http://schemas.microsoft.com/office/drawing/2014/main" id="{0DB54DEC-50AB-5482-7E1A-128188A360CF}"/>
                </a:ext>
              </a:extLst>
            </p:cNvPr>
            <p:cNvSpPr>
              <a:spLocks noChangeArrowheads="1"/>
            </p:cNvSpPr>
            <p:nvPr/>
          </p:nvSpPr>
          <p:spPr bwMode="auto">
            <a:xfrm>
              <a:off x="2131413" y="2020148"/>
              <a:ext cx="3631164" cy="23638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marL="0" marR="0" lvl="0" indent="0" algn="l" defTabSz="798513" rtl="0" eaLnBrk="0" fontAlgn="auto" latinLnBrk="0" hangingPunct="0">
                <a:lnSpc>
                  <a:spcPct val="100000"/>
                </a:lnSpc>
                <a:spcBef>
                  <a:spcPts val="0"/>
                </a:spcBef>
                <a:spcAft>
                  <a:spcPts val="200"/>
                </a:spcAft>
                <a:buClr>
                  <a:srgbClr val="000000"/>
                </a:buClr>
                <a:buSzTx/>
                <a:buFontTx/>
                <a:buNone/>
                <a:tabLst/>
                <a:defRPr/>
              </a:pPr>
              <a:r>
                <a:rPr kumimoji="0" lang="es-ES_tradnl" sz="1100" b="1" i="1" u="none" strike="noStrike" kern="0" cap="none" spc="0" normalizeH="0" baseline="0" noProof="0">
                  <a:ln>
                    <a:noFill/>
                  </a:ln>
                  <a:solidFill>
                    <a:srgbClr val="838383">
                      <a:lumMod val="75000"/>
                    </a:srgbClr>
                  </a:solidFill>
                  <a:effectLst/>
                  <a:uLnTx/>
                  <a:uFillTx/>
                  <a:latin typeface="Calibri" panose="020F0502020204030204"/>
                  <a:ea typeface="+mn-ea"/>
                  <a:cs typeface="Arial" charset="0"/>
                  <a:sym typeface="Arial"/>
                </a:rPr>
                <a:t>Desajuste entre oferta y demanda</a:t>
              </a:r>
            </a:p>
          </p:txBody>
        </p:sp>
        <p:sp>
          <p:nvSpPr>
            <p:cNvPr id="20" name="Freeform 53">
              <a:extLst>
                <a:ext uri="{FF2B5EF4-FFF2-40B4-BE49-F238E27FC236}">
                  <a16:creationId xmlns:a16="http://schemas.microsoft.com/office/drawing/2014/main" id="{7D1161ED-C646-DD70-4676-26DA600F76EA}"/>
                </a:ext>
              </a:extLst>
            </p:cNvPr>
            <p:cNvSpPr/>
            <p:nvPr/>
          </p:nvSpPr>
          <p:spPr>
            <a:xfrm flipH="1" flipV="1">
              <a:off x="2164973" y="5016922"/>
              <a:ext cx="2344572" cy="282309"/>
            </a:xfrm>
            <a:custGeom>
              <a:avLst/>
              <a:gdLst>
                <a:gd name="connsiteX0" fmla="*/ 0 w 733245"/>
                <a:gd name="connsiteY0" fmla="*/ 198407 h 198407"/>
                <a:gd name="connsiteX1" fmla="*/ 198407 w 733245"/>
                <a:gd name="connsiteY1" fmla="*/ 0 h 198407"/>
                <a:gd name="connsiteX2" fmla="*/ 733245 w 733245"/>
                <a:gd name="connsiteY2" fmla="*/ 0 h 198407"/>
                <a:gd name="connsiteX0" fmla="*/ 0 w 733245"/>
                <a:gd name="connsiteY0" fmla="*/ 198407 h 198407"/>
                <a:gd name="connsiteX1" fmla="*/ 37531 w 733245"/>
                <a:gd name="connsiteY1" fmla="*/ 0 h 198407"/>
                <a:gd name="connsiteX2" fmla="*/ 733245 w 733245"/>
                <a:gd name="connsiteY2" fmla="*/ 0 h 198407"/>
              </a:gdLst>
              <a:ahLst/>
              <a:cxnLst>
                <a:cxn ang="0">
                  <a:pos x="connsiteX0" y="connsiteY0"/>
                </a:cxn>
                <a:cxn ang="0">
                  <a:pos x="connsiteX1" y="connsiteY1"/>
                </a:cxn>
                <a:cxn ang="0">
                  <a:pos x="connsiteX2" y="connsiteY2"/>
                </a:cxn>
              </a:cxnLst>
              <a:rect l="l" t="t" r="r" b="b"/>
              <a:pathLst>
                <a:path w="733245" h="198407">
                  <a:moveTo>
                    <a:pt x="0" y="198407"/>
                  </a:moveTo>
                  <a:lnTo>
                    <a:pt x="37531" y="0"/>
                  </a:lnTo>
                  <a:lnTo>
                    <a:pt x="733245" y="0"/>
                  </a:lnTo>
                </a:path>
              </a:pathLst>
            </a:custGeom>
            <a:noFill/>
            <a:ln w="19050" cap="flat" cmpd="sng" algn="ctr">
              <a:solidFill>
                <a:srgbClr val="5F5F5F">
                  <a:lumMod val="60000"/>
                  <a:lumOff val="40000"/>
                </a:srgbClr>
              </a:solidFill>
              <a:prstDash val="sysDot"/>
            </a:ln>
            <a:effectLst/>
          </p:spPr>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A7A7A7">
                    <a:lumMod val="60000"/>
                    <a:lumOff val="40000"/>
                  </a:srgbClr>
                </a:solidFill>
                <a:effectLst/>
                <a:uLnTx/>
                <a:uFillTx/>
                <a:latin typeface="Calibri"/>
                <a:ea typeface="+mn-ea"/>
                <a:cs typeface="+mn-cs"/>
                <a:sym typeface="Arial"/>
              </a:endParaRPr>
            </a:p>
          </p:txBody>
        </p:sp>
        <p:sp>
          <p:nvSpPr>
            <p:cNvPr id="21" name="Rectangle 10">
              <a:extLst>
                <a:ext uri="{FF2B5EF4-FFF2-40B4-BE49-F238E27FC236}">
                  <a16:creationId xmlns:a16="http://schemas.microsoft.com/office/drawing/2014/main" id="{F63D9E52-B9D2-A73B-5E0E-26769BE20B39}"/>
                </a:ext>
              </a:extLst>
            </p:cNvPr>
            <p:cNvSpPr>
              <a:spLocks noChangeArrowheads="1"/>
            </p:cNvSpPr>
            <p:nvPr/>
          </p:nvSpPr>
          <p:spPr bwMode="auto">
            <a:xfrm>
              <a:off x="2231471" y="4788095"/>
              <a:ext cx="1897299" cy="47276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marL="0" marR="0" lvl="0" indent="0" algn="l" defTabSz="798513" rtl="0" eaLnBrk="0" fontAlgn="auto" latinLnBrk="0" hangingPunct="0">
                <a:lnSpc>
                  <a:spcPct val="100000"/>
                </a:lnSpc>
                <a:spcBef>
                  <a:spcPts val="0"/>
                </a:spcBef>
                <a:spcAft>
                  <a:spcPts val="200"/>
                </a:spcAft>
                <a:buClr>
                  <a:srgbClr val="000000"/>
                </a:buClr>
                <a:buSzTx/>
                <a:buFontTx/>
                <a:buNone/>
                <a:tabLst/>
                <a:defRPr/>
              </a:pPr>
              <a:r>
                <a:rPr kumimoji="0" lang="es-ES_tradnl" sz="1100" b="1" i="1" u="none" strike="noStrike" kern="0" cap="none" spc="0" normalizeH="0" baseline="0" noProof="0">
                  <a:ln>
                    <a:noFill/>
                  </a:ln>
                  <a:solidFill>
                    <a:srgbClr val="5F5F5F">
                      <a:lumMod val="60000"/>
                      <a:lumOff val="40000"/>
                    </a:srgbClr>
                  </a:solidFill>
                  <a:effectLst/>
                  <a:uLnTx/>
                  <a:uFillTx/>
                  <a:latin typeface="Calibri" panose="020F0502020204030204"/>
                  <a:ea typeface="+mn-ea"/>
                  <a:cs typeface="Arial" charset="0"/>
                  <a:sym typeface="Arial"/>
                </a:rPr>
                <a:t>Problemas técnicos en modelos antiguos</a:t>
              </a:r>
            </a:p>
          </p:txBody>
        </p:sp>
        <p:sp>
          <p:nvSpPr>
            <p:cNvPr id="22" name="Freeform 56">
              <a:extLst>
                <a:ext uri="{FF2B5EF4-FFF2-40B4-BE49-F238E27FC236}">
                  <a16:creationId xmlns:a16="http://schemas.microsoft.com/office/drawing/2014/main" id="{6DBDB4F2-D057-99AC-1389-168E5CB6CFAD}"/>
                </a:ext>
              </a:extLst>
            </p:cNvPr>
            <p:cNvSpPr/>
            <p:nvPr/>
          </p:nvSpPr>
          <p:spPr>
            <a:xfrm flipH="1" flipV="1">
              <a:off x="2440072" y="5839750"/>
              <a:ext cx="2916975" cy="579118"/>
            </a:xfrm>
            <a:custGeom>
              <a:avLst/>
              <a:gdLst>
                <a:gd name="connsiteX0" fmla="*/ 0 w 733245"/>
                <a:gd name="connsiteY0" fmla="*/ 198407 h 198407"/>
                <a:gd name="connsiteX1" fmla="*/ 198407 w 733245"/>
                <a:gd name="connsiteY1" fmla="*/ 0 h 198407"/>
                <a:gd name="connsiteX2" fmla="*/ 733245 w 733245"/>
                <a:gd name="connsiteY2" fmla="*/ 0 h 198407"/>
                <a:gd name="connsiteX0" fmla="*/ 0 w 733245"/>
                <a:gd name="connsiteY0" fmla="*/ 198407 h 198407"/>
                <a:gd name="connsiteX1" fmla="*/ 37531 w 733245"/>
                <a:gd name="connsiteY1" fmla="*/ 0 h 198407"/>
                <a:gd name="connsiteX2" fmla="*/ 733245 w 733245"/>
                <a:gd name="connsiteY2" fmla="*/ 0 h 198407"/>
              </a:gdLst>
              <a:ahLst/>
              <a:cxnLst>
                <a:cxn ang="0">
                  <a:pos x="connsiteX0" y="connsiteY0"/>
                </a:cxn>
                <a:cxn ang="0">
                  <a:pos x="connsiteX1" y="connsiteY1"/>
                </a:cxn>
                <a:cxn ang="0">
                  <a:pos x="connsiteX2" y="connsiteY2"/>
                </a:cxn>
              </a:cxnLst>
              <a:rect l="l" t="t" r="r" b="b"/>
              <a:pathLst>
                <a:path w="733245" h="198407">
                  <a:moveTo>
                    <a:pt x="0" y="198407"/>
                  </a:moveTo>
                  <a:lnTo>
                    <a:pt x="37531" y="0"/>
                  </a:lnTo>
                  <a:lnTo>
                    <a:pt x="733245" y="0"/>
                  </a:lnTo>
                </a:path>
              </a:pathLst>
            </a:custGeom>
            <a:noFill/>
            <a:ln w="19050" cap="flat" cmpd="sng" algn="ctr">
              <a:solidFill>
                <a:srgbClr val="A7A7A7">
                  <a:lumMod val="40000"/>
                  <a:lumOff val="60000"/>
                </a:srgbClr>
              </a:solidFill>
              <a:prstDash val="sysDot"/>
            </a:ln>
            <a:effectLst/>
          </p:spPr>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A7A7A7">
                    <a:lumMod val="40000"/>
                    <a:lumOff val="60000"/>
                  </a:srgbClr>
                </a:solidFill>
                <a:effectLst/>
                <a:uLnTx/>
                <a:uFillTx/>
                <a:latin typeface="Calibri"/>
                <a:ea typeface="+mn-ea"/>
                <a:cs typeface="+mn-cs"/>
                <a:sym typeface="Arial"/>
              </a:endParaRPr>
            </a:p>
          </p:txBody>
        </p:sp>
        <p:sp>
          <p:nvSpPr>
            <p:cNvPr id="23" name="Rectangle 10">
              <a:extLst>
                <a:ext uri="{FF2B5EF4-FFF2-40B4-BE49-F238E27FC236}">
                  <a16:creationId xmlns:a16="http://schemas.microsoft.com/office/drawing/2014/main" id="{8BDF2094-ADE4-0A14-1228-D7C225D7E171}"/>
                </a:ext>
              </a:extLst>
            </p:cNvPr>
            <p:cNvSpPr>
              <a:spLocks noChangeArrowheads="1"/>
            </p:cNvSpPr>
            <p:nvPr/>
          </p:nvSpPr>
          <p:spPr bwMode="auto">
            <a:xfrm>
              <a:off x="2516456" y="5873839"/>
              <a:ext cx="2669107" cy="47276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marL="0" marR="0" lvl="0" indent="0" algn="l" defTabSz="798513" rtl="0" eaLnBrk="0" fontAlgn="auto" latinLnBrk="0" hangingPunct="0">
                <a:lnSpc>
                  <a:spcPct val="100000"/>
                </a:lnSpc>
                <a:spcBef>
                  <a:spcPts val="0"/>
                </a:spcBef>
                <a:spcAft>
                  <a:spcPts val="200"/>
                </a:spcAft>
                <a:buClr>
                  <a:srgbClr val="000000"/>
                </a:buClr>
                <a:buSzTx/>
                <a:buFontTx/>
                <a:buNone/>
                <a:tabLst/>
                <a:defRPr/>
              </a:pPr>
              <a:r>
                <a:rPr kumimoji="0" lang="es-ES_tradnl" sz="1100" b="1" i="1" u="none" strike="noStrike" kern="0" cap="none" spc="0" normalizeH="0" baseline="0" noProof="0">
                  <a:ln>
                    <a:noFill/>
                  </a:ln>
                  <a:solidFill>
                    <a:srgbClr val="838383">
                      <a:lumMod val="75000"/>
                    </a:srgbClr>
                  </a:solidFill>
                  <a:effectLst/>
                  <a:uLnTx/>
                  <a:uFillTx/>
                  <a:latin typeface="Calibri" panose="020F0502020204030204"/>
                  <a:ea typeface="+mn-ea"/>
                  <a:cs typeface="Arial" charset="0"/>
                  <a:sym typeface="Arial"/>
                </a:rPr>
                <a:t>Desajuste contable en flotas de renting y leasing</a:t>
              </a:r>
            </a:p>
          </p:txBody>
        </p:sp>
        <p:sp>
          <p:nvSpPr>
            <p:cNvPr id="24" name="Freeform 59">
              <a:extLst>
                <a:ext uri="{FF2B5EF4-FFF2-40B4-BE49-F238E27FC236}">
                  <a16:creationId xmlns:a16="http://schemas.microsoft.com/office/drawing/2014/main" id="{5EDC6C28-6808-A178-FAF2-316A42B27A8D}"/>
                </a:ext>
              </a:extLst>
            </p:cNvPr>
            <p:cNvSpPr/>
            <p:nvPr/>
          </p:nvSpPr>
          <p:spPr>
            <a:xfrm flipV="1">
              <a:off x="7734873" y="5049154"/>
              <a:ext cx="2428690" cy="137383"/>
            </a:xfrm>
            <a:custGeom>
              <a:avLst/>
              <a:gdLst>
                <a:gd name="connsiteX0" fmla="*/ 0 w 733245"/>
                <a:gd name="connsiteY0" fmla="*/ 198407 h 198407"/>
                <a:gd name="connsiteX1" fmla="*/ 198407 w 733245"/>
                <a:gd name="connsiteY1" fmla="*/ 0 h 198407"/>
                <a:gd name="connsiteX2" fmla="*/ 733245 w 733245"/>
                <a:gd name="connsiteY2" fmla="*/ 0 h 198407"/>
                <a:gd name="connsiteX0" fmla="*/ 0 w 733245"/>
                <a:gd name="connsiteY0" fmla="*/ 198407 h 198407"/>
                <a:gd name="connsiteX1" fmla="*/ 37531 w 733245"/>
                <a:gd name="connsiteY1" fmla="*/ 0 h 198407"/>
                <a:gd name="connsiteX2" fmla="*/ 733245 w 733245"/>
                <a:gd name="connsiteY2" fmla="*/ 0 h 198407"/>
              </a:gdLst>
              <a:ahLst/>
              <a:cxnLst>
                <a:cxn ang="0">
                  <a:pos x="connsiteX0" y="connsiteY0"/>
                </a:cxn>
                <a:cxn ang="0">
                  <a:pos x="connsiteX1" y="connsiteY1"/>
                </a:cxn>
                <a:cxn ang="0">
                  <a:pos x="connsiteX2" y="connsiteY2"/>
                </a:cxn>
              </a:cxnLst>
              <a:rect l="l" t="t" r="r" b="b"/>
              <a:pathLst>
                <a:path w="733245" h="198407">
                  <a:moveTo>
                    <a:pt x="0" y="198407"/>
                  </a:moveTo>
                  <a:lnTo>
                    <a:pt x="37531" y="0"/>
                  </a:lnTo>
                  <a:lnTo>
                    <a:pt x="733245" y="0"/>
                  </a:lnTo>
                </a:path>
              </a:pathLst>
            </a:custGeom>
            <a:noFill/>
            <a:ln w="19050" cap="flat" cmpd="sng" algn="ctr">
              <a:solidFill>
                <a:srgbClr val="8D9AA9"/>
              </a:solidFill>
              <a:prstDash val="sysDot"/>
            </a:ln>
            <a:effectLst/>
          </p:spPr>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838383"/>
                </a:solidFill>
                <a:effectLst/>
                <a:uLnTx/>
                <a:uFillTx/>
                <a:latin typeface="Calibri"/>
                <a:ea typeface="+mn-ea"/>
                <a:cs typeface="+mn-cs"/>
                <a:sym typeface="Arial"/>
              </a:endParaRPr>
            </a:p>
          </p:txBody>
        </p:sp>
        <p:sp>
          <p:nvSpPr>
            <p:cNvPr id="25" name="Rectangle 10">
              <a:extLst>
                <a:ext uri="{FF2B5EF4-FFF2-40B4-BE49-F238E27FC236}">
                  <a16:creationId xmlns:a16="http://schemas.microsoft.com/office/drawing/2014/main" id="{DDDD4DFB-0E79-58BE-8D35-3019F710347F}"/>
                </a:ext>
              </a:extLst>
            </p:cNvPr>
            <p:cNvSpPr>
              <a:spLocks noChangeArrowheads="1"/>
            </p:cNvSpPr>
            <p:nvPr/>
          </p:nvSpPr>
          <p:spPr bwMode="auto">
            <a:xfrm>
              <a:off x="7875480" y="4692167"/>
              <a:ext cx="2264335" cy="47276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marL="0" marR="0" lvl="0" indent="0" algn="r" defTabSz="798513" rtl="0" eaLnBrk="0" fontAlgn="auto" latinLnBrk="0" hangingPunct="0">
                <a:lnSpc>
                  <a:spcPct val="100000"/>
                </a:lnSpc>
                <a:spcBef>
                  <a:spcPts val="0"/>
                </a:spcBef>
                <a:spcAft>
                  <a:spcPts val="200"/>
                </a:spcAft>
                <a:buClr>
                  <a:srgbClr val="000000"/>
                </a:buClr>
                <a:buSzTx/>
                <a:buFontTx/>
                <a:buNone/>
                <a:tabLst/>
                <a:defRPr/>
              </a:pPr>
              <a:r>
                <a:rPr kumimoji="0" lang="es-ES" sz="1100" b="1" i="1" u="none" strike="noStrike" kern="0" cap="none" spc="0" normalizeH="0" baseline="0" noProof="0">
                  <a:ln>
                    <a:noFill/>
                  </a:ln>
                  <a:solidFill>
                    <a:srgbClr val="8D9AA9"/>
                  </a:solidFill>
                  <a:effectLst/>
                  <a:uLnTx/>
                  <a:uFillTx/>
                  <a:latin typeface="Calibri" panose="020F0502020204030204"/>
                  <a:ea typeface="+mn-ea"/>
                  <a:cs typeface="Arial" charset="0"/>
                  <a:sym typeface="Arial"/>
                </a:rPr>
                <a:t>Infraestructura de carga insuficiente</a:t>
              </a:r>
            </a:p>
          </p:txBody>
        </p:sp>
        <p:sp>
          <p:nvSpPr>
            <p:cNvPr id="26" name="Freeform 62">
              <a:extLst>
                <a:ext uri="{FF2B5EF4-FFF2-40B4-BE49-F238E27FC236}">
                  <a16:creationId xmlns:a16="http://schemas.microsoft.com/office/drawing/2014/main" id="{325C5B46-166E-674A-9C88-0C015D6C8D09}"/>
                </a:ext>
              </a:extLst>
            </p:cNvPr>
            <p:cNvSpPr/>
            <p:nvPr/>
          </p:nvSpPr>
          <p:spPr>
            <a:xfrm flipV="1">
              <a:off x="6861597" y="5874141"/>
              <a:ext cx="2940985" cy="374400"/>
            </a:xfrm>
            <a:custGeom>
              <a:avLst/>
              <a:gdLst>
                <a:gd name="connsiteX0" fmla="*/ 0 w 733245"/>
                <a:gd name="connsiteY0" fmla="*/ 198407 h 198407"/>
                <a:gd name="connsiteX1" fmla="*/ 198407 w 733245"/>
                <a:gd name="connsiteY1" fmla="*/ 0 h 198407"/>
                <a:gd name="connsiteX2" fmla="*/ 733245 w 733245"/>
                <a:gd name="connsiteY2" fmla="*/ 0 h 198407"/>
                <a:gd name="connsiteX0" fmla="*/ 0 w 733245"/>
                <a:gd name="connsiteY0" fmla="*/ 198407 h 198407"/>
                <a:gd name="connsiteX1" fmla="*/ 37531 w 733245"/>
                <a:gd name="connsiteY1" fmla="*/ 0 h 198407"/>
                <a:gd name="connsiteX2" fmla="*/ 733245 w 733245"/>
                <a:gd name="connsiteY2" fmla="*/ 0 h 198407"/>
              </a:gdLst>
              <a:ahLst/>
              <a:cxnLst>
                <a:cxn ang="0">
                  <a:pos x="connsiteX0" y="connsiteY0"/>
                </a:cxn>
                <a:cxn ang="0">
                  <a:pos x="connsiteX1" y="connsiteY1"/>
                </a:cxn>
                <a:cxn ang="0">
                  <a:pos x="connsiteX2" y="connsiteY2"/>
                </a:cxn>
              </a:cxnLst>
              <a:rect l="l" t="t" r="r" b="b"/>
              <a:pathLst>
                <a:path w="733245" h="198407">
                  <a:moveTo>
                    <a:pt x="0" y="198407"/>
                  </a:moveTo>
                  <a:lnTo>
                    <a:pt x="37531" y="0"/>
                  </a:lnTo>
                  <a:lnTo>
                    <a:pt x="733245" y="0"/>
                  </a:lnTo>
                </a:path>
              </a:pathLst>
            </a:custGeom>
            <a:noFill/>
            <a:ln w="19050" cap="flat" cmpd="sng" algn="ctr">
              <a:solidFill>
                <a:srgbClr val="B1BCD1"/>
              </a:solidFill>
              <a:prstDash val="sysDot"/>
            </a:ln>
            <a:effectLst/>
          </p:spPr>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838383"/>
                </a:solidFill>
                <a:effectLst/>
                <a:uLnTx/>
                <a:uFillTx/>
                <a:latin typeface="Calibri"/>
                <a:ea typeface="+mn-ea"/>
                <a:cs typeface="+mn-cs"/>
                <a:sym typeface="Arial"/>
              </a:endParaRPr>
            </a:p>
          </p:txBody>
        </p:sp>
        <p:sp>
          <p:nvSpPr>
            <p:cNvPr id="27" name="Rectangle 10">
              <a:extLst>
                <a:ext uri="{FF2B5EF4-FFF2-40B4-BE49-F238E27FC236}">
                  <a16:creationId xmlns:a16="http://schemas.microsoft.com/office/drawing/2014/main" id="{7B9397B4-3E5C-C84B-45F2-A9EF6AB94BBA}"/>
                </a:ext>
              </a:extLst>
            </p:cNvPr>
            <p:cNvSpPr>
              <a:spLocks noChangeArrowheads="1"/>
            </p:cNvSpPr>
            <p:nvPr/>
          </p:nvSpPr>
          <p:spPr bwMode="auto">
            <a:xfrm>
              <a:off x="6905636" y="5968058"/>
              <a:ext cx="2896946" cy="23638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marL="0" marR="0" lvl="0" indent="0" algn="r" defTabSz="798513" rtl="0" eaLnBrk="0" fontAlgn="auto" latinLnBrk="0" hangingPunct="0">
                <a:lnSpc>
                  <a:spcPct val="100000"/>
                </a:lnSpc>
                <a:spcBef>
                  <a:spcPts val="0"/>
                </a:spcBef>
                <a:spcAft>
                  <a:spcPts val="200"/>
                </a:spcAft>
                <a:buClr>
                  <a:srgbClr val="000000"/>
                </a:buClr>
                <a:buSzTx/>
                <a:buFontTx/>
                <a:buNone/>
                <a:tabLst/>
                <a:defRPr/>
              </a:pPr>
              <a:r>
                <a:rPr kumimoji="0" lang="es-ES" sz="1100" b="1" i="1" u="none" strike="noStrike" kern="0" cap="none" spc="0" normalizeH="0" baseline="0" noProof="0">
                  <a:ln>
                    <a:noFill/>
                  </a:ln>
                  <a:solidFill>
                    <a:srgbClr val="44546A">
                      <a:lumMod val="60000"/>
                      <a:lumOff val="40000"/>
                    </a:srgbClr>
                  </a:solidFill>
                  <a:effectLst/>
                  <a:uLnTx/>
                  <a:uFillTx/>
                  <a:latin typeface="Calibri" panose="020F0502020204030204"/>
                  <a:ea typeface="+mn-ea"/>
                  <a:cs typeface="Arial" charset="0"/>
                  <a:sym typeface="Arial"/>
                </a:rPr>
                <a:t>Reducción agresiva de precios</a:t>
              </a:r>
            </a:p>
          </p:txBody>
        </p:sp>
        <p:grpSp>
          <p:nvGrpSpPr>
            <p:cNvPr id="28" name="Group 52">
              <a:extLst>
                <a:ext uri="{FF2B5EF4-FFF2-40B4-BE49-F238E27FC236}">
                  <a16:creationId xmlns:a16="http://schemas.microsoft.com/office/drawing/2014/main" id="{3512A6BF-2005-01D7-18A0-E03AC9B523E3}"/>
                </a:ext>
              </a:extLst>
            </p:cNvPr>
            <p:cNvGrpSpPr>
              <a:grpSpLocks noChangeAspect="1"/>
            </p:cNvGrpSpPr>
            <p:nvPr/>
          </p:nvGrpSpPr>
          <p:grpSpPr bwMode="auto">
            <a:xfrm rot="5400000">
              <a:off x="4633751" y="2679777"/>
              <a:ext cx="2892118" cy="2908742"/>
              <a:chOff x="4230" y="2242"/>
              <a:chExt cx="1044" cy="1050"/>
            </a:xfrm>
            <a:effectLst/>
          </p:grpSpPr>
          <p:sp>
            <p:nvSpPr>
              <p:cNvPr id="29" name="Freeform 58">
                <a:extLst>
                  <a:ext uri="{FF2B5EF4-FFF2-40B4-BE49-F238E27FC236}">
                    <a16:creationId xmlns:a16="http://schemas.microsoft.com/office/drawing/2014/main" id="{1C32162E-A2C6-6D3C-06AB-F97D90AC034B}"/>
                  </a:ext>
                </a:extLst>
              </p:cNvPr>
              <p:cNvSpPr>
                <a:spLocks/>
              </p:cNvSpPr>
              <p:nvPr/>
            </p:nvSpPr>
            <p:spPr bwMode="auto">
              <a:xfrm>
                <a:off x="4230" y="2767"/>
                <a:ext cx="522" cy="370"/>
              </a:xfrm>
              <a:custGeom>
                <a:avLst/>
                <a:gdLst/>
                <a:ahLst/>
                <a:cxnLst>
                  <a:cxn ang="0">
                    <a:pos x="0" y="0"/>
                  </a:cxn>
                  <a:cxn ang="0">
                    <a:pos x="405" y="988"/>
                  </a:cxn>
                  <a:cxn ang="0">
                    <a:pos x="1392" y="0"/>
                  </a:cxn>
                  <a:cxn ang="0">
                    <a:pos x="0" y="0"/>
                  </a:cxn>
                </a:cxnLst>
                <a:rect l="0" t="0" r="r" b="b"/>
                <a:pathLst>
                  <a:path w="1392" h="988">
                    <a:moveTo>
                      <a:pt x="0" y="0"/>
                    </a:moveTo>
                    <a:cubicBezTo>
                      <a:pt x="0" y="370"/>
                      <a:pt x="146" y="725"/>
                      <a:pt x="405" y="988"/>
                    </a:cubicBezTo>
                    <a:lnTo>
                      <a:pt x="1392" y="0"/>
                    </a:lnTo>
                    <a:lnTo>
                      <a:pt x="0" y="0"/>
                    </a:lnTo>
                    <a:close/>
                  </a:path>
                </a:pathLst>
              </a:custGeom>
              <a:solidFill>
                <a:srgbClr val="535353">
                  <a:alpha val="80000"/>
                </a:srgbClr>
              </a:solidFill>
              <a:ln w="28575">
                <a:noFill/>
                <a:prstDash val="solid"/>
                <a:round/>
                <a:headEnd/>
                <a:tailEnd/>
              </a:ln>
              <a:effectLst>
                <a:outerShdw blurRad="44450" dist="27940" dir="5400000" algn="ctr">
                  <a:srgbClr val="000000">
                    <a:alpha val="32000"/>
                  </a:srgbClr>
                </a:out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000000"/>
                  </a:solidFill>
                  <a:effectLst/>
                  <a:uLnTx/>
                  <a:uFillTx/>
                  <a:latin typeface="Calibri" panose="020F0502020204030204"/>
                  <a:ea typeface="+mn-ea"/>
                  <a:cs typeface="Arial"/>
                  <a:sym typeface="Arial"/>
                </a:endParaRPr>
              </a:p>
            </p:txBody>
          </p:sp>
          <p:sp>
            <p:nvSpPr>
              <p:cNvPr id="30" name="Freeform 60">
                <a:extLst>
                  <a:ext uri="{FF2B5EF4-FFF2-40B4-BE49-F238E27FC236}">
                    <a16:creationId xmlns:a16="http://schemas.microsoft.com/office/drawing/2014/main" id="{FE60DA82-7F9F-7BE3-9E20-D1D985AF9AD5}"/>
                  </a:ext>
                </a:extLst>
              </p:cNvPr>
              <p:cNvSpPr>
                <a:spLocks/>
              </p:cNvSpPr>
              <p:nvPr/>
            </p:nvSpPr>
            <p:spPr bwMode="auto">
              <a:xfrm>
                <a:off x="4382" y="2242"/>
                <a:ext cx="370" cy="525"/>
              </a:xfrm>
              <a:custGeom>
                <a:avLst/>
                <a:gdLst/>
                <a:ahLst/>
                <a:cxnLst>
                  <a:cxn ang="0">
                    <a:pos x="987" y="0"/>
                  </a:cxn>
                  <a:cxn ang="0">
                    <a:pos x="0" y="413"/>
                  </a:cxn>
                  <a:cxn ang="0">
                    <a:pos x="987" y="1400"/>
                  </a:cxn>
                  <a:cxn ang="0">
                    <a:pos x="987" y="0"/>
                  </a:cxn>
                </a:cxnLst>
                <a:rect l="0" t="0" r="r" b="b"/>
                <a:pathLst>
                  <a:path w="987" h="1400">
                    <a:moveTo>
                      <a:pt x="987" y="0"/>
                    </a:moveTo>
                    <a:cubicBezTo>
                      <a:pt x="617" y="0"/>
                      <a:pt x="262" y="149"/>
                      <a:pt x="0" y="413"/>
                    </a:cubicBezTo>
                    <a:lnTo>
                      <a:pt x="987" y="1400"/>
                    </a:lnTo>
                    <a:lnTo>
                      <a:pt x="987" y="0"/>
                    </a:lnTo>
                    <a:close/>
                  </a:path>
                </a:pathLst>
              </a:custGeom>
              <a:solidFill>
                <a:srgbClr val="3A4E66"/>
              </a:solidFill>
              <a:ln w="28575" cap="flat" cmpd="sng" algn="ctr">
                <a:noFill/>
                <a:prstDash val="solid"/>
              </a:ln>
              <a:effectLst>
                <a:outerShdw blurRad="44450" dist="27940" dir="5400000" algn="ctr">
                  <a:srgbClr val="000000">
                    <a:alpha val="32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FFD85D"/>
                  </a:solidFill>
                  <a:effectLst/>
                  <a:uLnTx/>
                  <a:uFillTx/>
                  <a:latin typeface="Calibri"/>
                  <a:ea typeface="+mn-ea"/>
                  <a:cs typeface="+mn-cs"/>
                  <a:sym typeface="Arial"/>
                </a:endParaRPr>
              </a:p>
            </p:txBody>
          </p:sp>
          <p:sp>
            <p:nvSpPr>
              <p:cNvPr id="31" name="Freeform 53">
                <a:extLst>
                  <a:ext uri="{FF2B5EF4-FFF2-40B4-BE49-F238E27FC236}">
                    <a16:creationId xmlns:a16="http://schemas.microsoft.com/office/drawing/2014/main" id="{3D8E4719-44A8-4AE4-CF2E-E51FF5A25532}"/>
                  </a:ext>
                </a:extLst>
              </p:cNvPr>
              <p:cNvSpPr>
                <a:spLocks/>
              </p:cNvSpPr>
              <p:nvPr/>
            </p:nvSpPr>
            <p:spPr bwMode="auto">
              <a:xfrm>
                <a:off x="4752" y="2242"/>
                <a:ext cx="370" cy="525"/>
              </a:xfrm>
              <a:custGeom>
                <a:avLst/>
                <a:gdLst/>
                <a:ahLst/>
                <a:cxnLst>
                  <a:cxn ang="0">
                    <a:pos x="988" y="413"/>
                  </a:cxn>
                  <a:cxn ang="0">
                    <a:pos x="0" y="0"/>
                  </a:cxn>
                  <a:cxn ang="0">
                    <a:pos x="0" y="1400"/>
                  </a:cxn>
                  <a:cxn ang="0">
                    <a:pos x="988" y="413"/>
                  </a:cxn>
                </a:cxnLst>
                <a:rect l="0" t="0" r="r" b="b"/>
                <a:pathLst>
                  <a:path w="988" h="1400">
                    <a:moveTo>
                      <a:pt x="988" y="413"/>
                    </a:moveTo>
                    <a:cubicBezTo>
                      <a:pt x="726" y="149"/>
                      <a:pt x="371" y="0"/>
                      <a:pt x="0" y="0"/>
                    </a:cubicBezTo>
                    <a:lnTo>
                      <a:pt x="0" y="1400"/>
                    </a:lnTo>
                    <a:lnTo>
                      <a:pt x="988" y="413"/>
                    </a:lnTo>
                    <a:close/>
                  </a:path>
                </a:pathLst>
              </a:custGeom>
              <a:solidFill>
                <a:srgbClr val="8D9AA9"/>
              </a:solidFill>
              <a:ln w="28575">
                <a:noFill/>
                <a:prstDash val="solid"/>
                <a:round/>
                <a:headEnd/>
                <a:tailEnd/>
              </a:ln>
              <a:effectLst>
                <a:outerShdw blurRad="44450" dist="27940" dir="5400000" algn="ctr">
                  <a:srgbClr val="000000">
                    <a:alpha val="32000"/>
                  </a:srgbClr>
                </a:out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000000"/>
                  </a:solidFill>
                  <a:effectLst/>
                  <a:uLnTx/>
                  <a:uFillTx/>
                  <a:latin typeface="Calibri" panose="020F0502020204030204"/>
                  <a:ea typeface="+mn-ea"/>
                  <a:cs typeface="Arial"/>
                  <a:sym typeface="Arial"/>
                </a:endParaRPr>
              </a:p>
            </p:txBody>
          </p:sp>
          <p:sp>
            <p:nvSpPr>
              <p:cNvPr id="32" name="Freeform 54">
                <a:extLst>
                  <a:ext uri="{FF2B5EF4-FFF2-40B4-BE49-F238E27FC236}">
                    <a16:creationId xmlns:a16="http://schemas.microsoft.com/office/drawing/2014/main" id="{8683DF7B-CF2A-A406-9E82-81708887AFD5}"/>
                  </a:ext>
                </a:extLst>
              </p:cNvPr>
              <p:cNvSpPr>
                <a:spLocks/>
              </p:cNvSpPr>
              <p:nvPr/>
            </p:nvSpPr>
            <p:spPr bwMode="auto">
              <a:xfrm>
                <a:off x="4752" y="2397"/>
                <a:ext cx="522" cy="370"/>
              </a:xfrm>
              <a:custGeom>
                <a:avLst/>
                <a:gdLst/>
                <a:ahLst/>
                <a:cxnLst>
                  <a:cxn ang="0">
                    <a:pos x="1392" y="987"/>
                  </a:cxn>
                  <a:cxn ang="0">
                    <a:pos x="988" y="0"/>
                  </a:cxn>
                  <a:cxn ang="0">
                    <a:pos x="0" y="987"/>
                  </a:cxn>
                  <a:cxn ang="0">
                    <a:pos x="1392" y="987"/>
                  </a:cxn>
                </a:cxnLst>
                <a:rect l="0" t="0" r="r" b="b"/>
                <a:pathLst>
                  <a:path w="1392" h="987">
                    <a:moveTo>
                      <a:pt x="1392" y="987"/>
                    </a:moveTo>
                    <a:cubicBezTo>
                      <a:pt x="1392" y="618"/>
                      <a:pt x="1247" y="263"/>
                      <a:pt x="988" y="0"/>
                    </a:cubicBezTo>
                    <a:lnTo>
                      <a:pt x="0" y="987"/>
                    </a:lnTo>
                    <a:lnTo>
                      <a:pt x="1392" y="987"/>
                    </a:lnTo>
                    <a:close/>
                  </a:path>
                </a:pathLst>
              </a:custGeom>
              <a:solidFill>
                <a:srgbClr val="B1BCD1"/>
              </a:solidFill>
              <a:ln w="28575">
                <a:noFill/>
                <a:prstDash val="solid"/>
                <a:round/>
                <a:headEnd/>
                <a:tailEnd/>
              </a:ln>
              <a:effectLst>
                <a:outerShdw blurRad="44450" dist="27940" dir="5400000" algn="ctr">
                  <a:srgbClr val="000000">
                    <a:alpha val="32000"/>
                  </a:srgbClr>
                </a:out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000000"/>
                  </a:solidFill>
                  <a:effectLst/>
                  <a:uLnTx/>
                  <a:uFillTx/>
                  <a:latin typeface="Calibri" panose="020F0502020204030204"/>
                  <a:ea typeface="+mn-ea"/>
                  <a:cs typeface="Arial"/>
                  <a:sym typeface="Arial"/>
                </a:endParaRPr>
              </a:p>
            </p:txBody>
          </p:sp>
          <p:sp>
            <p:nvSpPr>
              <p:cNvPr id="33" name="Freeform 55">
                <a:extLst>
                  <a:ext uri="{FF2B5EF4-FFF2-40B4-BE49-F238E27FC236}">
                    <a16:creationId xmlns:a16="http://schemas.microsoft.com/office/drawing/2014/main" id="{C99AFD70-B904-E6AB-5E15-7ACAC5534A59}"/>
                  </a:ext>
                </a:extLst>
              </p:cNvPr>
              <p:cNvSpPr>
                <a:spLocks/>
              </p:cNvSpPr>
              <p:nvPr/>
            </p:nvSpPr>
            <p:spPr bwMode="auto">
              <a:xfrm>
                <a:off x="4752" y="2767"/>
                <a:ext cx="522" cy="370"/>
              </a:xfrm>
              <a:custGeom>
                <a:avLst/>
                <a:gdLst/>
                <a:ahLst/>
                <a:cxnLst>
                  <a:cxn ang="0">
                    <a:pos x="988" y="988"/>
                  </a:cxn>
                  <a:cxn ang="0">
                    <a:pos x="1392" y="0"/>
                  </a:cxn>
                  <a:cxn ang="0">
                    <a:pos x="0" y="0"/>
                  </a:cxn>
                  <a:cxn ang="0">
                    <a:pos x="988" y="988"/>
                  </a:cxn>
                </a:cxnLst>
                <a:rect l="0" t="0" r="r" b="b"/>
                <a:pathLst>
                  <a:path w="1392" h="988">
                    <a:moveTo>
                      <a:pt x="988" y="988"/>
                    </a:moveTo>
                    <a:cubicBezTo>
                      <a:pt x="1247" y="725"/>
                      <a:pt x="1392" y="370"/>
                      <a:pt x="1392" y="0"/>
                    </a:cubicBezTo>
                    <a:lnTo>
                      <a:pt x="0" y="0"/>
                    </a:lnTo>
                    <a:lnTo>
                      <a:pt x="988" y="988"/>
                    </a:lnTo>
                    <a:close/>
                  </a:path>
                </a:pathLst>
              </a:custGeom>
              <a:solidFill>
                <a:srgbClr val="CACACA">
                  <a:alpha val="60000"/>
                </a:srgbClr>
              </a:solidFill>
              <a:ln w="28575">
                <a:noFill/>
                <a:prstDash val="solid"/>
                <a:round/>
                <a:headEnd/>
                <a:tailEnd/>
              </a:ln>
              <a:effectLst>
                <a:outerShdw blurRad="44450" dist="27940" dir="5400000" algn="ctr">
                  <a:srgbClr val="000000">
                    <a:alpha val="32000"/>
                  </a:srgbClr>
                </a:out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000000"/>
                  </a:solidFill>
                  <a:effectLst/>
                  <a:uLnTx/>
                  <a:uFillTx/>
                  <a:latin typeface="Calibri" panose="020F0502020204030204"/>
                  <a:ea typeface="+mn-ea"/>
                  <a:cs typeface="Arial"/>
                  <a:sym typeface="Arial"/>
                </a:endParaRPr>
              </a:p>
            </p:txBody>
          </p:sp>
          <p:sp>
            <p:nvSpPr>
              <p:cNvPr id="34" name="Freeform 56">
                <a:extLst>
                  <a:ext uri="{FF2B5EF4-FFF2-40B4-BE49-F238E27FC236}">
                    <a16:creationId xmlns:a16="http://schemas.microsoft.com/office/drawing/2014/main" id="{B094C6E8-482A-1B4F-739F-2190A8150198}"/>
                  </a:ext>
                </a:extLst>
              </p:cNvPr>
              <p:cNvSpPr>
                <a:spLocks/>
              </p:cNvSpPr>
              <p:nvPr/>
            </p:nvSpPr>
            <p:spPr bwMode="auto">
              <a:xfrm>
                <a:off x="4752" y="2767"/>
                <a:ext cx="370" cy="525"/>
              </a:xfrm>
              <a:custGeom>
                <a:avLst/>
                <a:gdLst/>
                <a:ahLst/>
                <a:cxnLst>
                  <a:cxn ang="0">
                    <a:pos x="0" y="1400"/>
                  </a:cxn>
                  <a:cxn ang="0">
                    <a:pos x="988" y="988"/>
                  </a:cxn>
                  <a:cxn ang="0">
                    <a:pos x="0" y="0"/>
                  </a:cxn>
                  <a:cxn ang="0">
                    <a:pos x="0" y="1400"/>
                  </a:cxn>
                </a:cxnLst>
                <a:rect l="0" t="0" r="r" b="b"/>
                <a:pathLst>
                  <a:path w="988" h="1400">
                    <a:moveTo>
                      <a:pt x="0" y="1400"/>
                    </a:moveTo>
                    <a:cubicBezTo>
                      <a:pt x="371" y="1400"/>
                      <a:pt x="726" y="1252"/>
                      <a:pt x="988" y="988"/>
                    </a:cubicBezTo>
                    <a:lnTo>
                      <a:pt x="0" y="0"/>
                    </a:lnTo>
                    <a:lnTo>
                      <a:pt x="0" y="1400"/>
                    </a:lnTo>
                    <a:close/>
                  </a:path>
                </a:pathLst>
              </a:custGeom>
              <a:solidFill>
                <a:srgbClr val="5F5F5F">
                  <a:lumMod val="60000"/>
                  <a:lumOff val="40000"/>
                  <a:alpha val="80000"/>
                </a:srgbClr>
              </a:solidFill>
              <a:ln w="28575">
                <a:noFill/>
                <a:prstDash val="solid"/>
                <a:round/>
                <a:headEnd/>
                <a:tailEnd/>
              </a:ln>
              <a:effectLst>
                <a:outerShdw blurRad="44450" dist="27940" dir="5400000" algn="ctr">
                  <a:srgbClr val="000000">
                    <a:alpha val="32000"/>
                  </a:srgbClr>
                </a:out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000000"/>
                  </a:solidFill>
                  <a:effectLst/>
                  <a:uLnTx/>
                  <a:uFillTx/>
                  <a:latin typeface="Calibri" panose="020F0502020204030204"/>
                  <a:ea typeface="+mn-ea"/>
                  <a:cs typeface="Arial"/>
                  <a:sym typeface="Arial"/>
                </a:endParaRPr>
              </a:p>
            </p:txBody>
          </p:sp>
          <p:sp>
            <p:nvSpPr>
              <p:cNvPr id="35" name="Freeform 57">
                <a:extLst>
                  <a:ext uri="{FF2B5EF4-FFF2-40B4-BE49-F238E27FC236}">
                    <a16:creationId xmlns:a16="http://schemas.microsoft.com/office/drawing/2014/main" id="{076C5957-C874-33DD-5D74-25F4FBF4B287}"/>
                  </a:ext>
                </a:extLst>
              </p:cNvPr>
              <p:cNvSpPr>
                <a:spLocks/>
              </p:cNvSpPr>
              <p:nvPr/>
            </p:nvSpPr>
            <p:spPr bwMode="auto">
              <a:xfrm>
                <a:off x="4382" y="2767"/>
                <a:ext cx="370" cy="525"/>
              </a:xfrm>
              <a:custGeom>
                <a:avLst/>
                <a:gdLst/>
                <a:ahLst/>
                <a:cxnLst>
                  <a:cxn ang="0">
                    <a:pos x="0" y="988"/>
                  </a:cxn>
                  <a:cxn ang="0">
                    <a:pos x="987" y="1400"/>
                  </a:cxn>
                  <a:cxn ang="0">
                    <a:pos x="987" y="0"/>
                  </a:cxn>
                  <a:cxn ang="0">
                    <a:pos x="0" y="988"/>
                  </a:cxn>
                </a:cxnLst>
                <a:rect l="0" t="0" r="r" b="b"/>
                <a:pathLst>
                  <a:path w="987" h="1400">
                    <a:moveTo>
                      <a:pt x="0" y="988"/>
                    </a:moveTo>
                    <a:cubicBezTo>
                      <a:pt x="262" y="1252"/>
                      <a:pt x="617" y="1400"/>
                      <a:pt x="987" y="1400"/>
                    </a:cubicBezTo>
                    <a:lnTo>
                      <a:pt x="987" y="0"/>
                    </a:lnTo>
                    <a:lnTo>
                      <a:pt x="0" y="988"/>
                    </a:lnTo>
                    <a:close/>
                  </a:path>
                </a:pathLst>
              </a:custGeom>
              <a:solidFill>
                <a:srgbClr val="7D7D7D">
                  <a:alpha val="80000"/>
                </a:srgbClr>
              </a:solidFill>
              <a:ln w="28575">
                <a:noFill/>
                <a:prstDash val="solid"/>
                <a:round/>
                <a:headEnd/>
                <a:tailEnd/>
              </a:ln>
              <a:effectLst>
                <a:outerShdw blurRad="44450" dist="27940" dir="5400000" algn="ctr">
                  <a:srgbClr val="000000">
                    <a:alpha val="32000"/>
                  </a:srgbClr>
                </a:out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000000"/>
                  </a:solidFill>
                  <a:effectLst/>
                  <a:uLnTx/>
                  <a:uFillTx/>
                  <a:latin typeface="Calibri" panose="020F0502020204030204"/>
                  <a:ea typeface="+mn-ea"/>
                  <a:cs typeface="Arial"/>
                  <a:sym typeface="Arial"/>
                </a:endParaRPr>
              </a:p>
            </p:txBody>
          </p:sp>
          <p:sp>
            <p:nvSpPr>
              <p:cNvPr id="36" name="Freeform 59">
                <a:extLst>
                  <a:ext uri="{FF2B5EF4-FFF2-40B4-BE49-F238E27FC236}">
                    <a16:creationId xmlns:a16="http://schemas.microsoft.com/office/drawing/2014/main" id="{2F262ADF-6B29-39E1-7580-A9AA658209ED}"/>
                  </a:ext>
                </a:extLst>
              </p:cNvPr>
              <p:cNvSpPr>
                <a:spLocks/>
              </p:cNvSpPr>
              <p:nvPr/>
            </p:nvSpPr>
            <p:spPr bwMode="auto">
              <a:xfrm>
                <a:off x="4230" y="2397"/>
                <a:ext cx="522" cy="370"/>
              </a:xfrm>
              <a:custGeom>
                <a:avLst/>
                <a:gdLst/>
                <a:ahLst/>
                <a:cxnLst>
                  <a:cxn ang="0">
                    <a:pos x="405" y="0"/>
                  </a:cxn>
                  <a:cxn ang="0">
                    <a:pos x="0" y="987"/>
                  </a:cxn>
                  <a:cxn ang="0">
                    <a:pos x="1392" y="987"/>
                  </a:cxn>
                  <a:cxn ang="0">
                    <a:pos x="405" y="0"/>
                  </a:cxn>
                </a:cxnLst>
                <a:rect l="0" t="0" r="r" b="b"/>
                <a:pathLst>
                  <a:path w="1392" h="987">
                    <a:moveTo>
                      <a:pt x="405" y="0"/>
                    </a:moveTo>
                    <a:cubicBezTo>
                      <a:pt x="146" y="263"/>
                      <a:pt x="0" y="618"/>
                      <a:pt x="0" y="987"/>
                    </a:cubicBezTo>
                    <a:lnTo>
                      <a:pt x="1392" y="987"/>
                    </a:lnTo>
                    <a:lnTo>
                      <a:pt x="405" y="0"/>
                    </a:lnTo>
                    <a:close/>
                  </a:path>
                </a:pathLst>
              </a:custGeom>
              <a:solidFill>
                <a:srgbClr val="021F41"/>
              </a:solidFill>
              <a:ln w="28575">
                <a:noFill/>
                <a:prstDash val="solid"/>
                <a:round/>
                <a:headEnd/>
                <a:tailEnd/>
              </a:ln>
              <a:effectLst>
                <a:outerShdw blurRad="44450" dist="27940" dir="5400000" algn="ctr">
                  <a:srgbClr val="000000">
                    <a:alpha val="32000"/>
                  </a:srgbClr>
                </a:outerShdw>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000000"/>
                  </a:solidFill>
                  <a:effectLst/>
                  <a:uLnTx/>
                  <a:uFillTx/>
                  <a:latin typeface="Calibri" panose="020F0502020204030204"/>
                  <a:ea typeface="+mn-ea"/>
                  <a:cs typeface="Arial"/>
                  <a:sym typeface="Arial"/>
                </a:endParaRPr>
              </a:p>
            </p:txBody>
          </p:sp>
        </p:grpSp>
        <p:sp>
          <p:nvSpPr>
            <p:cNvPr id="37" name="Oval 36">
              <a:extLst>
                <a:ext uri="{FF2B5EF4-FFF2-40B4-BE49-F238E27FC236}">
                  <a16:creationId xmlns:a16="http://schemas.microsoft.com/office/drawing/2014/main" id="{637D732E-BDD8-74E6-DC4F-64737AEF79DB}"/>
                </a:ext>
              </a:extLst>
            </p:cNvPr>
            <p:cNvSpPr/>
            <p:nvPr/>
          </p:nvSpPr>
          <p:spPr bwMode="ltGray">
            <a:xfrm>
              <a:off x="5035263" y="2293359"/>
              <a:ext cx="981818" cy="981818"/>
            </a:xfrm>
            <a:prstGeom prst="ellipse">
              <a:avLst/>
            </a:prstGeom>
            <a:solidFill>
              <a:srgbClr val="A7A7A7">
                <a:lumMod val="50000"/>
              </a:srgbClr>
            </a:solidFill>
            <a:ln w="2857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err="1">
                <a:ln>
                  <a:noFill/>
                </a:ln>
                <a:solidFill>
                  <a:srgbClr val="FFFFFF"/>
                </a:solidFill>
                <a:effectLst/>
                <a:uLnTx/>
                <a:uFillTx/>
                <a:latin typeface="Calibri"/>
                <a:ea typeface="+mn-ea"/>
                <a:cs typeface="+mn-cs"/>
                <a:sym typeface="Arial"/>
              </a:endParaRPr>
            </a:p>
          </p:txBody>
        </p:sp>
        <p:sp>
          <p:nvSpPr>
            <p:cNvPr id="38" name="Oval 37">
              <a:extLst>
                <a:ext uri="{FF2B5EF4-FFF2-40B4-BE49-F238E27FC236}">
                  <a16:creationId xmlns:a16="http://schemas.microsoft.com/office/drawing/2014/main" id="{5A87C2DB-6370-4C4F-AECE-BEA151B9B22F}"/>
                </a:ext>
              </a:extLst>
            </p:cNvPr>
            <p:cNvSpPr/>
            <p:nvPr/>
          </p:nvSpPr>
          <p:spPr bwMode="ltGray">
            <a:xfrm>
              <a:off x="6141670" y="2293359"/>
              <a:ext cx="981818" cy="981818"/>
            </a:xfrm>
            <a:prstGeom prst="ellipse">
              <a:avLst/>
            </a:prstGeom>
            <a:solidFill>
              <a:srgbClr val="021F41"/>
            </a:solidFill>
            <a:ln w="2857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err="1">
                <a:ln>
                  <a:noFill/>
                </a:ln>
                <a:solidFill>
                  <a:srgbClr val="FFD85D"/>
                </a:solidFill>
                <a:effectLst/>
                <a:uLnTx/>
                <a:uFillTx/>
                <a:latin typeface="Calibri"/>
                <a:ea typeface="+mn-ea"/>
                <a:cs typeface="+mn-cs"/>
                <a:sym typeface="Arial"/>
              </a:endParaRPr>
            </a:p>
          </p:txBody>
        </p:sp>
        <p:sp>
          <p:nvSpPr>
            <p:cNvPr id="39" name="Oval 38">
              <a:extLst>
                <a:ext uri="{FF2B5EF4-FFF2-40B4-BE49-F238E27FC236}">
                  <a16:creationId xmlns:a16="http://schemas.microsoft.com/office/drawing/2014/main" id="{72C8CB4D-5202-CFA6-6996-90D9AD250BCC}"/>
                </a:ext>
              </a:extLst>
            </p:cNvPr>
            <p:cNvSpPr/>
            <p:nvPr/>
          </p:nvSpPr>
          <p:spPr bwMode="ltGray">
            <a:xfrm>
              <a:off x="5035263" y="4987169"/>
              <a:ext cx="981818" cy="981818"/>
            </a:xfrm>
            <a:prstGeom prst="ellipse">
              <a:avLst/>
            </a:prstGeom>
            <a:solidFill>
              <a:srgbClr val="A7A7A7">
                <a:lumMod val="60000"/>
                <a:lumOff val="40000"/>
              </a:srgbClr>
            </a:solidFill>
            <a:ln w="2857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err="1">
                <a:ln>
                  <a:noFill/>
                </a:ln>
                <a:solidFill>
                  <a:srgbClr val="FFFFFF"/>
                </a:solidFill>
                <a:effectLst/>
                <a:uLnTx/>
                <a:uFillTx/>
                <a:latin typeface="Calibri"/>
                <a:ea typeface="+mn-ea"/>
                <a:cs typeface="+mn-cs"/>
                <a:sym typeface="Arial"/>
              </a:endParaRPr>
            </a:p>
          </p:txBody>
        </p:sp>
        <p:sp>
          <p:nvSpPr>
            <p:cNvPr id="40" name="Oval 39">
              <a:extLst>
                <a:ext uri="{FF2B5EF4-FFF2-40B4-BE49-F238E27FC236}">
                  <a16:creationId xmlns:a16="http://schemas.microsoft.com/office/drawing/2014/main" id="{0FD1695F-40DC-CFFB-9D49-80EDB8474369}"/>
                </a:ext>
              </a:extLst>
            </p:cNvPr>
            <p:cNvSpPr/>
            <p:nvPr/>
          </p:nvSpPr>
          <p:spPr bwMode="ltGray">
            <a:xfrm>
              <a:off x="6141672" y="4987169"/>
              <a:ext cx="981817" cy="981818"/>
            </a:xfrm>
            <a:prstGeom prst="ellipse">
              <a:avLst/>
            </a:prstGeom>
            <a:solidFill>
              <a:srgbClr val="CCD3E1">
                <a:lumMod val="90000"/>
              </a:srgbClr>
            </a:solidFill>
            <a:ln w="28575">
              <a:noFill/>
              <a:prstDash val="solid"/>
              <a:round/>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err="1">
                <a:ln>
                  <a:noFill/>
                </a:ln>
                <a:solidFill>
                  <a:srgbClr val="000000"/>
                </a:solidFill>
                <a:effectLst/>
                <a:uLnTx/>
                <a:uFillTx/>
                <a:latin typeface="Calibri" panose="020F0502020204030204"/>
                <a:ea typeface="Arial"/>
                <a:cs typeface="Arial"/>
                <a:sym typeface="Arial"/>
              </a:endParaRPr>
            </a:p>
          </p:txBody>
        </p:sp>
        <p:sp>
          <p:nvSpPr>
            <p:cNvPr id="41" name="Oval 40">
              <a:extLst>
                <a:ext uri="{FF2B5EF4-FFF2-40B4-BE49-F238E27FC236}">
                  <a16:creationId xmlns:a16="http://schemas.microsoft.com/office/drawing/2014/main" id="{CB792115-2315-7B07-D72A-A7BC0D5708EF}"/>
                </a:ext>
              </a:extLst>
            </p:cNvPr>
            <p:cNvSpPr/>
            <p:nvPr/>
          </p:nvSpPr>
          <p:spPr bwMode="ltGray">
            <a:xfrm>
              <a:off x="6986302" y="4204719"/>
              <a:ext cx="981817" cy="981818"/>
            </a:xfrm>
            <a:prstGeom prst="ellipse">
              <a:avLst/>
            </a:prstGeom>
            <a:solidFill>
              <a:srgbClr val="8D9AA9"/>
            </a:solidFill>
            <a:ln w="2857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err="1">
                <a:ln>
                  <a:noFill/>
                </a:ln>
                <a:solidFill>
                  <a:srgbClr val="FFD85D"/>
                </a:solidFill>
                <a:effectLst/>
                <a:uLnTx/>
                <a:uFillTx/>
                <a:latin typeface="Calibri"/>
                <a:ea typeface="+mn-ea"/>
                <a:cs typeface="+mn-cs"/>
                <a:sym typeface="Arial"/>
              </a:endParaRPr>
            </a:p>
          </p:txBody>
        </p:sp>
        <p:sp>
          <p:nvSpPr>
            <p:cNvPr id="42" name="Oval 41">
              <a:extLst>
                <a:ext uri="{FF2B5EF4-FFF2-40B4-BE49-F238E27FC236}">
                  <a16:creationId xmlns:a16="http://schemas.microsoft.com/office/drawing/2014/main" id="{E386215B-6689-E6B5-B255-7F20E41FA870}"/>
                </a:ext>
              </a:extLst>
            </p:cNvPr>
            <p:cNvSpPr/>
            <p:nvPr/>
          </p:nvSpPr>
          <p:spPr bwMode="ltGray">
            <a:xfrm>
              <a:off x="6986302" y="3075703"/>
              <a:ext cx="981817" cy="981818"/>
            </a:xfrm>
            <a:prstGeom prst="ellipse">
              <a:avLst/>
            </a:prstGeom>
            <a:solidFill>
              <a:srgbClr val="3A4E66"/>
            </a:solidFill>
            <a:ln w="28575">
              <a:noFill/>
              <a:prstDash val="solid"/>
              <a:round/>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err="1">
                <a:ln>
                  <a:noFill/>
                </a:ln>
                <a:solidFill>
                  <a:srgbClr val="000000"/>
                </a:solidFill>
                <a:effectLst/>
                <a:uLnTx/>
                <a:uFillTx/>
                <a:latin typeface="Calibri" panose="020F0502020204030204"/>
                <a:ea typeface="Arial"/>
                <a:cs typeface="Arial"/>
                <a:sym typeface="Arial"/>
              </a:endParaRPr>
            </a:p>
          </p:txBody>
        </p:sp>
        <p:sp>
          <p:nvSpPr>
            <p:cNvPr id="43" name="Oval 42">
              <a:extLst>
                <a:ext uri="{FF2B5EF4-FFF2-40B4-BE49-F238E27FC236}">
                  <a16:creationId xmlns:a16="http://schemas.microsoft.com/office/drawing/2014/main" id="{F0D8B916-89E6-C1FC-758C-6D2AAB63089A}"/>
                </a:ext>
              </a:extLst>
            </p:cNvPr>
            <p:cNvSpPr/>
            <p:nvPr/>
          </p:nvSpPr>
          <p:spPr bwMode="ltGray">
            <a:xfrm>
              <a:off x="4221222" y="4204720"/>
              <a:ext cx="981817" cy="981818"/>
            </a:xfrm>
            <a:prstGeom prst="ellipse">
              <a:avLst/>
            </a:prstGeom>
            <a:solidFill>
              <a:srgbClr val="5F5F5F">
                <a:lumMod val="60000"/>
                <a:lumOff val="40000"/>
              </a:srgbClr>
            </a:solidFill>
            <a:ln w="28575">
              <a:noFill/>
              <a:prstDash val="solid"/>
              <a:round/>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err="1">
                <a:ln>
                  <a:noFill/>
                </a:ln>
                <a:solidFill>
                  <a:srgbClr val="000000"/>
                </a:solidFill>
                <a:effectLst/>
                <a:uLnTx/>
                <a:uFillTx/>
                <a:latin typeface="Calibri" panose="020F0502020204030204"/>
                <a:ea typeface="+mn-ea"/>
                <a:cs typeface="Arial"/>
                <a:sym typeface="Arial"/>
              </a:endParaRPr>
            </a:p>
          </p:txBody>
        </p:sp>
        <p:sp>
          <p:nvSpPr>
            <p:cNvPr id="44" name="Oval 43">
              <a:extLst>
                <a:ext uri="{FF2B5EF4-FFF2-40B4-BE49-F238E27FC236}">
                  <a16:creationId xmlns:a16="http://schemas.microsoft.com/office/drawing/2014/main" id="{DA4D58D5-D26D-E178-30B5-225989D9D362}"/>
                </a:ext>
              </a:extLst>
            </p:cNvPr>
            <p:cNvSpPr/>
            <p:nvPr/>
          </p:nvSpPr>
          <p:spPr bwMode="ltGray">
            <a:xfrm>
              <a:off x="4221221" y="3075703"/>
              <a:ext cx="981817" cy="981818"/>
            </a:xfrm>
            <a:prstGeom prst="ellipse">
              <a:avLst/>
            </a:prstGeom>
            <a:solidFill>
              <a:srgbClr val="A7A7A7">
                <a:lumMod val="75000"/>
              </a:srgbClr>
            </a:solidFill>
            <a:ln w="28575">
              <a:noFill/>
              <a:prstDash val="solid"/>
              <a:round/>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err="1">
                <a:ln>
                  <a:noFill/>
                </a:ln>
                <a:solidFill>
                  <a:srgbClr val="000000"/>
                </a:solidFill>
                <a:effectLst/>
                <a:uLnTx/>
                <a:uFillTx/>
                <a:latin typeface="Calibri" panose="020F0502020204030204"/>
                <a:ea typeface="+mn-ea"/>
                <a:cs typeface="Arial"/>
                <a:sym typeface="Arial"/>
              </a:endParaRPr>
            </a:p>
          </p:txBody>
        </p:sp>
        <p:sp>
          <p:nvSpPr>
            <p:cNvPr id="45" name="Oval 44">
              <a:extLst>
                <a:ext uri="{FF2B5EF4-FFF2-40B4-BE49-F238E27FC236}">
                  <a16:creationId xmlns:a16="http://schemas.microsoft.com/office/drawing/2014/main" id="{020C717B-7A4F-6487-AE07-CD2068F2A209}"/>
                </a:ext>
              </a:extLst>
            </p:cNvPr>
            <p:cNvSpPr/>
            <p:nvPr/>
          </p:nvSpPr>
          <p:spPr bwMode="ltGray">
            <a:xfrm>
              <a:off x="6223488" y="2375180"/>
              <a:ext cx="818182" cy="818182"/>
            </a:xfrm>
            <a:prstGeom prst="ellipse">
              <a:avLst/>
            </a:prstGeom>
            <a:solidFill>
              <a:schemeClr val="bg1"/>
            </a:solidFill>
            <a:ln w="28575" cap="flat" cmpd="sng" algn="ctr">
              <a:no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000" b="1" i="1" u="none" strike="noStrike" kern="0" cap="none" spc="0" normalizeH="0" baseline="0" noProof="0">
                <a:ln>
                  <a:noFill/>
                </a:ln>
                <a:solidFill>
                  <a:srgbClr val="07307F"/>
                </a:solidFill>
                <a:effectLst/>
                <a:uLnTx/>
                <a:uFillTx/>
                <a:latin typeface="Calibri"/>
                <a:ea typeface="+mn-ea"/>
                <a:cs typeface="+mn-cs"/>
                <a:sym typeface="Arial"/>
              </a:endParaRPr>
            </a:p>
          </p:txBody>
        </p:sp>
        <p:sp>
          <p:nvSpPr>
            <p:cNvPr id="46" name="Oval 45">
              <a:extLst>
                <a:ext uri="{FF2B5EF4-FFF2-40B4-BE49-F238E27FC236}">
                  <a16:creationId xmlns:a16="http://schemas.microsoft.com/office/drawing/2014/main" id="{905781AD-0B79-164C-FBBA-98219C019F9B}"/>
                </a:ext>
              </a:extLst>
            </p:cNvPr>
            <p:cNvSpPr/>
            <p:nvPr/>
          </p:nvSpPr>
          <p:spPr bwMode="ltGray">
            <a:xfrm>
              <a:off x="6223488" y="5064547"/>
              <a:ext cx="818182" cy="818182"/>
            </a:xfrm>
            <a:prstGeom prst="ellipse">
              <a:avLst/>
            </a:prstGeom>
            <a:solidFill>
              <a:srgbClr val="FFFFFF"/>
            </a:solidFill>
            <a:ln w="28575" cap="flat" cmpd="sng" algn="ctr">
              <a:no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000" b="1" i="1" u="none" strike="noStrike" kern="0" cap="none" spc="0" normalizeH="0" baseline="0" noProof="0">
                <a:ln>
                  <a:noFill/>
                </a:ln>
                <a:solidFill>
                  <a:srgbClr val="CCD3E1"/>
                </a:solidFill>
                <a:effectLst/>
                <a:uLnTx/>
                <a:uFillTx/>
                <a:latin typeface="Calibri"/>
                <a:ea typeface="+mn-ea"/>
                <a:cs typeface="+mn-cs"/>
                <a:sym typeface="Arial"/>
              </a:endParaRPr>
            </a:p>
          </p:txBody>
        </p:sp>
        <p:sp>
          <p:nvSpPr>
            <p:cNvPr id="47" name="Oval 46">
              <a:hlinkClick r:id="rId4" action="ppaction://hlinkpres?slideindex=1&amp;slidetitle="/>
              <a:extLst>
                <a:ext uri="{FF2B5EF4-FFF2-40B4-BE49-F238E27FC236}">
                  <a16:creationId xmlns:a16="http://schemas.microsoft.com/office/drawing/2014/main" id="{E7724377-851F-76AF-4C51-E60A552239AE}"/>
                </a:ext>
              </a:extLst>
            </p:cNvPr>
            <p:cNvSpPr/>
            <p:nvPr/>
          </p:nvSpPr>
          <p:spPr bwMode="ltGray">
            <a:xfrm>
              <a:off x="5119166" y="2375180"/>
              <a:ext cx="818182" cy="818182"/>
            </a:xfrm>
            <a:prstGeom prst="ellipse">
              <a:avLst/>
            </a:prstGeom>
            <a:solidFill>
              <a:srgbClr val="FFFFFF"/>
            </a:solidFill>
            <a:ln w="28575" cap="flat" cmpd="sng" algn="ctr">
              <a:no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000" b="1" i="1" u="none" strike="noStrike" kern="0" cap="none" spc="0" normalizeH="0" baseline="0" noProof="0">
                <a:ln>
                  <a:noFill/>
                </a:ln>
                <a:solidFill>
                  <a:srgbClr val="776A22"/>
                </a:solidFill>
                <a:effectLst/>
                <a:uLnTx/>
                <a:uFillTx/>
                <a:latin typeface="Calibri"/>
                <a:ea typeface="+mn-ea"/>
                <a:cs typeface="+mn-cs"/>
                <a:sym typeface="Arial"/>
              </a:endParaRPr>
            </a:p>
          </p:txBody>
        </p:sp>
        <p:sp>
          <p:nvSpPr>
            <p:cNvPr id="48" name="Oval 47">
              <a:extLst>
                <a:ext uri="{FF2B5EF4-FFF2-40B4-BE49-F238E27FC236}">
                  <a16:creationId xmlns:a16="http://schemas.microsoft.com/office/drawing/2014/main" id="{02E58DEC-F302-4722-0A36-BB05E357C375}"/>
                </a:ext>
              </a:extLst>
            </p:cNvPr>
            <p:cNvSpPr/>
            <p:nvPr/>
          </p:nvSpPr>
          <p:spPr bwMode="ltGray">
            <a:xfrm>
              <a:off x="5119166" y="5074073"/>
              <a:ext cx="818182" cy="818182"/>
            </a:xfrm>
            <a:prstGeom prst="ellipse">
              <a:avLst/>
            </a:prstGeom>
            <a:solidFill>
              <a:srgbClr val="FFFFFF"/>
            </a:solidFill>
            <a:ln w="28575" cap="flat" cmpd="sng" algn="ctr">
              <a:no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000" b="1" i="1" u="none" strike="noStrike" kern="0" cap="none" spc="0" normalizeH="0" baseline="0" noProof="0">
                <a:ln>
                  <a:noFill/>
                </a:ln>
                <a:solidFill>
                  <a:srgbClr val="E6DCAA"/>
                </a:solidFill>
                <a:effectLst/>
                <a:uLnTx/>
                <a:uFillTx/>
                <a:latin typeface="Calibri"/>
                <a:ea typeface="+mn-ea"/>
                <a:cs typeface="+mn-cs"/>
                <a:sym typeface="Arial"/>
              </a:endParaRPr>
            </a:p>
          </p:txBody>
        </p:sp>
        <p:sp>
          <p:nvSpPr>
            <p:cNvPr id="49" name="Oval 48">
              <a:extLst>
                <a:ext uri="{FF2B5EF4-FFF2-40B4-BE49-F238E27FC236}">
                  <a16:creationId xmlns:a16="http://schemas.microsoft.com/office/drawing/2014/main" id="{D7BC2AEB-6A4B-90B0-090C-E9ADF10DCE2A}"/>
                </a:ext>
              </a:extLst>
            </p:cNvPr>
            <p:cNvSpPr/>
            <p:nvPr/>
          </p:nvSpPr>
          <p:spPr bwMode="ltGray">
            <a:xfrm>
              <a:off x="4300984" y="3161995"/>
              <a:ext cx="818182" cy="818182"/>
            </a:xfrm>
            <a:prstGeom prst="ellipse">
              <a:avLst/>
            </a:prstGeom>
            <a:solidFill>
              <a:srgbClr val="FFFFFF"/>
            </a:solidFill>
            <a:ln w="28575" cap="flat" cmpd="sng" algn="ctr">
              <a:no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000" b="1" i="1" u="none" strike="noStrike" kern="0" cap="none" spc="0" normalizeH="0" baseline="0" noProof="0">
                <a:ln>
                  <a:noFill/>
                </a:ln>
                <a:solidFill>
                  <a:srgbClr val="958629"/>
                </a:solidFill>
                <a:effectLst/>
                <a:uLnTx/>
                <a:uFillTx/>
                <a:latin typeface="Calibri"/>
                <a:ea typeface="+mn-ea"/>
                <a:cs typeface="+mn-cs"/>
                <a:sym typeface="Arial"/>
              </a:endParaRPr>
            </a:p>
          </p:txBody>
        </p:sp>
        <p:sp>
          <p:nvSpPr>
            <p:cNvPr id="50" name="Oval 49">
              <a:extLst>
                <a:ext uri="{FF2B5EF4-FFF2-40B4-BE49-F238E27FC236}">
                  <a16:creationId xmlns:a16="http://schemas.microsoft.com/office/drawing/2014/main" id="{128D180C-A833-D9F9-A955-306ECBB2F1F3}"/>
                </a:ext>
              </a:extLst>
            </p:cNvPr>
            <p:cNvSpPr/>
            <p:nvPr/>
          </p:nvSpPr>
          <p:spPr bwMode="ltGray">
            <a:xfrm>
              <a:off x="4300984" y="4289644"/>
              <a:ext cx="818182" cy="818182"/>
            </a:xfrm>
            <a:prstGeom prst="ellipse">
              <a:avLst/>
            </a:prstGeom>
            <a:solidFill>
              <a:srgbClr val="FFFFFF"/>
            </a:solidFill>
            <a:ln w="28575" cap="flat" cmpd="sng" algn="ctr">
              <a:no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000" b="1" i="1" u="none" strike="noStrike" kern="0" cap="none" spc="0" normalizeH="0" baseline="0" noProof="0">
                <a:ln>
                  <a:noFill/>
                </a:ln>
                <a:solidFill>
                  <a:srgbClr val="CDBF6C"/>
                </a:solidFill>
                <a:effectLst/>
                <a:uLnTx/>
                <a:uFillTx/>
                <a:latin typeface="Calibri"/>
                <a:ea typeface="+mn-ea"/>
                <a:cs typeface="+mn-cs"/>
                <a:sym typeface="Arial"/>
              </a:endParaRPr>
            </a:p>
          </p:txBody>
        </p:sp>
        <p:sp>
          <p:nvSpPr>
            <p:cNvPr id="51" name="Oval 50">
              <a:extLst>
                <a:ext uri="{FF2B5EF4-FFF2-40B4-BE49-F238E27FC236}">
                  <a16:creationId xmlns:a16="http://schemas.microsoft.com/office/drawing/2014/main" id="{21A9275A-9E51-E642-299F-DAAE5A29580D}"/>
                </a:ext>
              </a:extLst>
            </p:cNvPr>
            <p:cNvSpPr/>
            <p:nvPr/>
          </p:nvSpPr>
          <p:spPr bwMode="ltGray">
            <a:xfrm>
              <a:off x="7077898" y="3161995"/>
              <a:ext cx="818182" cy="818182"/>
            </a:xfrm>
            <a:prstGeom prst="ellipse">
              <a:avLst/>
            </a:prstGeom>
            <a:solidFill>
              <a:srgbClr val="FFFFFF"/>
            </a:solidFill>
            <a:ln w="28575" cap="flat" cmpd="sng" algn="ctr">
              <a:no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000" b="1" i="1" u="none" strike="noStrike" kern="0" cap="none" spc="0" normalizeH="0" baseline="0" noProof="0">
                <a:ln>
                  <a:noFill/>
                </a:ln>
                <a:solidFill>
                  <a:srgbClr val="0741AA"/>
                </a:solidFill>
                <a:effectLst/>
                <a:uLnTx/>
                <a:uFillTx/>
                <a:latin typeface="Calibri"/>
                <a:ea typeface="+mn-ea"/>
                <a:cs typeface="+mn-cs"/>
                <a:sym typeface="Arial"/>
              </a:endParaRPr>
            </a:p>
          </p:txBody>
        </p:sp>
        <p:sp>
          <p:nvSpPr>
            <p:cNvPr id="52" name="Oval 51">
              <a:extLst>
                <a:ext uri="{FF2B5EF4-FFF2-40B4-BE49-F238E27FC236}">
                  <a16:creationId xmlns:a16="http://schemas.microsoft.com/office/drawing/2014/main" id="{8FAB90A1-421B-F870-D62C-556C3B462162}"/>
                </a:ext>
              </a:extLst>
            </p:cNvPr>
            <p:cNvSpPr/>
            <p:nvPr/>
          </p:nvSpPr>
          <p:spPr bwMode="ltGray">
            <a:xfrm>
              <a:off x="7074723" y="4280122"/>
              <a:ext cx="818183" cy="818182"/>
            </a:xfrm>
            <a:prstGeom prst="ellipse">
              <a:avLst/>
            </a:prstGeom>
            <a:solidFill>
              <a:srgbClr val="FFFFFF"/>
            </a:solidFill>
            <a:ln w="28575" cap="flat" cmpd="sng" algn="ctr">
              <a:no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000" b="1" i="1" u="none" strike="noStrike" kern="0" cap="none" spc="0" normalizeH="0" baseline="0" noProof="0">
                <a:ln>
                  <a:noFill/>
                </a:ln>
                <a:solidFill>
                  <a:srgbClr val="678CB4"/>
                </a:solidFill>
                <a:effectLst/>
                <a:uLnTx/>
                <a:uFillTx/>
                <a:latin typeface="Calibri"/>
                <a:ea typeface="+mn-ea"/>
                <a:cs typeface="+mn-cs"/>
                <a:sym typeface="Arial"/>
              </a:endParaRPr>
            </a:p>
          </p:txBody>
        </p:sp>
        <p:sp>
          <p:nvSpPr>
            <p:cNvPr id="53" name="Oval 52">
              <a:extLst>
                <a:ext uri="{FF2B5EF4-FFF2-40B4-BE49-F238E27FC236}">
                  <a16:creationId xmlns:a16="http://schemas.microsoft.com/office/drawing/2014/main" id="{5DA50F8E-9345-F57D-2276-FE288FB8054E}"/>
                </a:ext>
              </a:extLst>
            </p:cNvPr>
            <p:cNvSpPr/>
            <p:nvPr/>
          </p:nvSpPr>
          <p:spPr bwMode="ltGray">
            <a:xfrm rot="5400000">
              <a:off x="5304638" y="3363237"/>
              <a:ext cx="1558474" cy="1558474"/>
            </a:xfrm>
            <a:prstGeom prst="ellipse">
              <a:avLst/>
            </a:prstGeom>
            <a:solidFill>
              <a:srgbClr val="FFFFFF"/>
            </a:solidFill>
            <a:ln w="28575" cap="flat" cmpd="sng" algn="ctr">
              <a:solidFill>
                <a:srgbClr val="021F41"/>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800" b="1" i="1" u="none" strike="noStrike" kern="0" cap="none" spc="0" normalizeH="0" baseline="0" noProof="0">
                <a:ln>
                  <a:noFill/>
                </a:ln>
                <a:solidFill>
                  <a:srgbClr val="968C6D"/>
                </a:solidFill>
                <a:effectLst/>
                <a:uLnTx/>
                <a:uFillTx/>
                <a:latin typeface="Calibri"/>
                <a:ea typeface="+mn-ea"/>
                <a:cs typeface="+mn-cs"/>
                <a:sym typeface="Arial"/>
              </a:endParaRPr>
            </a:p>
          </p:txBody>
        </p:sp>
        <p:sp>
          <p:nvSpPr>
            <p:cNvPr id="54" name="Oval 53">
              <a:extLst>
                <a:ext uri="{FF2B5EF4-FFF2-40B4-BE49-F238E27FC236}">
                  <a16:creationId xmlns:a16="http://schemas.microsoft.com/office/drawing/2014/main" id="{7782693D-A041-0BB6-F71B-4FE8951A727F}"/>
                </a:ext>
              </a:extLst>
            </p:cNvPr>
            <p:cNvSpPr/>
            <p:nvPr/>
          </p:nvSpPr>
          <p:spPr bwMode="ltGray">
            <a:xfrm rot="5400000">
              <a:off x="5373910" y="3432509"/>
              <a:ext cx="1419928" cy="1419928"/>
            </a:xfrm>
            <a:prstGeom prst="ellipse">
              <a:avLst/>
            </a:prstGeom>
            <a:solidFill>
              <a:srgbClr val="FFFFFF"/>
            </a:solidFill>
            <a:ln w="28575" cap="flat" cmpd="sng" algn="ctr">
              <a:solidFill>
                <a:srgbClr val="021F41"/>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lang="es-ES" sz="1300" b="1" i="1" u="none" strike="noStrike" kern="0" cap="none" spc="0" normalizeH="0" baseline="0" noProof="0">
                <a:ln>
                  <a:noFill/>
                </a:ln>
                <a:solidFill>
                  <a:srgbClr val="838383">
                    <a:lumMod val="75000"/>
                  </a:srgbClr>
                </a:solidFill>
                <a:effectLst/>
                <a:uLnTx/>
                <a:uFillTx/>
                <a:latin typeface="Calibri"/>
                <a:ea typeface="+mn-ea"/>
                <a:cs typeface="+mn-cs"/>
                <a:sym typeface="Arial"/>
              </a:endParaRPr>
            </a:p>
          </p:txBody>
        </p:sp>
        <p:sp>
          <p:nvSpPr>
            <p:cNvPr id="55" name="Freeform 4957">
              <a:extLst>
                <a:ext uri="{FF2B5EF4-FFF2-40B4-BE49-F238E27FC236}">
                  <a16:creationId xmlns:a16="http://schemas.microsoft.com/office/drawing/2014/main" id="{4DEB3528-3F6A-E9AB-7BA7-A863F4DDFAD1}"/>
                </a:ext>
              </a:extLst>
            </p:cNvPr>
            <p:cNvSpPr>
              <a:spLocks noEditPoints="1"/>
            </p:cNvSpPr>
            <p:nvPr/>
          </p:nvSpPr>
          <p:spPr bwMode="auto">
            <a:xfrm>
              <a:off x="4483807" y="3383417"/>
              <a:ext cx="452539" cy="375341"/>
            </a:xfrm>
            <a:custGeom>
              <a:avLst/>
              <a:gdLst>
                <a:gd name="T0" fmla="*/ 46 w 340"/>
                <a:gd name="T1" fmla="*/ 232 h 282"/>
                <a:gd name="T2" fmla="*/ 52 w 340"/>
                <a:gd name="T3" fmla="*/ 210 h 282"/>
                <a:gd name="T4" fmla="*/ 122 w 340"/>
                <a:gd name="T5" fmla="*/ 190 h 282"/>
                <a:gd name="T6" fmla="*/ 140 w 340"/>
                <a:gd name="T7" fmla="*/ 184 h 282"/>
                <a:gd name="T8" fmla="*/ 194 w 340"/>
                <a:gd name="T9" fmla="*/ 198 h 282"/>
                <a:gd name="T10" fmla="*/ 218 w 340"/>
                <a:gd name="T11" fmla="*/ 212 h 282"/>
                <a:gd name="T12" fmla="*/ 244 w 340"/>
                <a:gd name="T13" fmla="*/ 188 h 282"/>
                <a:gd name="T14" fmla="*/ 302 w 340"/>
                <a:gd name="T15" fmla="*/ 186 h 282"/>
                <a:gd name="T16" fmla="*/ 324 w 340"/>
                <a:gd name="T17" fmla="*/ 188 h 282"/>
                <a:gd name="T18" fmla="*/ 340 w 340"/>
                <a:gd name="T19" fmla="*/ 164 h 282"/>
                <a:gd name="T20" fmla="*/ 314 w 340"/>
                <a:gd name="T21" fmla="*/ 136 h 282"/>
                <a:gd name="T22" fmla="*/ 290 w 340"/>
                <a:gd name="T23" fmla="*/ 150 h 282"/>
                <a:gd name="T24" fmla="*/ 236 w 340"/>
                <a:gd name="T25" fmla="*/ 164 h 282"/>
                <a:gd name="T26" fmla="*/ 218 w 340"/>
                <a:gd name="T27" fmla="*/ 158 h 282"/>
                <a:gd name="T28" fmla="*/ 196 w 340"/>
                <a:gd name="T29" fmla="*/ 170 h 282"/>
                <a:gd name="T30" fmla="*/ 140 w 340"/>
                <a:gd name="T31" fmla="*/ 144 h 282"/>
                <a:gd name="T32" fmla="*/ 112 w 340"/>
                <a:gd name="T33" fmla="*/ 138 h 282"/>
                <a:gd name="T34" fmla="*/ 96 w 340"/>
                <a:gd name="T35" fmla="*/ 164 h 282"/>
                <a:gd name="T36" fmla="*/ 216 w 340"/>
                <a:gd name="T37" fmla="*/ 104 h 282"/>
                <a:gd name="T38" fmla="*/ 306 w 340"/>
                <a:gd name="T39" fmla="*/ 42 h 282"/>
                <a:gd name="T40" fmla="*/ 292 w 340"/>
                <a:gd name="T41" fmla="*/ 28 h 282"/>
                <a:gd name="T42" fmla="*/ 118 w 340"/>
                <a:gd name="T43" fmla="*/ 58 h 282"/>
                <a:gd name="T44" fmla="*/ 26 w 340"/>
                <a:gd name="T45" fmla="*/ 186 h 282"/>
                <a:gd name="T46" fmla="*/ 2 w 340"/>
                <a:gd name="T47" fmla="*/ 202 h 282"/>
                <a:gd name="T48" fmla="*/ 8 w 340"/>
                <a:gd name="T49" fmla="*/ 232 h 282"/>
                <a:gd name="T50" fmla="*/ 314 w 340"/>
                <a:gd name="T51" fmla="*/ 152 h 282"/>
                <a:gd name="T52" fmla="*/ 324 w 340"/>
                <a:gd name="T53" fmla="*/ 160 h 282"/>
                <a:gd name="T54" fmla="*/ 322 w 340"/>
                <a:gd name="T55" fmla="*/ 172 h 282"/>
                <a:gd name="T56" fmla="*/ 310 w 340"/>
                <a:gd name="T57" fmla="*/ 174 h 282"/>
                <a:gd name="T58" fmla="*/ 304 w 340"/>
                <a:gd name="T59" fmla="*/ 164 h 282"/>
                <a:gd name="T60" fmla="*/ 314 w 340"/>
                <a:gd name="T61" fmla="*/ 152 h 282"/>
                <a:gd name="T62" fmla="*/ 222 w 340"/>
                <a:gd name="T63" fmla="*/ 174 h 282"/>
                <a:gd name="T64" fmla="*/ 228 w 340"/>
                <a:gd name="T65" fmla="*/ 184 h 282"/>
                <a:gd name="T66" fmla="*/ 218 w 340"/>
                <a:gd name="T67" fmla="*/ 196 h 282"/>
                <a:gd name="T68" fmla="*/ 208 w 340"/>
                <a:gd name="T69" fmla="*/ 188 h 282"/>
                <a:gd name="T70" fmla="*/ 210 w 340"/>
                <a:gd name="T71" fmla="*/ 176 h 282"/>
                <a:gd name="T72" fmla="*/ 122 w 340"/>
                <a:gd name="T73" fmla="*/ 152 h 282"/>
                <a:gd name="T74" fmla="*/ 132 w 340"/>
                <a:gd name="T75" fmla="*/ 160 h 282"/>
                <a:gd name="T76" fmla="*/ 130 w 340"/>
                <a:gd name="T77" fmla="*/ 172 h 282"/>
                <a:gd name="T78" fmla="*/ 118 w 340"/>
                <a:gd name="T79" fmla="*/ 174 h 282"/>
                <a:gd name="T80" fmla="*/ 112 w 340"/>
                <a:gd name="T81" fmla="*/ 164 h 282"/>
                <a:gd name="T82" fmla="*/ 122 w 340"/>
                <a:gd name="T83" fmla="*/ 152 h 282"/>
                <a:gd name="T84" fmla="*/ 334 w 340"/>
                <a:gd name="T85" fmla="*/ 276 h 282"/>
                <a:gd name="T86" fmla="*/ 16 w 340"/>
                <a:gd name="T87" fmla="*/ 282 h 282"/>
                <a:gd name="T88" fmla="*/ 6 w 340"/>
                <a:gd name="T89" fmla="*/ 276 h 282"/>
                <a:gd name="T90" fmla="*/ 8 w 340"/>
                <a:gd name="T91" fmla="*/ 264 h 282"/>
                <a:gd name="T92" fmla="*/ 324 w 340"/>
                <a:gd name="T93" fmla="*/ 262 h 282"/>
                <a:gd name="T94" fmla="*/ 334 w 340"/>
                <a:gd name="T95" fmla="*/ 272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40" h="282">
                  <a:moveTo>
                    <a:pt x="26" y="240"/>
                  </a:moveTo>
                  <a:lnTo>
                    <a:pt x="26" y="240"/>
                  </a:lnTo>
                  <a:lnTo>
                    <a:pt x="36" y="238"/>
                  </a:lnTo>
                  <a:lnTo>
                    <a:pt x="46" y="232"/>
                  </a:lnTo>
                  <a:lnTo>
                    <a:pt x="50" y="222"/>
                  </a:lnTo>
                  <a:lnTo>
                    <a:pt x="52" y="212"/>
                  </a:lnTo>
                  <a:lnTo>
                    <a:pt x="52" y="212"/>
                  </a:lnTo>
                  <a:lnTo>
                    <a:pt x="52" y="210"/>
                  </a:lnTo>
                  <a:lnTo>
                    <a:pt x="104" y="184"/>
                  </a:lnTo>
                  <a:lnTo>
                    <a:pt x="104" y="184"/>
                  </a:lnTo>
                  <a:lnTo>
                    <a:pt x="112" y="188"/>
                  </a:lnTo>
                  <a:lnTo>
                    <a:pt x="122" y="190"/>
                  </a:lnTo>
                  <a:lnTo>
                    <a:pt x="122" y="190"/>
                  </a:lnTo>
                  <a:lnTo>
                    <a:pt x="128" y="190"/>
                  </a:lnTo>
                  <a:lnTo>
                    <a:pt x="134" y="186"/>
                  </a:lnTo>
                  <a:lnTo>
                    <a:pt x="140" y="184"/>
                  </a:lnTo>
                  <a:lnTo>
                    <a:pt x="144" y="178"/>
                  </a:lnTo>
                  <a:lnTo>
                    <a:pt x="192" y="188"/>
                  </a:lnTo>
                  <a:lnTo>
                    <a:pt x="192" y="188"/>
                  </a:lnTo>
                  <a:lnTo>
                    <a:pt x="194" y="198"/>
                  </a:lnTo>
                  <a:lnTo>
                    <a:pt x="200" y="204"/>
                  </a:lnTo>
                  <a:lnTo>
                    <a:pt x="208" y="210"/>
                  </a:lnTo>
                  <a:lnTo>
                    <a:pt x="218" y="212"/>
                  </a:lnTo>
                  <a:lnTo>
                    <a:pt x="218" y="212"/>
                  </a:lnTo>
                  <a:lnTo>
                    <a:pt x="228" y="210"/>
                  </a:lnTo>
                  <a:lnTo>
                    <a:pt x="236" y="204"/>
                  </a:lnTo>
                  <a:lnTo>
                    <a:pt x="242" y="198"/>
                  </a:lnTo>
                  <a:lnTo>
                    <a:pt x="244" y="188"/>
                  </a:lnTo>
                  <a:lnTo>
                    <a:pt x="292" y="178"/>
                  </a:lnTo>
                  <a:lnTo>
                    <a:pt x="292" y="178"/>
                  </a:lnTo>
                  <a:lnTo>
                    <a:pt x="296" y="184"/>
                  </a:lnTo>
                  <a:lnTo>
                    <a:pt x="302" y="186"/>
                  </a:lnTo>
                  <a:lnTo>
                    <a:pt x="308" y="190"/>
                  </a:lnTo>
                  <a:lnTo>
                    <a:pt x="314" y="190"/>
                  </a:lnTo>
                  <a:lnTo>
                    <a:pt x="314" y="190"/>
                  </a:lnTo>
                  <a:lnTo>
                    <a:pt x="324" y="188"/>
                  </a:lnTo>
                  <a:lnTo>
                    <a:pt x="332" y="182"/>
                  </a:lnTo>
                  <a:lnTo>
                    <a:pt x="338" y="174"/>
                  </a:lnTo>
                  <a:lnTo>
                    <a:pt x="340" y="164"/>
                  </a:lnTo>
                  <a:lnTo>
                    <a:pt x="340" y="164"/>
                  </a:lnTo>
                  <a:lnTo>
                    <a:pt x="338" y="152"/>
                  </a:lnTo>
                  <a:lnTo>
                    <a:pt x="332" y="144"/>
                  </a:lnTo>
                  <a:lnTo>
                    <a:pt x="324" y="138"/>
                  </a:lnTo>
                  <a:lnTo>
                    <a:pt x="314" y="136"/>
                  </a:lnTo>
                  <a:lnTo>
                    <a:pt x="314" y="136"/>
                  </a:lnTo>
                  <a:lnTo>
                    <a:pt x="304" y="138"/>
                  </a:lnTo>
                  <a:lnTo>
                    <a:pt x="296" y="144"/>
                  </a:lnTo>
                  <a:lnTo>
                    <a:pt x="290" y="150"/>
                  </a:lnTo>
                  <a:lnTo>
                    <a:pt x="288" y="158"/>
                  </a:lnTo>
                  <a:lnTo>
                    <a:pt x="240" y="170"/>
                  </a:lnTo>
                  <a:lnTo>
                    <a:pt x="240" y="170"/>
                  </a:lnTo>
                  <a:lnTo>
                    <a:pt x="236" y="164"/>
                  </a:lnTo>
                  <a:lnTo>
                    <a:pt x="230" y="160"/>
                  </a:lnTo>
                  <a:lnTo>
                    <a:pt x="224" y="158"/>
                  </a:lnTo>
                  <a:lnTo>
                    <a:pt x="218" y="158"/>
                  </a:lnTo>
                  <a:lnTo>
                    <a:pt x="218" y="158"/>
                  </a:lnTo>
                  <a:lnTo>
                    <a:pt x="212" y="158"/>
                  </a:lnTo>
                  <a:lnTo>
                    <a:pt x="206" y="160"/>
                  </a:lnTo>
                  <a:lnTo>
                    <a:pt x="200" y="164"/>
                  </a:lnTo>
                  <a:lnTo>
                    <a:pt x="196" y="170"/>
                  </a:lnTo>
                  <a:lnTo>
                    <a:pt x="148" y="158"/>
                  </a:lnTo>
                  <a:lnTo>
                    <a:pt x="148" y="158"/>
                  </a:lnTo>
                  <a:lnTo>
                    <a:pt x="146" y="150"/>
                  </a:lnTo>
                  <a:lnTo>
                    <a:pt x="140" y="144"/>
                  </a:lnTo>
                  <a:lnTo>
                    <a:pt x="132" y="138"/>
                  </a:lnTo>
                  <a:lnTo>
                    <a:pt x="122" y="136"/>
                  </a:lnTo>
                  <a:lnTo>
                    <a:pt x="122" y="136"/>
                  </a:lnTo>
                  <a:lnTo>
                    <a:pt x="112" y="138"/>
                  </a:lnTo>
                  <a:lnTo>
                    <a:pt x="104" y="144"/>
                  </a:lnTo>
                  <a:lnTo>
                    <a:pt x="98" y="152"/>
                  </a:lnTo>
                  <a:lnTo>
                    <a:pt x="96" y="164"/>
                  </a:lnTo>
                  <a:lnTo>
                    <a:pt x="96" y="164"/>
                  </a:lnTo>
                  <a:lnTo>
                    <a:pt x="96" y="166"/>
                  </a:lnTo>
                  <a:lnTo>
                    <a:pt x="56" y="186"/>
                  </a:lnTo>
                  <a:lnTo>
                    <a:pt x="126" y="80"/>
                  </a:lnTo>
                  <a:lnTo>
                    <a:pt x="216" y="104"/>
                  </a:lnTo>
                  <a:lnTo>
                    <a:pt x="216" y="104"/>
                  </a:lnTo>
                  <a:lnTo>
                    <a:pt x="220" y="104"/>
                  </a:lnTo>
                  <a:lnTo>
                    <a:pt x="224" y="102"/>
                  </a:lnTo>
                  <a:lnTo>
                    <a:pt x="306" y="42"/>
                  </a:lnTo>
                  <a:lnTo>
                    <a:pt x="336" y="72"/>
                  </a:lnTo>
                  <a:lnTo>
                    <a:pt x="336" y="0"/>
                  </a:lnTo>
                  <a:lnTo>
                    <a:pt x="264" y="0"/>
                  </a:lnTo>
                  <a:lnTo>
                    <a:pt x="292" y="28"/>
                  </a:lnTo>
                  <a:lnTo>
                    <a:pt x="216" y="84"/>
                  </a:lnTo>
                  <a:lnTo>
                    <a:pt x="124" y="58"/>
                  </a:lnTo>
                  <a:lnTo>
                    <a:pt x="124" y="58"/>
                  </a:lnTo>
                  <a:lnTo>
                    <a:pt x="118" y="58"/>
                  </a:lnTo>
                  <a:lnTo>
                    <a:pt x="114" y="62"/>
                  </a:lnTo>
                  <a:lnTo>
                    <a:pt x="32" y="186"/>
                  </a:lnTo>
                  <a:lnTo>
                    <a:pt x="32" y="186"/>
                  </a:lnTo>
                  <a:lnTo>
                    <a:pt x="26" y="186"/>
                  </a:lnTo>
                  <a:lnTo>
                    <a:pt x="26" y="186"/>
                  </a:lnTo>
                  <a:lnTo>
                    <a:pt x="16" y="188"/>
                  </a:lnTo>
                  <a:lnTo>
                    <a:pt x="8" y="194"/>
                  </a:lnTo>
                  <a:lnTo>
                    <a:pt x="2" y="202"/>
                  </a:lnTo>
                  <a:lnTo>
                    <a:pt x="0" y="212"/>
                  </a:lnTo>
                  <a:lnTo>
                    <a:pt x="0" y="212"/>
                  </a:lnTo>
                  <a:lnTo>
                    <a:pt x="2" y="222"/>
                  </a:lnTo>
                  <a:lnTo>
                    <a:pt x="8" y="232"/>
                  </a:lnTo>
                  <a:lnTo>
                    <a:pt x="16" y="238"/>
                  </a:lnTo>
                  <a:lnTo>
                    <a:pt x="26" y="240"/>
                  </a:lnTo>
                  <a:lnTo>
                    <a:pt x="26" y="240"/>
                  </a:lnTo>
                  <a:close/>
                  <a:moveTo>
                    <a:pt x="314" y="152"/>
                  </a:moveTo>
                  <a:lnTo>
                    <a:pt x="314" y="152"/>
                  </a:lnTo>
                  <a:lnTo>
                    <a:pt x="318" y="154"/>
                  </a:lnTo>
                  <a:lnTo>
                    <a:pt x="322" y="156"/>
                  </a:lnTo>
                  <a:lnTo>
                    <a:pt x="324" y="160"/>
                  </a:lnTo>
                  <a:lnTo>
                    <a:pt x="324" y="164"/>
                  </a:lnTo>
                  <a:lnTo>
                    <a:pt x="324" y="164"/>
                  </a:lnTo>
                  <a:lnTo>
                    <a:pt x="324" y="168"/>
                  </a:lnTo>
                  <a:lnTo>
                    <a:pt x="322" y="172"/>
                  </a:lnTo>
                  <a:lnTo>
                    <a:pt x="318" y="174"/>
                  </a:lnTo>
                  <a:lnTo>
                    <a:pt x="314" y="174"/>
                  </a:lnTo>
                  <a:lnTo>
                    <a:pt x="314" y="174"/>
                  </a:lnTo>
                  <a:lnTo>
                    <a:pt x="310" y="174"/>
                  </a:lnTo>
                  <a:lnTo>
                    <a:pt x="306" y="172"/>
                  </a:lnTo>
                  <a:lnTo>
                    <a:pt x="304" y="168"/>
                  </a:lnTo>
                  <a:lnTo>
                    <a:pt x="304" y="164"/>
                  </a:lnTo>
                  <a:lnTo>
                    <a:pt x="304" y="164"/>
                  </a:lnTo>
                  <a:lnTo>
                    <a:pt x="304" y="160"/>
                  </a:lnTo>
                  <a:lnTo>
                    <a:pt x="306" y="156"/>
                  </a:lnTo>
                  <a:lnTo>
                    <a:pt x="310" y="154"/>
                  </a:lnTo>
                  <a:lnTo>
                    <a:pt x="314" y="152"/>
                  </a:lnTo>
                  <a:lnTo>
                    <a:pt x="314" y="152"/>
                  </a:lnTo>
                  <a:close/>
                  <a:moveTo>
                    <a:pt x="218" y="174"/>
                  </a:moveTo>
                  <a:lnTo>
                    <a:pt x="218" y="174"/>
                  </a:lnTo>
                  <a:lnTo>
                    <a:pt x="222" y="174"/>
                  </a:lnTo>
                  <a:lnTo>
                    <a:pt x="226" y="176"/>
                  </a:lnTo>
                  <a:lnTo>
                    <a:pt x="228" y="180"/>
                  </a:lnTo>
                  <a:lnTo>
                    <a:pt x="228" y="184"/>
                  </a:lnTo>
                  <a:lnTo>
                    <a:pt x="228" y="184"/>
                  </a:lnTo>
                  <a:lnTo>
                    <a:pt x="228" y="188"/>
                  </a:lnTo>
                  <a:lnTo>
                    <a:pt x="226" y="192"/>
                  </a:lnTo>
                  <a:lnTo>
                    <a:pt x="222" y="194"/>
                  </a:lnTo>
                  <a:lnTo>
                    <a:pt x="218" y="196"/>
                  </a:lnTo>
                  <a:lnTo>
                    <a:pt x="218" y="196"/>
                  </a:lnTo>
                  <a:lnTo>
                    <a:pt x="214" y="194"/>
                  </a:lnTo>
                  <a:lnTo>
                    <a:pt x="210" y="192"/>
                  </a:lnTo>
                  <a:lnTo>
                    <a:pt x="208" y="188"/>
                  </a:lnTo>
                  <a:lnTo>
                    <a:pt x="208" y="184"/>
                  </a:lnTo>
                  <a:lnTo>
                    <a:pt x="208" y="184"/>
                  </a:lnTo>
                  <a:lnTo>
                    <a:pt x="208" y="180"/>
                  </a:lnTo>
                  <a:lnTo>
                    <a:pt x="210" y="176"/>
                  </a:lnTo>
                  <a:lnTo>
                    <a:pt x="214" y="174"/>
                  </a:lnTo>
                  <a:lnTo>
                    <a:pt x="218" y="174"/>
                  </a:lnTo>
                  <a:lnTo>
                    <a:pt x="218" y="174"/>
                  </a:lnTo>
                  <a:close/>
                  <a:moveTo>
                    <a:pt x="122" y="152"/>
                  </a:moveTo>
                  <a:lnTo>
                    <a:pt x="122" y="152"/>
                  </a:lnTo>
                  <a:lnTo>
                    <a:pt x="126" y="154"/>
                  </a:lnTo>
                  <a:lnTo>
                    <a:pt x="130" y="156"/>
                  </a:lnTo>
                  <a:lnTo>
                    <a:pt x="132" y="160"/>
                  </a:lnTo>
                  <a:lnTo>
                    <a:pt x="132" y="164"/>
                  </a:lnTo>
                  <a:lnTo>
                    <a:pt x="132" y="164"/>
                  </a:lnTo>
                  <a:lnTo>
                    <a:pt x="132" y="168"/>
                  </a:lnTo>
                  <a:lnTo>
                    <a:pt x="130" y="172"/>
                  </a:lnTo>
                  <a:lnTo>
                    <a:pt x="126" y="174"/>
                  </a:lnTo>
                  <a:lnTo>
                    <a:pt x="122" y="174"/>
                  </a:lnTo>
                  <a:lnTo>
                    <a:pt x="122" y="174"/>
                  </a:lnTo>
                  <a:lnTo>
                    <a:pt x="118" y="174"/>
                  </a:lnTo>
                  <a:lnTo>
                    <a:pt x="114" y="172"/>
                  </a:lnTo>
                  <a:lnTo>
                    <a:pt x="112" y="168"/>
                  </a:lnTo>
                  <a:lnTo>
                    <a:pt x="112" y="164"/>
                  </a:lnTo>
                  <a:lnTo>
                    <a:pt x="112" y="164"/>
                  </a:lnTo>
                  <a:lnTo>
                    <a:pt x="112" y="160"/>
                  </a:lnTo>
                  <a:lnTo>
                    <a:pt x="114" y="156"/>
                  </a:lnTo>
                  <a:lnTo>
                    <a:pt x="118" y="154"/>
                  </a:lnTo>
                  <a:lnTo>
                    <a:pt x="122" y="152"/>
                  </a:lnTo>
                  <a:lnTo>
                    <a:pt x="122" y="152"/>
                  </a:lnTo>
                  <a:close/>
                  <a:moveTo>
                    <a:pt x="334" y="272"/>
                  </a:moveTo>
                  <a:lnTo>
                    <a:pt x="334" y="272"/>
                  </a:lnTo>
                  <a:lnTo>
                    <a:pt x="334" y="276"/>
                  </a:lnTo>
                  <a:lnTo>
                    <a:pt x="332" y="278"/>
                  </a:lnTo>
                  <a:lnTo>
                    <a:pt x="328" y="280"/>
                  </a:lnTo>
                  <a:lnTo>
                    <a:pt x="324" y="282"/>
                  </a:lnTo>
                  <a:lnTo>
                    <a:pt x="16" y="282"/>
                  </a:lnTo>
                  <a:lnTo>
                    <a:pt x="16" y="282"/>
                  </a:lnTo>
                  <a:lnTo>
                    <a:pt x="12" y="280"/>
                  </a:lnTo>
                  <a:lnTo>
                    <a:pt x="8" y="278"/>
                  </a:lnTo>
                  <a:lnTo>
                    <a:pt x="6" y="276"/>
                  </a:lnTo>
                  <a:lnTo>
                    <a:pt x="6" y="272"/>
                  </a:lnTo>
                  <a:lnTo>
                    <a:pt x="6" y="272"/>
                  </a:lnTo>
                  <a:lnTo>
                    <a:pt x="6" y="268"/>
                  </a:lnTo>
                  <a:lnTo>
                    <a:pt x="8" y="264"/>
                  </a:lnTo>
                  <a:lnTo>
                    <a:pt x="12" y="262"/>
                  </a:lnTo>
                  <a:lnTo>
                    <a:pt x="16" y="262"/>
                  </a:lnTo>
                  <a:lnTo>
                    <a:pt x="324" y="262"/>
                  </a:lnTo>
                  <a:lnTo>
                    <a:pt x="324" y="262"/>
                  </a:lnTo>
                  <a:lnTo>
                    <a:pt x="328" y="262"/>
                  </a:lnTo>
                  <a:lnTo>
                    <a:pt x="332" y="264"/>
                  </a:lnTo>
                  <a:lnTo>
                    <a:pt x="334" y="268"/>
                  </a:lnTo>
                  <a:lnTo>
                    <a:pt x="334" y="272"/>
                  </a:lnTo>
                  <a:lnTo>
                    <a:pt x="334" y="272"/>
                  </a:lnTo>
                  <a:close/>
                </a:path>
              </a:pathLst>
            </a:custGeom>
            <a:solidFill>
              <a:srgbClr val="7D7D7D">
                <a:alpha val="80000"/>
              </a:srgbClr>
            </a:solidFill>
            <a:ln>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000000"/>
                </a:solidFill>
                <a:effectLst/>
                <a:uLnTx/>
                <a:uFillTx/>
                <a:latin typeface="Calibri" panose="020F0502020204030204"/>
                <a:ea typeface="+mn-ea"/>
                <a:cs typeface="Arial"/>
                <a:sym typeface="Arial"/>
              </a:endParaRPr>
            </a:p>
          </p:txBody>
        </p:sp>
        <p:sp>
          <p:nvSpPr>
            <p:cNvPr id="56" name="Freeform 4996">
              <a:extLst>
                <a:ext uri="{FF2B5EF4-FFF2-40B4-BE49-F238E27FC236}">
                  <a16:creationId xmlns:a16="http://schemas.microsoft.com/office/drawing/2014/main" id="{4D95FD55-FE02-6D1A-19D9-5CF7931405B7}"/>
                </a:ext>
              </a:extLst>
            </p:cNvPr>
            <p:cNvSpPr>
              <a:spLocks noEditPoints="1"/>
            </p:cNvSpPr>
            <p:nvPr/>
          </p:nvSpPr>
          <p:spPr bwMode="auto">
            <a:xfrm>
              <a:off x="7311536" y="4493479"/>
              <a:ext cx="358958" cy="358958"/>
            </a:xfrm>
            <a:custGeom>
              <a:avLst/>
              <a:gdLst>
                <a:gd name="T0" fmla="*/ 64 w 298"/>
                <a:gd name="T1" fmla="*/ 142 h 298"/>
                <a:gd name="T2" fmla="*/ 62 w 298"/>
                <a:gd name="T3" fmla="*/ 126 h 298"/>
                <a:gd name="T4" fmla="*/ 70 w 298"/>
                <a:gd name="T5" fmla="*/ 86 h 298"/>
                <a:gd name="T6" fmla="*/ 82 w 298"/>
                <a:gd name="T7" fmla="*/ 68 h 298"/>
                <a:gd name="T8" fmla="*/ 96 w 298"/>
                <a:gd name="T9" fmla="*/ 72 h 298"/>
                <a:gd name="T10" fmla="*/ 96 w 298"/>
                <a:gd name="T11" fmla="*/ 112 h 298"/>
                <a:gd name="T12" fmla="*/ 86 w 298"/>
                <a:gd name="T13" fmla="*/ 136 h 298"/>
                <a:gd name="T14" fmla="*/ 72 w 298"/>
                <a:gd name="T15" fmla="*/ 148 h 298"/>
                <a:gd name="T16" fmla="*/ 216 w 298"/>
                <a:gd name="T17" fmla="*/ 150 h 298"/>
                <a:gd name="T18" fmla="*/ 204 w 298"/>
                <a:gd name="T19" fmla="*/ 166 h 298"/>
                <a:gd name="T20" fmla="*/ 196 w 298"/>
                <a:gd name="T21" fmla="*/ 208 h 298"/>
                <a:gd name="T22" fmla="*/ 198 w 298"/>
                <a:gd name="T23" fmla="*/ 224 h 298"/>
                <a:gd name="T24" fmla="*/ 212 w 298"/>
                <a:gd name="T25" fmla="*/ 228 h 298"/>
                <a:gd name="T26" fmla="*/ 224 w 298"/>
                <a:gd name="T27" fmla="*/ 214 h 298"/>
                <a:gd name="T28" fmla="*/ 230 w 298"/>
                <a:gd name="T29" fmla="*/ 192 h 298"/>
                <a:gd name="T30" fmla="*/ 232 w 298"/>
                <a:gd name="T31" fmla="*/ 168 h 298"/>
                <a:gd name="T32" fmla="*/ 222 w 298"/>
                <a:gd name="T33" fmla="*/ 148 h 298"/>
                <a:gd name="T34" fmla="*/ 298 w 298"/>
                <a:gd name="T35" fmla="*/ 266 h 298"/>
                <a:gd name="T36" fmla="*/ 278 w 298"/>
                <a:gd name="T37" fmla="*/ 294 h 298"/>
                <a:gd name="T38" fmla="*/ 32 w 298"/>
                <a:gd name="T39" fmla="*/ 298 h 298"/>
                <a:gd name="T40" fmla="*/ 2 w 298"/>
                <a:gd name="T41" fmla="*/ 278 h 298"/>
                <a:gd name="T42" fmla="*/ 0 w 298"/>
                <a:gd name="T43" fmla="*/ 32 h 298"/>
                <a:gd name="T44" fmla="*/ 18 w 298"/>
                <a:gd name="T45" fmla="*/ 2 h 298"/>
                <a:gd name="T46" fmla="*/ 266 w 298"/>
                <a:gd name="T47" fmla="*/ 0 h 298"/>
                <a:gd name="T48" fmla="*/ 294 w 298"/>
                <a:gd name="T49" fmla="*/ 18 h 298"/>
                <a:gd name="T50" fmla="*/ 42 w 298"/>
                <a:gd name="T51" fmla="*/ 150 h 298"/>
                <a:gd name="T52" fmla="*/ 62 w 298"/>
                <a:gd name="T53" fmla="*/ 160 h 298"/>
                <a:gd name="T54" fmla="*/ 94 w 298"/>
                <a:gd name="T55" fmla="*/ 156 h 298"/>
                <a:gd name="T56" fmla="*/ 114 w 298"/>
                <a:gd name="T57" fmla="*/ 142 h 298"/>
                <a:gd name="T58" fmla="*/ 130 w 298"/>
                <a:gd name="T59" fmla="*/ 108 h 298"/>
                <a:gd name="T60" fmla="*/ 128 w 298"/>
                <a:gd name="T61" fmla="*/ 78 h 298"/>
                <a:gd name="T62" fmla="*/ 114 w 298"/>
                <a:gd name="T63" fmla="*/ 60 h 298"/>
                <a:gd name="T64" fmla="*/ 90 w 298"/>
                <a:gd name="T65" fmla="*/ 54 h 298"/>
                <a:gd name="T66" fmla="*/ 56 w 298"/>
                <a:gd name="T67" fmla="*/ 64 h 298"/>
                <a:gd name="T68" fmla="*/ 36 w 298"/>
                <a:gd name="T69" fmla="*/ 94 h 298"/>
                <a:gd name="T70" fmla="*/ 32 w 298"/>
                <a:gd name="T71" fmla="*/ 120 h 298"/>
                <a:gd name="T72" fmla="*/ 42 w 298"/>
                <a:gd name="T73" fmla="*/ 150 h 298"/>
                <a:gd name="T74" fmla="*/ 234 w 298"/>
                <a:gd name="T75" fmla="*/ 72 h 298"/>
                <a:gd name="T76" fmla="*/ 232 w 298"/>
                <a:gd name="T77" fmla="*/ 56 h 298"/>
                <a:gd name="T78" fmla="*/ 200 w 298"/>
                <a:gd name="T79" fmla="*/ 56 h 298"/>
                <a:gd name="T80" fmla="*/ 58 w 298"/>
                <a:gd name="T81" fmla="*/ 230 h 298"/>
                <a:gd name="T82" fmla="*/ 68 w 298"/>
                <a:gd name="T83" fmla="*/ 242 h 298"/>
                <a:gd name="T84" fmla="*/ 98 w 298"/>
                <a:gd name="T85" fmla="*/ 238 h 298"/>
                <a:gd name="T86" fmla="*/ 264 w 298"/>
                <a:gd name="T87" fmla="*/ 166 h 298"/>
                <a:gd name="T88" fmla="*/ 254 w 298"/>
                <a:gd name="T89" fmla="*/ 146 h 298"/>
                <a:gd name="T90" fmla="*/ 226 w 298"/>
                <a:gd name="T91" fmla="*/ 134 h 298"/>
                <a:gd name="T92" fmla="*/ 202 w 298"/>
                <a:gd name="T93" fmla="*/ 140 h 298"/>
                <a:gd name="T94" fmla="*/ 176 w 298"/>
                <a:gd name="T95" fmla="*/ 164 h 298"/>
                <a:gd name="T96" fmla="*/ 166 w 298"/>
                <a:gd name="T97" fmla="*/ 202 h 298"/>
                <a:gd name="T98" fmla="*/ 172 w 298"/>
                <a:gd name="T99" fmla="*/ 226 h 298"/>
                <a:gd name="T100" fmla="*/ 188 w 298"/>
                <a:gd name="T101" fmla="*/ 240 h 298"/>
                <a:gd name="T102" fmla="*/ 218 w 298"/>
                <a:gd name="T103" fmla="*/ 240 h 298"/>
                <a:gd name="T104" fmla="*/ 248 w 298"/>
                <a:gd name="T105" fmla="*/ 224 h 298"/>
                <a:gd name="T106" fmla="*/ 260 w 298"/>
                <a:gd name="T107" fmla="*/ 202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98" h="298">
                  <a:moveTo>
                    <a:pt x="72" y="148"/>
                  </a:moveTo>
                  <a:lnTo>
                    <a:pt x="72" y="148"/>
                  </a:lnTo>
                  <a:lnTo>
                    <a:pt x="68" y="146"/>
                  </a:lnTo>
                  <a:lnTo>
                    <a:pt x="64" y="142"/>
                  </a:lnTo>
                  <a:lnTo>
                    <a:pt x="64" y="142"/>
                  </a:lnTo>
                  <a:lnTo>
                    <a:pt x="62" y="136"/>
                  </a:lnTo>
                  <a:lnTo>
                    <a:pt x="62" y="126"/>
                  </a:lnTo>
                  <a:lnTo>
                    <a:pt x="62" y="126"/>
                  </a:lnTo>
                  <a:lnTo>
                    <a:pt x="64" y="104"/>
                  </a:lnTo>
                  <a:lnTo>
                    <a:pt x="64" y="104"/>
                  </a:lnTo>
                  <a:lnTo>
                    <a:pt x="70" y="86"/>
                  </a:lnTo>
                  <a:lnTo>
                    <a:pt x="70" y="86"/>
                  </a:lnTo>
                  <a:lnTo>
                    <a:pt x="72" y="78"/>
                  </a:lnTo>
                  <a:lnTo>
                    <a:pt x="78" y="72"/>
                  </a:lnTo>
                  <a:lnTo>
                    <a:pt x="78" y="72"/>
                  </a:lnTo>
                  <a:lnTo>
                    <a:pt x="82" y="68"/>
                  </a:lnTo>
                  <a:lnTo>
                    <a:pt x="86" y="68"/>
                  </a:lnTo>
                  <a:lnTo>
                    <a:pt x="86" y="68"/>
                  </a:lnTo>
                  <a:lnTo>
                    <a:pt x="92" y="68"/>
                  </a:lnTo>
                  <a:lnTo>
                    <a:pt x="96" y="72"/>
                  </a:lnTo>
                  <a:lnTo>
                    <a:pt x="98" y="80"/>
                  </a:lnTo>
                  <a:lnTo>
                    <a:pt x="98" y="88"/>
                  </a:lnTo>
                  <a:lnTo>
                    <a:pt x="98" y="88"/>
                  </a:lnTo>
                  <a:lnTo>
                    <a:pt x="96" y="112"/>
                  </a:lnTo>
                  <a:lnTo>
                    <a:pt x="96" y="112"/>
                  </a:lnTo>
                  <a:lnTo>
                    <a:pt x="90" y="130"/>
                  </a:lnTo>
                  <a:lnTo>
                    <a:pt x="90" y="130"/>
                  </a:lnTo>
                  <a:lnTo>
                    <a:pt x="86" y="136"/>
                  </a:lnTo>
                  <a:lnTo>
                    <a:pt x="82" y="142"/>
                  </a:lnTo>
                  <a:lnTo>
                    <a:pt x="82" y="142"/>
                  </a:lnTo>
                  <a:lnTo>
                    <a:pt x="78" y="146"/>
                  </a:lnTo>
                  <a:lnTo>
                    <a:pt x="72" y="148"/>
                  </a:lnTo>
                  <a:lnTo>
                    <a:pt x="72" y="148"/>
                  </a:lnTo>
                  <a:close/>
                  <a:moveTo>
                    <a:pt x="222" y="148"/>
                  </a:moveTo>
                  <a:lnTo>
                    <a:pt x="222" y="148"/>
                  </a:lnTo>
                  <a:lnTo>
                    <a:pt x="216" y="150"/>
                  </a:lnTo>
                  <a:lnTo>
                    <a:pt x="212" y="154"/>
                  </a:lnTo>
                  <a:lnTo>
                    <a:pt x="212" y="154"/>
                  </a:lnTo>
                  <a:lnTo>
                    <a:pt x="208" y="158"/>
                  </a:lnTo>
                  <a:lnTo>
                    <a:pt x="204" y="166"/>
                  </a:lnTo>
                  <a:lnTo>
                    <a:pt x="204" y="166"/>
                  </a:lnTo>
                  <a:lnTo>
                    <a:pt x="198" y="184"/>
                  </a:lnTo>
                  <a:lnTo>
                    <a:pt x="198" y="184"/>
                  </a:lnTo>
                  <a:lnTo>
                    <a:pt x="196" y="208"/>
                  </a:lnTo>
                  <a:lnTo>
                    <a:pt x="196" y="208"/>
                  </a:lnTo>
                  <a:lnTo>
                    <a:pt x="196" y="218"/>
                  </a:lnTo>
                  <a:lnTo>
                    <a:pt x="198" y="224"/>
                  </a:lnTo>
                  <a:lnTo>
                    <a:pt x="198" y="224"/>
                  </a:lnTo>
                  <a:lnTo>
                    <a:pt x="202" y="228"/>
                  </a:lnTo>
                  <a:lnTo>
                    <a:pt x="208" y="228"/>
                  </a:lnTo>
                  <a:lnTo>
                    <a:pt x="208" y="228"/>
                  </a:lnTo>
                  <a:lnTo>
                    <a:pt x="212" y="228"/>
                  </a:lnTo>
                  <a:lnTo>
                    <a:pt x="216" y="224"/>
                  </a:lnTo>
                  <a:lnTo>
                    <a:pt x="220" y="220"/>
                  </a:lnTo>
                  <a:lnTo>
                    <a:pt x="224" y="214"/>
                  </a:lnTo>
                  <a:lnTo>
                    <a:pt x="224" y="214"/>
                  </a:lnTo>
                  <a:lnTo>
                    <a:pt x="228" y="204"/>
                  </a:lnTo>
                  <a:lnTo>
                    <a:pt x="228" y="204"/>
                  </a:lnTo>
                  <a:lnTo>
                    <a:pt x="230" y="192"/>
                  </a:lnTo>
                  <a:lnTo>
                    <a:pt x="230" y="192"/>
                  </a:lnTo>
                  <a:lnTo>
                    <a:pt x="232" y="180"/>
                  </a:lnTo>
                  <a:lnTo>
                    <a:pt x="232" y="180"/>
                  </a:lnTo>
                  <a:lnTo>
                    <a:pt x="232" y="168"/>
                  </a:lnTo>
                  <a:lnTo>
                    <a:pt x="232" y="168"/>
                  </a:lnTo>
                  <a:lnTo>
                    <a:pt x="232" y="160"/>
                  </a:lnTo>
                  <a:lnTo>
                    <a:pt x="230" y="154"/>
                  </a:lnTo>
                  <a:lnTo>
                    <a:pt x="226" y="150"/>
                  </a:lnTo>
                  <a:lnTo>
                    <a:pt x="222" y="148"/>
                  </a:lnTo>
                  <a:lnTo>
                    <a:pt x="222" y="148"/>
                  </a:lnTo>
                  <a:close/>
                  <a:moveTo>
                    <a:pt x="298" y="32"/>
                  </a:moveTo>
                  <a:lnTo>
                    <a:pt x="298" y="266"/>
                  </a:lnTo>
                  <a:lnTo>
                    <a:pt x="298" y="266"/>
                  </a:lnTo>
                  <a:lnTo>
                    <a:pt x="296" y="272"/>
                  </a:lnTo>
                  <a:lnTo>
                    <a:pt x="294" y="278"/>
                  </a:lnTo>
                  <a:lnTo>
                    <a:pt x="288" y="288"/>
                  </a:lnTo>
                  <a:lnTo>
                    <a:pt x="278" y="294"/>
                  </a:lnTo>
                  <a:lnTo>
                    <a:pt x="272" y="296"/>
                  </a:lnTo>
                  <a:lnTo>
                    <a:pt x="266" y="298"/>
                  </a:lnTo>
                  <a:lnTo>
                    <a:pt x="32" y="298"/>
                  </a:lnTo>
                  <a:lnTo>
                    <a:pt x="32" y="298"/>
                  </a:lnTo>
                  <a:lnTo>
                    <a:pt x="24" y="296"/>
                  </a:lnTo>
                  <a:lnTo>
                    <a:pt x="18" y="294"/>
                  </a:lnTo>
                  <a:lnTo>
                    <a:pt x="8" y="288"/>
                  </a:lnTo>
                  <a:lnTo>
                    <a:pt x="2" y="278"/>
                  </a:lnTo>
                  <a:lnTo>
                    <a:pt x="0" y="272"/>
                  </a:lnTo>
                  <a:lnTo>
                    <a:pt x="0" y="266"/>
                  </a:lnTo>
                  <a:lnTo>
                    <a:pt x="0" y="32"/>
                  </a:lnTo>
                  <a:lnTo>
                    <a:pt x="0" y="32"/>
                  </a:lnTo>
                  <a:lnTo>
                    <a:pt x="0" y="24"/>
                  </a:lnTo>
                  <a:lnTo>
                    <a:pt x="2" y="18"/>
                  </a:lnTo>
                  <a:lnTo>
                    <a:pt x="8" y="8"/>
                  </a:lnTo>
                  <a:lnTo>
                    <a:pt x="18" y="2"/>
                  </a:lnTo>
                  <a:lnTo>
                    <a:pt x="24" y="0"/>
                  </a:lnTo>
                  <a:lnTo>
                    <a:pt x="32" y="0"/>
                  </a:lnTo>
                  <a:lnTo>
                    <a:pt x="266" y="0"/>
                  </a:lnTo>
                  <a:lnTo>
                    <a:pt x="266" y="0"/>
                  </a:lnTo>
                  <a:lnTo>
                    <a:pt x="272" y="0"/>
                  </a:lnTo>
                  <a:lnTo>
                    <a:pt x="278" y="2"/>
                  </a:lnTo>
                  <a:lnTo>
                    <a:pt x="288" y="8"/>
                  </a:lnTo>
                  <a:lnTo>
                    <a:pt x="294" y="18"/>
                  </a:lnTo>
                  <a:lnTo>
                    <a:pt x="296" y="24"/>
                  </a:lnTo>
                  <a:lnTo>
                    <a:pt x="298" y="32"/>
                  </a:lnTo>
                  <a:lnTo>
                    <a:pt x="298" y="32"/>
                  </a:lnTo>
                  <a:close/>
                  <a:moveTo>
                    <a:pt x="42" y="150"/>
                  </a:moveTo>
                  <a:lnTo>
                    <a:pt x="42" y="150"/>
                  </a:lnTo>
                  <a:lnTo>
                    <a:pt x="48" y="156"/>
                  </a:lnTo>
                  <a:lnTo>
                    <a:pt x="54" y="158"/>
                  </a:lnTo>
                  <a:lnTo>
                    <a:pt x="62" y="160"/>
                  </a:lnTo>
                  <a:lnTo>
                    <a:pt x="72" y="162"/>
                  </a:lnTo>
                  <a:lnTo>
                    <a:pt x="72" y="162"/>
                  </a:lnTo>
                  <a:lnTo>
                    <a:pt x="84" y="160"/>
                  </a:lnTo>
                  <a:lnTo>
                    <a:pt x="94" y="156"/>
                  </a:lnTo>
                  <a:lnTo>
                    <a:pt x="94" y="156"/>
                  </a:lnTo>
                  <a:lnTo>
                    <a:pt x="104" y="150"/>
                  </a:lnTo>
                  <a:lnTo>
                    <a:pt x="114" y="142"/>
                  </a:lnTo>
                  <a:lnTo>
                    <a:pt x="114" y="142"/>
                  </a:lnTo>
                  <a:lnTo>
                    <a:pt x="120" y="132"/>
                  </a:lnTo>
                  <a:lnTo>
                    <a:pt x="126" y="122"/>
                  </a:lnTo>
                  <a:lnTo>
                    <a:pt x="126" y="122"/>
                  </a:lnTo>
                  <a:lnTo>
                    <a:pt x="130" y="108"/>
                  </a:lnTo>
                  <a:lnTo>
                    <a:pt x="130" y="96"/>
                  </a:lnTo>
                  <a:lnTo>
                    <a:pt x="130" y="96"/>
                  </a:lnTo>
                  <a:lnTo>
                    <a:pt x="130" y="86"/>
                  </a:lnTo>
                  <a:lnTo>
                    <a:pt x="128" y="78"/>
                  </a:lnTo>
                  <a:lnTo>
                    <a:pt x="124" y="70"/>
                  </a:lnTo>
                  <a:lnTo>
                    <a:pt x="120" y="64"/>
                  </a:lnTo>
                  <a:lnTo>
                    <a:pt x="120" y="64"/>
                  </a:lnTo>
                  <a:lnTo>
                    <a:pt x="114" y="60"/>
                  </a:lnTo>
                  <a:lnTo>
                    <a:pt x="108" y="56"/>
                  </a:lnTo>
                  <a:lnTo>
                    <a:pt x="100" y="54"/>
                  </a:lnTo>
                  <a:lnTo>
                    <a:pt x="90" y="54"/>
                  </a:lnTo>
                  <a:lnTo>
                    <a:pt x="90" y="54"/>
                  </a:lnTo>
                  <a:lnTo>
                    <a:pt x="78" y="56"/>
                  </a:lnTo>
                  <a:lnTo>
                    <a:pt x="66" y="58"/>
                  </a:lnTo>
                  <a:lnTo>
                    <a:pt x="66" y="58"/>
                  </a:lnTo>
                  <a:lnTo>
                    <a:pt x="56" y="64"/>
                  </a:lnTo>
                  <a:lnTo>
                    <a:pt x="48" y="72"/>
                  </a:lnTo>
                  <a:lnTo>
                    <a:pt x="48" y="72"/>
                  </a:lnTo>
                  <a:lnTo>
                    <a:pt x="40" y="82"/>
                  </a:lnTo>
                  <a:lnTo>
                    <a:pt x="36" y="94"/>
                  </a:lnTo>
                  <a:lnTo>
                    <a:pt x="36" y="94"/>
                  </a:lnTo>
                  <a:lnTo>
                    <a:pt x="32" y="106"/>
                  </a:lnTo>
                  <a:lnTo>
                    <a:pt x="32" y="120"/>
                  </a:lnTo>
                  <a:lnTo>
                    <a:pt x="32" y="120"/>
                  </a:lnTo>
                  <a:lnTo>
                    <a:pt x="32" y="130"/>
                  </a:lnTo>
                  <a:lnTo>
                    <a:pt x="34" y="138"/>
                  </a:lnTo>
                  <a:lnTo>
                    <a:pt x="36" y="144"/>
                  </a:lnTo>
                  <a:lnTo>
                    <a:pt x="42" y="150"/>
                  </a:lnTo>
                  <a:lnTo>
                    <a:pt x="42" y="150"/>
                  </a:lnTo>
                  <a:close/>
                  <a:moveTo>
                    <a:pt x="98" y="238"/>
                  </a:moveTo>
                  <a:lnTo>
                    <a:pt x="234" y="72"/>
                  </a:lnTo>
                  <a:lnTo>
                    <a:pt x="234" y="72"/>
                  </a:lnTo>
                  <a:lnTo>
                    <a:pt x="236" y="66"/>
                  </a:lnTo>
                  <a:lnTo>
                    <a:pt x="236" y="60"/>
                  </a:lnTo>
                  <a:lnTo>
                    <a:pt x="236" y="60"/>
                  </a:lnTo>
                  <a:lnTo>
                    <a:pt x="232" y="56"/>
                  </a:lnTo>
                  <a:lnTo>
                    <a:pt x="226" y="54"/>
                  </a:lnTo>
                  <a:lnTo>
                    <a:pt x="204" y="54"/>
                  </a:lnTo>
                  <a:lnTo>
                    <a:pt x="204" y="54"/>
                  </a:lnTo>
                  <a:lnTo>
                    <a:pt x="200" y="56"/>
                  </a:lnTo>
                  <a:lnTo>
                    <a:pt x="196" y="58"/>
                  </a:lnTo>
                  <a:lnTo>
                    <a:pt x="60" y="224"/>
                  </a:lnTo>
                  <a:lnTo>
                    <a:pt x="60" y="224"/>
                  </a:lnTo>
                  <a:lnTo>
                    <a:pt x="58" y="230"/>
                  </a:lnTo>
                  <a:lnTo>
                    <a:pt x="60" y="236"/>
                  </a:lnTo>
                  <a:lnTo>
                    <a:pt x="60" y="236"/>
                  </a:lnTo>
                  <a:lnTo>
                    <a:pt x="62" y="240"/>
                  </a:lnTo>
                  <a:lnTo>
                    <a:pt x="68" y="242"/>
                  </a:lnTo>
                  <a:lnTo>
                    <a:pt x="92" y="242"/>
                  </a:lnTo>
                  <a:lnTo>
                    <a:pt x="92" y="242"/>
                  </a:lnTo>
                  <a:lnTo>
                    <a:pt x="96" y="240"/>
                  </a:lnTo>
                  <a:lnTo>
                    <a:pt x="98" y="238"/>
                  </a:lnTo>
                  <a:lnTo>
                    <a:pt x="98" y="238"/>
                  </a:lnTo>
                  <a:close/>
                  <a:moveTo>
                    <a:pt x="266" y="176"/>
                  </a:moveTo>
                  <a:lnTo>
                    <a:pt x="266" y="176"/>
                  </a:lnTo>
                  <a:lnTo>
                    <a:pt x="264" y="166"/>
                  </a:lnTo>
                  <a:lnTo>
                    <a:pt x="262" y="158"/>
                  </a:lnTo>
                  <a:lnTo>
                    <a:pt x="260" y="152"/>
                  </a:lnTo>
                  <a:lnTo>
                    <a:pt x="254" y="146"/>
                  </a:lnTo>
                  <a:lnTo>
                    <a:pt x="254" y="146"/>
                  </a:lnTo>
                  <a:lnTo>
                    <a:pt x="248" y="142"/>
                  </a:lnTo>
                  <a:lnTo>
                    <a:pt x="242" y="138"/>
                  </a:lnTo>
                  <a:lnTo>
                    <a:pt x="234" y="136"/>
                  </a:lnTo>
                  <a:lnTo>
                    <a:pt x="226" y="134"/>
                  </a:lnTo>
                  <a:lnTo>
                    <a:pt x="226" y="134"/>
                  </a:lnTo>
                  <a:lnTo>
                    <a:pt x="212" y="136"/>
                  </a:lnTo>
                  <a:lnTo>
                    <a:pt x="202" y="140"/>
                  </a:lnTo>
                  <a:lnTo>
                    <a:pt x="202" y="140"/>
                  </a:lnTo>
                  <a:lnTo>
                    <a:pt x="192" y="146"/>
                  </a:lnTo>
                  <a:lnTo>
                    <a:pt x="182" y="154"/>
                  </a:lnTo>
                  <a:lnTo>
                    <a:pt x="182" y="154"/>
                  </a:lnTo>
                  <a:lnTo>
                    <a:pt x="176" y="164"/>
                  </a:lnTo>
                  <a:lnTo>
                    <a:pt x="170" y="174"/>
                  </a:lnTo>
                  <a:lnTo>
                    <a:pt x="170" y="174"/>
                  </a:lnTo>
                  <a:lnTo>
                    <a:pt x="166" y="188"/>
                  </a:lnTo>
                  <a:lnTo>
                    <a:pt x="166" y="202"/>
                  </a:lnTo>
                  <a:lnTo>
                    <a:pt x="166" y="202"/>
                  </a:lnTo>
                  <a:lnTo>
                    <a:pt x="166" y="210"/>
                  </a:lnTo>
                  <a:lnTo>
                    <a:pt x="168" y="218"/>
                  </a:lnTo>
                  <a:lnTo>
                    <a:pt x="172" y="226"/>
                  </a:lnTo>
                  <a:lnTo>
                    <a:pt x="176" y="232"/>
                  </a:lnTo>
                  <a:lnTo>
                    <a:pt x="176" y="232"/>
                  </a:lnTo>
                  <a:lnTo>
                    <a:pt x="182" y="236"/>
                  </a:lnTo>
                  <a:lnTo>
                    <a:pt x="188" y="240"/>
                  </a:lnTo>
                  <a:lnTo>
                    <a:pt x="196" y="242"/>
                  </a:lnTo>
                  <a:lnTo>
                    <a:pt x="206" y="242"/>
                  </a:lnTo>
                  <a:lnTo>
                    <a:pt x="206" y="242"/>
                  </a:lnTo>
                  <a:lnTo>
                    <a:pt x="218" y="240"/>
                  </a:lnTo>
                  <a:lnTo>
                    <a:pt x="230" y="238"/>
                  </a:lnTo>
                  <a:lnTo>
                    <a:pt x="230" y="238"/>
                  </a:lnTo>
                  <a:lnTo>
                    <a:pt x="240" y="232"/>
                  </a:lnTo>
                  <a:lnTo>
                    <a:pt x="248" y="224"/>
                  </a:lnTo>
                  <a:lnTo>
                    <a:pt x="248" y="224"/>
                  </a:lnTo>
                  <a:lnTo>
                    <a:pt x="256" y="214"/>
                  </a:lnTo>
                  <a:lnTo>
                    <a:pt x="260" y="202"/>
                  </a:lnTo>
                  <a:lnTo>
                    <a:pt x="260" y="202"/>
                  </a:lnTo>
                  <a:lnTo>
                    <a:pt x="264" y="190"/>
                  </a:lnTo>
                  <a:lnTo>
                    <a:pt x="266" y="176"/>
                  </a:lnTo>
                  <a:lnTo>
                    <a:pt x="266" y="176"/>
                  </a:lnTo>
                  <a:close/>
                </a:path>
              </a:pathLst>
            </a:custGeom>
            <a:solidFill>
              <a:srgbClr val="8D9AA9"/>
            </a:solidFill>
            <a:ln>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000000"/>
                </a:solidFill>
                <a:effectLst/>
                <a:uLnTx/>
                <a:uFillTx/>
                <a:latin typeface="Calibri" panose="020F0502020204030204"/>
                <a:ea typeface="+mn-ea"/>
                <a:cs typeface="Arial"/>
                <a:sym typeface="Arial"/>
              </a:endParaRPr>
            </a:p>
          </p:txBody>
        </p:sp>
        <p:sp>
          <p:nvSpPr>
            <p:cNvPr id="57" name="Freeform 4959">
              <a:extLst>
                <a:ext uri="{FF2B5EF4-FFF2-40B4-BE49-F238E27FC236}">
                  <a16:creationId xmlns:a16="http://schemas.microsoft.com/office/drawing/2014/main" id="{092898E7-B8F0-C5D3-1F2C-DD4380E25396}"/>
                </a:ext>
              </a:extLst>
            </p:cNvPr>
            <p:cNvSpPr>
              <a:spLocks noEditPoints="1"/>
            </p:cNvSpPr>
            <p:nvPr/>
          </p:nvSpPr>
          <p:spPr bwMode="auto">
            <a:xfrm>
              <a:off x="6429417" y="5328532"/>
              <a:ext cx="433640" cy="371004"/>
            </a:xfrm>
            <a:custGeom>
              <a:avLst/>
              <a:gdLst>
                <a:gd name="T0" fmla="*/ 348 w 360"/>
                <a:gd name="T1" fmla="*/ 0 h 280"/>
                <a:gd name="T2" fmla="*/ 8 w 360"/>
                <a:gd name="T3" fmla="*/ 0 h 280"/>
                <a:gd name="T4" fmla="*/ 0 w 360"/>
                <a:gd name="T5" fmla="*/ 8 h 280"/>
                <a:gd name="T6" fmla="*/ 8 w 360"/>
                <a:gd name="T7" fmla="*/ 242 h 280"/>
                <a:gd name="T8" fmla="*/ 180 w 360"/>
                <a:gd name="T9" fmla="*/ 280 h 280"/>
                <a:gd name="T10" fmla="*/ 358 w 360"/>
                <a:gd name="T11" fmla="*/ 238 h 280"/>
                <a:gd name="T12" fmla="*/ 360 w 360"/>
                <a:gd name="T13" fmla="*/ 4 h 280"/>
                <a:gd name="T14" fmla="*/ 20 w 360"/>
                <a:gd name="T15" fmla="*/ 224 h 280"/>
                <a:gd name="T16" fmla="*/ 200 w 360"/>
                <a:gd name="T17" fmla="*/ 54 h 280"/>
                <a:gd name="T18" fmla="*/ 334 w 360"/>
                <a:gd name="T19" fmla="*/ 26 h 280"/>
                <a:gd name="T20" fmla="*/ 338 w 360"/>
                <a:gd name="T21" fmla="*/ 36 h 280"/>
                <a:gd name="T22" fmla="*/ 204 w 360"/>
                <a:gd name="T23" fmla="*/ 72 h 280"/>
                <a:gd name="T24" fmla="*/ 196 w 360"/>
                <a:gd name="T25" fmla="*/ 72 h 280"/>
                <a:gd name="T26" fmla="*/ 194 w 360"/>
                <a:gd name="T27" fmla="*/ 58 h 280"/>
                <a:gd name="T28" fmla="*/ 200 w 360"/>
                <a:gd name="T29" fmla="*/ 90 h 280"/>
                <a:gd name="T30" fmla="*/ 270 w 360"/>
                <a:gd name="T31" fmla="*/ 76 h 280"/>
                <a:gd name="T32" fmla="*/ 274 w 360"/>
                <a:gd name="T33" fmla="*/ 86 h 280"/>
                <a:gd name="T34" fmla="*/ 204 w 360"/>
                <a:gd name="T35" fmla="*/ 108 h 280"/>
                <a:gd name="T36" fmla="*/ 196 w 360"/>
                <a:gd name="T37" fmla="*/ 106 h 280"/>
                <a:gd name="T38" fmla="*/ 194 w 360"/>
                <a:gd name="T39" fmla="*/ 94 h 280"/>
                <a:gd name="T40" fmla="*/ 340 w 360"/>
                <a:gd name="T41" fmla="*/ 168 h 280"/>
                <a:gd name="T42" fmla="*/ 336 w 360"/>
                <a:gd name="T43" fmla="*/ 174 h 280"/>
                <a:gd name="T44" fmla="*/ 326 w 360"/>
                <a:gd name="T45" fmla="*/ 172 h 280"/>
                <a:gd name="T46" fmla="*/ 284 w 360"/>
                <a:gd name="T47" fmla="*/ 192 h 280"/>
                <a:gd name="T48" fmla="*/ 210 w 360"/>
                <a:gd name="T49" fmla="*/ 242 h 280"/>
                <a:gd name="T50" fmla="*/ 196 w 360"/>
                <a:gd name="T51" fmla="*/ 246 h 280"/>
                <a:gd name="T52" fmla="*/ 192 w 360"/>
                <a:gd name="T53" fmla="*/ 236 h 280"/>
                <a:gd name="T54" fmla="*/ 234 w 360"/>
                <a:gd name="T55" fmla="*/ 156 h 280"/>
                <a:gd name="T56" fmla="*/ 280 w 360"/>
                <a:gd name="T57" fmla="*/ 170 h 280"/>
                <a:gd name="T58" fmla="*/ 290 w 360"/>
                <a:gd name="T59" fmla="*/ 134 h 280"/>
                <a:gd name="T60" fmla="*/ 298 w 360"/>
                <a:gd name="T61" fmla="*/ 124 h 280"/>
                <a:gd name="T62" fmla="*/ 336 w 360"/>
                <a:gd name="T63" fmla="*/ 124 h 280"/>
                <a:gd name="T64" fmla="*/ 340 w 360"/>
                <a:gd name="T65" fmla="*/ 168 h 280"/>
                <a:gd name="T66" fmla="*/ 46 w 360"/>
                <a:gd name="T67" fmla="*/ 68 h 280"/>
                <a:gd name="T68" fmla="*/ 38 w 360"/>
                <a:gd name="T69" fmla="*/ 60 h 280"/>
                <a:gd name="T70" fmla="*/ 42 w 360"/>
                <a:gd name="T71" fmla="*/ 50 h 280"/>
                <a:gd name="T72" fmla="*/ 140 w 360"/>
                <a:gd name="T73" fmla="*/ 68 h 280"/>
                <a:gd name="T74" fmla="*/ 148 w 360"/>
                <a:gd name="T75" fmla="*/ 80 h 280"/>
                <a:gd name="T76" fmla="*/ 138 w 360"/>
                <a:gd name="T77" fmla="*/ 88 h 280"/>
                <a:gd name="T78" fmla="*/ 70 w 360"/>
                <a:gd name="T79" fmla="*/ 126 h 280"/>
                <a:gd name="T80" fmla="*/ 44 w 360"/>
                <a:gd name="T81" fmla="*/ 142 h 280"/>
                <a:gd name="T82" fmla="*/ 38 w 360"/>
                <a:gd name="T83" fmla="*/ 168 h 280"/>
                <a:gd name="T84" fmla="*/ 50 w 360"/>
                <a:gd name="T85" fmla="*/ 202 h 280"/>
                <a:gd name="T86" fmla="*/ 78 w 360"/>
                <a:gd name="T87" fmla="*/ 218 h 280"/>
                <a:gd name="T88" fmla="*/ 98 w 360"/>
                <a:gd name="T89" fmla="*/ 212 h 280"/>
                <a:gd name="T90" fmla="*/ 116 w 360"/>
                <a:gd name="T91" fmla="*/ 186 h 280"/>
                <a:gd name="T92" fmla="*/ 128 w 360"/>
                <a:gd name="T93" fmla="*/ 166 h 280"/>
                <a:gd name="T94" fmla="*/ 116 w 360"/>
                <a:gd name="T95" fmla="*/ 132 h 280"/>
                <a:gd name="T96" fmla="*/ 88 w 360"/>
                <a:gd name="T97" fmla="*/ 114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60" h="280">
                  <a:moveTo>
                    <a:pt x="356" y="2"/>
                  </a:moveTo>
                  <a:lnTo>
                    <a:pt x="356" y="2"/>
                  </a:lnTo>
                  <a:lnTo>
                    <a:pt x="352" y="0"/>
                  </a:lnTo>
                  <a:lnTo>
                    <a:pt x="348" y="0"/>
                  </a:lnTo>
                  <a:lnTo>
                    <a:pt x="180" y="38"/>
                  </a:lnTo>
                  <a:lnTo>
                    <a:pt x="12" y="0"/>
                  </a:lnTo>
                  <a:lnTo>
                    <a:pt x="12" y="0"/>
                  </a:lnTo>
                  <a:lnTo>
                    <a:pt x="8" y="0"/>
                  </a:lnTo>
                  <a:lnTo>
                    <a:pt x="4" y="2"/>
                  </a:lnTo>
                  <a:lnTo>
                    <a:pt x="4" y="2"/>
                  </a:lnTo>
                  <a:lnTo>
                    <a:pt x="0" y="4"/>
                  </a:lnTo>
                  <a:lnTo>
                    <a:pt x="0" y="8"/>
                  </a:lnTo>
                  <a:lnTo>
                    <a:pt x="0" y="232"/>
                  </a:lnTo>
                  <a:lnTo>
                    <a:pt x="0" y="232"/>
                  </a:lnTo>
                  <a:lnTo>
                    <a:pt x="2" y="238"/>
                  </a:lnTo>
                  <a:lnTo>
                    <a:pt x="8" y="242"/>
                  </a:lnTo>
                  <a:lnTo>
                    <a:pt x="178" y="280"/>
                  </a:lnTo>
                  <a:lnTo>
                    <a:pt x="178" y="280"/>
                  </a:lnTo>
                  <a:lnTo>
                    <a:pt x="180" y="280"/>
                  </a:lnTo>
                  <a:lnTo>
                    <a:pt x="180" y="280"/>
                  </a:lnTo>
                  <a:lnTo>
                    <a:pt x="182" y="280"/>
                  </a:lnTo>
                  <a:lnTo>
                    <a:pt x="352" y="242"/>
                  </a:lnTo>
                  <a:lnTo>
                    <a:pt x="352" y="242"/>
                  </a:lnTo>
                  <a:lnTo>
                    <a:pt x="358" y="238"/>
                  </a:lnTo>
                  <a:lnTo>
                    <a:pt x="360" y="232"/>
                  </a:lnTo>
                  <a:lnTo>
                    <a:pt x="360" y="8"/>
                  </a:lnTo>
                  <a:lnTo>
                    <a:pt x="360" y="8"/>
                  </a:lnTo>
                  <a:lnTo>
                    <a:pt x="360" y="4"/>
                  </a:lnTo>
                  <a:lnTo>
                    <a:pt x="356" y="2"/>
                  </a:lnTo>
                  <a:lnTo>
                    <a:pt x="356" y="2"/>
                  </a:lnTo>
                  <a:close/>
                  <a:moveTo>
                    <a:pt x="170" y="258"/>
                  </a:moveTo>
                  <a:lnTo>
                    <a:pt x="20" y="224"/>
                  </a:lnTo>
                  <a:lnTo>
                    <a:pt x="20" y="22"/>
                  </a:lnTo>
                  <a:lnTo>
                    <a:pt x="170" y="56"/>
                  </a:lnTo>
                  <a:lnTo>
                    <a:pt x="170" y="258"/>
                  </a:lnTo>
                  <a:close/>
                  <a:moveTo>
                    <a:pt x="200" y="54"/>
                  </a:moveTo>
                  <a:lnTo>
                    <a:pt x="326" y="24"/>
                  </a:lnTo>
                  <a:lnTo>
                    <a:pt x="326" y="24"/>
                  </a:lnTo>
                  <a:lnTo>
                    <a:pt x="330" y="24"/>
                  </a:lnTo>
                  <a:lnTo>
                    <a:pt x="334" y="26"/>
                  </a:lnTo>
                  <a:lnTo>
                    <a:pt x="336" y="28"/>
                  </a:lnTo>
                  <a:lnTo>
                    <a:pt x="338" y="32"/>
                  </a:lnTo>
                  <a:lnTo>
                    <a:pt x="338" y="32"/>
                  </a:lnTo>
                  <a:lnTo>
                    <a:pt x="338" y="36"/>
                  </a:lnTo>
                  <a:lnTo>
                    <a:pt x="336" y="40"/>
                  </a:lnTo>
                  <a:lnTo>
                    <a:pt x="334" y="42"/>
                  </a:lnTo>
                  <a:lnTo>
                    <a:pt x="330" y="44"/>
                  </a:lnTo>
                  <a:lnTo>
                    <a:pt x="204" y="72"/>
                  </a:lnTo>
                  <a:lnTo>
                    <a:pt x="204" y="72"/>
                  </a:lnTo>
                  <a:lnTo>
                    <a:pt x="202" y="74"/>
                  </a:lnTo>
                  <a:lnTo>
                    <a:pt x="202" y="74"/>
                  </a:lnTo>
                  <a:lnTo>
                    <a:pt x="196" y="72"/>
                  </a:lnTo>
                  <a:lnTo>
                    <a:pt x="192" y="66"/>
                  </a:lnTo>
                  <a:lnTo>
                    <a:pt x="192" y="66"/>
                  </a:lnTo>
                  <a:lnTo>
                    <a:pt x="192" y="62"/>
                  </a:lnTo>
                  <a:lnTo>
                    <a:pt x="194" y="58"/>
                  </a:lnTo>
                  <a:lnTo>
                    <a:pt x="196" y="56"/>
                  </a:lnTo>
                  <a:lnTo>
                    <a:pt x="200" y="54"/>
                  </a:lnTo>
                  <a:lnTo>
                    <a:pt x="200" y="54"/>
                  </a:lnTo>
                  <a:close/>
                  <a:moveTo>
                    <a:pt x="200" y="90"/>
                  </a:moveTo>
                  <a:lnTo>
                    <a:pt x="262" y="74"/>
                  </a:lnTo>
                  <a:lnTo>
                    <a:pt x="262" y="74"/>
                  </a:lnTo>
                  <a:lnTo>
                    <a:pt x="266" y="74"/>
                  </a:lnTo>
                  <a:lnTo>
                    <a:pt x="270" y="76"/>
                  </a:lnTo>
                  <a:lnTo>
                    <a:pt x="274" y="78"/>
                  </a:lnTo>
                  <a:lnTo>
                    <a:pt x="274" y="82"/>
                  </a:lnTo>
                  <a:lnTo>
                    <a:pt x="274" y="82"/>
                  </a:lnTo>
                  <a:lnTo>
                    <a:pt x="274" y="86"/>
                  </a:lnTo>
                  <a:lnTo>
                    <a:pt x="274" y="90"/>
                  </a:lnTo>
                  <a:lnTo>
                    <a:pt x="270" y="92"/>
                  </a:lnTo>
                  <a:lnTo>
                    <a:pt x="268" y="94"/>
                  </a:lnTo>
                  <a:lnTo>
                    <a:pt x="204" y="108"/>
                  </a:lnTo>
                  <a:lnTo>
                    <a:pt x="204" y="108"/>
                  </a:lnTo>
                  <a:lnTo>
                    <a:pt x="202" y="108"/>
                  </a:lnTo>
                  <a:lnTo>
                    <a:pt x="202" y="108"/>
                  </a:lnTo>
                  <a:lnTo>
                    <a:pt x="196" y="106"/>
                  </a:lnTo>
                  <a:lnTo>
                    <a:pt x="192" y="102"/>
                  </a:lnTo>
                  <a:lnTo>
                    <a:pt x="192" y="102"/>
                  </a:lnTo>
                  <a:lnTo>
                    <a:pt x="192" y="98"/>
                  </a:lnTo>
                  <a:lnTo>
                    <a:pt x="194" y="94"/>
                  </a:lnTo>
                  <a:lnTo>
                    <a:pt x="196" y="90"/>
                  </a:lnTo>
                  <a:lnTo>
                    <a:pt x="200" y="90"/>
                  </a:lnTo>
                  <a:lnTo>
                    <a:pt x="200" y="90"/>
                  </a:lnTo>
                  <a:close/>
                  <a:moveTo>
                    <a:pt x="340" y="168"/>
                  </a:moveTo>
                  <a:lnTo>
                    <a:pt x="340" y="168"/>
                  </a:lnTo>
                  <a:lnTo>
                    <a:pt x="340" y="172"/>
                  </a:lnTo>
                  <a:lnTo>
                    <a:pt x="336" y="174"/>
                  </a:lnTo>
                  <a:lnTo>
                    <a:pt x="336" y="174"/>
                  </a:lnTo>
                  <a:lnTo>
                    <a:pt x="332" y="176"/>
                  </a:lnTo>
                  <a:lnTo>
                    <a:pt x="332" y="176"/>
                  </a:lnTo>
                  <a:lnTo>
                    <a:pt x="330" y="174"/>
                  </a:lnTo>
                  <a:lnTo>
                    <a:pt x="326" y="172"/>
                  </a:lnTo>
                  <a:lnTo>
                    <a:pt x="316" y="162"/>
                  </a:lnTo>
                  <a:lnTo>
                    <a:pt x="288" y="190"/>
                  </a:lnTo>
                  <a:lnTo>
                    <a:pt x="288" y="190"/>
                  </a:lnTo>
                  <a:lnTo>
                    <a:pt x="284" y="192"/>
                  </a:lnTo>
                  <a:lnTo>
                    <a:pt x="278" y="192"/>
                  </a:lnTo>
                  <a:lnTo>
                    <a:pt x="246" y="178"/>
                  </a:lnTo>
                  <a:lnTo>
                    <a:pt x="210" y="242"/>
                  </a:lnTo>
                  <a:lnTo>
                    <a:pt x="210" y="242"/>
                  </a:lnTo>
                  <a:lnTo>
                    <a:pt x="206" y="246"/>
                  </a:lnTo>
                  <a:lnTo>
                    <a:pt x="200" y="248"/>
                  </a:lnTo>
                  <a:lnTo>
                    <a:pt x="200" y="248"/>
                  </a:lnTo>
                  <a:lnTo>
                    <a:pt x="196" y="246"/>
                  </a:lnTo>
                  <a:lnTo>
                    <a:pt x="196" y="246"/>
                  </a:lnTo>
                  <a:lnTo>
                    <a:pt x="194" y="244"/>
                  </a:lnTo>
                  <a:lnTo>
                    <a:pt x="192" y="240"/>
                  </a:lnTo>
                  <a:lnTo>
                    <a:pt x="192" y="236"/>
                  </a:lnTo>
                  <a:lnTo>
                    <a:pt x="192" y="234"/>
                  </a:lnTo>
                  <a:lnTo>
                    <a:pt x="232" y="160"/>
                  </a:lnTo>
                  <a:lnTo>
                    <a:pt x="232" y="160"/>
                  </a:lnTo>
                  <a:lnTo>
                    <a:pt x="234" y="156"/>
                  </a:lnTo>
                  <a:lnTo>
                    <a:pt x="238" y="154"/>
                  </a:lnTo>
                  <a:lnTo>
                    <a:pt x="242" y="154"/>
                  </a:lnTo>
                  <a:lnTo>
                    <a:pt x="246" y="154"/>
                  </a:lnTo>
                  <a:lnTo>
                    <a:pt x="280" y="170"/>
                  </a:lnTo>
                  <a:lnTo>
                    <a:pt x="302" y="148"/>
                  </a:lnTo>
                  <a:lnTo>
                    <a:pt x="292" y="138"/>
                  </a:lnTo>
                  <a:lnTo>
                    <a:pt x="292" y="138"/>
                  </a:lnTo>
                  <a:lnTo>
                    <a:pt x="290" y="134"/>
                  </a:lnTo>
                  <a:lnTo>
                    <a:pt x="290" y="128"/>
                  </a:lnTo>
                  <a:lnTo>
                    <a:pt x="290" y="128"/>
                  </a:lnTo>
                  <a:lnTo>
                    <a:pt x="292" y="126"/>
                  </a:lnTo>
                  <a:lnTo>
                    <a:pt x="298" y="124"/>
                  </a:lnTo>
                  <a:lnTo>
                    <a:pt x="298" y="124"/>
                  </a:lnTo>
                  <a:lnTo>
                    <a:pt x="332" y="124"/>
                  </a:lnTo>
                  <a:lnTo>
                    <a:pt x="332" y="124"/>
                  </a:lnTo>
                  <a:lnTo>
                    <a:pt x="336" y="124"/>
                  </a:lnTo>
                  <a:lnTo>
                    <a:pt x="338" y="126"/>
                  </a:lnTo>
                  <a:lnTo>
                    <a:pt x="340" y="128"/>
                  </a:lnTo>
                  <a:lnTo>
                    <a:pt x="340" y="132"/>
                  </a:lnTo>
                  <a:lnTo>
                    <a:pt x="340" y="168"/>
                  </a:lnTo>
                  <a:close/>
                  <a:moveTo>
                    <a:pt x="138" y="88"/>
                  </a:moveTo>
                  <a:lnTo>
                    <a:pt x="138" y="88"/>
                  </a:lnTo>
                  <a:lnTo>
                    <a:pt x="136" y="88"/>
                  </a:lnTo>
                  <a:lnTo>
                    <a:pt x="46" y="68"/>
                  </a:lnTo>
                  <a:lnTo>
                    <a:pt x="46" y="68"/>
                  </a:lnTo>
                  <a:lnTo>
                    <a:pt x="42" y="66"/>
                  </a:lnTo>
                  <a:lnTo>
                    <a:pt x="40" y="62"/>
                  </a:lnTo>
                  <a:lnTo>
                    <a:pt x="38" y="60"/>
                  </a:lnTo>
                  <a:lnTo>
                    <a:pt x="38" y="56"/>
                  </a:lnTo>
                  <a:lnTo>
                    <a:pt x="38" y="56"/>
                  </a:lnTo>
                  <a:lnTo>
                    <a:pt x="40" y="52"/>
                  </a:lnTo>
                  <a:lnTo>
                    <a:pt x="42" y="50"/>
                  </a:lnTo>
                  <a:lnTo>
                    <a:pt x="46" y="48"/>
                  </a:lnTo>
                  <a:lnTo>
                    <a:pt x="50" y="48"/>
                  </a:lnTo>
                  <a:lnTo>
                    <a:pt x="140" y="68"/>
                  </a:lnTo>
                  <a:lnTo>
                    <a:pt x="140" y="68"/>
                  </a:lnTo>
                  <a:lnTo>
                    <a:pt x="144" y="70"/>
                  </a:lnTo>
                  <a:lnTo>
                    <a:pt x="146" y="72"/>
                  </a:lnTo>
                  <a:lnTo>
                    <a:pt x="148" y="76"/>
                  </a:lnTo>
                  <a:lnTo>
                    <a:pt x="148" y="80"/>
                  </a:lnTo>
                  <a:lnTo>
                    <a:pt x="148" y="80"/>
                  </a:lnTo>
                  <a:lnTo>
                    <a:pt x="144" y="86"/>
                  </a:lnTo>
                  <a:lnTo>
                    <a:pt x="138" y="88"/>
                  </a:lnTo>
                  <a:lnTo>
                    <a:pt x="138" y="88"/>
                  </a:lnTo>
                  <a:close/>
                  <a:moveTo>
                    <a:pt x="78" y="172"/>
                  </a:moveTo>
                  <a:lnTo>
                    <a:pt x="78" y="126"/>
                  </a:lnTo>
                  <a:lnTo>
                    <a:pt x="78" y="126"/>
                  </a:lnTo>
                  <a:lnTo>
                    <a:pt x="70" y="126"/>
                  </a:lnTo>
                  <a:lnTo>
                    <a:pt x="62" y="128"/>
                  </a:lnTo>
                  <a:lnTo>
                    <a:pt x="56" y="132"/>
                  </a:lnTo>
                  <a:lnTo>
                    <a:pt x="50" y="136"/>
                  </a:lnTo>
                  <a:lnTo>
                    <a:pt x="44" y="142"/>
                  </a:lnTo>
                  <a:lnTo>
                    <a:pt x="42" y="150"/>
                  </a:lnTo>
                  <a:lnTo>
                    <a:pt x="40" y="158"/>
                  </a:lnTo>
                  <a:lnTo>
                    <a:pt x="38" y="168"/>
                  </a:lnTo>
                  <a:lnTo>
                    <a:pt x="38" y="168"/>
                  </a:lnTo>
                  <a:lnTo>
                    <a:pt x="40" y="176"/>
                  </a:lnTo>
                  <a:lnTo>
                    <a:pt x="42" y="186"/>
                  </a:lnTo>
                  <a:lnTo>
                    <a:pt x="44" y="194"/>
                  </a:lnTo>
                  <a:lnTo>
                    <a:pt x="50" y="202"/>
                  </a:lnTo>
                  <a:lnTo>
                    <a:pt x="56" y="208"/>
                  </a:lnTo>
                  <a:lnTo>
                    <a:pt x="62" y="212"/>
                  </a:lnTo>
                  <a:lnTo>
                    <a:pt x="70" y="216"/>
                  </a:lnTo>
                  <a:lnTo>
                    <a:pt x="78" y="218"/>
                  </a:lnTo>
                  <a:lnTo>
                    <a:pt x="78" y="218"/>
                  </a:lnTo>
                  <a:lnTo>
                    <a:pt x="84" y="218"/>
                  </a:lnTo>
                  <a:lnTo>
                    <a:pt x="92" y="216"/>
                  </a:lnTo>
                  <a:lnTo>
                    <a:pt x="98" y="212"/>
                  </a:lnTo>
                  <a:lnTo>
                    <a:pt x="104" y="208"/>
                  </a:lnTo>
                  <a:lnTo>
                    <a:pt x="110" y="202"/>
                  </a:lnTo>
                  <a:lnTo>
                    <a:pt x="114" y="194"/>
                  </a:lnTo>
                  <a:lnTo>
                    <a:pt x="116" y="186"/>
                  </a:lnTo>
                  <a:lnTo>
                    <a:pt x="116" y="176"/>
                  </a:lnTo>
                  <a:lnTo>
                    <a:pt x="78" y="172"/>
                  </a:lnTo>
                  <a:close/>
                  <a:moveTo>
                    <a:pt x="128" y="166"/>
                  </a:moveTo>
                  <a:lnTo>
                    <a:pt x="128" y="166"/>
                  </a:lnTo>
                  <a:lnTo>
                    <a:pt x="126" y="156"/>
                  </a:lnTo>
                  <a:lnTo>
                    <a:pt x="124" y="146"/>
                  </a:lnTo>
                  <a:lnTo>
                    <a:pt x="122" y="138"/>
                  </a:lnTo>
                  <a:lnTo>
                    <a:pt x="116" y="132"/>
                  </a:lnTo>
                  <a:lnTo>
                    <a:pt x="110" y="126"/>
                  </a:lnTo>
                  <a:lnTo>
                    <a:pt x="104" y="120"/>
                  </a:lnTo>
                  <a:lnTo>
                    <a:pt x="96" y="116"/>
                  </a:lnTo>
                  <a:lnTo>
                    <a:pt x="88" y="114"/>
                  </a:lnTo>
                  <a:lnTo>
                    <a:pt x="88" y="160"/>
                  </a:lnTo>
                  <a:lnTo>
                    <a:pt x="128" y="166"/>
                  </a:lnTo>
                  <a:close/>
                </a:path>
              </a:pathLst>
            </a:custGeom>
            <a:solidFill>
              <a:srgbClr val="CCD3E1">
                <a:lumMod val="90000"/>
              </a:srgbClr>
            </a:solidFill>
            <a:ln>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000000"/>
                </a:solidFill>
                <a:effectLst/>
                <a:uLnTx/>
                <a:uFillTx/>
                <a:latin typeface="Calibri" panose="020F0502020204030204"/>
                <a:ea typeface="+mn-ea"/>
                <a:cs typeface="Arial"/>
                <a:sym typeface="Arial"/>
              </a:endParaRPr>
            </a:p>
          </p:txBody>
        </p:sp>
        <p:sp>
          <p:nvSpPr>
            <p:cNvPr id="58" name="Freeform 4803">
              <a:extLst>
                <a:ext uri="{FF2B5EF4-FFF2-40B4-BE49-F238E27FC236}">
                  <a16:creationId xmlns:a16="http://schemas.microsoft.com/office/drawing/2014/main" id="{3CA214CC-4FBA-2D51-E1C2-814C42C51ABE}"/>
                </a:ext>
              </a:extLst>
            </p:cNvPr>
            <p:cNvSpPr>
              <a:spLocks noEditPoints="1"/>
            </p:cNvSpPr>
            <p:nvPr/>
          </p:nvSpPr>
          <p:spPr bwMode="auto">
            <a:xfrm>
              <a:off x="7256550" y="3403160"/>
              <a:ext cx="460878" cy="335852"/>
            </a:xfrm>
            <a:custGeom>
              <a:avLst/>
              <a:gdLst>
                <a:gd name="T0" fmla="*/ 372 w 376"/>
                <a:gd name="T1" fmla="*/ 98 h 274"/>
                <a:gd name="T2" fmla="*/ 344 w 376"/>
                <a:gd name="T3" fmla="*/ 74 h 274"/>
                <a:gd name="T4" fmla="*/ 334 w 376"/>
                <a:gd name="T5" fmla="*/ 68 h 274"/>
                <a:gd name="T6" fmla="*/ 254 w 376"/>
                <a:gd name="T7" fmla="*/ 80 h 274"/>
                <a:gd name="T8" fmla="*/ 210 w 376"/>
                <a:gd name="T9" fmla="*/ 68 h 274"/>
                <a:gd name="T10" fmla="*/ 6 w 376"/>
                <a:gd name="T11" fmla="*/ 136 h 274"/>
                <a:gd name="T12" fmla="*/ 4 w 376"/>
                <a:gd name="T13" fmla="*/ 170 h 274"/>
                <a:gd name="T14" fmla="*/ 30 w 376"/>
                <a:gd name="T15" fmla="*/ 194 h 274"/>
                <a:gd name="T16" fmla="*/ 4 w 376"/>
                <a:gd name="T17" fmla="*/ 220 h 274"/>
                <a:gd name="T18" fmla="*/ 198 w 376"/>
                <a:gd name="T19" fmla="*/ 250 h 274"/>
                <a:gd name="T20" fmla="*/ 272 w 376"/>
                <a:gd name="T21" fmla="*/ 274 h 274"/>
                <a:gd name="T22" fmla="*/ 346 w 376"/>
                <a:gd name="T23" fmla="*/ 246 h 274"/>
                <a:gd name="T24" fmla="*/ 322 w 376"/>
                <a:gd name="T25" fmla="*/ 252 h 274"/>
                <a:gd name="T26" fmla="*/ 220 w 376"/>
                <a:gd name="T27" fmla="*/ 252 h 274"/>
                <a:gd name="T28" fmla="*/ 196 w 376"/>
                <a:gd name="T29" fmla="*/ 232 h 274"/>
                <a:gd name="T30" fmla="*/ 148 w 376"/>
                <a:gd name="T31" fmla="*/ 234 h 274"/>
                <a:gd name="T32" fmla="*/ 200 w 376"/>
                <a:gd name="T33" fmla="*/ 220 h 274"/>
                <a:gd name="T34" fmla="*/ 300 w 376"/>
                <a:gd name="T35" fmla="*/ 236 h 274"/>
                <a:gd name="T36" fmla="*/ 346 w 376"/>
                <a:gd name="T37" fmla="*/ 196 h 274"/>
                <a:gd name="T38" fmla="*/ 308 w 376"/>
                <a:gd name="T39" fmla="*/ 220 h 274"/>
                <a:gd name="T40" fmla="*/ 210 w 376"/>
                <a:gd name="T41" fmla="*/ 210 h 274"/>
                <a:gd name="T42" fmla="*/ 196 w 376"/>
                <a:gd name="T43" fmla="*/ 196 h 274"/>
                <a:gd name="T44" fmla="*/ 150 w 376"/>
                <a:gd name="T45" fmla="*/ 200 h 274"/>
                <a:gd name="T46" fmla="*/ 202 w 376"/>
                <a:gd name="T47" fmla="*/ 184 h 274"/>
                <a:gd name="T48" fmla="*/ 318 w 376"/>
                <a:gd name="T49" fmla="*/ 196 h 274"/>
                <a:gd name="T50" fmla="*/ 374 w 376"/>
                <a:gd name="T51" fmla="*/ 162 h 274"/>
                <a:gd name="T52" fmla="*/ 374 w 376"/>
                <a:gd name="T53" fmla="*/ 130 h 274"/>
                <a:gd name="T54" fmla="*/ 248 w 376"/>
                <a:gd name="T55" fmla="*/ 94 h 274"/>
                <a:gd name="T56" fmla="*/ 342 w 376"/>
                <a:gd name="T57" fmla="*/ 78 h 274"/>
                <a:gd name="T58" fmla="*/ 334 w 376"/>
                <a:gd name="T59" fmla="*/ 104 h 274"/>
                <a:gd name="T60" fmla="*/ 238 w 376"/>
                <a:gd name="T61" fmla="*/ 114 h 274"/>
                <a:gd name="T62" fmla="*/ 200 w 376"/>
                <a:gd name="T63" fmla="*/ 96 h 274"/>
                <a:gd name="T64" fmla="*/ 202 w 376"/>
                <a:gd name="T65" fmla="*/ 114 h 274"/>
                <a:gd name="T66" fmla="*/ 294 w 376"/>
                <a:gd name="T67" fmla="*/ 130 h 274"/>
                <a:gd name="T68" fmla="*/ 346 w 376"/>
                <a:gd name="T69" fmla="*/ 124 h 274"/>
                <a:gd name="T70" fmla="*/ 338 w 376"/>
                <a:gd name="T71" fmla="*/ 136 h 274"/>
                <a:gd name="T72" fmla="*/ 272 w 376"/>
                <a:gd name="T73" fmla="*/ 152 h 274"/>
                <a:gd name="T74" fmla="*/ 214 w 376"/>
                <a:gd name="T75" fmla="*/ 142 h 274"/>
                <a:gd name="T76" fmla="*/ 198 w 376"/>
                <a:gd name="T77" fmla="*/ 118 h 274"/>
                <a:gd name="T78" fmla="*/ 134 w 376"/>
                <a:gd name="T79" fmla="*/ 150 h 274"/>
                <a:gd name="T80" fmla="*/ 100 w 376"/>
                <a:gd name="T81" fmla="*/ 136 h 274"/>
                <a:gd name="T82" fmla="*/ 158 w 376"/>
                <a:gd name="T83" fmla="*/ 128 h 274"/>
                <a:gd name="T84" fmla="*/ 162 w 376"/>
                <a:gd name="T85" fmla="*/ 144 h 274"/>
                <a:gd name="T86" fmla="*/ 346 w 376"/>
                <a:gd name="T87" fmla="*/ 162 h 274"/>
                <a:gd name="T88" fmla="*/ 342 w 376"/>
                <a:gd name="T89" fmla="*/ 168 h 274"/>
                <a:gd name="T90" fmla="*/ 322 w 376"/>
                <a:gd name="T91" fmla="*/ 180 h 274"/>
                <a:gd name="T92" fmla="*/ 220 w 376"/>
                <a:gd name="T93" fmla="*/ 180 h 274"/>
                <a:gd name="T94" fmla="*/ 200 w 376"/>
                <a:gd name="T95" fmla="*/ 168 h 274"/>
                <a:gd name="T96" fmla="*/ 198 w 376"/>
                <a:gd name="T97" fmla="*/ 154 h 274"/>
                <a:gd name="T98" fmla="*/ 272 w 376"/>
                <a:gd name="T99" fmla="*/ 166 h 274"/>
                <a:gd name="T100" fmla="*/ 346 w 376"/>
                <a:gd name="T101" fmla="*/ 160 h 274"/>
                <a:gd name="T102" fmla="*/ 196 w 376"/>
                <a:gd name="T103" fmla="*/ 28 h 274"/>
                <a:gd name="T104" fmla="*/ 272 w 376"/>
                <a:gd name="T105" fmla="*/ 0 h 274"/>
                <a:gd name="T106" fmla="*/ 344 w 376"/>
                <a:gd name="T107" fmla="*/ 24 h 274"/>
                <a:gd name="T108" fmla="*/ 322 w 376"/>
                <a:gd name="T109" fmla="*/ 50 h 274"/>
                <a:gd name="T110" fmla="*/ 220 w 376"/>
                <a:gd name="T111" fmla="*/ 50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76" h="274">
                  <a:moveTo>
                    <a:pt x="376" y="126"/>
                  </a:moveTo>
                  <a:lnTo>
                    <a:pt x="376" y="126"/>
                  </a:lnTo>
                  <a:lnTo>
                    <a:pt x="374" y="122"/>
                  </a:lnTo>
                  <a:lnTo>
                    <a:pt x="370" y="120"/>
                  </a:lnTo>
                  <a:lnTo>
                    <a:pt x="346" y="110"/>
                  </a:lnTo>
                  <a:lnTo>
                    <a:pt x="372" y="98"/>
                  </a:lnTo>
                  <a:lnTo>
                    <a:pt x="372" y="98"/>
                  </a:lnTo>
                  <a:lnTo>
                    <a:pt x="376" y="96"/>
                  </a:lnTo>
                  <a:lnTo>
                    <a:pt x="376" y="92"/>
                  </a:lnTo>
                  <a:lnTo>
                    <a:pt x="376" y="92"/>
                  </a:lnTo>
                  <a:lnTo>
                    <a:pt x="376" y="86"/>
                  </a:lnTo>
                  <a:lnTo>
                    <a:pt x="372" y="84"/>
                  </a:lnTo>
                  <a:lnTo>
                    <a:pt x="344" y="74"/>
                  </a:lnTo>
                  <a:lnTo>
                    <a:pt x="344" y="74"/>
                  </a:lnTo>
                  <a:lnTo>
                    <a:pt x="346" y="70"/>
                  </a:lnTo>
                  <a:lnTo>
                    <a:pt x="346" y="66"/>
                  </a:lnTo>
                  <a:lnTo>
                    <a:pt x="346" y="52"/>
                  </a:lnTo>
                  <a:lnTo>
                    <a:pt x="346" y="52"/>
                  </a:lnTo>
                  <a:lnTo>
                    <a:pt x="346" y="56"/>
                  </a:lnTo>
                  <a:lnTo>
                    <a:pt x="344" y="60"/>
                  </a:lnTo>
                  <a:lnTo>
                    <a:pt x="334" y="68"/>
                  </a:lnTo>
                  <a:lnTo>
                    <a:pt x="334" y="68"/>
                  </a:lnTo>
                  <a:lnTo>
                    <a:pt x="322" y="72"/>
                  </a:lnTo>
                  <a:lnTo>
                    <a:pt x="308" y="76"/>
                  </a:lnTo>
                  <a:lnTo>
                    <a:pt x="290" y="80"/>
                  </a:lnTo>
                  <a:lnTo>
                    <a:pt x="272" y="80"/>
                  </a:lnTo>
                  <a:lnTo>
                    <a:pt x="272" y="80"/>
                  </a:lnTo>
                  <a:lnTo>
                    <a:pt x="254" y="80"/>
                  </a:lnTo>
                  <a:lnTo>
                    <a:pt x="238" y="78"/>
                  </a:lnTo>
                  <a:lnTo>
                    <a:pt x="226" y="74"/>
                  </a:lnTo>
                  <a:lnTo>
                    <a:pt x="214" y="70"/>
                  </a:lnTo>
                  <a:lnTo>
                    <a:pt x="214" y="70"/>
                  </a:lnTo>
                  <a:lnTo>
                    <a:pt x="214" y="70"/>
                  </a:lnTo>
                  <a:lnTo>
                    <a:pt x="210" y="68"/>
                  </a:lnTo>
                  <a:lnTo>
                    <a:pt x="210" y="68"/>
                  </a:lnTo>
                  <a:lnTo>
                    <a:pt x="200" y="60"/>
                  </a:lnTo>
                  <a:lnTo>
                    <a:pt x="198" y="56"/>
                  </a:lnTo>
                  <a:lnTo>
                    <a:pt x="196" y="52"/>
                  </a:lnTo>
                  <a:lnTo>
                    <a:pt x="196" y="52"/>
                  </a:lnTo>
                  <a:lnTo>
                    <a:pt x="198" y="46"/>
                  </a:lnTo>
                  <a:lnTo>
                    <a:pt x="6" y="136"/>
                  </a:lnTo>
                  <a:lnTo>
                    <a:pt x="6" y="136"/>
                  </a:lnTo>
                  <a:lnTo>
                    <a:pt x="2" y="138"/>
                  </a:lnTo>
                  <a:lnTo>
                    <a:pt x="2" y="142"/>
                  </a:lnTo>
                  <a:lnTo>
                    <a:pt x="2" y="142"/>
                  </a:lnTo>
                  <a:lnTo>
                    <a:pt x="2" y="148"/>
                  </a:lnTo>
                  <a:lnTo>
                    <a:pt x="6" y="150"/>
                  </a:lnTo>
                  <a:lnTo>
                    <a:pt x="30" y="158"/>
                  </a:lnTo>
                  <a:lnTo>
                    <a:pt x="4" y="170"/>
                  </a:lnTo>
                  <a:lnTo>
                    <a:pt x="4" y="170"/>
                  </a:lnTo>
                  <a:lnTo>
                    <a:pt x="2" y="174"/>
                  </a:lnTo>
                  <a:lnTo>
                    <a:pt x="0" y="178"/>
                  </a:lnTo>
                  <a:lnTo>
                    <a:pt x="0" y="178"/>
                  </a:lnTo>
                  <a:lnTo>
                    <a:pt x="2" y="182"/>
                  </a:lnTo>
                  <a:lnTo>
                    <a:pt x="6" y="184"/>
                  </a:lnTo>
                  <a:lnTo>
                    <a:pt x="30" y="194"/>
                  </a:lnTo>
                  <a:lnTo>
                    <a:pt x="4" y="206"/>
                  </a:lnTo>
                  <a:lnTo>
                    <a:pt x="4" y="206"/>
                  </a:lnTo>
                  <a:lnTo>
                    <a:pt x="0" y="208"/>
                  </a:lnTo>
                  <a:lnTo>
                    <a:pt x="0" y="212"/>
                  </a:lnTo>
                  <a:lnTo>
                    <a:pt x="0" y="212"/>
                  </a:lnTo>
                  <a:lnTo>
                    <a:pt x="0" y="218"/>
                  </a:lnTo>
                  <a:lnTo>
                    <a:pt x="4" y="220"/>
                  </a:lnTo>
                  <a:lnTo>
                    <a:pt x="148" y="270"/>
                  </a:lnTo>
                  <a:lnTo>
                    <a:pt x="148" y="270"/>
                  </a:lnTo>
                  <a:lnTo>
                    <a:pt x="150" y="270"/>
                  </a:lnTo>
                  <a:lnTo>
                    <a:pt x="150" y="270"/>
                  </a:lnTo>
                  <a:lnTo>
                    <a:pt x="154" y="270"/>
                  </a:lnTo>
                  <a:lnTo>
                    <a:pt x="198" y="250"/>
                  </a:lnTo>
                  <a:lnTo>
                    <a:pt x="198" y="250"/>
                  </a:lnTo>
                  <a:lnTo>
                    <a:pt x="200" y="254"/>
                  </a:lnTo>
                  <a:lnTo>
                    <a:pt x="206" y="258"/>
                  </a:lnTo>
                  <a:lnTo>
                    <a:pt x="212" y="264"/>
                  </a:lnTo>
                  <a:lnTo>
                    <a:pt x="222" y="266"/>
                  </a:lnTo>
                  <a:lnTo>
                    <a:pt x="244" y="272"/>
                  </a:lnTo>
                  <a:lnTo>
                    <a:pt x="272" y="274"/>
                  </a:lnTo>
                  <a:lnTo>
                    <a:pt x="272" y="274"/>
                  </a:lnTo>
                  <a:lnTo>
                    <a:pt x="300" y="272"/>
                  </a:lnTo>
                  <a:lnTo>
                    <a:pt x="314" y="270"/>
                  </a:lnTo>
                  <a:lnTo>
                    <a:pt x="324" y="266"/>
                  </a:lnTo>
                  <a:lnTo>
                    <a:pt x="334" y="262"/>
                  </a:lnTo>
                  <a:lnTo>
                    <a:pt x="340" y="256"/>
                  </a:lnTo>
                  <a:lnTo>
                    <a:pt x="344" y="252"/>
                  </a:lnTo>
                  <a:lnTo>
                    <a:pt x="346" y="246"/>
                  </a:lnTo>
                  <a:lnTo>
                    <a:pt x="346" y="230"/>
                  </a:lnTo>
                  <a:lnTo>
                    <a:pt x="346" y="230"/>
                  </a:lnTo>
                  <a:lnTo>
                    <a:pt x="346" y="236"/>
                  </a:lnTo>
                  <a:lnTo>
                    <a:pt x="344" y="240"/>
                  </a:lnTo>
                  <a:lnTo>
                    <a:pt x="334" y="246"/>
                  </a:lnTo>
                  <a:lnTo>
                    <a:pt x="334" y="246"/>
                  </a:lnTo>
                  <a:lnTo>
                    <a:pt x="322" y="252"/>
                  </a:lnTo>
                  <a:lnTo>
                    <a:pt x="308" y="256"/>
                  </a:lnTo>
                  <a:lnTo>
                    <a:pt x="290" y="258"/>
                  </a:lnTo>
                  <a:lnTo>
                    <a:pt x="272" y="260"/>
                  </a:lnTo>
                  <a:lnTo>
                    <a:pt x="272" y="260"/>
                  </a:lnTo>
                  <a:lnTo>
                    <a:pt x="252" y="258"/>
                  </a:lnTo>
                  <a:lnTo>
                    <a:pt x="236" y="256"/>
                  </a:lnTo>
                  <a:lnTo>
                    <a:pt x="220" y="252"/>
                  </a:lnTo>
                  <a:lnTo>
                    <a:pt x="210" y="246"/>
                  </a:lnTo>
                  <a:lnTo>
                    <a:pt x="210" y="246"/>
                  </a:lnTo>
                  <a:lnTo>
                    <a:pt x="206" y="244"/>
                  </a:lnTo>
                  <a:lnTo>
                    <a:pt x="206" y="244"/>
                  </a:lnTo>
                  <a:lnTo>
                    <a:pt x="206" y="244"/>
                  </a:lnTo>
                  <a:lnTo>
                    <a:pt x="200" y="238"/>
                  </a:lnTo>
                  <a:lnTo>
                    <a:pt x="196" y="232"/>
                  </a:lnTo>
                  <a:lnTo>
                    <a:pt x="196" y="232"/>
                  </a:lnTo>
                  <a:lnTo>
                    <a:pt x="196" y="230"/>
                  </a:lnTo>
                  <a:lnTo>
                    <a:pt x="196" y="232"/>
                  </a:lnTo>
                  <a:lnTo>
                    <a:pt x="150" y="254"/>
                  </a:lnTo>
                  <a:lnTo>
                    <a:pt x="28" y="212"/>
                  </a:lnTo>
                  <a:lnTo>
                    <a:pt x="52" y="200"/>
                  </a:lnTo>
                  <a:lnTo>
                    <a:pt x="148" y="234"/>
                  </a:lnTo>
                  <a:lnTo>
                    <a:pt x="148" y="234"/>
                  </a:lnTo>
                  <a:lnTo>
                    <a:pt x="152" y="234"/>
                  </a:lnTo>
                  <a:lnTo>
                    <a:pt x="152" y="234"/>
                  </a:lnTo>
                  <a:lnTo>
                    <a:pt x="154" y="234"/>
                  </a:lnTo>
                  <a:lnTo>
                    <a:pt x="198" y="214"/>
                  </a:lnTo>
                  <a:lnTo>
                    <a:pt x="198" y="214"/>
                  </a:lnTo>
                  <a:lnTo>
                    <a:pt x="200" y="220"/>
                  </a:lnTo>
                  <a:lnTo>
                    <a:pt x="206" y="224"/>
                  </a:lnTo>
                  <a:lnTo>
                    <a:pt x="214" y="228"/>
                  </a:lnTo>
                  <a:lnTo>
                    <a:pt x="222" y="232"/>
                  </a:lnTo>
                  <a:lnTo>
                    <a:pt x="246" y="236"/>
                  </a:lnTo>
                  <a:lnTo>
                    <a:pt x="272" y="238"/>
                  </a:lnTo>
                  <a:lnTo>
                    <a:pt x="272" y="238"/>
                  </a:lnTo>
                  <a:lnTo>
                    <a:pt x="300" y="236"/>
                  </a:lnTo>
                  <a:lnTo>
                    <a:pt x="314" y="234"/>
                  </a:lnTo>
                  <a:lnTo>
                    <a:pt x="324" y="230"/>
                  </a:lnTo>
                  <a:lnTo>
                    <a:pt x="334" y="226"/>
                  </a:lnTo>
                  <a:lnTo>
                    <a:pt x="340" y="220"/>
                  </a:lnTo>
                  <a:lnTo>
                    <a:pt x="344" y="216"/>
                  </a:lnTo>
                  <a:lnTo>
                    <a:pt x="346" y="210"/>
                  </a:lnTo>
                  <a:lnTo>
                    <a:pt x="346" y="196"/>
                  </a:lnTo>
                  <a:lnTo>
                    <a:pt x="346" y="196"/>
                  </a:lnTo>
                  <a:lnTo>
                    <a:pt x="346" y="200"/>
                  </a:lnTo>
                  <a:lnTo>
                    <a:pt x="344" y="204"/>
                  </a:lnTo>
                  <a:lnTo>
                    <a:pt x="334" y="210"/>
                  </a:lnTo>
                  <a:lnTo>
                    <a:pt x="334" y="210"/>
                  </a:lnTo>
                  <a:lnTo>
                    <a:pt x="322" y="216"/>
                  </a:lnTo>
                  <a:lnTo>
                    <a:pt x="308" y="220"/>
                  </a:lnTo>
                  <a:lnTo>
                    <a:pt x="290" y="222"/>
                  </a:lnTo>
                  <a:lnTo>
                    <a:pt x="272" y="224"/>
                  </a:lnTo>
                  <a:lnTo>
                    <a:pt x="272" y="224"/>
                  </a:lnTo>
                  <a:lnTo>
                    <a:pt x="252" y="222"/>
                  </a:lnTo>
                  <a:lnTo>
                    <a:pt x="236" y="220"/>
                  </a:lnTo>
                  <a:lnTo>
                    <a:pt x="220" y="216"/>
                  </a:lnTo>
                  <a:lnTo>
                    <a:pt x="210" y="210"/>
                  </a:lnTo>
                  <a:lnTo>
                    <a:pt x="210" y="210"/>
                  </a:lnTo>
                  <a:lnTo>
                    <a:pt x="208" y="210"/>
                  </a:lnTo>
                  <a:lnTo>
                    <a:pt x="208" y="210"/>
                  </a:lnTo>
                  <a:lnTo>
                    <a:pt x="200" y="204"/>
                  </a:lnTo>
                  <a:lnTo>
                    <a:pt x="198" y="198"/>
                  </a:lnTo>
                  <a:lnTo>
                    <a:pt x="198" y="198"/>
                  </a:lnTo>
                  <a:lnTo>
                    <a:pt x="196" y="196"/>
                  </a:lnTo>
                  <a:lnTo>
                    <a:pt x="196" y="198"/>
                  </a:lnTo>
                  <a:lnTo>
                    <a:pt x="152" y="218"/>
                  </a:lnTo>
                  <a:lnTo>
                    <a:pt x="72" y="192"/>
                  </a:lnTo>
                  <a:lnTo>
                    <a:pt x="50" y="184"/>
                  </a:lnTo>
                  <a:lnTo>
                    <a:pt x="28" y="176"/>
                  </a:lnTo>
                  <a:lnTo>
                    <a:pt x="52" y="166"/>
                  </a:lnTo>
                  <a:lnTo>
                    <a:pt x="150" y="200"/>
                  </a:lnTo>
                  <a:lnTo>
                    <a:pt x="150" y="200"/>
                  </a:lnTo>
                  <a:lnTo>
                    <a:pt x="152" y="200"/>
                  </a:lnTo>
                  <a:lnTo>
                    <a:pt x="152" y="200"/>
                  </a:lnTo>
                  <a:lnTo>
                    <a:pt x="156" y="200"/>
                  </a:lnTo>
                  <a:lnTo>
                    <a:pt x="198" y="180"/>
                  </a:lnTo>
                  <a:lnTo>
                    <a:pt x="198" y="180"/>
                  </a:lnTo>
                  <a:lnTo>
                    <a:pt x="202" y="184"/>
                  </a:lnTo>
                  <a:lnTo>
                    <a:pt x="208" y="188"/>
                  </a:lnTo>
                  <a:lnTo>
                    <a:pt x="224" y="196"/>
                  </a:lnTo>
                  <a:lnTo>
                    <a:pt x="246" y="200"/>
                  </a:lnTo>
                  <a:lnTo>
                    <a:pt x="272" y="202"/>
                  </a:lnTo>
                  <a:lnTo>
                    <a:pt x="272" y="202"/>
                  </a:lnTo>
                  <a:lnTo>
                    <a:pt x="296" y="200"/>
                  </a:lnTo>
                  <a:lnTo>
                    <a:pt x="318" y="196"/>
                  </a:lnTo>
                  <a:lnTo>
                    <a:pt x="334" y="190"/>
                  </a:lnTo>
                  <a:lnTo>
                    <a:pt x="340" y="186"/>
                  </a:lnTo>
                  <a:lnTo>
                    <a:pt x="344" y="180"/>
                  </a:lnTo>
                  <a:lnTo>
                    <a:pt x="370" y="168"/>
                  </a:lnTo>
                  <a:lnTo>
                    <a:pt x="370" y="168"/>
                  </a:lnTo>
                  <a:lnTo>
                    <a:pt x="374" y="166"/>
                  </a:lnTo>
                  <a:lnTo>
                    <a:pt x="374" y="162"/>
                  </a:lnTo>
                  <a:lnTo>
                    <a:pt x="374" y="162"/>
                  </a:lnTo>
                  <a:lnTo>
                    <a:pt x="374" y="156"/>
                  </a:lnTo>
                  <a:lnTo>
                    <a:pt x="370" y="154"/>
                  </a:lnTo>
                  <a:lnTo>
                    <a:pt x="346" y="146"/>
                  </a:lnTo>
                  <a:lnTo>
                    <a:pt x="372" y="134"/>
                  </a:lnTo>
                  <a:lnTo>
                    <a:pt x="372" y="134"/>
                  </a:lnTo>
                  <a:lnTo>
                    <a:pt x="374" y="130"/>
                  </a:lnTo>
                  <a:lnTo>
                    <a:pt x="376" y="126"/>
                  </a:lnTo>
                  <a:lnTo>
                    <a:pt x="376" y="126"/>
                  </a:lnTo>
                  <a:close/>
                  <a:moveTo>
                    <a:pt x="202" y="78"/>
                  </a:moveTo>
                  <a:lnTo>
                    <a:pt x="202" y="78"/>
                  </a:lnTo>
                  <a:lnTo>
                    <a:pt x="214" y="84"/>
                  </a:lnTo>
                  <a:lnTo>
                    <a:pt x="230" y="90"/>
                  </a:lnTo>
                  <a:lnTo>
                    <a:pt x="248" y="94"/>
                  </a:lnTo>
                  <a:lnTo>
                    <a:pt x="272" y="96"/>
                  </a:lnTo>
                  <a:lnTo>
                    <a:pt x="272" y="96"/>
                  </a:lnTo>
                  <a:lnTo>
                    <a:pt x="294" y="94"/>
                  </a:lnTo>
                  <a:lnTo>
                    <a:pt x="314" y="90"/>
                  </a:lnTo>
                  <a:lnTo>
                    <a:pt x="330" y="84"/>
                  </a:lnTo>
                  <a:lnTo>
                    <a:pt x="342" y="78"/>
                  </a:lnTo>
                  <a:lnTo>
                    <a:pt x="342" y="78"/>
                  </a:lnTo>
                  <a:lnTo>
                    <a:pt x="346" y="82"/>
                  </a:lnTo>
                  <a:lnTo>
                    <a:pt x="346" y="88"/>
                  </a:lnTo>
                  <a:lnTo>
                    <a:pt x="346" y="88"/>
                  </a:lnTo>
                  <a:lnTo>
                    <a:pt x="346" y="92"/>
                  </a:lnTo>
                  <a:lnTo>
                    <a:pt x="344" y="96"/>
                  </a:lnTo>
                  <a:lnTo>
                    <a:pt x="334" y="104"/>
                  </a:lnTo>
                  <a:lnTo>
                    <a:pt x="334" y="104"/>
                  </a:lnTo>
                  <a:lnTo>
                    <a:pt x="322" y="108"/>
                  </a:lnTo>
                  <a:lnTo>
                    <a:pt x="308" y="112"/>
                  </a:lnTo>
                  <a:lnTo>
                    <a:pt x="290" y="116"/>
                  </a:lnTo>
                  <a:lnTo>
                    <a:pt x="272" y="116"/>
                  </a:lnTo>
                  <a:lnTo>
                    <a:pt x="272" y="116"/>
                  </a:lnTo>
                  <a:lnTo>
                    <a:pt x="254" y="116"/>
                  </a:lnTo>
                  <a:lnTo>
                    <a:pt x="238" y="114"/>
                  </a:lnTo>
                  <a:lnTo>
                    <a:pt x="226" y="110"/>
                  </a:lnTo>
                  <a:lnTo>
                    <a:pt x="214" y="106"/>
                  </a:lnTo>
                  <a:lnTo>
                    <a:pt x="214" y="106"/>
                  </a:lnTo>
                  <a:lnTo>
                    <a:pt x="214" y="106"/>
                  </a:lnTo>
                  <a:lnTo>
                    <a:pt x="210" y="104"/>
                  </a:lnTo>
                  <a:lnTo>
                    <a:pt x="210" y="104"/>
                  </a:lnTo>
                  <a:lnTo>
                    <a:pt x="200" y="96"/>
                  </a:lnTo>
                  <a:lnTo>
                    <a:pt x="198" y="92"/>
                  </a:lnTo>
                  <a:lnTo>
                    <a:pt x="196" y="88"/>
                  </a:lnTo>
                  <a:lnTo>
                    <a:pt x="196" y="88"/>
                  </a:lnTo>
                  <a:lnTo>
                    <a:pt x="198" y="82"/>
                  </a:lnTo>
                  <a:lnTo>
                    <a:pt x="202" y="78"/>
                  </a:lnTo>
                  <a:lnTo>
                    <a:pt x="202" y="78"/>
                  </a:lnTo>
                  <a:close/>
                  <a:moveTo>
                    <a:pt x="202" y="114"/>
                  </a:moveTo>
                  <a:lnTo>
                    <a:pt x="202" y="114"/>
                  </a:lnTo>
                  <a:lnTo>
                    <a:pt x="214" y="120"/>
                  </a:lnTo>
                  <a:lnTo>
                    <a:pt x="230" y="126"/>
                  </a:lnTo>
                  <a:lnTo>
                    <a:pt x="248" y="130"/>
                  </a:lnTo>
                  <a:lnTo>
                    <a:pt x="272" y="130"/>
                  </a:lnTo>
                  <a:lnTo>
                    <a:pt x="272" y="130"/>
                  </a:lnTo>
                  <a:lnTo>
                    <a:pt x="294" y="130"/>
                  </a:lnTo>
                  <a:lnTo>
                    <a:pt x="314" y="126"/>
                  </a:lnTo>
                  <a:lnTo>
                    <a:pt x="330" y="120"/>
                  </a:lnTo>
                  <a:lnTo>
                    <a:pt x="342" y="114"/>
                  </a:lnTo>
                  <a:lnTo>
                    <a:pt x="342" y="114"/>
                  </a:lnTo>
                  <a:lnTo>
                    <a:pt x="346" y="118"/>
                  </a:lnTo>
                  <a:lnTo>
                    <a:pt x="346" y="124"/>
                  </a:lnTo>
                  <a:lnTo>
                    <a:pt x="346" y="124"/>
                  </a:lnTo>
                  <a:lnTo>
                    <a:pt x="346" y="128"/>
                  </a:lnTo>
                  <a:lnTo>
                    <a:pt x="346" y="128"/>
                  </a:lnTo>
                  <a:lnTo>
                    <a:pt x="342" y="132"/>
                  </a:lnTo>
                  <a:lnTo>
                    <a:pt x="342" y="132"/>
                  </a:lnTo>
                  <a:lnTo>
                    <a:pt x="340" y="134"/>
                  </a:lnTo>
                  <a:lnTo>
                    <a:pt x="340" y="134"/>
                  </a:lnTo>
                  <a:lnTo>
                    <a:pt x="338" y="136"/>
                  </a:lnTo>
                  <a:lnTo>
                    <a:pt x="338" y="136"/>
                  </a:lnTo>
                  <a:lnTo>
                    <a:pt x="334" y="140"/>
                  </a:lnTo>
                  <a:lnTo>
                    <a:pt x="334" y="140"/>
                  </a:lnTo>
                  <a:lnTo>
                    <a:pt x="322" y="144"/>
                  </a:lnTo>
                  <a:lnTo>
                    <a:pt x="308" y="148"/>
                  </a:lnTo>
                  <a:lnTo>
                    <a:pt x="290" y="150"/>
                  </a:lnTo>
                  <a:lnTo>
                    <a:pt x="272" y="152"/>
                  </a:lnTo>
                  <a:lnTo>
                    <a:pt x="272" y="152"/>
                  </a:lnTo>
                  <a:lnTo>
                    <a:pt x="254" y="152"/>
                  </a:lnTo>
                  <a:lnTo>
                    <a:pt x="238" y="148"/>
                  </a:lnTo>
                  <a:lnTo>
                    <a:pt x="226" y="146"/>
                  </a:lnTo>
                  <a:lnTo>
                    <a:pt x="214" y="142"/>
                  </a:lnTo>
                  <a:lnTo>
                    <a:pt x="214" y="142"/>
                  </a:lnTo>
                  <a:lnTo>
                    <a:pt x="214" y="142"/>
                  </a:lnTo>
                  <a:lnTo>
                    <a:pt x="210" y="140"/>
                  </a:lnTo>
                  <a:lnTo>
                    <a:pt x="210" y="140"/>
                  </a:lnTo>
                  <a:lnTo>
                    <a:pt x="200" y="132"/>
                  </a:lnTo>
                  <a:lnTo>
                    <a:pt x="198" y="128"/>
                  </a:lnTo>
                  <a:lnTo>
                    <a:pt x="196" y="124"/>
                  </a:lnTo>
                  <a:lnTo>
                    <a:pt x="196" y="124"/>
                  </a:lnTo>
                  <a:lnTo>
                    <a:pt x="198" y="118"/>
                  </a:lnTo>
                  <a:lnTo>
                    <a:pt x="202" y="114"/>
                  </a:lnTo>
                  <a:lnTo>
                    <a:pt x="202" y="114"/>
                  </a:lnTo>
                  <a:close/>
                  <a:moveTo>
                    <a:pt x="162" y="144"/>
                  </a:moveTo>
                  <a:lnTo>
                    <a:pt x="162" y="144"/>
                  </a:lnTo>
                  <a:lnTo>
                    <a:pt x="150" y="150"/>
                  </a:lnTo>
                  <a:lnTo>
                    <a:pt x="134" y="150"/>
                  </a:lnTo>
                  <a:lnTo>
                    <a:pt x="134" y="150"/>
                  </a:lnTo>
                  <a:lnTo>
                    <a:pt x="116" y="150"/>
                  </a:lnTo>
                  <a:lnTo>
                    <a:pt x="104" y="144"/>
                  </a:lnTo>
                  <a:lnTo>
                    <a:pt x="104" y="144"/>
                  </a:lnTo>
                  <a:lnTo>
                    <a:pt x="100" y="142"/>
                  </a:lnTo>
                  <a:lnTo>
                    <a:pt x="98" y="138"/>
                  </a:lnTo>
                  <a:lnTo>
                    <a:pt x="98" y="138"/>
                  </a:lnTo>
                  <a:lnTo>
                    <a:pt x="100" y="136"/>
                  </a:lnTo>
                  <a:lnTo>
                    <a:pt x="102" y="132"/>
                  </a:lnTo>
                  <a:lnTo>
                    <a:pt x="110" y="128"/>
                  </a:lnTo>
                  <a:lnTo>
                    <a:pt x="120" y="126"/>
                  </a:lnTo>
                  <a:lnTo>
                    <a:pt x="134" y="124"/>
                  </a:lnTo>
                  <a:lnTo>
                    <a:pt x="134" y="124"/>
                  </a:lnTo>
                  <a:lnTo>
                    <a:pt x="148" y="126"/>
                  </a:lnTo>
                  <a:lnTo>
                    <a:pt x="158" y="128"/>
                  </a:lnTo>
                  <a:lnTo>
                    <a:pt x="166" y="132"/>
                  </a:lnTo>
                  <a:lnTo>
                    <a:pt x="168" y="136"/>
                  </a:lnTo>
                  <a:lnTo>
                    <a:pt x="168" y="138"/>
                  </a:lnTo>
                  <a:lnTo>
                    <a:pt x="168" y="138"/>
                  </a:lnTo>
                  <a:lnTo>
                    <a:pt x="166" y="142"/>
                  </a:lnTo>
                  <a:lnTo>
                    <a:pt x="162" y="144"/>
                  </a:lnTo>
                  <a:lnTo>
                    <a:pt x="162" y="144"/>
                  </a:lnTo>
                  <a:close/>
                  <a:moveTo>
                    <a:pt x="346" y="160"/>
                  </a:moveTo>
                  <a:lnTo>
                    <a:pt x="346" y="160"/>
                  </a:lnTo>
                  <a:lnTo>
                    <a:pt x="346" y="162"/>
                  </a:lnTo>
                  <a:lnTo>
                    <a:pt x="346" y="162"/>
                  </a:lnTo>
                  <a:lnTo>
                    <a:pt x="346" y="162"/>
                  </a:lnTo>
                  <a:lnTo>
                    <a:pt x="346" y="162"/>
                  </a:lnTo>
                  <a:lnTo>
                    <a:pt x="346" y="162"/>
                  </a:lnTo>
                  <a:lnTo>
                    <a:pt x="346" y="162"/>
                  </a:lnTo>
                  <a:lnTo>
                    <a:pt x="344" y="166"/>
                  </a:lnTo>
                  <a:lnTo>
                    <a:pt x="344" y="166"/>
                  </a:lnTo>
                  <a:lnTo>
                    <a:pt x="344" y="166"/>
                  </a:lnTo>
                  <a:lnTo>
                    <a:pt x="344" y="166"/>
                  </a:lnTo>
                  <a:lnTo>
                    <a:pt x="342" y="168"/>
                  </a:lnTo>
                  <a:lnTo>
                    <a:pt x="342" y="168"/>
                  </a:lnTo>
                  <a:lnTo>
                    <a:pt x="340" y="170"/>
                  </a:lnTo>
                  <a:lnTo>
                    <a:pt x="340" y="170"/>
                  </a:lnTo>
                  <a:lnTo>
                    <a:pt x="338" y="172"/>
                  </a:lnTo>
                  <a:lnTo>
                    <a:pt x="338" y="172"/>
                  </a:lnTo>
                  <a:lnTo>
                    <a:pt x="334" y="174"/>
                  </a:lnTo>
                  <a:lnTo>
                    <a:pt x="334" y="174"/>
                  </a:lnTo>
                  <a:lnTo>
                    <a:pt x="322" y="180"/>
                  </a:lnTo>
                  <a:lnTo>
                    <a:pt x="308" y="184"/>
                  </a:lnTo>
                  <a:lnTo>
                    <a:pt x="290" y="186"/>
                  </a:lnTo>
                  <a:lnTo>
                    <a:pt x="272" y="188"/>
                  </a:lnTo>
                  <a:lnTo>
                    <a:pt x="272" y="188"/>
                  </a:lnTo>
                  <a:lnTo>
                    <a:pt x="252" y="186"/>
                  </a:lnTo>
                  <a:lnTo>
                    <a:pt x="236" y="184"/>
                  </a:lnTo>
                  <a:lnTo>
                    <a:pt x="220" y="180"/>
                  </a:lnTo>
                  <a:lnTo>
                    <a:pt x="210" y="174"/>
                  </a:lnTo>
                  <a:lnTo>
                    <a:pt x="210" y="174"/>
                  </a:lnTo>
                  <a:lnTo>
                    <a:pt x="208" y="174"/>
                  </a:lnTo>
                  <a:lnTo>
                    <a:pt x="208" y="174"/>
                  </a:lnTo>
                  <a:lnTo>
                    <a:pt x="208" y="174"/>
                  </a:lnTo>
                  <a:lnTo>
                    <a:pt x="200" y="168"/>
                  </a:lnTo>
                  <a:lnTo>
                    <a:pt x="200" y="168"/>
                  </a:lnTo>
                  <a:lnTo>
                    <a:pt x="200" y="166"/>
                  </a:lnTo>
                  <a:lnTo>
                    <a:pt x="200" y="166"/>
                  </a:lnTo>
                  <a:lnTo>
                    <a:pt x="198" y="164"/>
                  </a:lnTo>
                  <a:lnTo>
                    <a:pt x="198" y="164"/>
                  </a:lnTo>
                  <a:lnTo>
                    <a:pt x="196" y="160"/>
                  </a:lnTo>
                  <a:lnTo>
                    <a:pt x="196" y="160"/>
                  </a:lnTo>
                  <a:lnTo>
                    <a:pt x="198" y="154"/>
                  </a:lnTo>
                  <a:lnTo>
                    <a:pt x="202" y="148"/>
                  </a:lnTo>
                  <a:lnTo>
                    <a:pt x="202" y="148"/>
                  </a:lnTo>
                  <a:lnTo>
                    <a:pt x="214" y="156"/>
                  </a:lnTo>
                  <a:lnTo>
                    <a:pt x="230" y="162"/>
                  </a:lnTo>
                  <a:lnTo>
                    <a:pt x="248" y="166"/>
                  </a:lnTo>
                  <a:lnTo>
                    <a:pt x="272" y="166"/>
                  </a:lnTo>
                  <a:lnTo>
                    <a:pt x="272" y="166"/>
                  </a:lnTo>
                  <a:lnTo>
                    <a:pt x="294" y="166"/>
                  </a:lnTo>
                  <a:lnTo>
                    <a:pt x="314" y="162"/>
                  </a:lnTo>
                  <a:lnTo>
                    <a:pt x="330" y="156"/>
                  </a:lnTo>
                  <a:lnTo>
                    <a:pt x="342" y="148"/>
                  </a:lnTo>
                  <a:lnTo>
                    <a:pt x="342" y="148"/>
                  </a:lnTo>
                  <a:lnTo>
                    <a:pt x="346" y="154"/>
                  </a:lnTo>
                  <a:lnTo>
                    <a:pt x="346" y="160"/>
                  </a:lnTo>
                  <a:lnTo>
                    <a:pt x="346" y="160"/>
                  </a:lnTo>
                  <a:close/>
                  <a:moveTo>
                    <a:pt x="346" y="128"/>
                  </a:moveTo>
                  <a:lnTo>
                    <a:pt x="346" y="128"/>
                  </a:lnTo>
                  <a:lnTo>
                    <a:pt x="348" y="128"/>
                  </a:lnTo>
                  <a:lnTo>
                    <a:pt x="346" y="128"/>
                  </a:lnTo>
                  <a:close/>
                  <a:moveTo>
                    <a:pt x="196" y="28"/>
                  </a:moveTo>
                  <a:lnTo>
                    <a:pt x="196" y="28"/>
                  </a:lnTo>
                  <a:lnTo>
                    <a:pt x="198" y="24"/>
                  </a:lnTo>
                  <a:lnTo>
                    <a:pt x="202" y="18"/>
                  </a:lnTo>
                  <a:lnTo>
                    <a:pt x="210" y="14"/>
                  </a:lnTo>
                  <a:lnTo>
                    <a:pt x="218" y="8"/>
                  </a:lnTo>
                  <a:lnTo>
                    <a:pt x="230" y="6"/>
                  </a:lnTo>
                  <a:lnTo>
                    <a:pt x="242" y="2"/>
                  </a:lnTo>
                  <a:lnTo>
                    <a:pt x="272" y="0"/>
                  </a:lnTo>
                  <a:lnTo>
                    <a:pt x="272" y="0"/>
                  </a:lnTo>
                  <a:lnTo>
                    <a:pt x="300" y="2"/>
                  </a:lnTo>
                  <a:lnTo>
                    <a:pt x="314" y="6"/>
                  </a:lnTo>
                  <a:lnTo>
                    <a:pt x="324" y="8"/>
                  </a:lnTo>
                  <a:lnTo>
                    <a:pt x="334" y="14"/>
                  </a:lnTo>
                  <a:lnTo>
                    <a:pt x="340" y="18"/>
                  </a:lnTo>
                  <a:lnTo>
                    <a:pt x="344" y="24"/>
                  </a:lnTo>
                  <a:lnTo>
                    <a:pt x="346" y="28"/>
                  </a:lnTo>
                  <a:lnTo>
                    <a:pt x="346" y="28"/>
                  </a:lnTo>
                  <a:lnTo>
                    <a:pt x="346" y="34"/>
                  </a:lnTo>
                  <a:lnTo>
                    <a:pt x="344" y="38"/>
                  </a:lnTo>
                  <a:lnTo>
                    <a:pt x="334" y="44"/>
                  </a:lnTo>
                  <a:lnTo>
                    <a:pt x="334" y="44"/>
                  </a:lnTo>
                  <a:lnTo>
                    <a:pt x="322" y="50"/>
                  </a:lnTo>
                  <a:lnTo>
                    <a:pt x="308" y="54"/>
                  </a:lnTo>
                  <a:lnTo>
                    <a:pt x="290" y="56"/>
                  </a:lnTo>
                  <a:lnTo>
                    <a:pt x="272" y="58"/>
                  </a:lnTo>
                  <a:lnTo>
                    <a:pt x="272" y="58"/>
                  </a:lnTo>
                  <a:lnTo>
                    <a:pt x="252" y="56"/>
                  </a:lnTo>
                  <a:lnTo>
                    <a:pt x="236" y="54"/>
                  </a:lnTo>
                  <a:lnTo>
                    <a:pt x="220" y="50"/>
                  </a:lnTo>
                  <a:lnTo>
                    <a:pt x="210" y="44"/>
                  </a:lnTo>
                  <a:lnTo>
                    <a:pt x="210" y="44"/>
                  </a:lnTo>
                  <a:lnTo>
                    <a:pt x="200" y="38"/>
                  </a:lnTo>
                  <a:lnTo>
                    <a:pt x="198" y="34"/>
                  </a:lnTo>
                  <a:lnTo>
                    <a:pt x="196" y="28"/>
                  </a:lnTo>
                  <a:lnTo>
                    <a:pt x="196" y="28"/>
                  </a:lnTo>
                  <a:close/>
                </a:path>
              </a:pathLst>
            </a:custGeom>
            <a:solidFill>
              <a:srgbClr val="3A4E66"/>
            </a:solidFill>
            <a:ln>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000000"/>
                </a:solidFill>
                <a:effectLst/>
                <a:uLnTx/>
                <a:uFillTx/>
                <a:latin typeface="Calibri" panose="020F0502020204030204"/>
                <a:ea typeface="+mn-ea"/>
                <a:cs typeface="Arial"/>
                <a:sym typeface="Arial"/>
              </a:endParaRPr>
            </a:p>
          </p:txBody>
        </p:sp>
        <p:sp>
          <p:nvSpPr>
            <p:cNvPr id="59" name="Freeform 4843">
              <a:extLst>
                <a:ext uri="{FF2B5EF4-FFF2-40B4-BE49-F238E27FC236}">
                  <a16:creationId xmlns:a16="http://schemas.microsoft.com/office/drawing/2014/main" id="{CE3CFE76-9E72-94E5-DDAF-BDC8A517113C}"/>
                </a:ext>
              </a:extLst>
            </p:cNvPr>
            <p:cNvSpPr>
              <a:spLocks noEditPoints="1"/>
            </p:cNvSpPr>
            <p:nvPr/>
          </p:nvSpPr>
          <p:spPr bwMode="auto">
            <a:xfrm>
              <a:off x="6381563" y="2540566"/>
              <a:ext cx="502032" cy="487410"/>
            </a:xfrm>
            <a:custGeom>
              <a:avLst/>
              <a:gdLst>
                <a:gd name="T0" fmla="*/ 376 w 412"/>
                <a:gd name="T1" fmla="*/ 96 h 400"/>
                <a:gd name="T2" fmla="*/ 382 w 412"/>
                <a:gd name="T3" fmla="*/ 126 h 400"/>
                <a:gd name="T4" fmla="*/ 356 w 412"/>
                <a:gd name="T5" fmla="*/ 144 h 400"/>
                <a:gd name="T6" fmla="*/ 328 w 412"/>
                <a:gd name="T7" fmla="*/ 116 h 400"/>
                <a:gd name="T8" fmla="*/ 344 w 412"/>
                <a:gd name="T9" fmla="*/ 90 h 400"/>
                <a:gd name="T10" fmla="*/ 374 w 412"/>
                <a:gd name="T11" fmla="*/ 156 h 400"/>
                <a:gd name="T12" fmla="*/ 320 w 412"/>
                <a:gd name="T13" fmla="*/ 156 h 400"/>
                <a:gd name="T14" fmla="*/ 314 w 412"/>
                <a:gd name="T15" fmla="*/ 204 h 400"/>
                <a:gd name="T16" fmla="*/ 370 w 412"/>
                <a:gd name="T17" fmla="*/ 268 h 400"/>
                <a:gd name="T18" fmla="*/ 404 w 412"/>
                <a:gd name="T19" fmla="*/ 246 h 400"/>
                <a:gd name="T20" fmla="*/ 410 w 412"/>
                <a:gd name="T21" fmla="*/ 166 h 400"/>
                <a:gd name="T22" fmla="*/ 398 w 412"/>
                <a:gd name="T23" fmla="*/ 156 h 400"/>
                <a:gd name="T24" fmla="*/ 98 w 412"/>
                <a:gd name="T25" fmla="*/ 156 h 400"/>
                <a:gd name="T26" fmla="*/ 56 w 412"/>
                <a:gd name="T27" fmla="*/ 182 h 400"/>
                <a:gd name="T28" fmla="*/ 14 w 412"/>
                <a:gd name="T29" fmla="*/ 156 h 400"/>
                <a:gd name="T30" fmla="*/ 2 w 412"/>
                <a:gd name="T31" fmla="*/ 166 h 400"/>
                <a:gd name="T32" fmla="*/ 8 w 412"/>
                <a:gd name="T33" fmla="*/ 246 h 400"/>
                <a:gd name="T34" fmla="*/ 42 w 412"/>
                <a:gd name="T35" fmla="*/ 268 h 400"/>
                <a:gd name="T36" fmla="*/ 98 w 412"/>
                <a:gd name="T37" fmla="*/ 204 h 400"/>
                <a:gd name="T38" fmla="*/ 172 w 412"/>
                <a:gd name="T39" fmla="*/ 50 h 400"/>
                <a:gd name="T40" fmla="*/ 192 w 412"/>
                <a:gd name="T41" fmla="*/ 68 h 400"/>
                <a:gd name="T42" fmla="*/ 214 w 412"/>
                <a:gd name="T43" fmla="*/ 70 h 400"/>
                <a:gd name="T44" fmla="*/ 236 w 412"/>
                <a:gd name="T45" fmla="*/ 56 h 400"/>
                <a:gd name="T46" fmla="*/ 242 w 412"/>
                <a:gd name="T47" fmla="*/ 36 h 400"/>
                <a:gd name="T48" fmla="*/ 232 w 412"/>
                <a:gd name="T49" fmla="*/ 10 h 400"/>
                <a:gd name="T50" fmla="*/ 206 w 412"/>
                <a:gd name="T51" fmla="*/ 0 h 400"/>
                <a:gd name="T52" fmla="*/ 186 w 412"/>
                <a:gd name="T53" fmla="*/ 6 h 400"/>
                <a:gd name="T54" fmla="*/ 170 w 412"/>
                <a:gd name="T55" fmla="*/ 28 h 400"/>
                <a:gd name="T56" fmla="*/ 206 w 412"/>
                <a:gd name="T57" fmla="*/ 400 h 400"/>
                <a:gd name="T58" fmla="*/ 296 w 412"/>
                <a:gd name="T59" fmla="*/ 378 h 400"/>
                <a:gd name="T60" fmla="*/ 366 w 412"/>
                <a:gd name="T61" fmla="*/ 322 h 400"/>
                <a:gd name="T62" fmla="*/ 320 w 412"/>
                <a:gd name="T63" fmla="*/ 250 h 400"/>
                <a:gd name="T64" fmla="*/ 244 w 412"/>
                <a:gd name="T65" fmla="*/ 200 h 400"/>
                <a:gd name="T66" fmla="*/ 206 w 412"/>
                <a:gd name="T67" fmla="*/ 194 h 400"/>
                <a:gd name="T68" fmla="*/ 158 w 412"/>
                <a:gd name="T69" fmla="*/ 234 h 400"/>
                <a:gd name="T70" fmla="*/ 140 w 412"/>
                <a:gd name="T71" fmla="*/ 262 h 400"/>
                <a:gd name="T72" fmla="*/ 118 w 412"/>
                <a:gd name="T73" fmla="*/ 262 h 400"/>
                <a:gd name="T74" fmla="*/ 100 w 412"/>
                <a:gd name="T75" fmla="*/ 244 h 400"/>
                <a:gd name="T76" fmla="*/ 46 w 412"/>
                <a:gd name="T77" fmla="*/ 322 h 400"/>
                <a:gd name="T78" fmla="*/ 96 w 412"/>
                <a:gd name="T79" fmla="*/ 368 h 400"/>
                <a:gd name="T80" fmla="*/ 182 w 412"/>
                <a:gd name="T81" fmla="*/ 398 h 400"/>
                <a:gd name="T82" fmla="*/ 28 w 412"/>
                <a:gd name="T83" fmla="*/ 116 h 400"/>
                <a:gd name="T84" fmla="*/ 56 w 412"/>
                <a:gd name="T85" fmla="*/ 144 h 400"/>
                <a:gd name="T86" fmla="*/ 82 w 412"/>
                <a:gd name="T87" fmla="*/ 126 h 400"/>
                <a:gd name="T88" fmla="*/ 76 w 412"/>
                <a:gd name="T89" fmla="*/ 96 h 400"/>
                <a:gd name="T90" fmla="*/ 46 w 412"/>
                <a:gd name="T91" fmla="*/ 90 h 400"/>
                <a:gd name="T92" fmla="*/ 28 w 412"/>
                <a:gd name="T93" fmla="*/ 116 h 400"/>
                <a:gd name="T94" fmla="*/ 300 w 412"/>
                <a:gd name="T95" fmla="*/ 116 h 400"/>
                <a:gd name="T96" fmla="*/ 298 w 412"/>
                <a:gd name="T97" fmla="*/ 102 h 400"/>
                <a:gd name="T98" fmla="*/ 268 w 412"/>
                <a:gd name="T99" fmla="*/ 82 h 400"/>
                <a:gd name="T100" fmla="*/ 144 w 412"/>
                <a:gd name="T101" fmla="*/ 82 h 400"/>
                <a:gd name="T102" fmla="*/ 122 w 412"/>
                <a:gd name="T103" fmla="*/ 92 h 400"/>
                <a:gd name="T104" fmla="*/ 112 w 412"/>
                <a:gd name="T105" fmla="*/ 116 h 400"/>
                <a:gd name="T106" fmla="*/ 114 w 412"/>
                <a:gd name="T107" fmla="*/ 240 h 400"/>
                <a:gd name="T108" fmla="*/ 128 w 412"/>
                <a:gd name="T109" fmla="*/ 248 h 400"/>
                <a:gd name="T110" fmla="*/ 144 w 412"/>
                <a:gd name="T111" fmla="*/ 234 h 400"/>
                <a:gd name="T112" fmla="*/ 154 w 412"/>
                <a:gd name="T113" fmla="*/ 140 h 400"/>
                <a:gd name="T114" fmla="*/ 158 w 412"/>
                <a:gd name="T115" fmla="*/ 170 h 400"/>
                <a:gd name="T116" fmla="*/ 230 w 412"/>
                <a:gd name="T117" fmla="*/ 164 h 400"/>
                <a:gd name="T118" fmla="*/ 254 w 412"/>
                <a:gd name="T119" fmla="*/ 150 h 400"/>
                <a:gd name="T120" fmla="*/ 268 w 412"/>
                <a:gd name="T121" fmla="*/ 176 h 400"/>
                <a:gd name="T122" fmla="*/ 300 w 412"/>
                <a:gd name="T123" fmla="*/ 192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12" h="400">
                  <a:moveTo>
                    <a:pt x="356" y="88"/>
                  </a:moveTo>
                  <a:lnTo>
                    <a:pt x="356" y="88"/>
                  </a:lnTo>
                  <a:lnTo>
                    <a:pt x="366" y="90"/>
                  </a:lnTo>
                  <a:lnTo>
                    <a:pt x="376" y="96"/>
                  </a:lnTo>
                  <a:lnTo>
                    <a:pt x="382" y="104"/>
                  </a:lnTo>
                  <a:lnTo>
                    <a:pt x="384" y="116"/>
                  </a:lnTo>
                  <a:lnTo>
                    <a:pt x="384" y="116"/>
                  </a:lnTo>
                  <a:lnTo>
                    <a:pt x="382" y="126"/>
                  </a:lnTo>
                  <a:lnTo>
                    <a:pt x="376" y="136"/>
                  </a:lnTo>
                  <a:lnTo>
                    <a:pt x="366" y="142"/>
                  </a:lnTo>
                  <a:lnTo>
                    <a:pt x="356" y="144"/>
                  </a:lnTo>
                  <a:lnTo>
                    <a:pt x="356" y="144"/>
                  </a:lnTo>
                  <a:lnTo>
                    <a:pt x="344" y="142"/>
                  </a:lnTo>
                  <a:lnTo>
                    <a:pt x="336" y="136"/>
                  </a:lnTo>
                  <a:lnTo>
                    <a:pt x="330" y="126"/>
                  </a:lnTo>
                  <a:lnTo>
                    <a:pt x="328" y="116"/>
                  </a:lnTo>
                  <a:lnTo>
                    <a:pt x="328" y="116"/>
                  </a:lnTo>
                  <a:lnTo>
                    <a:pt x="330" y="104"/>
                  </a:lnTo>
                  <a:lnTo>
                    <a:pt x="336" y="96"/>
                  </a:lnTo>
                  <a:lnTo>
                    <a:pt x="344" y="90"/>
                  </a:lnTo>
                  <a:lnTo>
                    <a:pt x="356" y="88"/>
                  </a:lnTo>
                  <a:lnTo>
                    <a:pt x="356" y="88"/>
                  </a:lnTo>
                  <a:close/>
                  <a:moveTo>
                    <a:pt x="392" y="156"/>
                  </a:moveTo>
                  <a:lnTo>
                    <a:pt x="374" y="156"/>
                  </a:lnTo>
                  <a:lnTo>
                    <a:pt x="356" y="182"/>
                  </a:lnTo>
                  <a:lnTo>
                    <a:pt x="338" y="156"/>
                  </a:lnTo>
                  <a:lnTo>
                    <a:pt x="320" y="156"/>
                  </a:lnTo>
                  <a:lnTo>
                    <a:pt x="320" y="156"/>
                  </a:lnTo>
                  <a:lnTo>
                    <a:pt x="314" y="156"/>
                  </a:lnTo>
                  <a:lnTo>
                    <a:pt x="314" y="156"/>
                  </a:lnTo>
                  <a:lnTo>
                    <a:pt x="314" y="158"/>
                  </a:lnTo>
                  <a:lnTo>
                    <a:pt x="314" y="204"/>
                  </a:lnTo>
                  <a:lnTo>
                    <a:pt x="314" y="204"/>
                  </a:lnTo>
                  <a:lnTo>
                    <a:pt x="336" y="224"/>
                  </a:lnTo>
                  <a:lnTo>
                    <a:pt x="354" y="244"/>
                  </a:lnTo>
                  <a:lnTo>
                    <a:pt x="370" y="268"/>
                  </a:lnTo>
                  <a:lnTo>
                    <a:pt x="386" y="294"/>
                  </a:lnTo>
                  <a:lnTo>
                    <a:pt x="386" y="294"/>
                  </a:lnTo>
                  <a:lnTo>
                    <a:pt x="396" y="270"/>
                  </a:lnTo>
                  <a:lnTo>
                    <a:pt x="404" y="246"/>
                  </a:lnTo>
                  <a:lnTo>
                    <a:pt x="410" y="220"/>
                  </a:lnTo>
                  <a:lnTo>
                    <a:pt x="412" y="194"/>
                  </a:lnTo>
                  <a:lnTo>
                    <a:pt x="412" y="194"/>
                  </a:lnTo>
                  <a:lnTo>
                    <a:pt x="410" y="166"/>
                  </a:lnTo>
                  <a:lnTo>
                    <a:pt x="410" y="166"/>
                  </a:lnTo>
                  <a:lnTo>
                    <a:pt x="406" y="162"/>
                  </a:lnTo>
                  <a:lnTo>
                    <a:pt x="402" y="158"/>
                  </a:lnTo>
                  <a:lnTo>
                    <a:pt x="398" y="156"/>
                  </a:lnTo>
                  <a:lnTo>
                    <a:pt x="392" y="156"/>
                  </a:lnTo>
                  <a:lnTo>
                    <a:pt x="392" y="156"/>
                  </a:lnTo>
                  <a:close/>
                  <a:moveTo>
                    <a:pt x="98" y="204"/>
                  </a:moveTo>
                  <a:lnTo>
                    <a:pt x="98" y="156"/>
                  </a:lnTo>
                  <a:lnTo>
                    <a:pt x="98" y="156"/>
                  </a:lnTo>
                  <a:lnTo>
                    <a:pt x="92" y="156"/>
                  </a:lnTo>
                  <a:lnTo>
                    <a:pt x="74" y="156"/>
                  </a:lnTo>
                  <a:lnTo>
                    <a:pt x="56" y="182"/>
                  </a:lnTo>
                  <a:lnTo>
                    <a:pt x="38" y="156"/>
                  </a:lnTo>
                  <a:lnTo>
                    <a:pt x="20" y="156"/>
                  </a:lnTo>
                  <a:lnTo>
                    <a:pt x="20" y="156"/>
                  </a:lnTo>
                  <a:lnTo>
                    <a:pt x="14" y="156"/>
                  </a:lnTo>
                  <a:lnTo>
                    <a:pt x="10" y="158"/>
                  </a:lnTo>
                  <a:lnTo>
                    <a:pt x="6" y="162"/>
                  </a:lnTo>
                  <a:lnTo>
                    <a:pt x="2" y="166"/>
                  </a:lnTo>
                  <a:lnTo>
                    <a:pt x="2" y="166"/>
                  </a:lnTo>
                  <a:lnTo>
                    <a:pt x="0" y="194"/>
                  </a:lnTo>
                  <a:lnTo>
                    <a:pt x="0" y="194"/>
                  </a:lnTo>
                  <a:lnTo>
                    <a:pt x="2" y="220"/>
                  </a:lnTo>
                  <a:lnTo>
                    <a:pt x="8" y="246"/>
                  </a:lnTo>
                  <a:lnTo>
                    <a:pt x="16" y="270"/>
                  </a:lnTo>
                  <a:lnTo>
                    <a:pt x="26" y="294"/>
                  </a:lnTo>
                  <a:lnTo>
                    <a:pt x="26" y="294"/>
                  </a:lnTo>
                  <a:lnTo>
                    <a:pt x="42" y="268"/>
                  </a:lnTo>
                  <a:lnTo>
                    <a:pt x="58" y="244"/>
                  </a:lnTo>
                  <a:lnTo>
                    <a:pt x="76" y="224"/>
                  </a:lnTo>
                  <a:lnTo>
                    <a:pt x="98" y="204"/>
                  </a:lnTo>
                  <a:lnTo>
                    <a:pt x="98" y="204"/>
                  </a:lnTo>
                  <a:close/>
                  <a:moveTo>
                    <a:pt x="170" y="36"/>
                  </a:moveTo>
                  <a:lnTo>
                    <a:pt x="170" y="36"/>
                  </a:lnTo>
                  <a:lnTo>
                    <a:pt x="170" y="42"/>
                  </a:lnTo>
                  <a:lnTo>
                    <a:pt x="172" y="50"/>
                  </a:lnTo>
                  <a:lnTo>
                    <a:pt x="176" y="56"/>
                  </a:lnTo>
                  <a:lnTo>
                    <a:pt x="180" y="60"/>
                  </a:lnTo>
                  <a:lnTo>
                    <a:pt x="186" y="66"/>
                  </a:lnTo>
                  <a:lnTo>
                    <a:pt x="192" y="68"/>
                  </a:lnTo>
                  <a:lnTo>
                    <a:pt x="198" y="70"/>
                  </a:lnTo>
                  <a:lnTo>
                    <a:pt x="206" y="72"/>
                  </a:lnTo>
                  <a:lnTo>
                    <a:pt x="206" y="72"/>
                  </a:lnTo>
                  <a:lnTo>
                    <a:pt x="214" y="70"/>
                  </a:lnTo>
                  <a:lnTo>
                    <a:pt x="220" y="68"/>
                  </a:lnTo>
                  <a:lnTo>
                    <a:pt x="226" y="66"/>
                  </a:lnTo>
                  <a:lnTo>
                    <a:pt x="232" y="60"/>
                  </a:lnTo>
                  <a:lnTo>
                    <a:pt x="236" y="56"/>
                  </a:lnTo>
                  <a:lnTo>
                    <a:pt x="240" y="50"/>
                  </a:lnTo>
                  <a:lnTo>
                    <a:pt x="242" y="42"/>
                  </a:lnTo>
                  <a:lnTo>
                    <a:pt x="242" y="36"/>
                  </a:lnTo>
                  <a:lnTo>
                    <a:pt x="242" y="36"/>
                  </a:lnTo>
                  <a:lnTo>
                    <a:pt x="242" y="28"/>
                  </a:lnTo>
                  <a:lnTo>
                    <a:pt x="240" y="22"/>
                  </a:lnTo>
                  <a:lnTo>
                    <a:pt x="236" y="16"/>
                  </a:lnTo>
                  <a:lnTo>
                    <a:pt x="232" y="10"/>
                  </a:lnTo>
                  <a:lnTo>
                    <a:pt x="226" y="6"/>
                  </a:lnTo>
                  <a:lnTo>
                    <a:pt x="220" y="2"/>
                  </a:lnTo>
                  <a:lnTo>
                    <a:pt x="214" y="0"/>
                  </a:lnTo>
                  <a:lnTo>
                    <a:pt x="206" y="0"/>
                  </a:lnTo>
                  <a:lnTo>
                    <a:pt x="206" y="0"/>
                  </a:lnTo>
                  <a:lnTo>
                    <a:pt x="198" y="0"/>
                  </a:lnTo>
                  <a:lnTo>
                    <a:pt x="192" y="2"/>
                  </a:lnTo>
                  <a:lnTo>
                    <a:pt x="186" y="6"/>
                  </a:lnTo>
                  <a:lnTo>
                    <a:pt x="180" y="10"/>
                  </a:lnTo>
                  <a:lnTo>
                    <a:pt x="176" y="16"/>
                  </a:lnTo>
                  <a:lnTo>
                    <a:pt x="172" y="22"/>
                  </a:lnTo>
                  <a:lnTo>
                    <a:pt x="170" y="28"/>
                  </a:lnTo>
                  <a:lnTo>
                    <a:pt x="170" y="36"/>
                  </a:lnTo>
                  <a:lnTo>
                    <a:pt x="170" y="36"/>
                  </a:lnTo>
                  <a:close/>
                  <a:moveTo>
                    <a:pt x="206" y="400"/>
                  </a:moveTo>
                  <a:lnTo>
                    <a:pt x="206" y="400"/>
                  </a:lnTo>
                  <a:lnTo>
                    <a:pt x="230" y="398"/>
                  </a:lnTo>
                  <a:lnTo>
                    <a:pt x="254" y="394"/>
                  </a:lnTo>
                  <a:lnTo>
                    <a:pt x="276" y="388"/>
                  </a:lnTo>
                  <a:lnTo>
                    <a:pt x="296" y="378"/>
                  </a:lnTo>
                  <a:lnTo>
                    <a:pt x="316" y="368"/>
                  </a:lnTo>
                  <a:lnTo>
                    <a:pt x="334" y="354"/>
                  </a:lnTo>
                  <a:lnTo>
                    <a:pt x="352" y="338"/>
                  </a:lnTo>
                  <a:lnTo>
                    <a:pt x="366" y="322"/>
                  </a:lnTo>
                  <a:lnTo>
                    <a:pt x="366" y="322"/>
                  </a:lnTo>
                  <a:lnTo>
                    <a:pt x="352" y="296"/>
                  </a:lnTo>
                  <a:lnTo>
                    <a:pt x="336" y="272"/>
                  </a:lnTo>
                  <a:lnTo>
                    <a:pt x="320" y="250"/>
                  </a:lnTo>
                  <a:lnTo>
                    <a:pt x="300" y="232"/>
                  </a:lnTo>
                  <a:lnTo>
                    <a:pt x="280" y="216"/>
                  </a:lnTo>
                  <a:lnTo>
                    <a:pt x="256" y="204"/>
                  </a:lnTo>
                  <a:lnTo>
                    <a:pt x="244" y="200"/>
                  </a:lnTo>
                  <a:lnTo>
                    <a:pt x="232" y="196"/>
                  </a:lnTo>
                  <a:lnTo>
                    <a:pt x="220" y="194"/>
                  </a:lnTo>
                  <a:lnTo>
                    <a:pt x="206" y="194"/>
                  </a:lnTo>
                  <a:lnTo>
                    <a:pt x="206" y="194"/>
                  </a:lnTo>
                  <a:lnTo>
                    <a:pt x="182" y="196"/>
                  </a:lnTo>
                  <a:lnTo>
                    <a:pt x="158" y="202"/>
                  </a:lnTo>
                  <a:lnTo>
                    <a:pt x="158" y="234"/>
                  </a:lnTo>
                  <a:lnTo>
                    <a:pt x="158" y="234"/>
                  </a:lnTo>
                  <a:lnTo>
                    <a:pt x="158" y="240"/>
                  </a:lnTo>
                  <a:lnTo>
                    <a:pt x="156" y="244"/>
                  </a:lnTo>
                  <a:lnTo>
                    <a:pt x="150" y="254"/>
                  </a:lnTo>
                  <a:lnTo>
                    <a:pt x="140" y="262"/>
                  </a:lnTo>
                  <a:lnTo>
                    <a:pt x="134" y="264"/>
                  </a:lnTo>
                  <a:lnTo>
                    <a:pt x="128" y="264"/>
                  </a:lnTo>
                  <a:lnTo>
                    <a:pt x="128" y="264"/>
                  </a:lnTo>
                  <a:lnTo>
                    <a:pt x="118" y="262"/>
                  </a:lnTo>
                  <a:lnTo>
                    <a:pt x="110" y="258"/>
                  </a:lnTo>
                  <a:lnTo>
                    <a:pt x="104" y="252"/>
                  </a:lnTo>
                  <a:lnTo>
                    <a:pt x="100" y="244"/>
                  </a:lnTo>
                  <a:lnTo>
                    <a:pt x="100" y="244"/>
                  </a:lnTo>
                  <a:lnTo>
                    <a:pt x="84" y="260"/>
                  </a:lnTo>
                  <a:lnTo>
                    <a:pt x="70" y="280"/>
                  </a:lnTo>
                  <a:lnTo>
                    <a:pt x="58" y="300"/>
                  </a:lnTo>
                  <a:lnTo>
                    <a:pt x="46" y="322"/>
                  </a:lnTo>
                  <a:lnTo>
                    <a:pt x="46" y="322"/>
                  </a:lnTo>
                  <a:lnTo>
                    <a:pt x="60" y="338"/>
                  </a:lnTo>
                  <a:lnTo>
                    <a:pt x="78" y="354"/>
                  </a:lnTo>
                  <a:lnTo>
                    <a:pt x="96" y="368"/>
                  </a:lnTo>
                  <a:lnTo>
                    <a:pt x="116" y="378"/>
                  </a:lnTo>
                  <a:lnTo>
                    <a:pt x="136" y="388"/>
                  </a:lnTo>
                  <a:lnTo>
                    <a:pt x="158" y="394"/>
                  </a:lnTo>
                  <a:lnTo>
                    <a:pt x="182" y="398"/>
                  </a:lnTo>
                  <a:lnTo>
                    <a:pt x="206" y="400"/>
                  </a:lnTo>
                  <a:lnTo>
                    <a:pt x="206" y="400"/>
                  </a:lnTo>
                  <a:close/>
                  <a:moveTo>
                    <a:pt x="28" y="116"/>
                  </a:moveTo>
                  <a:lnTo>
                    <a:pt x="28" y="116"/>
                  </a:lnTo>
                  <a:lnTo>
                    <a:pt x="30" y="126"/>
                  </a:lnTo>
                  <a:lnTo>
                    <a:pt x="36" y="136"/>
                  </a:lnTo>
                  <a:lnTo>
                    <a:pt x="46" y="142"/>
                  </a:lnTo>
                  <a:lnTo>
                    <a:pt x="56" y="144"/>
                  </a:lnTo>
                  <a:lnTo>
                    <a:pt x="56" y="144"/>
                  </a:lnTo>
                  <a:lnTo>
                    <a:pt x="68" y="142"/>
                  </a:lnTo>
                  <a:lnTo>
                    <a:pt x="76" y="136"/>
                  </a:lnTo>
                  <a:lnTo>
                    <a:pt x="82" y="126"/>
                  </a:lnTo>
                  <a:lnTo>
                    <a:pt x="84" y="116"/>
                  </a:lnTo>
                  <a:lnTo>
                    <a:pt x="84" y="116"/>
                  </a:lnTo>
                  <a:lnTo>
                    <a:pt x="82" y="104"/>
                  </a:lnTo>
                  <a:lnTo>
                    <a:pt x="76" y="96"/>
                  </a:lnTo>
                  <a:lnTo>
                    <a:pt x="68" y="90"/>
                  </a:lnTo>
                  <a:lnTo>
                    <a:pt x="56" y="88"/>
                  </a:lnTo>
                  <a:lnTo>
                    <a:pt x="56" y="88"/>
                  </a:lnTo>
                  <a:lnTo>
                    <a:pt x="46" y="90"/>
                  </a:lnTo>
                  <a:lnTo>
                    <a:pt x="36" y="96"/>
                  </a:lnTo>
                  <a:lnTo>
                    <a:pt x="30" y="104"/>
                  </a:lnTo>
                  <a:lnTo>
                    <a:pt x="28" y="116"/>
                  </a:lnTo>
                  <a:lnTo>
                    <a:pt x="28" y="116"/>
                  </a:lnTo>
                  <a:close/>
                  <a:moveTo>
                    <a:pt x="300" y="192"/>
                  </a:moveTo>
                  <a:lnTo>
                    <a:pt x="300" y="116"/>
                  </a:lnTo>
                  <a:lnTo>
                    <a:pt x="300" y="116"/>
                  </a:lnTo>
                  <a:lnTo>
                    <a:pt x="300" y="116"/>
                  </a:lnTo>
                  <a:lnTo>
                    <a:pt x="300" y="114"/>
                  </a:lnTo>
                  <a:lnTo>
                    <a:pt x="300" y="114"/>
                  </a:lnTo>
                  <a:lnTo>
                    <a:pt x="300" y="108"/>
                  </a:lnTo>
                  <a:lnTo>
                    <a:pt x="298" y="102"/>
                  </a:lnTo>
                  <a:lnTo>
                    <a:pt x="290" y="92"/>
                  </a:lnTo>
                  <a:lnTo>
                    <a:pt x="280" y="84"/>
                  </a:lnTo>
                  <a:lnTo>
                    <a:pt x="274" y="82"/>
                  </a:lnTo>
                  <a:lnTo>
                    <a:pt x="268" y="82"/>
                  </a:lnTo>
                  <a:lnTo>
                    <a:pt x="232" y="82"/>
                  </a:lnTo>
                  <a:lnTo>
                    <a:pt x="206" y="116"/>
                  </a:lnTo>
                  <a:lnTo>
                    <a:pt x="180" y="82"/>
                  </a:lnTo>
                  <a:lnTo>
                    <a:pt x="144" y="82"/>
                  </a:lnTo>
                  <a:lnTo>
                    <a:pt x="144" y="82"/>
                  </a:lnTo>
                  <a:lnTo>
                    <a:pt x="138" y="82"/>
                  </a:lnTo>
                  <a:lnTo>
                    <a:pt x="132" y="84"/>
                  </a:lnTo>
                  <a:lnTo>
                    <a:pt x="122" y="92"/>
                  </a:lnTo>
                  <a:lnTo>
                    <a:pt x="114" y="102"/>
                  </a:lnTo>
                  <a:lnTo>
                    <a:pt x="112" y="108"/>
                  </a:lnTo>
                  <a:lnTo>
                    <a:pt x="112" y="114"/>
                  </a:lnTo>
                  <a:lnTo>
                    <a:pt x="112" y="116"/>
                  </a:lnTo>
                  <a:lnTo>
                    <a:pt x="112" y="130"/>
                  </a:lnTo>
                  <a:lnTo>
                    <a:pt x="112" y="234"/>
                  </a:lnTo>
                  <a:lnTo>
                    <a:pt x="112" y="234"/>
                  </a:lnTo>
                  <a:lnTo>
                    <a:pt x="114" y="240"/>
                  </a:lnTo>
                  <a:lnTo>
                    <a:pt x="116" y="244"/>
                  </a:lnTo>
                  <a:lnTo>
                    <a:pt x="122" y="248"/>
                  </a:lnTo>
                  <a:lnTo>
                    <a:pt x="128" y="248"/>
                  </a:lnTo>
                  <a:lnTo>
                    <a:pt x="128" y="248"/>
                  </a:lnTo>
                  <a:lnTo>
                    <a:pt x="134" y="248"/>
                  </a:lnTo>
                  <a:lnTo>
                    <a:pt x="138" y="244"/>
                  </a:lnTo>
                  <a:lnTo>
                    <a:pt x="142" y="240"/>
                  </a:lnTo>
                  <a:lnTo>
                    <a:pt x="144" y="234"/>
                  </a:lnTo>
                  <a:lnTo>
                    <a:pt x="144" y="130"/>
                  </a:lnTo>
                  <a:lnTo>
                    <a:pt x="144" y="130"/>
                  </a:lnTo>
                  <a:lnTo>
                    <a:pt x="150" y="134"/>
                  </a:lnTo>
                  <a:lnTo>
                    <a:pt x="154" y="140"/>
                  </a:lnTo>
                  <a:lnTo>
                    <a:pt x="158" y="148"/>
                  </a:lnTo>
                  <a:lnTo>
                    <a:pt x="158" y="156"/>
                  </a:lnTo>
                  <a:lnTo>
                    <a:pt x="158" y="170"/>
                  </a:lnTo>
                  <a:lnTo>
                    <a:pt x="158" y="170"/>
                  </a:lnTo>
                  <a:lnTo>
                    <a:pt x="182" y="164"/>
                  </a:lnTo>
                  <a:lnTo>
                    <a:pt x="206" y="162"/>
                  </a:lnTo>
                  <a:lnTo>
                    <a:pt x="206" y="162"/>
                  </a:lnTo>
                  <a:lnTo>
                    <a:pt x="230" y="164"/>
                  </a:lnTo>
                  <a:lnTo>
                    <a:pt x="254" y="170"/>
                  </a:lnTo>
                  <a:lnTo>
                    <a:pt x="254" y="158"/>
                  </a:lnTo>
                  <a:lnTo>
                    <a:pt x="254" y="158"/>
                  </a:lnTo>
                  <a:lnTo>
                    <a:pt x="254" y="150"/>
                  </a:lnTo>
                  <a:lnTo>
                    <a:pt x="258" y="142"/>
                  </a:lnTo>
                  <a:lnTo>
                    <a:pt x="262" y="136"/>
                  </a:lnTo>
                  <a:lnTo>
                    <a:pt x="268" y="132"/>
                  </a:lnTo>
                  <a:lnTo>
                    <a:pt x="268" y="176"/>
                  </a:lnTo>
                  <a:lnTo>
                    <a:pt x="268" y="176"/>
                  </a:lnTo>
                  <a:lnTo>
                    <a:pt x="284" y="184"/>
                  </a:lnTo>
                  <a:lnTo>
                    <a:pt x="300" y="192"/>
                  </a:lnTo>
                  <a:lnTo>
                    <a:pt x="300" y="192"/>
                  </a:lnTo>
                  <a:close/>
                </a:path>
              </a:pathLst>
            </a:custGeom>
            <a:solidFill>
              <a:srgbClr val="021F41"/>
            </a:solidFill>
            <a:ln>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000000"/>
                </a:solidFill>
                <a:effectLst/>
                <a:uLnTx/>
                <a:uFillTx/>
                <a:latin typeface="Calibri" panose="020F0502020204030204"/>
                <a:ea typeface="+mn-ea"/>
                <a:cs typeface="Arial"/>
                <a:sym typeface="Arial"/>
              </a:endParaRPr>
            </a:p>
          </p:txBody>
        </p:sp>
        <p:sp>
          <p:nvSpPr>
            <p:cNvPr id="60" name="Freeform 4851">
              <a:extLst>
                <a:ext uri="{FF2B5EF4-FFF2-40B4-BE49-F238E27FC236}">
                  <a16:creationId xmlns:a16="http://schemas.microsoft.com/office/drawing/2014/main" id="{27C2799B-6C31-F77B-8321-46A45B4EFF79}"/>
                </a:ext>
              </a:extLst>
            </p:cNvPr>
            <p:cNvSpPr>
              <a:spLocks noEditPoints="1"/>
            </p:cNvSpPr>
            <p:nvPr/>
          </p:nvSpPr>
          <p:spPr bwMode="auto">
            <a:xfrm>
              <a:off x="5308924" y="5271149"/>
              <a:ext cx="438669" cy="463039"/>
            </a:xfrm>
            <a:custGeom>
              <a:avLst/>
              <a:gdLst>
                <a:gd name="T0" fmla="*/ 248 w 360"/>
                <a:gd name="T1" fmla="*/ 8 h 380"/>
                <a:gd name="T2" fmla="*/ 274 w 360"/>
                <a:gd name="T3" fmla="*/ 0 h 380"/>
                <a:gd name="T4" fmla="*/ 298 w 360"/>
                <a:gd name="T5" fmla="*/ 28 h 380"/>
                <a:gd name="T6" fmla="*/ 280 w 360"/>
                <a:gd name="T7" fmla="*/ 56 h 380"/>
                <a:gd name="T8" fmla="*/ 258 w 360"/>
                <a:gd name="T9" fmla="*/ 56 h 380"/>
                <a:gd name="T10" fmla="*/ 240 w 360"/>
                <a:gd name="T11" fmla="*/ 28 h 380"/>
                <a:gd name="T12" fmla="*/ 344 w 360"/>
                <a:gd name="T13" fmla="*/ 88 h 380"/>
                <a:gd name="T14" fmla="*/ 288 w 360"/>
                <a:gd name="T15" fmla="*/ 68 h 380"/>
                <a:gd name="T16" fmla="*/ 214 w 360"/>
                <a:gd name="T17" fmla="*/ 70 h 380"/>
                <a:gd name="T18" fmla="*/ 194 w 360"/>
                <a:gd name="T19" fmla="*/ 90 h 380"/>
                <a:gd name="T20" fmla="*/ 224 w 360"/>
                <a:gd name="T21" fmla="*/ 114 h 380"/>
                <a:gd name="T22" fmla="*/ 248 w 360"/>
                <a:gd name="T23" fmla="*/ 166 h 380"/>
                <a:gd name="T24" fmla="*/ 234 w 360"/>
                <a:gd name="T25" fmla="*/ 208 h 380"/>
                <a:gd name="T26" fmla="*/ 278 w 360"/>
                <a:gd name="T27" fmla="*/ 214 h 380"/>
                <a:gd name="T28" fmla="*/ 310 w 360"/>
                <a:gd name="T29" fmla="*/ 244 h 380"/>
                <a:gd name="T30" fmla="*/ 332 w 360"/>
                <a:gd name="T31" fmla="*/ 200 h 380"/>
                <a:gd name="T32" fmla="*/ 348 w 360"/>
                <a:gd name="T33" fmla="*/ 208 h 380"/>
                <a:gd name="T34" fmla="*/ 360 w 360"/>
                <a:gd name="T35" fmla="*/ 190 h 380"/>
                <a:gd name="T36" fmla="*/ 102 w 360"/>
                <a:gd name="T37" fmla="*/ 56 h 380"/>
                <a:gd name="T38" fmla="*/ 120 w 360"/>
                <a:gd name="T39" fmla="*/ 28 h 380"/>
                <a:gd name="T40" fmla="*/ 98 w 360"/>
                <a:gd name="T41" fmla="*/ 0 h 380"/>
                <a:gd name="T42" fmla="*/ 70 w 360"/>
                <a:gd name="T43" fmla="*/ 8 h 380"/>
                <a:gd name="T44" fmla="*/ 62 w 360"/>
                <a:gd name="T45" fmla="*/ 34 h 380"/>
                <a:gd name="T46" fmla="*/ 92 w 360"/>
                <a:gd name="T47" fmla="*/ 58 h 380"/>
                <a:gd name="T48" fmla="*/ 50 w 360"/>
                <a:gd name="T49" fmla="*/ 244 h 380"/>
                <a:gd name="T50" fmla="*/ 74 w 360"/>
                <a:gd name="T51" fmla="*/ 218 h 380"/>
                <a:gd name="T52" fmla="*/ 126 w 360"/>
                <a:gd name="T53" fmla="*/ 208 h 380"/>
                <a:gd name="T54" fmla="*/ 112 w 360"/>
                <a:gd name="T55" fmla="*/ 166 h 380"/>
                <a:gd name="T56" fmla="*/ 128 w 360"/>
                <a:gd name="T57" fmla="*/ 122 h 380"/>
                <a:gd name="T58" fmla="*/ 166 w 360"/>
                <a:gd name="T59" fmla="*/ 90 h 380"/>
                <a:gd name="T60" fmla="*/ 154 w 360"/>
                <a:gd name="T61" fmla="*/ 74 h 380"/>
                <a:gd name="T62" fmla="*/ 72 w 360"/>
                <a:gd name="T63" fmla="*/ 68 h 380"/>
                <a:gd name="T64" fmla="*/ 20 w 360"/>
                <a:gd name="T65" fmla="*/ 80 h 380"/>
                <a:gd name="T66" fmla="*/ 0 w 360"/>
                <a:gd name="T67" fmla="*/ 190 h 380"/>
                <a:gd name="T68" fmla="*/ 12 w 360"/>
                <a:gd name="T69" fmla="*/ 208 h 380"/>
                <a:gd name="T70" fmla="*/ 28 w 360"/>
                <a:gd name="T71" fmla="*/ 200 h 380"/>
                <a:gd name="T72" fmla="*/ 170 w 360"/>
                <a:gd name="T73" fmla="*/ 118 h 380"/>
                <a:gd name="T74" fmla="*/ 136 w 360"/>
                <a:gd name="T75" fmla="*/ 146 h 380"/>
                <a:gd name="T76" fmla="*/ 136 w 360"/>
                <a:gd name="T77" fmla="*/ 184 h 380"/>
                <a:gd name="T78" fmla="*/ 170 w 360"/>
                <a:gd name="T79" fmla="*/ 214 h 380"/>
                <a:gd name="T80" fmla="*/ 208 w 360"/>
                <a:gd name="T81" fmla="*/ 206 h 380"/>
                <a:gd name="T82" fmla="*/ 228 w 360"/>
                <a:gd name="T83" fmla="*/ 166 h 380"/>
                <a:gd name="T84" fmla="*/ 214 w 360"/>
                <a:gd name="T85" fmla="*/ 132 h 380"/>
                <a:gd name="T86" fmla="*/ 296 w 360"/>
                <a:gd name="T87" fmla="*/ 260 h 380"/>
                <a:gd name="T88" fmla="*/ 288 w 360"/>
                <a:gd name="T89" fmla="*/ 246 h 380"/>
                <a:gd name="T90" fmla="*/ 180 w 360"/>
                <a:gd name="T91" fmla="*/ 278 h 380"/>
                <a:gd name="T92" fmla="*/ 82 w 360"/>
                <a:gd name="T93" fmla="*/ 236 h 380"/>
                <a:gd name="T94" fmla="*/ 64 w 360"/>
                <a:gd name="T95" fmla="*/ 260 h 380"/>
                <a:gd name="T96" fmla="*/ 106 w 360"/>
                <a:gd name="T97" fmla="*/ 304 h 380"/>
                <a:gd name="T98" fmla="*/ 146 w 360"/>
                <a:gd name="T99" fmla="*/ 378 h 380"/>
                <a:gd name="T100" fmla="*/ 214 w 360"/>
                <a:gd name="T101" fmla="*/ 378 h 380"/>
                <a:gd name="T102" fmla="*/ 264 w 360"/>
                <a:gd name="T103" fmla="*/ 362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60" h="380">
                  <a:moveTo>
                    <a:pt x="240" y="28"/>
                  </a:moveTo>
                  <a:lnTo>
                    <a:pt x="240" y="28"/>
                  </a:lnTo>
                  <a:lnTo>
                    <a:pt x="240" y="22"/>
                  </a:lnTo>
                  <a:lnTo>
                    <a:pt x="242" y="18"/>
                  </a:lnTo>
                  <a:lnTo>
                    <a:pt x="248" y="8"/>
                  </a:lnTo>
                  <a:lnTo>
                    <a:pt x="258" y="2"/>
                  </a:lnTo>
                  <a:lnTo>
                    <a:pt x="262" y="0"/>
                  </a:lnTo>
                  <a:lnTo>
                    <a:pt x="268" y="0"/>
                  </a:lnTo>
                  <a:lnTo>
                    <a:pt x="268" y="0"/>
                  </a:lnTo>
                  <a:lnTo>
                    <a:pt x="274" y="0"/>
                  </a:lnTo>
                  <a:lnTo>
                    <a:pt x="280" y="2"/>
                  </a:lnTo>
                  <a:lnTo>
                    <a:pt x="290" y="8"/>
                  </a:lnTo>
                  <a:lnTo>
                    <a:pt x="296" y="18"/>
                  </a:lnTo>
                  <a:lnTo>
                    <a:pt x="298" y="22"/>
                  </a:lnTo>
                  <a:lnTo>
                    <a:pt x="298" y="28"/>
                  </a:lnTo>
                  <a:lnTo>
                    <a:pt x="298" y="28"/>
                  </a:lnTo>
                  <a:lnTo>
                    <a:pt x="298" y="34"/>
                  </a:lnTo>
                  <a:lnTo>
                    <a:pt x="296" y="40"/>
                  </a:lnTo>
                  <a:lnTo>
                    <a:pt x="290" y="50"/>
                  </a:lnTo>
                  <a:lnTo>
                    <a:pt x="280" y="56"/>
                  </a:lnTo>
                  <a:lnTo>
                    <a:pt x="274" y="58"/>
                  </a:lnTo>
                  <a:lnTo>
                    <a:pt x="268" y="58"/>
                  </a:lnTo>
                  <a:lnTo>
                    <a:pt x="268" y="58"/>
                  </a:lnTo>
                  <a:lnTo>
                    <a:pt x="262" y="58"/>
                  </a:lnTo>
                  <a:lnTo>
                    <a:pt x="258" y="56"/>
                  </a:lnTo>
                  <a:lnTo>
                    <a:pt x="248" y="50"/>
                  </a:lnTo>
                  <a:lnTo>
                    <a:pt x="242" y="40"/>
                  </a:lnTo>
                  <a:lnTo>
                    <a:pt x="240" y="34"/>
                  </a:lnTo>
                  <a:lnTo>
                    <a:pt x="240" y="28"/>
                  </a:lnTo>
                  <a:lnTo>
                    <a:pt x="240" y="28"/>
                  </a:lnTo>
                  <a:close/>
                  <a:moveTo>
                    <a:pt x="360" y="190"/>
                  </a:moveTo>
                  <a:lnTo>
                    <a:pt x="344" y="90"/>
                  </a:lnTo>
                  <a:lnTo>
                    <a:pt x="344" y="90"/>
                  </a:lnTo>
                  <a:lnTo>
                    <a:pt x="344" y="88"/>
                  </a:lnTo>
                  <a:lnTo>
                    <a:pt x="344" y="88"/>
                  </a:lnTo>
                  <a:lnTo>
                    <a:pt x="340" y="80"/>
                  </a:lnTo>
                  <a:lnTo>
                    <a:pt x="332" y="74"/>
                  </a:lnTo>
                  <a:lnTo>
                    <a:pt x="324" y="70"/>
                  </a:lnTo>
                  <a:lnTo>
                    <a:pt x="314" y="68"/>
                  </a:lnTo>
                  <a:lnTo>
                    <a:pt x="288" y="68"/>
                  </a:lnTo>
                  <a:lnTo>
                    <a:pt x="270" y="102"/>
                  </a:lnTo>
                  <a:lnTo>
                    <a:pt x="250" y="68"/>
                  </a:lnTo>
                  <a:lnTo>
                    <a:pt x="222" y="68"/>
                  </a:lnTo>
                  <a:lnTo>
                    <a:pt x="222" y="68"/>
                  </a:lnTo>
                  <a:lnTo>
                    <a:pt x="214" y="70"/>
                  </a:lnTo>
                  <a:lnTo>
                    <a:pt x="206" y="74"/>
                  </a:lnTo>
                  <a:lnTo>
                    <a:pt x="198" y="80"/>
                  </a:lnTo>
                  <a:lnTo>
                    <a:pt x="194" y="88"/>
                  </a:lnTo>
                  <a:lnTo>
                    <a:pt x="194" y="88"/>
                  </a:lnTo>
                  <a:lnTo>
                    <a:pt x="194" y="90"/>
                  </a:lnTo>
                  <a:lnTo>
                    <a:pt x="192" y="98"/>
                  </a:lnTo>
                  <a:lnTo>
                    <a:pt x="192" y="98"/>
                  </a:lnTo>
                  <a:lnTo>
                    <a:pt x="204" y="102"/>
                  </a:lnTo>
                  <a:lnTo>
                    <a:pt x="214" y="106"/>
                  </a:lnTo>
                  <a:lnTo>
                    <a:pt x="224" y="114"/>
                  </a:lnTo>
                  <a:lnTo>
                    <a:pt x="232" y="122"/>
                  </a:lnTo>
                  <a:lnTo>
                    <a:pt x="240" y="132"/>
                  </a:lnTo>
                  <a:lnTo>
                    <a:pt x="244" y="142"/>
                  </a:lnTo>
                  <a:lnTo>
                    <a:pt x="248" y="154"/>
                  </a:lnTo>
                  <a:lnTo>
                    <a:pt x="248" y="166"/>
                  </a:lnTo>
                  <a:lnTo>
                    <a:pt x="248" y="166"/>
                  </a:lnTo>
                  <a:lnTo>
                    <a:pt x="248" y="178"/>
                  </a:lnTo>
                  <a:lnTo>
                    <a:pt x="246" y="188"/>
                  </a:lnTo>
                  <a:lnTo>
                    <a:pt x="240" y="198"/>
                  </a:lnTo>
                  <a:lnTo>
                    <a:pt x="234" y="208"/>
                  </a:lnTo>
                  <a:lnTo>
                    <a:pt x="250" y="208"/>
                  </a:lnTo>
                  <a:lnTo>
                    <a:pt x="250" y="208"/>
                  </a:lnTo>
                  <a:lnTo>
                    <a:pt x="260" y="208"/>
                  </a:lnTo>
                  <a:lnTo>
                    <a:pt x="270" y="210"/>
                  </a:lnTo>
                  <a:lnTo>
                    <a:pt x="278" y="214"/>
                  </a:lnTo>
                  <a:lnTo>
                    <a:pt x="286" y="218"/>
                  </a:lnTo>
                  <a:lnTo>
                    <a:pt x="294" y="222"/>
                  </a:lnTo>
                  <a:lnTo>
                    <a:pt x="300" y="228"/>
                  </a:lnTo>
                  <a:lnTo>
                    <a:pt x="306" y="236"/>
                  </a:lnTo>
                  <a:lnTo>
                    <a:pt x="310" y="244"/>
                  </a:lnTo>
                  <a:lnTo>
                    <a:pt x="308" y="118"/>
                  </a:lnTo>
                  <a:lnTo>
                    <a:pt x="318" y="118"/>
                  </a:lnTo>
                  <a:lnTo>
                    <a:pt x="330" y="196"/>
                  </a:lnTo>
                  <a:lnTo>
                    <a:pt x="330" y="196"/>
                  </a:lnTo>
                  <a:lnTo>
                    <a:pt x="332" y="200"/>
                  </a:lnTo>
                  <a:lnTo>
                    <a:pt x="336" y="204"/>
                  </a:lnTo>
                  <a:lnTo>
                    <a:pt x="340" y="208"/>
                  </a:lnTo>
                  <a:lnTo>
                    <a:pt x="346" y="208"/>
                  </a:lnTo>
                  <a:lnTo>
                    <a:pt x="346" y="208"/>
                  </a:lnTo>
                  <a:lnTo>
                    <a:pt x="348" y="208"/>
                  </a:lnTo>
                  <a:lnTo>
                    <a:pt x="348" y="208"/>
                  </a:lnTo>
                  <a:lnTo>
                    <a:pt x="354" y="206"/>
                  </a:lnTo>
                  <a:lnTo>
                    <a:pt x="358" y="202"/>
                  </a:lnTo>
                  <a:lnTo>
                    <a:pt x="360" y="196"/>
                  </a:lnTo>
                  <a:lnTo>
                    <a:pt x="360" y="190"/>
                  </a:lnTo>
                  <a:lnTo>
                    <a:pt x="360" y="190"/>
                  </a:lnTo>
                  <a:close/>
                  <a:moveTo>
                    <a:pt x="92" y="58"/>
                  </a:moveTo>
                  <a:lnTo>
                    <a:pt x="92" y="58"/>
                  </a:lnTo>
                  <a:lnTo>
                    <a:pt x="98" y="58"/>
                  </a:lnTo>
                  <a:lnTo>
                    <a:pt x="102" y="56"/>
                  </a:lnTo>
                  <a:lnTo>
                    <a:pt x="112" y="50"/>
                  </a:lnTo>
                  <a:lnTo>
                    <a:pt x="118" y="40"/>
                  </a:lnTo>
                  <a:lnTo>
                    <a:pt x="120" y="34"/>
                  </a:lnTo>
                  <a:lnTo>
                    <a:pt x="120" y="28"/>
                  </a:lnTo>
                  <a:lnTo>
                    <a:pt x="120" y="28"/>
                  </a:lnTo>
                  <a:lnTo>
                    <a:pt x="120" y="22"/>
                  </a:lnTo>
                  <a:lnTo>
                    <a:pt x="118" y="18"/>
                  </a:lnTo>
                  <a:lnTo>
                    <a:pt x="112" y="8"/>
                  </a:lnTo>
                  <a:lnTo>
                    <a:pt x="102" y="2"/>
                  </a:lnTo>
                  <a:lnTo>
                    <a:pt x="98" y="0"/>
                  </a:lnTo>
                  <a:lnTo>
                    <a:pt x="92" y="0"/>
                  </a:lnTo>
                  <a:lnTo>
                    <a:pt x="92" y="0"/>
                  </a:lnTo>
                  <a:lnTo>
                    <a:pt x="86" y="0"/>
                  </a:lnTo>
                  <a:lnTo>
                    <a:pt x="80" y="2"/>
                  </a:lnTo>
                  <a:lnTo>
                    <a:pt x="70" y="8"/>
                  </a:lnTo>
                  <a:lnTo>
                    <a:pt x="64" y="18"/>
                  </a:lnTo>
                  <a:lnTo>
                    <a:pt x="62" y="22"/>
                  </a:lnTo>
                  <a:lnTo>
                    <a:pt x="62" y="28"/>
                  </a:lnTo>
                  <a:lnTo>
                    <a:pt x="62" y="28"/>
                  </a:lnTo>
                  <a:lnTo>
                    <a:pt x="62" y="34"/>
                  </a:lnTo>
                  <a:lnTo>
                    <a:pt x="64" y="40"/>
                  </a:lnTo>
                  <a:lnTo>
                    <a:pt x="70" y="50"/>
                  </a:lnTo>
                  <a:lnTo>
                    <a:pt x="80" y="56"/>
                  </a:lnTo>
                  <a:lnTo>
                    <a:pt x="86" y="58"/>
                  </a:lnTo>
                  <a:lnTo>
                    <a:pt x="92" y="58"/>
                  </a:lnTo>
                  <a:lnTo>
                    <a:pt x="92" y="58"/>
                  </a:lnTo>
                  <a:close/>
                  <a:moveTo>
                    <a:pt x="30" y="196"/>
                  </a:moveTo>
                  <a:lnTo>
                    <a:pt x="42" y="118"/>
                  </a:lnTo>
                  <a:lnTo>
                    <a:pt x="52" y="118"/>
                  </a:lnTo>
                  <a:lnTo>
                    <a:pt x="50" y="244"/>
                  </a:lnTo>
                  <a:lnTo>
                    <a:pt x="50" y="244"/>
                  </a:lnTo>
                  <a:lnTo>
                    <a:pt x="54" y="236"/>
                  </a:lnTo>
                  <a:lnTo>
                    <a:pt x="60" y="228"/>
                  </a:lnTo>
                  <a:lnTo>
                    <a:pt x="66" y="222"/>
                  </a:lnTo>
                  <a:lnTo>
                    <a:pt x="74" y="218"/>
                  </a:lnTo>
                  <a:lnTo>
                    <a:pt x="82" y="214"/>
                  </a:lnTo>
                  <a:lnTo>
                    <a:pt x="90" y="210"/>
                  </a:lnTo>
                  <a:lnTo>
                    <a:pt x="100" y="208"/>
                  </a:lnTo>
                  <a:lnTo>
                    <a:pt x="110" y="208"/>
                  </a:lnTo>
                  <a:lnTo>
                    <a:pt x="126" y="208"/>
                  </a:lnTo>
                  <a:lnTo>
                    <a:pt x="126" y="208"/>
                  </a:lnTo>
                  <a:lnTo>
                    <a:pt x="120" y="198"/>
                  </a:lnTo>
                  <a:lnTo>
                    <a:pt x="114" y="188"/>
                  </a:lnTo>
                  <a:lnTo>
                    <a:pt x="112" y="178"/>
                  </a:lnTo>
                  <a:lnTo>
                    <a:pt x="112" y="166"/>
                  </a:lnTo>
                  <a:lnTo>
                    <a:pt x="112" y="166"/>
                  </a:lnTo>
                  <a:lnTo>
                    <a:pt x="112" y="154"/>
                  </a:lnTo>
                  <a:lnTo>
                    <a:pt x="116" y="142"/>
                  </a:lnTo>
                  <a:lnTo>
                    <a:pt x="120" y="132"/>
                  </a:lnTo>
                  <a:lnTo>
                    <a:pt x="128" y="122"/>
                  </a:lnTo>
                  <a:lnTo>
                    <a:pt x="136" y="114"/>
                  </a:lnTo>
                  <a:lnTo>
                    <a:pt x="146" y="106"/>
                  </a:lnTo>
                  <a:lnTo>
                    <a:pt x="156" y="102"/>
                  </a:lnTo>
                  <a:lnTo>
                    <a:pt x="168" y="98"/>
                  </a:lnTo>
                  <a:lnTo>
                    <a:pt x="166" y="90"/>
                  </a:lnTo>
                  <a:lnTo>
                    <a:pt x="166" y="90"/>
                  </a:lnTo>
                  <a:lnTo>
                    <a:pt x="166" y="88"/>
                  </a:lnTo>
                  <a:lnTo>
                    <a:pt x="166" y="88"/>
                  </a:lnTo>
                  <a:lnTo>
                    <a:pt x="162" y="80"/>
                  </a:lnTo>
                  <a:lnTo>
                    <a:pt x="154" y="74"/>
                  </a:lnTo>
                  <a:lnTo>
                    <a:pt x="146" y="70"/>
                  </a:lnTo>
                  <a:lnTo>
                    <a:pt x="138" y="68"/>
                  </a:lnTo>
                  <a:lnTo>
                    <a:pt x="110" y="68"/>
                  </a:lnTo>
                  <a:lnTo>
                    <a:pt x="90" y="102"/>
                  </a:lnTo>
                  <a:lnTo>
                    <a:pt x="72" y="68"/>
                  </a:lnTo>
                  <a:lnTo>
                    <a:pt x="46" y="68"/>
                  </a:lnTo>
                  <a:lnTo>
                    <a:pt x="46" y="68"/>
                  </a:lnTo>
                  <a:lnTo>
                    <a:pt x="36" y="70"/>
                  </a:lnTo>
                  <a:lnTo>
                    <a:pt x="28" y="74"/>
                  </a:lnTo>
                  <a:lnTo>
                    <a:pt x="20" y="80"/>
                  </a:lnTo>
                  <a:lnTo>
                    <a:pt x="16" y="88"/>
                  </a:lnTo>
                  <a:lnTo>
                    <a:pt x="16" y="88"/>
                  </a:lnTo>
                  <a:lnTo>
                    <a:pt x="16" y="90"/>
                  </a:lnTo>
                  <a:lnTo>
                    <a:pt x="0" y="190"/>
                  </a:lnTo>
                  <a:lnTo>
                    <a:pt x="0" y="190"/>
                  </a:lnTo>
                  <a:lnTo>
                    <a:pt x="0" y="196"/>
                  </a:lnTo>
                  <a:lnTo>
                    <a:pt x="2" y="202"/>
                  </a:lnTo>
                  <a:lnTo>
                    <a:pt x="6" y="206"/>
                  </a:lnTo>
                  <a:lnTo>
                    <a:pt x="12" y="208"/>
                  </a:lnTo>
                  <a:lnTo>
                    <a:pt x="12" y="208"/>
                  </a:lnTo>
                  <a:lnTo>
                    <a:pt x="14" y="208"/>
                  </a:lnTo>
                  <a:lnTo>
                    <a:pt x="14" y="208"/>
                  </a:lnTo>
                  <a:lnTo>
                    <a:pt x="20" y="208"/>
                  </a:lnTo>
                  <a:lnTo>
                    <a:pt x="24" y="204"/>
                  </a:lnTo>
                  <a:lnTo>
                    <a:pt x="28" y="200"/>
                  </a:lnTo>
                  <a:lnTo>
                    <a:pt x="30" y="196"/>
                  </a:lnTo>
                  <a:lnTo>
                    <a:pt x="30" y="196"/>
                  </a:lnTo>
                  <a:close/>
                  <a:moveTo>
                    <a:pt x="180" y="118"/>
                  </a:moveTo>
                  <a:lnTo>
                    <a:pt x="180" y="118"/>
                  </a:lnTo>
                  <a:lnTo>
                    <a:pt x="170" y="118"/>
                  </a:lnTo>
                  <a:lnTo>
                    <a:pt x="162" y="120"/>
                  </a:lnTo>
                  <a:lnTo>
                    <a:pt x="152" y="126"/>
                  </a:lnTo>
                  <a:lnTo>
                    <a:pt x="146" y="132"/>
                  </a:lnTo>
                  <a:lnTo>
                    <a:pt x="140" y="138"/>
                  </a:lnTo>
                  <a:lnTo>
                    <a:pt x="136" y="146"/>
                  </a:lnTo>
                  <a:lnTo>
                    <a:pt x="132" y="156"/>
                  </a:lnTo>
                  <a:lnTo>
                    <a:pt x="132" y="166"/>
                  </a:lnTo>
                  <a:lnTo>
                    <a:pt x="132" y="166"/>
                  </a:lnTo>
                  <a:lnTo>
                    <a:pt x="132" y="176"/>
                  </a:lnTo>
                  <a:lnTo>
                    <a:pt x="136" y="184"/>
                  </a:lnTo>
                  <a:lnTo>
                    <a:pt x="140" y="194"/>
                  </a:lnTo>
                  <a:lnTo>
                    <a:pt x="146" y="200"/>
                  </a:lnTo>
                  <a:lnTo>
                    <a:pt x="152" y="206"/>
                  </a:lnTo>
                  <a:lnTo>
                    <a:pt x="162" y="210"/>
                  </a:lnTo>
                  <a:lnTo>
                    <a:pt x="170" y="214"/>
                  </a:lnTo>
                  <a:lnTo>
                    <a:pt x="180" y="214"/>
                  </a:lnTo>
                  <a:lnTo>
                    <a:pt x="180" y="214"/>
                  </a:lnTo>
                  <a:lnTo>
                    <a:pt x="190" y="214"/>
                  </a:lnTo>
                  <a:lnTo>
                    <a:pt x="200" y="210"/>
                  </a:lnTo>
                  <a:lnTo>
                    <a:pt x="208" y="206"/>
                  </a:lnTo>
                  <a:lnTo>
                    <a:pt x="214" y="200"/>
                  </a:lnTo>
                  <a:lnTo>
                    <a:pt x="220" y="194"/>
                  </a:lnTo>
                  <a:lnTo>
                    <a:pt x="224" y="184"/>
                  </a:lnTo>
                  <a:lnTo>
                    <a:pt x="228" y="176"/>
                  </a:lnTo>
                  <a:lnTo>
                    <a:pt x="228" y="166"/>
                  </a:lnTo>
                  <a:lnTo>
                    <a:pt x="228" y="166"/>
                  </a:lnTo>
                  <a:lnTo>
                    <a:pt x="228" y="156"/>
                  </a:lnTo>
                  <a:lnTo>
                    <a:pt x="224" y="146"/>
                  </a:lnTo>
                  <a:lnTo>
                    <a:pt x="220" y="138"/>
                  </a:lnTo>
                  <a:lnTo>
                    <a:pt x="214" y="132"/>
                  </a:lnTo>
                  <a:lnTo>
                    <a:pt x="208" y="126"/>
                  </a:lnTo>
                  <a:lnTo>
                    <a:pt x="200" y="120"/>
                  </a:lnTo>
                  <a:lnTo>
                    <a:pt x="190" y="118"/>
                  </a:lnTo>
                  <a:lnTo>
                    <a:pt x="180" y="118"/>
                  </a:lnTo>
                  <a:close/>
                  <a:moveTo>
                    <a:pt x="296" y="260"/>
                  </a:moveTo>
                  <a:lnTo>
                    <a:pt x="296" y="260"/>
                  </a:lnTo>
                  <a:lnTo>
                    <a:pt x="294" y="258"/>
                  </a:lnTo>
                  <a:lnTo>
                    <a:pt x="294" y="258"/>
                  </a:lnTo>
                  <a:lnTo>
                    <a:pt x="292" y="252"/>
                  </a:lnTo>
                  <a:lnTo>
                    <a:pt x="288" y="246"/>
                  </a:lnTo>
                  <a:lnTo>
                    <a:pt x="278" y="236"/>
                  </a:lnTo>
                  <a:lnTo>
                    <a:pt x="266" y="230"/>
                  </a:lnTo>
                  <a:lnTo>
                    <a:pt x="250" y="228"/>
                  </a:lnTo>
                  <a:lnTo>
                    <a:pt x="210" y="228"/>
                  </a:lnTo>
                  <a:lnTo>
                    <a:pt x="180" y="278"/>
                  </a:lnTo>
                  <a:lnTo>
                    <a:pt x="150" y="228"/>
                  </a:lnTo>
                  <a:lnTo>
                    <a:pt x="110" y="228"/>
                  </a:lnTo>
                  <a:lnTo>
                    <a:pt x="110" y="228"/>
                  </a:lnTo>
                  <a:lnTo>
                    <a:pt x="94" y="230"/>
                  </a:lnTo>
                  <a:lnTo>
                    <a:pt x="82" y="236"/>
                  </a:lnTo>
                  <a:lnTo>
                    <a:pt x="72" y="246"/>
                  </a:lnTo>
                  <a:lnTo>
                    <a:pt x="68" y="252"/>
                  </a:lnTo>
                  <a:lnTo>
                    <a:pt x="66" y="258"/>
                  </a:lnTo>
                  <a:lnTo>
                    <a:pt x="66" y="258"/>
                  </a:lnTo>
                  <a:lnTo>
                    <a:pt x="64" y="260"/>
                  </a:lnTo>
                  <a:lnTo>
                    <a:pt x="52" y="336"/>
                  </a:lnTo>
                  <a:lnTo>
                    <a:pt x="52" y="336"/>
                  </a:lnTo>
                  <a:lnTo>
                    <a:pt x="72" y="352"/>
                  </a:lnTo>
                  <a:lnTo>
                    <a:pt x="96" y="362"/>
                  </a:lnTo>
                  <a:lnTo>
                    <a:pt x="106" y="304"/>
                  </a:lnTo>
                  <a:lnTo>
                    <a:pt x="118" y="304"/>
                  </a:lnTo>
                  <a:lnTo>
                    <a:pt x="114" y="370"/>
                  </a:lnTo>
                  <a:lnTo>
                    <a:pt x="114" y="370"/>
                  </a:lnTo>
                  <a:lnTo>
                    <a:pt x="130" y="374"/>
                  </a:lnTo>
                  <a:lnTo>
                    <a:pt x="146" y="378"/>
                  </a:lnTo>
                  <a:lnTo>
                    <a:pt x="162" y="380"/>
                  </a:lnTo>
                  <a:lnTo>
                    <a:pt x="180" y="380"/>
                  </a:lnTo>
                  <a:lnTo>
                    <a:pt x="180" y="380"/>
                  </a:lnTo>
                  <a:lnTo>
                    <a:pt x="196" y="380"/>
                  </a:lnTo>
                  <a:lnTo>
                    <a:pt x="214" y="378"/>
                  </a:lnTo>
                  <a:lnTo>
                    <a:pt x="230" y="374"/>
                  </a:lnTo>
                  <a:lnTo>
                    <a:pt x="246" y="370"/>
                  </a:lnTo>
                  <a:lnTo>
                    <a:pt x="242" y="304"/>
                  </a:lnTo>
                  <a:lnTo>
                    <a:pt x="254" y="304"/>
                  </a:lnTo>
                  <a:lnTo>
                    <a:pt x="264" y="362"/>
                  </a:lnTo>
                  <a:lnTo>
                    <a:pt x="264" y="362"/>
                  </a:lnTo>
                  <a:lnTo>
                    <a:pt x="288" y="350"/>
                  </a:lnTo>
                  <a:lnTo>
                    <a:pt x="308" y="336"/>
                  </a:lnTo>
                  <a:lnTo>
                    <a:pt x="296" y="260"/>
                  </a:lnTo>
                  <a:close/>
                </a:path>
              </a:pathLst>
            </a:custGeom>
            <a:solidFill>
              <a:srgbClr val="A7A7A7">
                <a:lumMod val="60000"/>
                <a:lumOff val="40000"/>
                <a:alpha val="80000"/>
              </a:srgbClr>
            </a:solidFill>
            <a:ln>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000000"/>
                </a:solidFill>
                <a:effectLst/>
                <a:uLnTx/>
                <a:uFillTx/>
                <a:latin typeface="Calibri" panose="020F0502020204030204"/>
                <a:ea typeface="+mn-ea"/>
                <a:cs typeface="Arial"/>
                <a:sym typeface="Arial"/>
              </a:endParaRPr>
            </a:p>
          </p:txBody>
        </p:sp>
        <p:sp>
          <p:nvSpPr>
            <p:cNvPr id="61" name="Freeform 4902">
              <a:extLst>
                <a:ext uri="{FF2B5EF4-FFF2-40B4-BE49-F238E27FC236}">
                  <a16:creationId xmlns:a16="http://schemas.microsoft.com/office/drawing/2014/main" id="{3C699E07-87E0-27E5-DA28-1085B4A75337}"/>
                </a:ext>
              </a:extLst>
            </p:cNvPr>
            <p:cNvSpPr>
              <a:spLocks noEditPoints="1"/>
            </p:cNvSpPr>
            <p:nvPr/>
          </p:nvSpPr>
          <p:spPr bwMode="auto">
            <a:xfrm>
              <a:off x="4535364" y="4493349"/>
              <a:ext cx="349425" cy="410775"/>
            </a:xfrm>
            <a:custGeom>
              <a:avLst/>
              <a:gdLst>
                <a:gd name="T0" fmla="*/ 196 w 262"/>
                <a:gd name="T1" fmla="*/ 16 h 308"/>
                <a:gd name="T2" fmla="*/ 48 w 262"/>
                <a:gd name="T3" fmla="*/ 0 h 308"/>
                <a:gd name="T4" fmla="*/ 42 w 262"/>
                <a:gd name="T5" fmla="*/ 2 h 308"/>
                <a:gd name="T6" fmla="*/ 34 w 262"/>
                <a:gd name="T7" fmla="*/ 10 h 308"/>
                <a:gd name="T8" fmla="*/ 32 w 262"/>
                <a:gd name="T9" fmla="*/ 62 h 308"/>
                <a:gd name="T10" fmla="*/ 42 w 262"/>
                <a:gd name="T11" fmla="*/ 64 h 308"/>
                <a:gd name="T12" fmla="*/ 176 w 262"/>
                <a:gd name="T13" fmla="*/ 196 h 308"/>
                <a:gd name="T14" fmla="*/ 118 w 262"/>
                <a:gd name="T15" fmla="*/ 254 h 308"/>
                <a:gd name="T16" fmla="*/ 32 w 262"/>
                <a:gd name="T17" fmla="*/ 292 h 308"/>
                <a:gd name="T18" fmla="*/ 34 w 262"/>
                <a:gd name="T19" fmla="*/ 300 h 308"/>
                <a:gd name="T20" fmla="*/ 42 w 262"/>
                <a:gd name="T21" fmla="*/ 308 h 308"/>
                <a:gd name="T22" fmla="*/ 246 w 262"/>
                <a:gd name="T23" fmla="*/ 308 h 308"/>
                <a:gd name="T24" fmla="*/ 252 w 262"/>
                <a:gd name="T25" fmla="*/ 308 h 308"/>
                <a:gd name="T26" fmla="*/ 262 w 262"/>
                <a:gd name="T27" fmla="*/ 300 h 308"/>
                <a:gd name="T28" fmla="*/ 262 w 262"/>
                <a:gd name="T29" fmla="*/ 82 h 308"/>
                <a:gd name="T30" fmla="*/ 178 w 262"/>
                <a:gd name="T31" fmla="*/ 84 h 308"/>
                <a:gd name="T32" fmla="*/ 196 w 262"/>
                <a:gd name="T33" fmla="*/ 42 h 308"/>
                <a:gd name="T34" fmla="*/ 220 w 262"/>
                <a:gd name="T35" fmla="*/ 66 h 308"/>
                <a:gd name="T36" fmla="*/ 178 w 262"/>
                <a:gd name="T37" fmla="*/ 84 h 308"/>
                <a:gd name="T38" fmla="*/ 124 w 262"/>
                <a:gd name="T39" fmla="*/ 214 h 308"/>
                <a:gd name="T40" fmla="*/ 116 w 262"/>
                <a:gd name="T41" fmla="*/ 226 h 308"/>
                <a:gd name="T42" fmla="*/ 4 w 262"/>
                <a:gd name="T43" fmla="*/ 114 h 308"/>
                <a:gd name="T44" fmla="*/ 0 w 262"/>
                <a:gd name="T45" fmla="*/ 110 h 308"/>
                <a:gd name="T46" fmla="*/ 14 w 262"/>
                <a:gd name="T47" fmla="*/ 104 h 308"/>
                <a:gd name="T48" fmla="*/ 36 w 262"/>
                <a:gd name="T49" fmla="*/ 82 h 308"/>
                <a:gd name="T50" fmla="*/ 32 w 262"/>
                <a:gd name="T51" fmla="*/ 78 h 308"/>
                <a:gd name="T52" fmla="*/ 26 w 262"/>
                <a:gd name="T53" fmla="*/ 92 h 308"/>
                <a:gd name="T54" fmla="*/ 136 w 262"/>
                <a:gd name="T55" fmla="*/ 202 h 308"/>
                <a:gd name="T56" fmla="*/ 148 w 262"/>
                <a:gd name="T57" fmla="*/ 194 h 308"/>
                <a:gd name="T58" fmla="*/ 36 w 262"/>
                <a:gd name="T59" fmla="*/ 82 h 308"/>
                <a:gd name="T60" fmla="*/ 172 w 262"/>
                <a:gd name="T61" fmla="*/ 228 h 308"/>
                <a:gd name="T62" fmla="*/ 158 w 262"/>
                <a:gd name="T63" fmla="*/ 236 h 308"/>
                <a:gd name="T64" fmla="*/ 152 w 262"/>
                <a:gd name="T65" fmla="*/ 244 h 308"/>
                <a:gd name="T66" fmla="*/ 182 w 262"/>
                <a:gd name="T67" fmla="*/ 260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2" h="308">
                  <a:moveTo>
                    <a:pt x="246" y="66"/>
                  </a:moveTo>
                  <a:lnTo>
                    <a:pt x="196" y="16"/>
                  </a:lnTo>
                  <a:lnTo>
                    <a:pt x="180" y="0"/>
                  </a:lnTo>
                  <a:lnTo>
                    <a:pt x="48" y="0"/>
                  </a:lnTo>
                  <a:lnTo>
                    <a:pt x="48" y="0"/>
                  </a:lnTo>
                  <a:lnTo>
                    <a:pt x="42" y="2"/>
                  </a:lnTo>
                  <a:lnTo>
                    <a:pt x="38" y="4"/>
                  </a:lnTo>
                  <a:lnTo>
                    <a:pt x="34" y="10"/>
                  </a:lnTo>
                  <a:lnTo>
                    <a:pt x="32" y="16"/>
                  </a:lnTo>
                  <a:lnTo>
                    <a:pt x="32" y="62"/>
                  </a:lnTo>
                  <a:lnTo>
                    <a:pt x="32" y="62"/>
                  </a:lnTo>
                  <a:lnTo>
                    <a:pt x="42" y="64"/>
                  </a:lnTo>
                  <a:lnTo>
                    <a:pt x="50" y="70"/>
                  </a:lnTo>
                  <a:lnTo>
                    <a:pt x="176" y="196"/>
                  </a:lnTo>
                  <a:lnTo>
                    <a:pt x="198" y="276"/>
                  </a:lnTo>
                  <a:lnTo>
                    <a:pt x="118" y="254"/>
                  </a:lnTo>
                  <a:lnTo>
                    <a:pt x="32" y="168"/>
                  </a:lnTo>
                  <a:lnTo>
                    <a:pt x="32" y="292"/>
                  </a:lnTo>
                  <a:lnTo>
                    <a:pt x="32" y="292"/>
                  </a:lnTo>
                  <a:lnTo>
                    <a:pt x="34" y="300"/>
                  </a:lnTo>
                  <a:lnTo>
                    <a:pt x="38" y="304"/>
                  </a:lnTo>
                  <a:lnTo>
                    <a:pt x="42" y="308"/>
                  </a:lnTo>
                  <a:lnTo>
                    <a:pt x="48" y="308"/>
                  </a:lnTo>
                  <a:lnTo>
                    <a:pt x="246" y="308"/>
                  </a:lnTo>
                  <a:lnTo>
                    <a:pt x="246" y="308"/>
                  </a:lnTo>
                  <a:lnTo>
                    <a:pt x="252" y="308"/>
                  </a:lnTo>
                  <a:lnTo>
                    <a:pt x="258" y="304"/>
                  </a:lnTo>
                  <a:lnTo>
                    <a:pt x="262" y="300"/>
                  </a:lnTo>
                  <a:lnTo>
                    <a:pt x="262" y="292"/>
                  </a:lnTo>
                  <a:lnTo>
                    <a:pt x="262" y="82"/>
                  </a:lnTo>
                  <a:lnTo>
                    <a:pt x="246" y="66"/>
                  </a:lnTo>
                  <a:close/>
                  <a:moveTo>
                    <a:pt x="178" y="84"/>
                  </a:moveTo>
                  <a:lnTo>
                    <a:pt x="178" y="24"/>
                  </a:lnTo>
                  <a:lnTo>
                    <a:pt x="196" y="42"/>
                  </a:lnTo>
                  <a:lnTo>
                    <a:pt x="196" y="66"/>
                  </a:lnTo>
                  <a:lnTo>
                    <a:pt x="220" y="66"/>
                  </a:lnTo>
                  <a:lnTo>
                    <a:pt x="238" y="84"/>
                  </a:lnTo>
                  <a:lnTo>
                    <a:pt x="178" y="84"/>
                  </a:lnTo>
                  <a:close/>
                  <a:moveTo>
                    <a:pt x="36" y="126"/>
                  </a:moveTo>
                  <a:lnTo>
                    <a:pt x="124" y="214"/>
                  </a:lnTo>
                  <a:lnTo>
                    <a:pt x="124" y="214"/>
                  </a:lnTo>
                  <a:lnTo>
                    <a:pt x="116" y="226"/>
                  </a:lnTo>
                  <a:lnTo>
                    <a:pt x="22" y="132"/>
                  </a:lnTo>
                  <a:lnTo>
                    <a:pt x="4" y="114"/>
                  </a:lnTo>
                  <a:lnTo>
                    <a:pt x="0" y="110"/>
                  </a:lnTo>
                  <a:lnTo>
                    <a:pt x="0" y="110"/>
                  </a:lnTo>
                  <a:lnTo>
                    <a:pt x="8" y="98"/>
                  </a:lnTo>
                  <a:lnTo>
                    <a:pt x="14" y="104"/>
                  </a:lnTo>
                  <a:lnTo>
                    <a:pt x="36" y="126"/>
                  </a:lnTo>
                  <a:close/>
                  <a:moveTo>
                    <a:pt x="36" y="82"/>
                  </a:moveTo>
                  <a:lnTo>
                    <a:pt x="32" y="78"/>
                  </a:lnTo>
                  <a:lnTo>
                    <a:pt x="32" y="78"/>
                  </a:lnTo>
                  <a:lnTo>
                    <a:pt x="20" y="86"/>
                  </a:lnTo>
                  <a:lnTo>
                    <a:pt x="26" y="92"/>
                  </a:lnTo>
                  <a:lnTo>
                    <a:pt x="48" y="114"/>
                  </a:lnTo>
                  <a:lnTo>
                    <a:pt x="136" y="202"/>
                  </a:lnTo>
                  <a:lnTo>
                    <a:pt x="136" y="202"/>
                  </a:lnTo>
                  <a:lnTo>
                    <a:pt x="148" y="194"/>
                  </a:lnTo>
                  <a:lnTo>
                    <a:pt x="54" y="100"/>
                  </a:lnTo>
                  <a:lnTo>
                    <a:pt x="36" y="82"/>
                  </a:lnTo>
                  <a:close/>
                  <a:moveTo>
                    <a:pt x="172" y="228"/>
                  </a:moveTo>
                  <a:lnTo>
                    <a:pt x="172" y="228"/>
                  </a:lnTo>
                  <a:lnTo>
                    <a:pt x="166" y="230"/>
                  </a:lnTo>
                  <a:lnTo>
                    <a:pt x="158" y="236"/>
                  </a:lnTo>
                  <a:lnTo>
                    <a:pt x="158" y="236"/>
                  </a:lnTo>
                  <a:lnTo>
                    <a:pt x="152" y="244"/>
                  </a:lnTo>
                  <a:lnTo>
                    <a:pt x="150" y="250"/>
                  </a:lnTo>
                  <a:lnTo>
                    <a:pt x="182" y="260"/>
                  </a:lnTo>
                  <a:lnTo>
                    <a:pt x="172" y="228"/>
                  </a:lnTo>
                  <a:close/>
                </a:path>
              </a:pathLst>
            </a:custGeom>
            <a:solidFill>
              <a:srgbClr val="5F5F5F">
                <a:lumMod val="60000"/>
                <a:lumOff val="40000"/>
                <a:alpha val="80000"/>
              </a:srgbClr>
            </a:solidFill>
            <a:ln>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000000"/>
                </a:solidFill>
                <a:effectLst/>
                <a:uLnTx/>
                <a:uFillTx/>
                <a:latin typeface="Calibri" panose="020F0502020204030204"/>
                <a:ea typeface="+mn-ea"/>
                <a:cs typeface="Arial"/>
                <a:sym typeface="Arial"/>
              </a:endParaRPr>
            </a:p>
          </p:txBody>
        </p:sp>
        <p:sp>
          <p:nvSpPr>
            <p:cNvPr id="62" name="Freeform 4984">
              <a:extLst>
                <a:ext uri="{FF2B5EF4-FFF2-40B4-BE49-F238E27FC236}">
                  <a16:creationId xmlns:a16="http://schemas.microsoft.com/office/drawing/2014/main" id="{D01BC663-CF9D-C4A7-E130-223B4819A64D}"/>
                </a:ext>
              </a:extLst>
            </p:cNvPr>
            <p:cNvSpPr>
              <a:spLocks noEditPoints="1"/>
            </p:cNvSpPr>
            <p:nvPr/>
          </p:nvSpPr>
          <p:spPr bwMode="auto">
            <a:xfrm>
              <a:off x="5310019" y="2576945"/>
              <a:ext cx="436479" cy="414655"/>
            </a:xfrm>
            <a:custGeom>
              <a:avLst/>
              <a:gdLst>
                <a:gd name="T0" fmla="*/ 312 w 360"/>
                <a:gd name="T1" fmla="*/ 150 h 342"/>
                <a:gd name="T2" fmla="*/ 302 w 360"/>
                <a:gd name="T3" fmla="*/ 156 h 342"/>
                <a:gd name="T4" fmla="*/ 294 w 360"/>
                <a:gd name="T5" fmla="*/ 148 h 342"/>
                <a:gd name="T6" fmla="*/ 250 w 360"/>
                <a:gd name="T7" fmla="*/ 92 h 342"/>
                <a:gd name="T8" fmla="*/ 180 w 360"/>
                <a:gd name="T9" fmla="*/ 70 h 342"/>
                <a:gd name="T10" fmla="*/ 126 w 360"/>
                <a:gd name="T11" fmla="*/ 82 h 342"/>
                <a:gd name="T12" fmla="*/ 74 w 360"/>
                <a:gd name="T13" fmla="*/ 132 h 342"/>
                <a:gd name="T14" fmla="*/ 58 w 360"/>
                <a:gd name="T15" fmla="*/ 156 h 342"/>
                <a:gd name="T16" fmla="*/ 50 w 360"/>
                <a:gd name="T17" fmla="*/ 152 h 342"/>
                <a:gd name="T18" fmla="*/ 48 w 360"/>
                <a:gd name="T19" fmla="*/ 142 h 342"/>
                <a:gd name="T20" fmla="*/ 100 w 360"/>
                <a:gd name="T21" fmla="*/ 74 h 342"/>
                <a:gd name="T22" fmla="*/ 180 w 360"/>
                <a:gd name="T23" fmla="*/ 50 h 342"/>
                <a:gd name="T24" fmla="*/ 242 w 360"/>
                <a:gd name="T25" fmla="*/ 64 h 342"/>
                <a:gd name="T26" fmla="*/ 304 w 360"/>
                <a:gd name="T27" fmla="*/ 122 h 342"/>
                <a:gd name="T28" fmla="*/ 102 w 360"/>
                <a:gd name="T29" fmla="*/ 172 h 342"/>
                <a:gd name="T30" fmla="*/ 114 w 360"/>
                <a:gd name="T31" fmla="*/ 166 h 342"/>
                <a:gd name="T32" fmla="*/ 132 w 360"/>
                <a:gd name="T33" fmla="*/ 138 h 342"/>
                <a:gd name="T34" fmla="*/ 170 w 360"/>
                <a:gd name="T35" fmla="*/ 120 h 342"/>
                <a:gd name="T36" fmla="*/ 202 w 360"/>
                <a:gd name="T37" fmla="*/ 122 h 342"/>
                <a:gd name="T38" fmla="*/ 236 w 360"/>
                <a:gd name="T39" fmla="*/ 146 h 342"/>
                <a:gd name="T40" fmla="*/ 248 w 360"/>
                <a:gd name="T41" fmla="*/ 170 h 342"/>
                <a:gd name="T42" fmla="*/ 258 w 360"/>
                <a:gd name="T43" fmla="*/ 172 h 342"/>
                <a:gd name="T44" fmla="*/ 264 w 360"/>
                <a:gd name="T45" fmla="*/ 158 h 342"/>
                <a:gd name="T46" fmla="*/ 242 w 360"/>
                <a:gd name="T47" fmla="*/ 124 h 342"/>
                <a:gd name="T48" fmla="*/ 194 w 360"/>
                <a:gd name="T49" fmla="*/ 100 h 342"/>
                <a:gd name="T50" fmla="*/ 152 w 360"/>
                <a:gd name="T51" fmla="*/ 104 h 342"/>
                <a:gd name="T52" fmla="*/ 108 w 360"/>
                <a:gd name="T53" fmla="*/ 134 h 342"/>
                <a:gd name="T54" fmla="*/ 94 w 360"/>
                <a:gd name="T55" fmla="*/ 162 h 342"/>
                <a:gd name="T56" fmla="*/ 102 w 360"/>
                <a:gd name="T57" fmla="*/ 172 h 342"/>
                <a:gd name="T58" fmla="*/ 330 w 360"/>
                <a:gd name="T59" fmla="*/ 74 h 342"/>
                <a:gd name="T60" fmla="*/ 238 w 360"/>
                <a:gd name="T61" fmla="*/ 8 h 342"/>
                <a:gd name="T62" fmla="*/ 150 w 360"/>
                <a:gd name="T63" fmla="*/ 2 h 342"/>
                <a:gd name="T64" fmla="*/ 48 w 360"/>
                <a:gd name="T65" fmla="*/ 52 h 342"/>
                <a:gd name="T66" fmla="*/ 2 w 360"/>
                <a:gd name="T67" fmla="*/ 124 h 342"/>
                <a:gd name="T68" fmla="*/ 8 w 360"/>
                <a:gd name="T69" fmla="*/ 138 h 342"/>
                <a:gd name="T70" fmla="*/ 16 w 360"/>
                <a:gd name="T71" fmla="*/ 136 h 342"/>
                <a:gd name="T72" fmla="*/ 46 w 360"/>
                <a:gd name="T73" fmla="*/ 86 h 342"/>
                <a:gd name="T74" fmla="*/ 128 w 360"/>
                <a:gd name="T75" fmla="*/ 28 h 342"/>
                <a:gd name="T76" fmla="*/ 206 w 360"/>
                <a:gd name="T77" fmla="*/ 22 h 342"/>
                <a:gd name="T78" fmla="*/ 298 w 360"/>
                <a:gd name="T79" fmla="*/ 66 h 342"/>
                <a:gd name="T80" fmla="*/ 340 w 360"/>
                <a:gd name="T81" fmla="*/ 132 h 342"/>
                <a:gd name="T82" fmla="*/ 352 w 360"/>
                <a:gd name="T83" fmla="*/ 138 h 342"/>
                <a:gd name="T84" fmla="*/ 360 w 360"/>
                <a:gd name="T85" fmla="*/ 128 h 342"/>
                <a:gd name="T86" fmla="*/ 272 w 360"/>
                <a:gd name="T87" fmla="*/ 280 h 342"/>
                <a:gd name="T88" fmla="*/ 190 w 360"/>
                <a:gd name="T89" fmla="*/ 214 h 342"/>
                <a:gd name="T90" fmla="*/ 204 w 360"/>
                <a:gd name="T91" fmla="*/ 198 h 342"/>
                <a:gd name="T92" fmla="*/ 198 w 360"/>
                <a:gd name="T93" fmla="*/ 172 h 342"/>
                <a:gd name="T94" fmla="*/ 170 w 360"/>
                <a:gd name="T95" fmla="*/ 166 h 342"/>
                <a:gd name="T96" fmla="*/ 154 w 360"/>
                <a:gd name="T97" fmla="*/ 190 h 342"/>
                <a:gd name="T98" fmla="*/ 170 w 360"/>
                <a:gd name="T99" fmla="*/ 214 h 342"/>
                <a:gd name="T100" fmla="*/ 92 w 360"/>
                <a:gd name="T101" fmla="*/ 276 h 342"/>
                <a:gd name="T102" fmla="*/ 74 w 360"/>
                <a:gd name="T103" fmla="*/ 334 h 342"/>
                <a:gd name="T104" fmla="*/ 84 w 360"/>
                <a:gd name="T105" fmla="*/ 342 h 342"/>
                <a:gd name="T106" fmla="*/ 284 w 360"/>
                <a:gd name="T107" fmla="*/ 338 h 342"/>
                <a:gd name="T108" fmla="*/ 272 w 360"/>
                <a:gd name="T109" fmla="*/ 280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60" h="342">
                  <a:moveTo>
                    <a:pt x="312" y="142"/>
                  </a:moveTo>
                  <a:lnTo>
                    <a:pt x="312" y="142"/>
                  </a:lnTo>
                  <a:lnTo>
                    <a:pt x="312" y="146"/>
                  </a:lnTo>
                  <a:lnTo>
                    <a:pt x="312" y="150"/>
                  </a:lnTo>
                  <a:lnTo>
                    <a:pt x="310" y="152"/>
                  </a:lnTo>
                  <a:lnTo>
                    <a:pt x="306" y="154"/>
                  </a:lnTo>
                  <a:lnTo>
                    <a:pt x="306" y="154"/>
                  </a:lnTo>
                  <a:lnTo>
                    <a:pt x="302" y="156"/>
                  </a:lnTo>
                  <a:lnTo>
                    <a:pt x="298" y="154"/>
                  </a:lnTo>
                  <a:lnTo>
                    <a:pt x="296" y="152"/>
                  </a:lnTo>
                  <a:lnTo>
                    <a:pt x="294" y="148"/>
                  </a:lnTo>
                  <a:lnTo>
                    <a:pt x="294" y="148"/>
                  </a:lnTo>
                  <a:lnTo>
                    <a:pt x="286" y="132"/>
                  </a:lnTo>
                  <a:lnTo>
                    <a:pt x="276" y="116"/>
                  </a:lnTo>
                  <a:lnTo>
                    <a:pt x="264" y="102"/>
                  </a:lnTo>
                  <a:lnTo>
                    <a:pt x="250" y="92"/>
                  </a:lnTo>
                  <a:lnTo>
                    <a:pt x="234" y="82"/>
                  </a:lnTo>
                  <a:lnTo>
                    <a:pt x="216" y="74"/>
                  </a:lnTo>
                  <a:lnTo>
                    <a:pt x="198" y="70"/>
                  </a:lnTo>
                  <a:lnTo>
                    <a:pt x="180" y="70"/>
                  </a:lnTo>
                  <a:lnTo>
                    <a:pt x="180" y="70"/>
                  </a:lnTo>
                  <a:lnTo>
                    <a:pt x="162" y="70"/>
                  </a:lnTo>
                  <a:lnTo>
                    <a:pt x="144" y="74"/>
                  </a:lnTo>
                  <a:lnTo>
                    <a:pt x="126" y="82"/>
                  </a:lnTo>
                  <a:lnTo>
                    <a:pt x="110" y="92"/>
                  </a:lnTo>
                  <a:lnTo>
                    <a:pt x="96" y="102"/>
                  </a:lnTo>
                  <a:lnTo>
                    <a:pt x="84" y="116"/>
                  </a:lnTo>
                  <a:lnTo>
                    <a:pt x="74" y="132"/>
                  </a:lnTo>
                  <a:lnTo>
                    <a:pt x="66" y="148"/>
                  </a:lnTo>
                  <a:lnTo>
                    <a:pt x="66" y="148"/>
                  </a:lnTo>
                  <a:lnTo>
                    <a:pt x="62" y="154"/>
                  </a:lnTo>
                  <a:lnTo>
                    <a:pt x="58" y="156"/>
                  </a:lnTo>
                  <a:lnTo>
                    <a:pt x="58" y="156"/>
                  </a:lnTo>
                  <a:lnTo>
                    <a:pt x="54" y="154"/>
                  </a:lnTo>
                  <a:lnTo>
                    <a:pt x="54" y="154"/>
                  </a:lnTo>
                  <a:lnTo>
                    <a:pt x="50" y="152"/>
                  </a:lnTo>
                  <a:lnTo>
                    <a:pt x="48" y="150"/>
                  </a:lnTo>
                  <a:lnTo>
                    <a:pt x="48" y="146"/>
                  </a:lnTo>
                  <a:lnTo>
                    <a:pt x="48" y="142"/>
                  </a:lnTo>
                  <a:lnTo>
                    <a:pt x="48" y="142"/>
                  </a:lnTo>
                  <a:lnTo>
                    <a:pt x="56" y="122"/>
                  </a:lnTo>
                  <a:lnTo>
                    <a:pt x="68" y="104"/>
                  </a:lnTo>
                  <a:lnTo>
                    <a:pt x="82" y="88"/>
                  </a:lnTo>
                  <a:lnTo>
                    <a:pt x="100" y="74"/>
                  </a:lnTo>
                  <a:lnTo>
                    <a:pt x="118" y="64"/>
                  </a:lnTo>
                  <a:lnTo>
                    <a:pt x="138" y="56"/>
                  </a:lnTo>
                  <a:lnTo>
                    <a:pt x="158" y="50"/>
                  </a:lnTo>
                  <a:lnTo>
                    <a:pt x="180" y="50"/>
                  </a:lnTo>
                  <a:lnTo>
                    <a:pt x="180" y="50"/>
                  </a:lnTo>
                  <a:lnTo>
                    <a:pt x="202" y="50"/>
                  </a:lnTo>
                  <a:lnTo>
                    <a:pt x="222" y="56"/>
                  </a:lnTo>
                  <a:lnTo>
                    <a:pt x="242" y="64"/>
                  </a:lnTo>
                  <a:lnTo>
                    <a:pt x="260" y="74"/>
                  </a:lnTo>
                  <a:lnTo>
                    <a:pt x="278" y="88"/>
                  </a:lnTo>
                  <a:lnTo>
                    <a:pt x="292" y="104"/>
                  </a:lnTo>
                  <a:lnTo>
                    <a:pt x="304" y="122"/>
                  </a:lnTo>
                  <a:lnTo>
                    <a:pt x="312" y="142"/>
                  </a:lnTo>
                  <a:lnTo>
                    <a:pt x="312" y="142"/>
                  </a:lnTo>
                  <a:close/>
                  <a:moveTo>
                    <a:pt x="102" y="172"/>
                  </a:moveTo>
                  <a:lnTo>
                    <a:pt x="102" y="172"/>
                  </a:lnTo>
                  <a:lnTo>
                    <a:pt x="104" y="172"/>
                  </a:lnTo>
                  <a:lnTo>
                    <a:pt x="104" y="172"/>
                  </a:lnTo>
                  <a:lnTo>
                    <a:pt x="110" y="170"/>
                  </a:lnTo>
                  <a:lnTo>
                    <a:pt x="114" y="166"/>
                  </a:lnTo>
                  <a:lnTo>
                    <a:pt x="114" y="166"/>
                  </a:lnTo>
                  <a:lnTo>
                    <a:pt x="118" y="156"/>
                  </a:lnTo>
                  <a:lnTo>
                    <a:pt x="124" y="146"/>
                  </a:lnTo>
                  <a:lnTo>
                    <a:pt x="132" y="138"/>
                  </a:lnTo>
                  <a:lnTo>
                    <a:pt x="140" y="132"/>
                  </a:lnTo>
                  <a:lnTo>
                    <a:pt x="148" y="126"/>
                  </a:lnTo>
                  <a:lnTo>
                    <a:pt x="158" y="122"/>
                  </a:lnTo>
                  <a:lnTo>
                    <a:pt x="170" y="120"/>
                  </a:lnTo>
                  <a:lnTo>
                    <a:pt x="180" y="120"/>
                  </a:lnTo>
                  <a:lnTo>
                    <a:pt x="180" y="120"/>
                  </a:lnTo>
                  <a:lnTo>
                    <a:pt x="190" y="120"/>
                  </a:lnTo>
                  <a:lnTo>
                    <a:pt x="202" y="122"/>
                  </a:lnTo>
                  <a:lnTo>
                    <a:pt x="212" y="126"/>
                  </a:lnTo>
                  <a:lnTo>
                    <a:pt x="220" y="132"/>
                  </a:lnTo>
                  <a:lnTo>
                    <a:pt x="228" y="138"/>
                  </a:lnTo>
                  <a:lnTo>
                    <a:pt x="236" y="146"/>
                  </a:lnTo>
                  <a:lnTo>
                    <a:pt x="242" y="156"/>
                  </a:lnTo>
                  <a:lnTo>
                    <a:pt x="246" y="166"/>
                  </a:lnTo>
                  <a:lnTo>
                    <a:pt x="246" y="166"/>
                  </a:lnTo>
                  <a:lnTo>
                    <a:pt x="248" y="170"/>
                  </a:lnTo>
                  <a:lnTo>
                    <a:pt x="252" y="172"/>
                  </a:lnTo>
                  <a:lnTo>
                    <a:pt x="256" y="172"/>
                  </a:lnTo>
                  <a:lnTo>
                    <a:pt x="258" y="172"/>
                  </a:lnTo>
                  <a:lnTo>
                    <a:pt x="258" y="172"/>
                  </a:lnTo>
                  <a:lnTo>
                    <a:pt x="262" y="170"/>
                  </a:lnTo>
                  <a:lnTo>
                    <a:pt x="264" y="166"/>
                  </a:lnTo>
                  <a:lnTo>
                    <a:pt x="266" y="162"/>
                  </a:lnTo>
                  <a:lnTo>
                    <a:pt x="264" y="158"/>
                  </a:lnTo>
                  <a:lnTo>
                    <a:pt x="264" y="158"/>
                  </a:lnTo>
                  <a:lnTo>
                    <a:pt x="260" y="146"/>
                  </a:lnTo>
                  <a:lnTo>
                    <a:pt x="252" y="134"/>
                  </a:lnTo>
                  <a:lnTo>
                    <a:pt x="242" y="124"/>
                  </a:lnTo>
                  <a:lnTo>
                    <a:pt x="232" y="116"/>
                  </a:lnTo>
                  <a:lnTo>
                    <a:pt x="220" y="108"/>
                  </a:lnTo>
                  <a:lnTo>
                    <a:pt x="208" y="104"/>
                  </a:lnTo>
                  <a:lnTo>
                    <a:pt x="194" y="100"/>
                  </a:lnTo>
                  <a:lnTo>
                    <a:pt x="180" y="100"/>
                  </a:lnTo>
                  <a:lnTo>
                    <a:pt x="180" y="100"/>
                  </a:lnTo>
                  <a:lnTo>
                    <a:pt x="166" y="100"/>
                  </a:lnTo>
                  <a:lnTo>
                    <a:pt x="152" y="104"/>
                  </a:lnTo>
                  <a:lnTo>
                    <a:pt x="140" y="108"/>
                  </a:lnTo>
                  <a:lnTo>
                    <a:pt x="128" y="116"/>
                  </a:lnTo>
                  <a:lnTo>
                    <a:pt x="118" y="124"/>
                  </a:lnTo>
                  <a:lnTo>
                    <a:pt x="108" y="134"/>
                  </a:lnTo>
                  <a:lnTo>
                    <a:pt x="100" y="146"/>
                  </a:lnTo>
                  <a:lnTo>
                    <a:pt x="96" y="158"/>
                  </a:lnTo>
                  <a:lnTo>
                    <a:pt x="96" y="158"/>
                  </a:lnTo>
                  <a:lnTo>
                    <a:pt x="94" y="162"/>
                  </a:lnTo>
                  <a:lnTo>
                    <a:pt x="96" y="166"/>
                  </a:lnTo>
                  <a:lnTo>
                    <a:pt x="98" y="170"/>
                  </a:lnTo>
                  <a:lnTo>
                    <a:pt x="102" y="172"/>
                  </a:lnTo>
                  <a:lnTo>
                    <a:pt x="102" y="172"/>
                  </a:lnTo>
                  <a:close/>
                  <a:moveTo>
                    <a:pt x="358" y="124"/>
                  </a:moveTo>
                  <a:lnTo>
                    <a:pt x="358" y="124"/>
                  </a:lnTo>
                  <a:lnTo>
                    <a:pt x="346" y="98"/>
                  </a:lnTo>
                  <a:lnTo>
                    <a:pt x="330" y="74"/>
                  </a:lnTo>
                  <a:lnTo>
                    <a:pt x="312" y="52"/>
                  </a:lnTo>
                  <a:lnTo>
                    <a:pt x="288" y="34"/>
                  </a:lnTo>
                  <a:lnTo>
                    <a:pt x="264" y="20"/>
                  </a:lnTo>
                  <a:lnTo>
                    <a:pt x="238" y="8"/>
                  </a:lnTo>
                  <a:lnTo>
                    <a:pt x="210" y="2"/>
                  </a:lnTo>
                  <a:lnTo>
                    <a:pt x="180" y="0"/>
                  </a:lnTo>
                  <a:lnTo>
                    <a:pt x="180" y="0"/>
                  </a:lnTo>
                  <a:lnTo>
                    <a:pt x="150" y="2"/>
                  </a:lnTo>
                  <a:lnTo>
                    <a:pt x="122" y="8"/>
                  </a:lnTo>
                  <a:lnTo>
                    <a:pt x="96" y="20"/>
                  </a:lnTo>
                  <a:lnTo>
                    <a:pt x="72" y="34"/>
                  </a:lnTo>
                  <a:lnTo>
                    <a:pt x="48" y="52"/>
                  </a:lnTo>
                  <a:lnTo>
                    <a:pt x="30" y="74"/>
                  </a:lnTo>
                  <a:lnTo>
                    <a:pt x="14" y="98"/>
                  </a:lnTo>
                  <a:lnTo>
                    <a:pt x="2" y="124"/>
                  </a:lnTo>
                  <a:lnTo>
                    <a:pt x="2" y="124"/>
                  </a:lnTo>
                  <a:lnTo>
                    <a:pt x="0" y="128"/>
                  </a:lnTo>
                  <a:lnTo>
                    <a:pt x="2" y="132"/>
                  </a:lnTo>
                  <a:lnTo>
                    <a:pt x="4" y="136"/>
                  </a:lnTo>
                  <a:lnTo>
                    <a:pt x="8" y="138"/>
                  </a:lnTo>
                  <a:lnTo>
                    <a:pt x="8" y="138"/>
                  </a:lnTo>
                  <a:lnTo>
                    <a:pt x="10" y="138"/>
                  </a:lnTo>
                  <a:lnTo>
                    <a:pt x="10" y="138"/>
                  </a:lnTo>
                  <a:lnTo>
                    <a:pt x="16" y="136"/>
                  </a:lnTo>
                  <a:lnTo>
                    <a:pt x="20" y="132"/>
                  </a:lnTo>
                  <a:lnTo>
                    <a:pt x="20" y="132"/>
                  </a:lnTo>
                  <a:lnTo>
                    <a:pt x="32" y="108"/>
                  </a:lnTo>
                  <a:lnTo>
                    <a:pt x="46" y="86"/>
                  </a:lnTo>
                  <a:lnTo>
                    <a:pt x="62" y="66"/>
                  </a:lnTo>
                  <a:lnTo>
                    <a:pt x="82" y="50"/>
                  </a:lnTo>
                  <a:lnTo>
                    <a:pt x="104" y="38"/>
                  </a:lnTo>
                  <a:lnTo>
                    <a:pt x="128" y="28"/>
                  </a:lnTo>
                  <a:lnTo>
                    <a:pt x="154" y="22"/>
                  </a:lnTo>
                  <a:lnTo>
                    <a:pt x="180" y="20"/>
                  </a:lnTo>
                  <a:lnTo>
                    <a:pt x="180" y="20"/>
                  </a:lnTo>
                  <a:lnTo>
                    <a:pt x="206" y="22"/>
                  </a:lnTo>
                  <a:lnTo>
                    <a:pt x="232" y="28"/>
                  </a:lnTo>
                  <a:lnTo>
                    <a:pt x="256" y="38"/>
                  </a:lnTo>
                  <a:lnTo>
                    <a:pt x="278" y="50"/>
                  </a:lnTo>
                  <a:lnTo>
                    <a:pt x="298" y="66"/>
                  </a:lnTo>
                  <a:lnTo>
                    <a:pt x="314" y="86"/>
                  </a:lnTo>
                  <a:lnTo>
                    <a:pt x="328" y="108"/>
                  </a:lnTo>
                  <a:lnTo>
                    <a:pt x="340" y="132"/>
                  </a:lnTo>
                  <a:lnTo>
                    <a:pt x="340" y="132"/>
                  </a:lnTo>
                  <a:lnTo>
                    <a:pt x="342" y="136"/>
                  </a:lnTo>
                  <a:lnTo>
                    <a:pt x="344" y="138"/>
                  </a:lnTo>
                  <a:lnTo>
                    <a:pt x="348" y="138"/>
                  </a:lnTo>
                  <a:lnTo>
                    <a:pt x="352" y="138"/>
                  </a:lnTo>
                  <a:lnTo>
                    <a:pt x="352" y="138"/>
                  </a:lnTo>
                  <a:lnTo>
                    <a:pt x="356" y="136"/>
                  </a:lnTo>
                  <a:lnTo>
                    <a:pt x="358" y="132"/>
                  </a:lnTo>
                  <a:lnTo>
                    <a:pt x="360" y="128"/>
                  </a:lnTo>
                  <a:lnTo>
                    <a:pt x="358" y="124"/>
                  </a:lnTo>
                  <a:lnTo>
                    <a:pt x="358" y="124"/>
                  </a:lnTo>
                  <a:close/>
                  <a:moveTo>
                    <a:pt x="272" y="280"/>
                  </a:moveTo>
                  <a:lnTo>
                    <a:pt x="272" y="280"/>
                  </a:lnTo>
                  <a:lnTo>
                    <a:pt x="268" y="276"/>
                  </a:lnTo>
                  <a:lnTo>
                    <a:pt x="262" y="274"/>
                  </a:lnTo>
                  <a:lnTo>
                    <a:pt x="190" y="274"/>
                  </a:lnTo>
                  <a:lnTo>
                    <a:pt x="190" y="214"/>
                  </a:lnTo>
                  <a:lnTo>
                    <a:pt x="190" y="214"/>
                  </a:lnTo>
                  <a:lnTo>
                    <a:pt x="196" y="210"/>
                  </a:lnTo>
                  <a:lnTo>
                    <a:pt x="202" y="204"/>
                  </a:lnTo>
                  <a:lnTo>
                    <a:pt x="204" y="198"/>
                  </a:lnTo>
                  <a:lnTo>
                    <a:pt x="206" y="190"/>
                  </a:lnTo>
                  <a:lnTo>
                    <a:pt x="206" y="190"/>
                  </a:lnTo>
                  <a:lnTo>
                    <a:pt x="204" y="180"/>
                  </a:lnTo>
                  <a:lnTo>
                    <a:pt x="198" y="172"/>
                  </a:lnTo>
                  <a:lnTo>
                    <a:pt x="190" y="166"/>
                  </a:lnTo>
                  <a:lnTo>
                    <a:pt x="180" y="164"/>
                  </a:lnTo>
                  <a:lnTo>
                    <a:pt x="180" y="164"/>
                  </a:lnTo>
                  <a:lnTo>
                    <a:pt x="170" y="166"/>
                  </a:lnTo>
                  <a:lnTo>
                    <a:pt x="162" y="172"/>
                  </a:lnTo>
                  <a:lnTo>
                    <a:pt x="156" y="180"/>
                  </a:lnTo>
                  <a:lnTo>
                    <a:pt x="154" y="190"/>
                  </a:lnTo>
                  <a:lnTo>
                    <a:pt x="154" y="190"/>
                  </a:lnTo>
                  <a:lnTo>
                    <a:pt x="156" y="198"/>
                  </a:lnTo>
                  <a:lnTo>
                    <a:pt x="158" y="204"/>
                  </a:lnTo>
                  <a:lnTo>
                    <a:pt x="164" y="210"/>
                  </a:lnTo>
                  <a:lnTo>
                    <a:pt x="170" y="214"/>
                  </a:lnTo>
                  <a:lnTo>
                    <a:pt x="170" y="274"/>
                  </a:lnTo>
                  <a:lnTo>
                    <a:pt x="98" y="274"/>
                  </a:lnTo>
                  <a:lnTo>
                    <a:pt x="98" y="274"/>
                  </a:lnTo>
                  <a:lnTo>
                    <a:pt x="92" y="276"/>
                  </a:lnTo>
                  <a:lnTo>
                    <a:pt x="88" y="280"/>
                  </a:lnTo>
                  <a:lnTo>
                    <a:pt x="74" y="328"/>
                  </a:lnTo>
                  <a:lnTo>
                    <a:pt x="74" y="328"/>
                  </a:lnTo>
                  <a:lnTo>
                    <a:pt x="74" y="334"/>
                  </a:lnTo>
                  <a:lnTo>
                    <a:pt x="76" y="338"/>
                  </a:lnTo>
                  <a:lnTo>
                    <a:pt x="76" y="338"/>
                  </a:lnTo>
                  <a:lnTo>
                    <a:pt x="78" y="340"/>
                  </a:lnTo>
                  <a:lnTo>
                    <a:pt x="84" y="342"/>
                  </a:lnTo>
                  <a:lnTo>
                    <a:pt x="276" y="342"/>
                  </a:lnTo>
                  <a:lnTo>
                    <a:pt x="276" y="342"/>
                  </a:lnTo>
                  <a:lnTo>
                    <a:pt x="282" y="340"/>
                  </a:lnTo>
                  <a:lnTo>
                    <a:pt x="284" y="338"/>
                  </a:lnTo>
                  <a:lnTo>
                    <a:pt x="284" y="338"/>
                  </a:lnTo>
                  <a:lnTo>
                    <a:pt x="286" y="334"/>
                  </a:lnTo>
                  <a:lnTo>
                    <a:pt x="286" y="328"/>
                  </a:lnTo>
                  <a:lnTo>
                    <a:pt x="272" y="280"/>
                  </a:lnTo>
                  <a:close/>
                </a:path>
              </a:pathLst>
            </a:custGeom>
            <a:solidFill>
              <a:srgbClr val="535353">
                <a:alpha val="80000"/>
              </a:srgbClr>
            </a:solidFill>
            <a:ln>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kumimoji="0" lang="es-ES" sz="1400" b="0" i="0" u="none" strike="noStrike" kern="0" cap="none" spc="0" normalizeH="0" baseline="0" noProof="0">
                <a:ln>
                  <a:noFill/>
                </a:ln>
                <a:solidFill>
                  <a:srgbClr val="000000"/>
                </a:solidFill>
                <a:effectLst/>
                <a:uLnTx/>
                <a:uFillTx/>
                <a:latin typeface="Calibri" panose="020F0502020204030204"/>
                <a:ea typeface="+mn-ea"/>
                <a:cs typeface="Arial"/>
                <a:sym typeface="Arial"/>
              </a:endParaRPr>
            </a:p>
          </p:txBody>
        </p:sp>
        <p:sp>
          <p:nvSpPr>
            <p:cNvPr id="63" name="TextBox 62">
              <a:extLst>
                <a:ext uri="{FF2B5EF4-FFF2-40B4-BE49-F238E27FC236}">
                  <a16:creationId xmlns:a16="http://schemas.microsoft.com/office/drawing/2014/main" id="{BDB8C999-399E-56E5-F89E-F93FE1F863C1}"/>
                </a:ext>
              </a:extLst>
            </p:cNvPr>
            <p:cNvSpPr txBox="1"/>
            <p:nvPr/>
          </p:nvSpPr>
          <p:spPr>
            <a:xfrm>
              <a:off x="5340815" y="3767435"/>
              <a:ext cx="1438623" cy="7222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r>
                <a:rPr kumimoji="0" lang="es-ES_tradnl" sz="1300" b="1" i="0" u="none" strike="noStrike" kern="0" cap="none" spc="0" normalizeH="0" baseline="0" noProof="0">
                  <a:ln>
                    <a:noFill/>
                  </a:ln>
                  <a:solidFill>
                    <a:srgbClr val="002569"/>
                  </a:solidFill>
                  <a:effectLst/>
                  <a:uLnTx/>
                  <a:uFillTx/>
                  <a:latin typeface="Segoe Print" panose="02000600000000000000" pitchFamily="2" charset="0"/>
                  <a:cs typeface="Arial"/>
                  <a:sym typeface="Arial"/>
                </a:rPr>
                <a:t>Otros factores</a:t>
              </a:r>
              <a:endParaRPr kumimoji="0" lang="es-ES" sz="1300" b="1" i="0" u="none" strike="noStrike" kern="0" cap="none" spc="0" normalizeH="0" baseline="0" noProof="0">
                <a:ln>
                  <a:noFill/>
                </a:ln>
                <a:solidFill>
                  <a:srgbClr val="002569"/>
                </a:solidFill>
                <a:effectLst/>
                <a:uLnTx/>
                <a:uFillTx/>
                <a:latin typeface="Segoe Print" panose="02000600000000000000" pitchFamily="2" charset="0"/>
                <a:cs typeface="Arial"/>
                <a:sym typeface="Arial"/>
              </a:endParaRPr>
            </a:p>
          </p:txBody>
        </p:sp>
      </p:grpSp>
      <p:sp>
        <p:nvSpPr>
          <p:cNvPr id="65" name="TextBox 64">
            <a:extLst>
              <a:ext uri="{FF2B5EF4-FFF2-40B4-BE49-F238E27FC236}">
                <a16:creationId xmlns:a16="http://schemas.microsoft.com/office/drawing/2014/main" id="{EB3F6374-AA80-84D0-57C0-D3AB0B33A09E}"/>
              </a:ext>
            </a:extLst>
          </p:cNvPr>
          <p:cNvSpPr txBox="1"/>
          <p:nvPr/>
        </p:nvSpPr>
        <p:spPr>
          <a:xfrm>
            <a:off x="5557238" y="2125043"/>
            <a:ext cx="5827938" cy="276999"/>
          </a:xfrm>
          <a:prstGeom prst="rect">
            <a:avLst/>
          </a:prstGeom>
          <a:solidFill>
            <a:schemeClr val="tx2">
              <a:lumMod val="90000"/>
              <a:lumOff val="10000"/>
            </a:schemeClr>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algn="ctr"/>
            <a:r>
              <a:rPr lang="es-ES_tradnl" sz="1200" b="1">
                <a:solidFill>
                  <a:schemeClr val="bg1"/>
                </a:solidFill>
                <a:latin typeface="Segoe Print" panose="02000600000000000000" pitchFamily="2" charset="0"/>
              </a:rPr>
              <a:t>Otros factores específicos que impactan al valor residual </a:t>
            </a:r>
            <a:endParaRPr lang="es-ES_tradnl" sz="1200" b="1" baseline="30000">
              <a:solidFill>
                <a:schemeClr val="bg1"/>
              </a:solidFill>
              <a:latin typeface="Segoe Print" panose="02000600000000000000" pitchFamily="2" charset="0"/>
            </a:endParaRPr>
          </a:p>
        </p:txBody>
      </p:sp>
      <p:sp>
        <p:nvSpPr>
          <p:cNvPr id="66" name="Google Shape;981;p52">
            <a:extLst>
              <a:ext uri="{FF2B5EF4-FFF2-40B4-BE49-F238E27FC236}">
                <a16:creationId xmlns:a16="http://schemas.microsoft.com/office/drawing/2014/main" id="{C6D1EE08-C235-9CAA-9BAC-639D8CDAFF6A}"/>
              </a:ext>
            </a:extLst>
          </p:cNvPr>
          <p:cNvSpPr/>
          <p:nvPr/>
        </p:nvSpPr>
        <p:spPr>
          <a:xfrm>
            <a:off x="5581950" y="2414230"/>
            <a:ext cx="5803226" cy="3561030"/>
          </a:xfrm>
          <a:prstGeom prst="rect">
            <a:avLst/>
          </a:prstGeom>
          <a:noFill/>
          <a:ln w="9525" cap="flat" cmpd="sng">
            <a:solidFill>
              <a:schemeClr val="accent1"/>
            </a:solidFill>
            <a:prstDash val="solid"/>
            <a:round/>
            <a:headEnd type="none" w="sm" len="sm"/>
            <a:tailEnd type="none" w="sm" len="sm"/>
            <a:extLst>
              <a:ext uri="{C807C97D-BFC1-408E-A445-0C87EB9F89A2}">
                <ask:lineSketchStyleProps xmlns:ask="http://schemas.microsoft.com/office/drawing/2018/sketchyshapes">
                  <ask:type>
                    <ask:lineSketchNone/>
                  </ask:type>
                </ask:lineSketchStyleProps>
              </a:ext>
            </a:extLst>
          </a:ln>
        </p:spPr>
        <p:txBody>
          <a:bodyPr spcFirstLastPara="1" wrap="square" lIns="180000" tIns="0" rIns="180000" bIns="45700" anchor="ctr" anchorCtr="0">
            <a:noAutofit/>
          </a:bodyPr>
          <a:lstStyle/>
          <a:p>
            <a:pPr marL="11430">
              <a:lnSpc>
                <a:spcPts val="1200"/>
              </a:lnSpc>
              <a:spcBef>
                <a:spcPts val="30"/>
              </a:spcBef>
              <a:spcAft>
                <a:spcPts val="30"/>
              </a:spcAft>
              <a:buClr>
                <a:schemeClr val="dk2"/>
              </a:buClr>
              <a:buSzPts val="1000"/>
            </a:pPr>
            <a:endParaRPr lang="es-ES_tradnl" sz="1200" b="1">
              <a:solidFill>
                <a:schemeClr val="accent1"/>
              </a:solidFill>
              <a:latin typeface="Quattrocento Sans"/>
              <a:ea typeface="Quattrocento Sans"/>
              <a:cs typeface="Quattrocento Sans"/>
            </a:endParaRPr>
          </a:p>
        </p:txBody>
      </p:sp>
    </p:spTree>
    <p:extLst>
      <p:ext uri="{BB962C8B-B14F-4D97-AF65-F5344CB8AC3E}">
        <p14:creationId xmlns:p14="http://schemas.microsoft.com/office/powerpoint/2010/main" val="19113510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D33AEE66-B255-2402-4F56-3D6AD125402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18907B4-DB3C-748C-925C-BC0C7FD981D7}"/>
              </a:ext>
            </a:extLst>
          </p:cNvPr>
          <p:cNvPicPr>
            <a:picLocks noChangeAspect="1"/>
          </p:cNvPicPr>
          <p:nvPr/>
        </p:nvPicPr>
        <p:blipFill rotWithShape="1">
          <a:blip r:embed="rId3">
            <a:extLst>
              <a:ext uri="{28A0092B-C50C-407E-A947-70E740481C1C}">
                <a14:useLocalDpi xmlns:a14="http://schemas.microsoft.com/office/drawing/2010/main" val="0"/>
              </a:ext>
            </a:extLst>
          </a:blip>
          <a:srcRect l="5556" r="5556"/>
          <a:stretch/>
        </p:blipFill>
        <p:spPr>
          <a:xfrm>
            <a:off x="0" y="0"/>
            <a:ext cx="12192000" cy="6858000"/>
          </a:xfrm>
          <a:prstGeom prst="rect">
            <a:avLst/>
          </a:prstGeom>
        </p:spPr>
      </p:pic>
      <p:pic>
        <p:nvPicPr>
          <p:cNvPr id="6" name="Picture 5">
            <a:extLst>
              <a:ext uri="{FF2B5EF4-FFF2-40B4-BE49-F238E27FC236}">
                <a16:creationId xmlns:a16="http://schemas.microsoft.com/office/drawing/2014/main" id="{5C9C83FA-7D58-6E43-0065-51119D37A823}"/>
              </a:ext>
            </a:extLst>
          </p:cNvPr>
          <p:cNvPicPr>
            <a:picLocks noChangeAspect="1"/>
          </p:cNvPicPr>
          <p:nvPr/>
        </p:nvPicPr>
        <p:blipFill rotWithShape="1">
          <a:blip r:embed="rId4">
            <a:extLst>
              <a:ext uri="{BEBA8EAE-BF5A-486C-A8C5-ECC9F3942E4B}">
                <a14:imgProps xmlns:a14="http://schemas.microsoft.com/office/drawing/2010/main">
                  <a14:imgLayer r:embed="rId5">
                    <a14:imgEffect>
                      <a14:colorTemperature colorTemp="4700"/>
                    </a14:imgEffect>
                  </a14:imgLayer>
                </a14:imgProps>
              </a:ext>
            </a:extLst>
          </a:blip>
          <a:srcRect r="23118" b="6897"/>
          <a:stretch/>
        </p:blipFill>
        <p:spPr>
          <a:xfrm>
            <a:off x="0" y="-27633"/>
            <a:ext cx="12192000" cy="6858000"/>
          </a:xfrm>
          <a:prstGeom prst="rect">
            <a:avLst/>
          </a:prstGeom>
        </p:spPr>
      </p:pic>
      <p:sp>
        <p:nvSpPr>
          <p:cNvPr id="12" name="Google Shape;74;p11">
            <a:extLst>
              <a:ext uri="{FF2B5EF4-FFF2-40B4-BE49-F238E27FC236}">
                <a16:creationId xmlns:a16="http://schemas.microsoft.com/office/drawing/2014/main" id="{2244EFB9-41DB-D877-6E9B-879BEAD36ED5}"/>
              </a:ext>
            </a:extLst>
          </p:cNvPr>
          <p:cNvSpPr txBox="1"/>
          <p:nvPr/>
        </p:nvSpPr>
        <p:spPr>
          <a:xfrm>
            <a:off x="254001" y="575220"/>
            <a:ext cx="1905000" cy="602000"/>
          </a:xfrm>
          <a:prstGeom prst="rect">
            <a:avLst/>
          </a:prstGeom>
          <a:noFill/>
          <a:ln>
            <a:noFill/>
          </a:ln>
        </p:spPr>
        <p:txBody>
          <a:bodyPr spcFirstLastPara="1" wrap="square" lIns="107267" tIns="53633" rIns="107267" bIns="53633" anchor="t" anchorCtr="0">
            <a:noAutofit/>
          </a:bodyPr>
          <a:lstStyle/>
          <a:p>
            <a:pPr lvl="0">
              <a:lnSpc>
                <a:spcPct val="102000"/>
              </a:lnSpc>
            </a:pPr>
            <a:r>
              <a:rPr lang="en-GB" sz="2000" b="1" err="1">
                <a:solidFill>
                  <a:srgbClr val="FFFFFF"/>
                </a:solidFill>
                <a:latin typeface="Segoe UI"/>
                <a:ea typeface="Lato"/>
                <a:cs typeface="Segoe UI"/>
              </a:rPr>
              <a:t>Índice</a:t>
            </a:r>
            <a:endParaRPr lang="en-GB" sz="2000" b="1">
              <a:solidFill>
                <a:srgbClr val="FFFFFF"/>
              </a:solidFill>
              <a:latin typeface="Segoe UI" panose="020B0502040204020203" pitchFamily="34" charset="0"/>
              <a:ea typeface="Lato"/>
              <a:cs typeface="Segoe UI" panose="020B0502040204020203" pitchFamily="34" charset="0"/>
            </a:endParaRPr>
          </a:p>
        </p:txBody>
      </p:sp>
      <p:sp>
        <p:nvSpPr>
          <p:cNvPr id="15" name="Google Shape;74;p11">
            <a:extLst>
              <a:ext uri="{FF2B5EF4-FFF2-40B4-BE49-F238E27FC236}">
                <a16:creationId xmlns:a16="http://schemas.microsoft.com/office/drawing/2014/main" id="{DECEF5E1-6EB4-13C0-A33E-21C602AAC610}"/>
              </a:ext>
            </a:extLst>
          </p:cNvPr>
          <p:cNvSpPr txBox="1"/>
          <p:nvPr/>
        </p:nvSpPr>
        <p:spPr>
          <a:xfrm>
            <a:off x="1242027" y="1226307"/>
            <a:ext cx="6756346" cy="4405385"/>
          </a:xfrm>
          <a:prstGeom prst="rect">
            <a:avLst/>
          </a:prstGeom>
          <a:noFill/>
          <a:ln>
            <a:noFill/>
          </a:ln>
        </p:spPr>
        <p:txBody>
          <a:bodyPr spcFirstLastPara="1" wrap="square" lIns="107267" tIns="53633" rIns="107267" bIns="53633" anchor="t" anchorCtr="0">
            <a:noAutofit/>
          </a:bodyPr>
          <a:lstStyle/>
          <a:p>
            <a:pPr>
              <a:lnSpc>
                <a:spcPct val="102000"/>
              </a:lnSpc>
            </a:pPr>
            <a:r>
              <a:rPr lang="es-ES_tradnl" sz="2000" b="1">
                <a:solidFill>
                  <a:srgbClr val="404040"/>
                </a:solidFill>
                <a:latin typeface="Segoe UI"/>
                <a:ea typeface="Lato"/>
                <a:cs typeface="Segoe UI"/>
                <a:sym typeface="Lato"/>
              </a:rPr>
              <a:t>Contexto general</a:t>
            </a:r>
          </a:p>
          <a:p>
            <a:pPr lvl="0">
              <a:lnSpc>
                <a:spcPct val="102000"/>
              </a:lnSpc>
            </a:pPr>
            <a:endParaRPr lang="en-GB" sz="2000" b="1">
              <a:solidFill>
                <a:schemeClr val="bg1"/>
              </a:solidFill>
              <a:latin typeface="Segoe UI" panose="020B0502040204020203" pitchFamily="34" charset="0"/>
              <a:ea typeface="Lato"/>
              <a:cs typeface="Segoe UI" panose="020B0502040204020203" pitchFamily="34" charset="0"/>
            </a:endParaRPr>
          </a:p>
          <a:p>
            <a:pPr>
              <a:lnSpc>
                <a:spcPct val="102000"/>
              </a:lnSpc>
            </a:pPr>
            <a:r>
              <a:rPr lang="es-ES_tradnl" sz="2000" b="1">
                <a:solidFill>
                  <a:srgbClr val="404040"/>
                </a:solidFill>
                <a:latin typeface="Segoe UI"/>
                <a:ea typeface="Lato"/>
                <a:cs typeface="Segoe UI"/>
                <a:sym typeface="Lato"/>
              </a:rPr>
              <a:t>Valor residual en el mercado de automóviles</a:t>
            </a:r>
            <a:endParaRPr lang="es-ES_tradnl" sz="2000" b="1">
              <a:solidFill>
                <a:srgbClr val="404040"/>
              </a:solidFill>
              <a:latin typeface="Segoe UI"/>
              <a:ea typeface="Lato"/>
              <a:cs typeface="Segoe UI"/>
            </a:endParaRPr>
          </a:p>
          <a:p>
            <a:pPr lvl="0">
              <a:lnSpc>
                <a:spcPct val="102000"/>
              </a:lnSpc>
            </a:pPr>
            <a:endParaRPr lang="en-GB" sz="2000" b="1">
              <a:solidFill>
                <a:srgbClr val="404040"/>
              </a:solidFill>
              <a:latin typeface="Segoe UI"/>
              <a:ea typeface="Lato"/>
              <a:cs typeface="Segoe UI"/>
            </a:endParaRPr>
          </a:p>
          <a:p>
            <a:pPr>
              <a:lnSpc>
                <a:spcPct val="102000"/>
              </a:lnSpc>
            </a:pPr>
            <a:r>
              <a:rPr lang="es-ES_tradnl" sz="2000" b="1">
                <a:solidFill>
                  <a:srgbClr val="404040"/>
                </a:solidFill>
                <a:latin typeface="Segoe UI"/>
                <a:ea typeface="Lato"/>
                <a:cs typeface="Segoe UI"/>
                <a:sym typeface="Lato"/>
              </a:rPr>
              <a:t>Componentes que influyen en el valor residual</a:t>
            </a:r>
            <a:endParaRPr lang="es-ES_tradnl" sz="2000" b="1">
              <a:solidFill>
                <a:srgbClr val="404040"/>
              </a:solidFill>
              <a:latin typeface="Segoe UI"/>
              <a:ea typeface="Lato"/>
              <a:cs typeface="Segoe UI"/>
            </a:endParaRPr>
          </a:p>
          <a:p>
            <a:pPr>
              <a:lnSpc>
                <a:spcPct val="102000"/>
              </a:lnSpc>
            </a:pPr>
            <a:endParaRPr lang="es-ES_tradnl" sz="2000" b="1">
              <a:solidFill>
                <a:srgbClr val="404040"/>
              </a:solidFill>
              <a:latin typeface="Segoe UI"/>
              <a:ea typeface="Lato"/>
              <a:cs typeface="Segoe UI"/>
              <a:sym typeface="Lato"/>
            </a:endParaRPr>
          </a:p>
          <a:p>
            <a:pPr>
              <a:lnSpc>
                <a:spcPct val="102000"/>
              </a:lnSpc>
            </a:pPr>
            <a:r>
              <a:rPr lang="es-ES_tradnl" sz="2000" b="1">
                <a:solidFill>
                  <a:schemeClr val="bg1"/>
                </a:solidFill>
                <a:latin typeface="Segoe UI"/>
                <a:ea typeface="Lato"/>
                <a:cs typeface="Segoe UI"/>
                <a:sym typeface="Lato"/>
              </a:rPr>
              <a:t>Desarrollo de un modelo de cálculo del valor residual</a:t>
            </a:r>
          </a:p>
          <a:p>
            <a:pPr>
              <a:lnSpc>
                <a:spcPct val="102000"/>
              </a:lnSpc>
            </a:pPr>
            <a:endParaRPr lang="es-ES_tradnl" sz="2000" b="1">
              <a:solidFill>
                <a:srgbClr val="404040"/>
              </a:solidFill>
              <a:latin typeface="Segoe UI"/>
              <a:ea typeface="Lato"/>
              <a:cs typeface="Segoe UI"/>
              <a:sym typeface="Lato"/>
            </a:endParaRPr>
          </a:p>
          <a:p>
            <a:pPr>
              <a:lnSpc>
                <a:spcPct val="102000"/>
              </a:lnSpc>
            </a:pPr>
            <a:r>
              <a:rPr lang="es-ES_tradnl" sz="2000" b="1">
                <a:solidFill>
                  <a:srgbClr val="404040"/>
                </a:solidFill>
                <a:latin typeface="Segoe UI"/>
                <a:ea typeface="Lato"/>
                <a:cs typeface="Segoe UI"/>
              </a:rPr>
              <a:t>Resultados y conclusiones</a:t>
            </a:r>
          </a:p>
          <a:p>
            <a:pPr>
              <a:lnSpc>
                <a:spcPct val="102000"/>
              </a:lnSpc>
            </a:pPr>
            <a:endParaRPr lang="es-ES_tradnl" sz="2000" b="1">
              <a:solidFill>
                <a:srgbClr val="404040"/>
              </a:solidFill>
              <a:latin typeface="Segoe UI"/>
              <a:ea typeface="Lato"/>
              <a:cs typeface="Segoe UI"/>
            </a:endParaRPr>
          </a:p>
          <a:p>
            <a:pPr>
              <a:lnSpc>
                <a:spcPct val="102000"/>
              </a:lnSpc>
            </a:pPr>
            <a:r>
              <a:rPr lang="es-ES_tradnl" sz="2000" b="1">
                <a:solidFill>
                  <a:srgbClr val="404040"/>
                </a:solidFill>
                <a:latin typeface="Segoe UI"/>
                <a:ea typeface="Lato"/>
                <a:cs typeface="Segoe UI"/>
              </a:rPr>
              <a:t>Anexo</a:t>
            </a:r>
          </a:p>
        </p:txBody>
      </p:sp>
      <p:sp>
        <p:nvSpPr>
          <p:cNvPr id="27" name="Rectangle 26">
            <a:extLst>
              <a:ext uri="{FF2B5EF4-FFF2-40B4-BE49-F238E27FC236}">
                <a16:creationId xmlns:a16="http://schemas.microsoft.com/office/drawing/2014/main" id="{3EE35E54-1B55-EF62-CFCF-F3B60811C553}"/>
              </a:ext>
            </a:extLst>
          </p:cNvPr>
          <p:cNvSpPr/>
          <p:nvPr/>
        </p:nvSpPr>
        <p:spPr>
          <a:xfrm>
            <a:off x="509521" y="1188052"/>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1</a:t>
            </a:r>
          </a:p>
        </p:txBody>
      </p:sp>
      <p:sp>
        <p:nvSpPr>
          <p:cNvPr id="28" name="Rectangle 27">
            <a:extLst>
              <a:ext uri="{FF2B5EF4-FFF2-40B4-BE49-F238E27FC236}">
                <a16:creationId xmlns:a16="http://schemas.microsoft.com/office/drawing/2014/main" id="{5DCD4E44-53FD-6D88-EFFC-97816B975C7F}"/>
              </a:ext>
            </a:extLst>
          </p:cNvPr>
          <p:cNvSpPr/>
          <p:nvPr/>
        </p:nvSpPr>
        <p:spPr>
          <a:xfrm>
            <a:off x="509521" y="1804884"/>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2</a:t>
            </a:r>
          </a:p>
        </p:txBody>
      </p:sp>
      <p:sp>
        <p:nvSpPr>
          <p:cNvPr id="29" name="Rectangle 28">
            <a:extLst>
              <a:ext uri="{FF2B5EF4-FFF2-40B4-BE49-F238E27FC236}">
                <a16:creationId xmlns:a16="http://schemas.microsoft.com/office/drawing/2014/main" id="{B82F908F-2DE2-93E1-8819-CEBF9034A905}"/>
              </a:ext>
            </a:extLst>
          </p:cNvPr>
          <p:cNvSpPr/>
          <p:nvPr/>
        </p:nvSpPr>
        <p:spPr>
          <a:xfrm>
            <a:off x="509521" y="24217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3</a:t>
            </a:r>
          </a:p>
        </p:txBody>
      </p:sp>
      <p:sp>
        <p:nvSpPr>
          <p:cNvPr id="30" name="Rectangle 29">
            <a:extLst>
              <a:ext uri="{FF2B5EF4-FFF2-40B4-BE49-F238E27FC236}">
                <a16:creationId xmlns:a16="http://schemas.microsoft.com/office/drawing/2014/main" id="{E0B616B7-BB10-BEB0-F943-24F2CE5FDB38}"/>
              </a:ext>
            </a:extLst>
          </p:cNvPr>
          <p:cNvSpPr/>
          <p:nvPr/>
        </p:nvSpPr>
        <p:spPr>
          <a:xfrm>
            <a:off x="509521" y="3038548"/>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4</a:t>
            </a:r>
          </a:p>
        </p:txBody>
      </p:sp>
      <p:sp>
        <p:nvSpPr>
          <p:cNvPr id="31" name="Rectangle 30">
            <a:extLst>
              <a:ext uri="{FF2B5EF4-FFF2-40B4-BE49-F238E27FC236}">
                <a16:creationId xmlns:a16="http://schemas.microsoft.com/office/drawing/2014/main" id="{1DCB09CB-485F-5973-5A28-48A33B6F1F72}"/>
              </a:ext>
            </a:extLst>
          </p:cNvPr>
          <p:cNvSpPr/>
          <p:nvPr/>
        </p:nvSpPr>
        <p:spPr>
          <a:xfrm>
            <a:off x="509521" y="3655380"/>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5</a:t>
            </a:r>
          </a:p>
        </p:txBody>
      </p:sp>
      <p:sp>
        <p:nvSpPr>
          <p:cNvPr id="4" name="Rectangle 3">
            <a:extLst>
              <a:ext uri="{FF2B5EF4-FFF2-40B4-BE49-F238E27FC236}">
                <a16:creationId xmlns:a16="http://schemas.microsoft.com/office/drawing/2014/main" id="{94D9A198-7DC4-0E88-50FC-03799B07892D}"/>
              </a:ext>
            </a:extLst>
          </p:cNvPr>
          <p:cNvSpPr/>
          <p:nvPr/>
        </p:nvSpPr>
        <p:spPr>
          <a:xfrm>
            <a:off x="509521" y="4295243"/>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A</a:t>
            </a:r>
          </a:p>
        </p:txBody>
      </p:sp>
    </p:spTree>
    <p:extLst>
      <p:ext uri="{BB962C8B-B14F-4D97-AF65-F5344CB8AC3E}">
        <p14:creationId xmlns:p14="http://schemas.microsoft.com/office/powerpoint/2010/main" val="699803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0648B-9683-E0DF-28BB-2377291026A9}"/>
            </a:ext>
          </a:extLst>
        </p:cNvPr>
        <p:cNvGrpSpPr/>
        <p:nvPr/>
      </p:nvGrpSpPr>
      <p:grpSpPr>
        <a:xfrm>
          <a:off x="0" y="0"/>
          <a:ext cx="0" cy="0"/>
          <a:chOff x="0" y="0"/>
          <a:chExt cx="0" cy="0"/>
        </a:xfrm>
      </p:grpSpPr>
      <p:sp>
        <p:nvSpPr>
          <p:cNvPr id="36" name="Rectangle: Rounded Corners 35">
            <a:extLst>
              <a:ext uri="{FF2B5EF4-FFF2-40B4-BE49-F238E27FC236}">
                <a16:creationId xmlns:a16="http://schemas.microsoft.com/office/drawing/2014/main" id="{19DFF044-0AF9-7B7D-E898-3C07217F330B}"/>
              </a:ext>
            </a:extLst>
          </p:cNvPr>
          <p:cNvSpPr/>
          <p:nvPr/>
        </p:nvSpPr>
        <p:spPr bwMode="auto">
          <a:xfrm>
            <a:off x="437878" y="1682399"/>
            <a:ext cx="3328335" cy="966809"/>
          </a:xfrm>
          <a:prstGeom prst="roundRect">
            <a:avLst/>
          </a:prstGeom>
          <a:solidFill>
            <a:schemeClr val="bg1">
              <a:lumMod val="95000"/>
            </a:schemeClr>
          </a:solidFill>
          <a:ln w="6350" cap="flat" cmpd="sng" algn="ctr">
            <a:solidFill>
              <a:schemeClr val="accent1"/>
            </a:solidFill>
            <a:prstDash val="solid"/>
            <a:headEnd/>
            <a:tailEnd/>
          </a:ln>
          <a:effectLst>
            <a:outerShdw blurRad="50800" dist="38100" dir="2700000" algn="tl" rotWithShape="0">
              <a:prstClr val="black">
                <a:alpha val="40000"/>
              </a:prstClr>
            </a:outerShdw>
          </a:effectLst>
        </p:spPr>
        <p:txBody>
          <a:bodyPr wrap="square" tIns="216000" rtlCol="0" anchor="t"/>
          <a:lstStyle/>
          <a:p>
            <a:pPr algn="ctr">
              <a:spcBef>
                <a:spcPts val="600"/>
              </a:spcBef>
            </a:pPr>
            <a:endParaRPr lang="es-ES_tradnl" b="1">
              <a:solidFill>
                <a:srgbClr val="000000"/>
              </a:solidFill>
              <a:cs typeface="Arial" pitchFamily="34" charset="0"/>
            </a:endParaRPr>
          </a:p>
        </p:txBody>
      </p:sp>
      <p:sp>
        <p:nvSpPr>
          <p:cNvPr id="14" name="Rectangle: Rounded Corners 13">
            <a:extLst>
              <a:ext uri="{FF2B5EF4-FFF2-40B4-BE49-F238E27FC236}">
                <a16:creationId xmlns:a16="http://schemas.microsoft.com/office/drawing/2014/main" id="{66339EBF-7C80-B267-F7AA-16E4FDE49B1C}"/>
              </a:ext>
            </a:extLst>
          </p:cNvPr>
          <p:cNvSpPr/>
          <p:nvPr/>
        </p:nvSpPr>
        <p:spPr bwMode="auto">
          <a:xfrm>
            <a:off x="8665429" y="1674535"/>
            <a:ext cx="3328335" cy="974674"/>
          </a:xfrm>
          <a:prstGeom prst="roundRect">
            <a:avLst/>
          </a:prstGeom>
          <a:solidFill>
            <a:schemeClr val="bg1">
              <a:lumMod val="95000"/>
            </a:schemeClr>
          </a:solidFill>
          <a:ln w="6350" cap="flat" cmpd="sng" algn="ctr">
            <a:solidFill>
              <a:schemeClr val="accent1"/>
            </a:solidFill>
            <a:prstDash val="solid"/>
            <a:headEnd/>
            <a:tailEnd/>
          </a:ln>
          <a:effectLst>
            <a:outerShdw blurRad="50800" dist="38100" dir="2700000" algn="tl" rotWithShape="0">
              <a:prstClr val="black">
                <a:alpha val="40000"/>
              </a:prstClr>
            </a:outerShdw>
          </a:effectLst>
        </p:spPr>
        <p:txBody>
          <a:bodyPr wrap="square" tIns="216000" rtlCol="0" anchor="t"/>
          <a:lstStyle/>
          <a:p>
            <a:pPr algn="ctr">
              <a:spcBef>
                <a:spcPts val="600"/>
              </a:spcBef>
            </a:pPr>
            <a:endParaRPr lang="es-ES_tradnl" b="1">
              <a:solidFill>
                <a:srgbClr val="000000"/>
              </a:solidFill>
              <a:cs typeface="Arial" pitchFamily="34" charset="0"/>
            </a:endParaRPr>
          </a:p>
        </p:txBody>
      </p:sp>
      <p:sp>
        <p:nvSpPr>
          <p:cNvPr id="9" name="Rectangle 8">
            <a:extLst>
              <a:ext uri="{FF2B5EF4-FFF2-40B4-BE49-F238E27FC236}">
                <a16:creationId xmlns:a16="http://schemas.microsoft.com/office/drawing/2014/main" id="{D37F14DD-B20D-66AE-855C-61ED5C748D2A}"/>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5" name="Flowchart: Connector 4">
            <a:extLst>
              <a:ext uri="{FF2B5EF4-FFF2-40B4-BE49-F238E27FC236}">
                <a16:creationId xmlns:a16="http://schemas.microsoft.com/office/drawing/2014/main" id="{197C01C6-1793-3FE4-9C0C-19CDF268A607}"/>
              </a:ext>
            </a:extLst>
          </p:cNvPr>
          <p:cNvSpPr/>
          <p:nvPr/>
        </p:nvSpPr>
        <p:spPr bwMode="auto">
          <a:xfrm>
            <a:off x="3371537" y="1511124"/>
            <a:ext cx="5472000" cy="5076000"/>
          </a:xfrm>
          <a:prstGeom prst="flowChartConnector">
            <a:avLst/>
          </a:prstGeom>
          <a:solidFill>
            <a:schemeClr val="accent3">
              <a:lumMod val="20000"/>
              <a:lumOff val="80000"/>
            </a:schemeClr>
          </a:solidFill>
          <a:ln w="6350" cap="flat" cmpd="sng" algn="ctr">
            <a:solidFill>
              <a:schemeClr val="accent1"/>
            </a:solidFill>
            <a:prstDash val="solid"/>
            <a:headEnd/>
            <a:tailEnd/>
          </a:ln>
          <a:effectLst>
            <a:outerShdw blurRad="50800" dist="38100" dir="2700000" algn="tl" rotWithShape="0">
              <a:prstClr val="black">
                <a:alpha val="40000"/>
              </a:prstClr>
            </a:outerShdw>
          </a:effectLst>
        </p:spPr>
        <p:txBody>
          <a:bodyPr wrap="square" tIns="216000" rtlCol="0" anchor="t"/>
          <a:lstStyle/>
          <a:p>
            <a:pPr algn="ctr">
              <a:spcBef>
                <a:spcPts val="600"/>
              </a:spcBef>
            </a:pPr>
            <a:endParaRPr lang="es-ES_tradnl" b="1">
              <a:solidFill>
                <a:srgbClr val="000000"/>
              </a:solidFill>
              <a:cs typeface="Arial" pitchFamily="34" charset="0"/>
            </a:endParaRPr>
          </a:p>
        </p:txBody>
      </p:sp>
      <p:sp>
        <p:nvSpPr>
          <p:cNvPr id="2" name="Rectangle 17">
            <a:extLst>
              <a:ext uri="{FF2B5EF4-FFF2-40B4-BE49-F238E27FC236}">
                <a16:creationId xmlns:a16="http://schemas.microsoft.com/office/drawing/2014/main" id="{45D282A0-7CF7-B706-9DDC-93EF23A9C8EA}"/>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Desarrollo del modelo </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Arquitectura del modelo</a:t>
            </a:r>
          </a:p>
        </p:txBody>
      </p:sp>
      <p:cxnSp>
        <p:nvCxnSpPr>
          <p:cNvPr id="3" name="Straight Connector 2">
            <a:extLst>
              <a:ext uri="{FF2B5EF4-FFF2-40B4-BE49-F238E27FC236}">
                <a16:creationId xmlns:a16="http://schemas.microsoft.com/office/drawing/2014/main" id="{8F7FC756-8846-FDB3-57A4-4A37F8A7AFB3}"/>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4" name="Rectangle 3">
            <a:extLst>
              <a:ext uri="{FF2B5EF4-FFF2-40B4-BE49-F238E27FC236}">
                <a16:creationId xmlns:a16="http://schemas.microsoft.com/office/drawing/2014/main" id="{38DB497B-CFB7-56D8-3769-8D71AB849AC2}"/>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4</a:t>
            </a:r>
          </a:p>
        </p:txBody>
      </p:sp>
      <p:sp>
        <p:nvSpPr>
          <p:cNvPr id="6" name="Flowchart: Connector 5">
            <a:extLst>
              <a:ext uri="{FF2B5EF4-FFF2-40B4-BE49-F238E27FC236}">
                <a16:creationId xmlns:a16="http://schemas.microsoft.com/office/drawing/2014/main" id="{B70A9E2B-7686-12AD-78ED-1D17CD7A044C}"/>
              </a:ext>
            </a:extLst>
          </p:cNvPr>
          <p:cNvSpPr/>
          <p:nvPr/>
        </p:nvSpPr>
        <p:spPr bwMode="auto">
          <a:xfrm>
            <a:off x="4841098" y="3800456"/>
            <a:ext cx="2520000" cy="2520000"/>
          </a:xfrm>
          <a:prstGeom prst="flowChartConnector">
            <a:avLst/>
          </a:prstGeom>
          <a:solidFill>
            <a:schemeClr val="accent2">
              <a:lumMod val="60000"/>
              <a:lumOff val="40000"/>
            </a:schemeClr>
          </a:solidFill>
          <a:ln w="6350" cap="flat" cmpd="sng" algn="ctr">
            <a:solidFill>
              <a:schemeClr val="accent1"/>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8" name="Flowchart: Connector 7">
            <a:extLst>
              <a:ext uri="{FF2B5EF4-FFF2-40B4-BE49-F238E27FC236}">
                <a16:creationId xmlns:a16="http://schemas.microsoft.com/office/drawing/2014/main" id="{412AF8E5-A0B4-965F-CEB1-07F6B81BF210}"/>
              </a:ext>
            </a:extLst>
          </p:cNvPr>
          <p:cNvSpPr/>
          <p:nvPr/>
        </p:nvSpPr>
        <p:spPr bwMode="auto">
          <a:xfrm>
            <a:off x="7189081" y="3429000"/>
            <a:ext cx="1499226" cy="940486"/>
          </a:xfrm>
          <a:prstGeom prst="flowChartConnector">
            <a:avLst/>
          </a:prstGeom>
          <a:solidFill>
            <a:schemeClr val="accent5">
              <a:lumMod val="20000"/>
              <a:lumOff val="80000"/>
            </a:schemeClr>
          </a:solidFill>
          <a:ln w="6350" cap="flat" cmpd="sng" algn="ctr">
            <a:solidFill>
              <a:schemeClr val="accent1"/>
            </a:solidFill>
            <a:prstDash val="solid"/>
            <a:headEnd/>
            <a:tailEnd/>
          </a:ln>
          <a:effectLst>
            <a:outerShdw blurRad="50800" dist="38100" dir="2700000" algn="tl" rotWithShape="0">
              <a:prstClr val="black">
                <a:alpha val="40000"/>
              </a:prstClr>
            </a:outerShdw>
          </a:effectLst>
        </p:spPr>
        <p:txBody>
          <a:bodyPr wrap="square" tIns="90000" bIns="90000" rtlCol="0" anchor="ctr"/>
          <a:lstStyle/>
          <a:p>
            <a:pPr algn="ctr">
              <a:spcBef>
                <a:spcPts val="600"/>
              </a:spcBef>
            </a:pPr>
            <a:r>
              <a:rPr lang="es-ES_tradnl" b="1">
                <a:solidFill>
                  <a:srgbClr val="000000"/>
                </a:solidFill>
                <a:cs typeface="Arial" pitchFamily="34" charset="0"/>
              </a:rPr>
              <a:t>Ajuste inflación</a:t>
            </a:r>
          </a:p>
        </p:txBody>
      </p:sp>
      <p:sp>
        <p:nvSpPr>
          <p:cNvPr id="10" name="Flowchart: Connector 9">
            <a:extLst>
              <a:ext uri="{FF2B5EF4-FFF2-40B4-BE49-F238E27FC236}">
                <a16:creationId xmlns:a16="http://schemas.microsoft.com/office/drawing/2014/main" id="{4294A18F-D2C9-BE33-B9E3-BFB8F7F35B62}"/>
              </a:ext>
            </a:extLst>
          </p:cNvPr>
          <p:cNvSpPr/>
          <p:nvPr/>
        </p:nvSpPr>
        <p:spPr bwMode="auto">
          <a:xfrm>
            <a:off x="3725816" y="2779333"/>
            <a:ext cx="1188000" cy="1188000"/>
          </a:xfrm>
          <a:prstGeom prst="flowChartConnector">
            <a:avLst/>
          </a:prstGeom>
          <a:solidFill>
            <a:schemeClr val="accent5">
              <a:lumMod val="20000"/>
              <a:lumOff val="80000"/>
            </a:schemeClr>
          </a:solidFill>
          <a:ln w="6350" cap="flat" cmpd="sng" algn="ctr">
            <a:solidFill>
              <a:schemeClr val="accent1"/>
            </a:solidFill>
            <a:prstDash val="solid"/>
            <a:headEnd/>
            <a:tailEnd/>
          </a:ln>
          <a:effectLst>
            <a:outerShdw blurRad="50800" dist="38100" dir="2700000" algn="tl" rotWithShape="0">
              <a:prstClr val="black">
                <a:alpha val="40000"/>
              </a:prstClr>
            </a:outerShdw>
          </a:effectLst>
        </p:spPr>
        <p:txBody>
          <a:bodyPr wrap="square" tIns="216000" rtlCol="0" anchor="t"/>
          <a:lstStyle/>
          <a:p>
            <a:pPr algn="ctr"/>
            <a:endParaRPr lang="es-ES_tradnl" sz="1400" b="1">
              <a:solidFill>
                <a:srgbClr val="000000"/>
              </a:solidFill>
              <a:cs typeface="Arial" pitchFamily="34" charset="0"/>
            </a:endParaRPr>
          </a:p>
        </p:txBody>
      </p:sp>
      <p:sp>
        <p:nvSpPr>
          <p:cNvPr id="12" name="TextBox 11">
            <a:extLst>
              <a:ext uri="{FF2B5EF4-FFF2-40B4-BE49-F238E27FC236}">
                <a16:creationId xmlns:a16="http://schemas.microsoft.com/office/drawing/2014/main" id="{C3FC03FC-3B9C-AAE6-4187-E867F47F493E}"/>
              </a:ext>
            </a:extLst>
          </p:cNvPr>
          <p:cNvSpPr txBox="1"/>
          <p:nvPr/>
        </p:nvSpPr>
        <p:spPr>
          <a:xfrm>
            <a:off x="446721" y="4261217"/>
            <a:ext cx="1679357" cy="338554"/>
          </a:xfrm>
          <a:prstGeom prst="rect">
            <a:avLst/>
          </a:prstGeom>
          <a:noFill/>
        </p:spPr>
        <p:txBody>
          <a:bodyPr wrap="square">
            <a:spAutoFit/>
          </a:bodyPr>
          <a:lstStyle/>
          <a:p>
            <a:pPr marL="11430" algn="r">
              <a:spcBef>
                <a:spcPts val="40"/>
              </a:spcBef>
              <a:spcAft>
                <a:spcPts val="40"/>
              </a:spcAft>
              <a:buClr>
                <a:schemeClr val="dk2"/>
              </a:buClr>
              <a:buSzPts val="1000"/>
            </a:pPr>
            <a:r>
              <a:rPr lang="es-ES_tradnl" sz="1600" err="1">
                <a:solidFill>
                  <a:schemeClr val="accent1"/>
                </a:solidFill>
                <a:latin typeface="Consolas" panose="020B0609020204030204" pitchFamily="49" charset="0"/>
              </a:rPr>
              <a:t>useful_life</a:t>
            </a:r>
            <a:r>
              <a:rPr lang="es-ES_tradnl" sz="1600">
                <a:solidFill>
                  <a:schemeClr val="accent1"/>
                </a:solidFill>
                <a:latin typeface="Consolas" panose="020B0609020204030204" pitchFamily="49" charset="0"/>
              </a:rPr>
              <a:t>       </a:t>
            </a:r>
            <a:endParaRPr lang="es-ES_tradnl" sz="1600"/>
          </a:p>
        </p:txBody>
      </p:sp>
      <p:sp>
        <p:nvSpPr>
          <p:cNvPr id="15" name="TextBox 14">
            <a:extLst>
              <a:ext uri="{FF2B5EF4-FFF2-40B4-BE49-F238E27FC236}">
                <a16:creationId xmlns:a16="http://schemas.microsoft.com/office/drawing/2014/main" id="{E1DD74BC-FB66-0441-2A57-0B2442868C88}"/>
              </a:ext>
            </a:extLst>
          </p:cNvPr>
          <p:cNvSpPr txBox="1"/>
          <p:nvPr/>
        </p:nvSpPr>
        <p:spPr>
          <a:xfrm>
            <a:off x="292901" y="5770295"/>
            <a:ext cx="2010174" cy="338544"/>
          </a:xfrm>
          <a:prstGeom prst="rect">
            <a:avLst/>
          </a:prstGeom>
          <a:noFill/>
        </p:spPr>
        <p:txBody>
          <a:bodyPr wrap="square">
            <a:spAutoFit/>
          </a:bodyPr>
          <a:lstStyle/>
          <a:p>
            <a:pPr marL="11430" algn="r">
              <a:spcBef>
                <a:spcPts val="40"/>
              </a:spcBef>
              <a:spcAft>
                <a:spcPts val="40"/>
              </a:spcAft>
              <a:buClr>
                <a:schemeClr val="dk2"/>
              </a:buClr>
              <a:buSzPts val="1000"/>
            </a:pPr>
            <a:r>
              <a:rPr lang="es-ES_tradnl" sz="1600" err="1">
                <a:solidFill>
                  <a:schemeClr val="accent1"/>
                </a:solidFill>
                <a:latin typeface="Consolas" panose="020B0609020204030204" pitchFamily="49" charset="0"/>
              </a:rPr>
              <a:t>vehicle_features</a:t>
            </a:r>
            <a:endParaRPr lang="es-ES_tradnl" sz="1600"/>
          </a:p>
        </p:txBody>
      </p:sp>
      <p:sp>
        <p:nvSpPr>
          <p:cNvPr id="17" name="TextBox 16">
            <a:extLst>
              <a:ext uri="{FF2B5EF4-FFF2-40B4-BE49-F238E27FC236}">
                <a16:creationId xmlns:a16="http://schemas.microsoft.com/office/drawing/2014/main" id="{2E75CFAB-B280-0409-7F41-918848291093}"/>
              </a:ext>
            </a:extLst>
          </p:cNvPr>
          <p:cNvSpPr txBox="1"/>
          <p:nvPr/>
        </p:nvSpPr>
        <p:spPr>
          <a:xfrm>
            <a:off x="218071" y="4907218"/>
            <a:ext cx="1783058" cy="338554"/>
          </a:xfrm>
          <a:prstGeom prst="rect">
            <a:avLst/>
          </a:prstGeom>
          <a:noFill/>
        </p:spPr>
        <p:txBody>
          <a:bodyPr wrap="square">
            <a:spAutoFit/>
          </a:bodyPr>
          <a:lstStyle/>
          <a:p>
            <a:pPr marL="11430" algn="r">
              <a:spcBef>
                <a:spcPts val="40"/>
              </a:spcBef>
              <a:spcAft>
                <a:spcPts val="40"/>
              </a:spcAft>
              <a:buClr>
                <a:schemeClr val="dk2"/>
              </a:buClr>
              <a:buSzPts val="1000"/>
            </a:pPr>
            <a:r>
              <a:rPr lang="es-ES_tradnl" sz="1600" err="1">
                <a:solidFill>
                  <a:schemeClr val="accent1"/>
                </a:solidFill>
                <a:latin typeface="Consolas" panose="020B0609020204030204" pitchFamily="49" charset="0"/>
              </a:rPr>
              <a:t>max_mileage</a:t>
            </a:r>
            <a:endParaRPr lang="es-ES_tradnl" sz="1600"/>
          </a:p>
        </p:txBody>
      </p:sp>
      <p:sp>
        <p:nvSpPr>
          <p:cNvPr id="18" name="TextBox 17">
            <a:extLst>
              <a:ext uri="{FF2B5EF4-FFF2-40B4-BE49-F238E27FC236}">
                <a16:creationId xmlns:a16="http://schemas.microsoft.com/office/drawing/2014/main" id="{0AA4D713-A976-556C-96A2-F1FE12124071}"/>
              </a:ext>
            </a:extLst>
          </p:cNvPr>
          <p:cNvSpPr txBox="1"/>
          <p:nvPr/>
        </p:nvSpPr>
        <p:spPr>
          <a:xfrm>
            <a:off x="1176853" y="3220169"/>
            <a:ext cx="1783058" cy="338540"/>
          </a:xfrm>
          <a:prstGeom prst="rect">
            <a:avLst/>
          </a:prstGeom>
          <a:noFill/>
        </p:spPr>
        <p:txBody>
          <a:bodyPr wrap="square">
            <a:spAutoFit/>
          </a:bodyPr>
          <a:lstStyle/>
          <a:p>
            <a:pPr marL="11430" algn="r">
              <a:spcBef>
                <a:spcPts val="40"/>
              </a:spcBef>
              <a:spcAft>
                <a:spcPts val="40"/>
              </a:spcAft>
              <a:buClr>
                <a:schemeClr val="dk2"/>
              </a:buClr>
              <a:buSzPts val="1000"/>
            </a:pPr>
            <a:r>
              <a:rPr lang="es-ES_tradnl" sz="1600" err="1">
                <a:solidFill>
                  <a:schemeClr val="accent1"/>
                </a:solidFill>
                <a:latin typeface="Consolas" panose="020B0609020204030204" pitchFamily="49" charset="0"/>
              </a:rPr>
              <a:t>original_price</a:t>
            </a:r>
            <a:endParaRPr lang="es-ES_tradnl" sz="1600"/>
          </a:p>
        </p:txBody>
      </p:sp>
      <p:cxnSp>
        <p:nvCxnSpPr>
          <p:cNvPr id="24" name="Straight Connector 23">
            <a:extLst>
              <a:ext uri="{FF2B5EF4-FFF2-40B4-BE49-F238E27FC236}">
                <a16:creationId xmlns:a16="http://schemas.microsoft.com/office/drawing/2014/main" id="{D444FA01-64CE-6892-8B45-C9204F988131}"/>
              </a:ext>
            </a:extLst>
          </p:cNvPr>
          <p:cNvCxnSpPr>
            <a:cxnSpLocks/>
            <a:stCxn id="15" idx="3"/>
            <a:endCxn id="6" idx="3"/>
          </p:cNvCxnSpPr>
          <p:nvPr/>
        </p:nvCxnSpPr>
        <p:spPr>
          <a:xfrm>
            <a:off x="2303075" y="5939567"/>
            <a:ext cx="2907068" cy="11844"/>
          </a:xfrm>
          <a:prstGeom prst="line">
            <a:avLst/>
          </a:prstGeom>
          <a:ln>
            <a:headEnd type="none" w="med" len="med"/>
            <a:tailEnd type="triangl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D7F599C7-1F7C-97EB-D611-27D15D2CBA26}"/>
              </a:ext>
            </a:extLst>
          </p:cNvPr>
          <p:cNvSpPr txBox="1"/>
          <p:nvPr/>
        </p:nvSpPr>
        <p:spPr>
          <a:xfrm>
            <a:off x="4351946" y="2321467"/>
            <a:ext cx="3630225" cy="369332"/>
          </a:xfrm>
          <a:prstGeom prst="rect">
            <a:avLst/>
          </a:prstGeom>
          <a:noFill/>
        </p:spPr>
        <p:txBody>
          <a:bodyPr wrap="none" rtlCol="0">
            <a:spAutoFit/>
          </a:bodyPr>
          <a:lstStyle/>
          <a:p>
            <a:pPr algn="ctr"/>
            <a:r>
              <a:rPr lang="es-ES_tradnl" b="1">
                <a:solidFill>
                  <a:srgbClr val="000000"/>
                </a:solidFill>
                <a:cs typeface="Arial" pitchFamily="34" charset="0"/>
              </a:rPr>
              <a:t>Modelo de cálculo del valor residual</a:t>
            </a:r>
            <a:endParaRPr lang="es-ES_tradnl"/>
          </a:p>
        </p:txBody>
      </p:sp>
      <p:sp>
        <p:nvSpPr>
          <p:cNvPr id="31" name="TextBox 30">
            <a:extLst>
              <a:ext uri="{FF2B5EF4-FFF2-40B4-BE49-F238E27FC236}">
                <a16:creationId xmlns:a16="http://schemas.microsoft.com/office/drawing/2014/main" id="{56EA0DD0-27BE-537B-8B43-DB9C3F68C54A}"/>
              </a:ext>
            </a:extLst>
          </p:cNvPr>
          <p:cNvSpPr txBox="1"/>
          <p:nvPr/>
        </p:nvSpPr>
        <p:spPr>
          <a:xfrm>
            <a:off x="5291712" y="4306943"/>
            <a:ext cx="1616740" cy="1477328"/>
          </a:xfrm>
          <a:prstGeom prst="rect">
            <a:avLst/>
          </a:prstGeom>
          <a:noFill/>
        </p:spPr>
        <p:txBody>
          <a:bodyPr wrap="square" rtlCol="0">
            <a:spAutoFit/>
          </a:bodyPr>
          <a:lstStyle/>
          <a:p>
            <a:pPr algn="ctr">
              <a:spcBef>
                <a:spcPts val="600"/>
              </a:spcBef>
            </a:pPr>
            <a:r>
              <a:rPr lang="es-ES_tradnl" b="1">
                <a:solidFill>
                  <a:srgbClr val="000000"/>
                </a:solidFill>
                <a:cs typeface="Arial" pitchFamily="34" charset="0"/>
              </a:rPr>
              <a:t>Modelo de predicción de precio de vehículos de segunda mano</a:t>
            </a:r>
          </a:p>
        </p:txBody>
      </p:sp>
      <p:sp>
        <p:nvSpPr>
          <p:cNvPr id="46" name="TextBox 45">
            <a:extLst>
              <a:ext uri="{FF2B5EF4-FFF2-40B4-BE49-F238E27FC236}">
                <a16:creationId xmlns:a16="http://schemas.microsoft.com/office/drawing/2014/main" id="{2F99331D-2ADB-E816-8B2B-030E0BAB5AC2}"/>
              </a:ext>
            </a:extLst>
          </p:cNvPr>
          <p:cNvSpPr txBox="1"/>
          <p:nvPr/>
        </p:nvSpPr>
        <p:spPr>
          <a:xfrm>
            <a:off x="3086419" y="4782338"/>
            <a:ext cx="1783058" cy="307777"/>
          </a:xfrm>
          <a:prstGeom prst="rect">
            <a:avLst/>
          </a:prstGeom>
          <a:noFill/>
        </p:spPr>
        <p:txBody>
          <a:bodyPr wrap="square">
            <a:spAutoFit/>
          </a:bodyPr>
          <a:lstStyle/>
          <a:p>
            <a:pPr marL="11430" algn="r">
              <a:spcBef>
                <a:spcPts val="40"/>
              </a:spcBef>
              <a:spcAft>
                <a:spcPts val="40"/>
              </a:spcAft>
              <a:buClr>
                <a:schemeClr val="dk2"/>
              </a:buClr>
              <a:buSzPts val="1000"/>
            </a:pPr>
            <a:r>
              <a:rPr lang="es-ES_tradnl" sz="1400" err="1">
                <a:solidFill>
                  <a:schemeClr val="accent1"/>
                </a:solidFill>
                <a:latin typeface="Consolas" panose="020B0609020204030204" pitchFamily="49" charset="0"/>
              </a:rPr>
              <a:t>mileage</a:t>
            </a:r>
            <a:endParaRPr lang="es-ES_tradnl" sz="1400"/>
          </a:p>
        </p:txBody>
      </p:sp>
      <p:sp>
        <p:nvSpPr>
          <p:cNvPr id="48" name="TextBox 47">
            <a:extLst>
              <a:ext uri="{FF2B5EF4-FFF2-40B4-BE49-F238E27FC236}">
                <a16:creationId xmlns:a16="http://schemas.microsoft.com/office/drawing/2014/main" id="{5CEF5DB4-616A-E387-E873-AB17153CF929}"/>
              </a:ext>
            </a:extLst>
          </p:cNvPr>
          <p:cNvSpPr txBox="1"/>
          <p:nvPr/>
        </p:nvSpPr>
        <p:spPr>
          <a:xfrm>
            <a:off x="3276942" y="4147415"/>
            <a:ext cx="1783058" cy="307777"/>
          </a:xfrm>
          <a:prstGeom prst="rect">
            <a:avLst/>
          </a:prstGeom>
          <a:noFill/>
        </p:spPr>
        <p:txBody>
          <a:bodyPr wrap="square">
            <a:spAutoFit/>
          </a:bodyPr>
          <a:lstStyle/>
          <a:p>
            <a:pPr marL="11430" algn="r">
              <a:spcBef>
                <a:spcPts val="40"/>
              </a:spcBef>
              <a:spcAft>
                <a:spcPts val="40"/>
              </a:spcAft>
              <a:buClr>
                <a:schemeClr val="dk2"/>
              </a:buClr>
              <a:buSzPts val="1000"/>
            </a:pPr>
            <a:r>
              <a:rPr lang="es-ES_tradnl" sz="1400" err="1">
                <a:solidFill>
                  <a:schemeClr val="accent1"/>
                </a:solidFill>
                <a:latin typeface="Consolas" panose="020B0609020204030204" pitchFamily="49" charset="0"/>
              </a:rPr>
              <a:t>years</a:t>
            </a:r>
            <a:endParaRPr lang="es-ES_tradnl" sz="1400"/>
          </a:p>
        </p:txBody>
      </p:sp>
      <p:sp>
        <p:nvSpPr>
          <p:cNvPr id="49" name="TextBox 48">
            <a:extLst>
              <a:ext uri="{FF2B5EF4-FFF2-40B4-BE49-F238E27FC236}">
                <a16:creationId xmlns:a16="http://schemas.microsoft.com/office/drawing/2014/main" id="{F22D25FF-E206-0A9C-E77A-75E2D321CD30}"/>
              </a:ext>
            </a:extLst>
          </p:cNvPr>
          <p:cNvSpPr txBox="1"/>
          <p:nvPr/>
        </p:nvSpPr>
        <p:spPr>
          <a:xfrm>
            <a:off x="3213565" y="5623795"/>
            <a:ext cx="1783058" cy="307777"/>
          </a:xfrm>
          <a:prstGeom prst="rect">
            <a:avLst/>
          </a:prstGeom>
          <a:noFill/>
        </p:spPr>
        <p:txBody>
          <a:bodyPr wrap="square">
            <a:spAutoFit/>
          </a:bodyPr>
          <a:lstStyle/>
          <a:p>
            <a:pPr marL="11430" algn="r">
              <a:spcBef>
                <a:spcPts val="40"/>
              </a:spcBef>
              <a:spcAft>
                <a:spcPts val="40"/>
              </a:spcAft>
              <a:buClr>
                <a:schemeClr val="dk2"/>
              </a:buClr>
              <a:buSzPts val="1000"/>
            </a:pPr>
            <a:r>
              <a:rPr lang="es-ES_tradnl" sz="1400" err="1">
                <a:solidFill>
                  <a:schemeClr val="accent1"/>
                </a:solidFill>
                <a:latin typeface="Consolas" panose="020B0609020204030204" pitchFamily="49" charset="0"/>
              </a:rPr>
              <a:t>vehicle_features</a:t>
            </a:r>
            <a:endParaRPr lang="es-ES_tradnl" sz="1400"/>
          </a:p>
        </p:txBody>
      </p:sp>
      <p:sp>
        <p:nvSpPr>
          <p:cNvPr id="50" name="TextBox 49">
            <a:extLst>
              <a:ext uri="{FF2B5EF4-FFF2-40B4-BE49-F238E27FC236}">
                <a16:creationId xmlns:a16="http://schemas.microsoft.com/office/drawing/2014/main" id="{2256AEAB-C8C0-6DD2-CA5E-9487B5FE1E6D}"/>
              </a:ext>
            </a:extLst>
          </p:cNvPr>
          <p:cNvSpPr txBox="1"/>
          <p:nvPr/>
        </p:nvSpPr>
        <p:spPr>
          <a:xfrm>
            <a:off x="4888159" y="3077180"/>
            <a:ext cx="1679353" cy="523220"/>
          </a:xfrm>
          <a:prstGeom prst="rect">
            <a:avLst/>
          </a:prstGeom>
          <a:noFill/>
        </p:spPr>
        <p:txBody>
          <a:bodyPr wrap="square">
            <a:spAutoFit/>
          </a:bodyPr>
          <a:lstStyle/>
          <a:p>
            <a:pPr marL="11430" algn="r">
              <a:spcBef>
                <a:spcPts val="40"/>
              </a:spcBef>
              <a:spcAft>
                <a:spcPts val="40"/>
              </a:spcAft>
              <a:buClr>
                <a:schemeClr val="dk2"/>
              </a:buClr>
              <a:buSzPts val="1000"/>
            </a:pPr>
            <a:r>
              <a:rPr lang="es-ES_tradnl" sz="1400" err="1">
                <a:solidFill>
                  <a:schemeClr val="accent1"/>
                </a:solidFill>
                <a:latin typeface="Consolas" panose="020B0609020204030204" pitchFamily="49" charset="0"/>
              </a:rPr>
              <a:t>former_originalprice</a:t>
            </a:r>
            <a:endParaRPr lang="es-ES_tradnl" sz="1400"/>
          </a:p>
        </p:txBody>
      </p:sp>
      <p:sp>
        <p:nvSpPr>
          <p:cNvPr id="53" name="TextBox 52">
            <a:extLst>
              <a:ext uri="{FF2B5EF4-FFF2-40B4-BE49-F238E27FC236}">
                <a16:creationId xmlns:a16="http://schemas.microsoft.com/office/drawing/2014/main" id="{374B5FC4-3D79-79A3-AD25-61351F4DFA87}"/>
              </a:ext>
            </a:extLst>
          </p:cNvPr>
          <p:cNvSpPr txBox="1"/>
          <p:nvPr/>
        </p:nvSpPr>
        <p:spPr>
          <a:xfrm>
            <a:off x="3718076" y="2969459"/>
            <a:ext cx="1256455" cy="830997"/>
          </a:xfrm>
          <a:prstGeom prst="rect">
            <a:avLst/>
          </a:prstGeom>
          <a:noFill/>
        </p:spPr>
        <p:txBody>
          <a:bodyPr wrap="square" rtlCol="0">
            <a:spAutoFit/>
          </a:bodyPr>
          <a:lstStyle/>
          <a:p>
            <a:pPr algn="ctr"/>
            <a:r>
              <a:rPr lang="es-ES_tradnl" sz="1600" b="1">
                <a:solidFill>
                  <a:srgbClr val="000000"/>
                </a:solidFill>
                <a:cs typeface="Arial" pitchFamily="34" charset="0"/>
              </a:rPr>
              <a:t>Descuento valor pasado</a:t>
            </a:r>
          </a:p>
        </p:txBody>
      </p:sp>
      <p:pic>
        <p:nvPicPr>
          <p:cNvPr id="60" name="Graphic 59">
            <a:extLst>
              <a:ext uri="{FF2B5EF4-FFF2-40B4-BE49-F238E27FC236}">
                <a16:creationId xmlns:a16="http://schemas.microsoft.com/office/drawing/2014/main" id="{C836649E-333D-7C05-179F-EA8EDA03CEB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652950" y="1913261"/>
            <a:ext cx="517299" cy="517299"/>
          </a:xfrm>
          <a:prstGeom prst="rect">
            <a:avLst/>
          </a:prstGeom>
        </p:spPr>
      </p:pic>
      <p:sp>
        <p:nvSpPr>
          <p:cNvPr id="61" name="TextBox 60">
            <a:extLst>
              <a:ext uri="{FF2B5EF4-FFF2-40B4-BE49-F238E27FC236}">
                <a16:creationId xmlns:a16="http://schemas.microsoft.com/office/drawing/2014/main" id="{F917E579-743A-F1F0-110A-D33A0AFDC193}"/>
              </a:ext>
            </a:extLst>
          </p:cNvPr>
          <p:cNvSpPr txBox="1"/>
          <p:nvPr/>
        </p:nvSpPr>
        <p:spPr>
          <a:xfrm>
            <a:off x="7712482" y="4658933"/>
            <a:ext cx="756191" cy="307777"/>
          </a:xfrm>
          <a:prstGeom prst="rect">
            <a:avLst/>
          </a:prstGeom>
          <a:noFill/>
        </p:spPr>
        <p:txBody>
          <a:bodyPr wrap="square">
            <a:spAutoFit/>
          </a:bodyPr>
          <a:lstStyle/>
          <a:p>
            <a:pPr marL="11430" algn="r">
              <a:spcBef>
                <a:spcPts val="40"/>
              </a:spcBef>
              <a:spcAft>
                <a:spcPts val="40"/>
              </a:spcAft>
              <a:buClr>
                <a:schemeClr val="dk2"/>
              </a:buClr>
              <a:buSzPts val="1000"/>
            </a:pPr>
            <a:r>
              <a:rPr lang="es-ES_tradnl" sz="1400" err="1">
                <a:solidFill>
                  <a:schemeClr val="accent1"/>
                </a:solidFill>
                <a:latin typeface="Consolas" panose="020B0609020204030204" pitchFamily="49" charset="0"/>
              </a:rPr>
              <a:t>price</a:t>
            </a:r>
            <a:endParaRPr lang="es-ES_tradnl" sz="1400"/>
          </a:p>
        </p:txBody>
      </p:sp>
      <p:sp>
        <p:nvSpPr>
          <p:cNvPr id="62" name="TextBox 61">
            <a:extLst>
              <a:ext uri="{FF2B5EF4-FFF2-40B4-BE49-F238E27FC236}">
                <a16:creationId xmlns:a16="http://schemas.microsoft.com/office/drawing/2014/main" id="{318B9E10-F54A-BA68-E779-07BE743957DA}"/>
              </a:ext>
            </a:extLst>
          </p:cNvPr>
          <p:cNvSpPr txBox="1"/>
          <p:nvPr/>
        </p:nvSpPr>
        <p:spPr>
          <a:xfrm>
            <a:off x="9448969" y="3736581"/>
            <a:ext cx="1761254" cy="338554"/>
          </a:xfrm>
          <a:prstGeom prst="rect">
            <a:avLst/>
          </a:prstGeom>
          <a:noFill/>
        </p:spPr>
        <p:txBody>
          <a:bodyPr wrap="square">
            <a:spAutoFit/>
          </a:bodyPr>
          <a:lstStyle/>
          <a:p>
            <a:pPr marL="11430" algn="r">
              <a:spcBef>
                <a:spcPts val="40"/>
              </a:spcBef>
              <a:spcAft>
                <a:spcPts val="40"/>
              </a:spcAft>
              <a:buClr>
                <a:schemeClr val="dk2"/>
              </a:buClr>
              <a:buSzPts val="1000"/>
            </a:pPr>
            <a:r>
              <a:rPr lang="es-ES_tradnl" sz="1600" err="1">
                <a:solidFill>
                  <a:schemeClr val="accent1"/>
                </a:solidFill>
                <a:latin typeface="Consolas" panose="020B0609020204030204" pitchFamily="49" charset="0"/>
              </a:rPr>
              <a:t>residual_value</a:t>
            </a:r>
            <a:endParaRPr lang="es-ES_tradnl" sz="1600"/>
          </a:p>
        </p:txBody>
      </p:sp>
      <p:sp>
        <p:nvSpPr>
          <p:cNvPr id="2074" name="TextBox 2073">
            <a:extLst>
              <a:ext uri="{FF2B5EF4-FFF2-40B4-BE49-F238E27FC236}">
                <a16:creationId xmlns:a16="http://schemas.microsoft.com/office/drawing/2014/main" id="{EC3B20BA-3C6E-01FC-45F5-E26DECA4A9A4}"/>
              </a:ext>
            </a:extLst>
          </p:cNvPr>
          <p:cNvSpPr txBox="1"/>
          <p:nvPr/>
        </p:nvSpPr>
        <p:spPr>
          <a:xfrm>
            <a:off x="1192652" y="1833902"/>
            <a:ext cx="2558435" cy="738664"/>
          </a:xfrm>
          <a:prstGeom prst="rect">
            <a:avLst/>
          </a:prstGeom>
          <a:noFill/>
        </p:spPr>
        <p:txBody>
          <a:bodyPr wrap="square">
            <a:spAutoFit/>
          </a:bodyPr>
          <a:lstStyle/>
          <a:p>
            <a:pPr marL="11430" algn="just">
              <a:spcBef>
                <a:spcPts val="40"/>
              </a:spcBef>
              <a:spcAft>
                <a:spcPts val="40"/>
              </a:spcAft>
              <a:buClr>
                <a:schemeClr val="dk2"/>
              </a:buClr>
              <a:buSzPts val="1000"/>
            </a:pPr>
            <a:r>
              <a:rPr lang="es-ES_tradnl" sz="1400">
                <a:solidFill>
                  <a:schemeClr val="accent1"/>
                </a:solidFill>
                <a:latin typeface="Quattrocento Sans" panose="020B0502050000020003" pitchFamily="34" charset="0"/>
              </a:rPr>
              <a:t>Índice de crecimiento anual de precios en el sector de vehículos nuevos</a:t>
            </a:r>
            <a:endParaRPr lang="es-ES_tradnl" sz="1400">
              <a:latin typeface="Quattrocento Sans" panose="020B0502050000020003" pitchFamily="34" charset="0"/>
            </a:endParaRPr>
          </a:p>
        </p:txBody>
      </p:sp>
      <p:sp>
        <p:nvSpPr>
          <p:cNvPr id="2075" name="TextBox 2074">
            <a:extLst>
              <a:ext uri="{FF2B5EF4-FFF2-40B4-BE49-F238E27FC236}">
                <a16:creationId xmlns:a16="http://schemas.microsoft.com/office/drawing/2014/main" id="{2D6C2E50-81BB-3F48-89E6-EBAC3460A216}"/>
              </a:ext>
            </a:extLst>
          </p:cNvPr>
          <p:cNvSpPr txBox="1"/>
          <p:nvPr/>
        </p:nvSpPr>
        <p:spPr>
          <a:xfrm>
            <a:off x="9304086" y="1773881"/>
            <a:ext cx="2653315" cy="738664"/>
          </a:xfrm>
          <a:prstGeom prst="rect">
            <a:avLst/>
          </a:prstGeom>
          <a:noFill/>
        </p:spPr>
        <p:txBody>
          <a:bodyPr wrap="square">
            <a:spAutoFit/>
          </a:bodyPr>
          <a:lstStyle/>
          <a:p>
            <a:pPr marL="11430" algn="just">
              <a:spcBef>
                <a:spcPts val="40"/>
              </a:spcBef>
              <a:spcAft>
                <a:spcPts val="40"/>
              </a:spcAft>
              <a:buClr>
                <a:schemeClr val="dk2"/>
              </a:buClr>
              <a:buSzPts val="1000"/>
            </a:pPr>
            <a:r>
              <a:rPr lang="es-ES_tradnl" sz="1400">
                <a:solidFill>
                  <a:schemeClr val="accent1"/>
                </a:solidFill>
                <a:latin typeface="Quattrocento Sans" panose="020B0502050000020003" pitchFamily="34" charset="0"/>
              </a:rPr>
              <a:t>Proyección del índice de crecimiento anual de precios en el sector de vehículos usados. </a:t>
            </a:r>
            <a:endParaRPr lang="es-ES_tradnl" sz="1400">
              <a:latin typeface="Quattrocento Sans" panose="020B0502050000020003" pitchFamily="34" charset="0"/>
            </a:endParaRPr>
          </a:p>
        </p:txBody>
      </p:sp>
      <p:pic>
        <p:nvPicPr>
          <p:cNvPr id="19" name="Graphic 18" descr="Upward trend with solid fill">
            <a:extLst>
              <a:ext uri="{FF2B5EF4-FFF2-40B4-BE49-F238E27FC236}">
                <a16:creationId xmlns:a16="http://schemas.microsoft.com/office/drawing/2014/main" id="{AF5CE633-86C2-1670-86CF-A4ABF4C380F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763283" y="1884013"/>
            <a:ext cx="518400" cy="518400"/>
          </a:xfrm>
          <a:prstGeom prst="rect">
            <a:avLst/>
          </a:prstGeom>
        </p:spPr>
      </p:pic>
      <p:cxnSp>
        <p:nvCxnSpPr>
          <p:cNvPr id="16" name="Connector: Curved 15">
            <a:extLst>
              <a:ext uri="{FF2B5EF4-FFF2-40B4-BE49-F238E27FC236}">
                <a16:creationId xmlns:a16="http://schemas.microsoft.com/office/drawing/2014/main" id="{D90830F2-37BE-D435-CFCE-EF9F9DC6F263}"/>
              </a:ext>
            </a:extLst>
          </p:cNvPr>
          <p:cNvCxnSpPr>
            <a:cxnSpLocks/>
            <a:endCxn id="10" idx="1"/>
          </p:cNvCxnSpPr>
          <p:nvPr/>
        </p:nvCxnSpPr>
        <p:spPr>
          <a:xfrm rot="16200000" flipH="1">
            <a:off x="2897882" y="1951398"/>
            <a:ext cx="304103" cy="1699724"/>
          </a:xfrm>
          <a:prstGeom prst="curvedConnector3">
            <a:avLst>
              <a:gd name="adj1" fmla="val 50000"/>
            </a:avLst>
          </a:prstGeom>
          <a:ln>
            <a:headEnd type="none" w="med" len="med"/>
            <a:tailEnd type="none" w="med" len="med"/>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3" name="Connector: Curved 32">
            <a:extLst>
              <a:ext uri="{FF2B5EF4-FFF2-40B4-BE49-F238E27FC236}">
                <a16:creationId xmlns:a16="http://schemas.microsoft.com/office/drawing/2014/main" id="{1F781A9B-D4AA-2F50-6FF2-85E5161596E9}"/>
              </a:ext>
            </a:extLst>
          </p:cNvPr>
          <p:cNvCxnSpPr>
            <a:cxnSpLocks/>
            <a:endCxn id="14" idx="2"/>
          </p:cNvCxnSpPr>
          <p:nvPr/>
        </p:nvCxnSpPr>
        <p:spPr>
          <a:xfrm flipV="1">
            <a:off x="7938695" y="2649209"/>
            <a:ext cx="2390902" cy="779792"/>
          </a:xfrm>
          <a:prstGeom prst="curvedConnector2">
            <a:avLst/>
          </a:prstGeom>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057" name="Connector: Curved 2056">
            <a:extLst>
              <a:ext uri="{FF2B5EF4-FFF2-40B4-BE49-F238E27FC236}">
                <a16:creationId xmlns:a16="http://schemas.microsoft.com/office/drawing/2014/main" id="{E7C83023-864C-2F17-4C96-22F7E9FA2F3D}"/>
              </a:ext>
            </a:extLst>
          </p:cNvPr>
          <p:cNvCxnSpPr>
            <a:stCxn id="6" idx="6"/>
            <a:endCxn id="8" idx="4"/>
          </p:cNvCxnSpPr>
          <p:nvPr/>
        </p:nvCxnSpPr>
        <p:spPr>
          <a:xfrm flipV="1">
            <a:off x="7361098" y="4369486"/>
            <a:ext cx="577596" cy="690970"/>
          </a:xfrm>
          <a:prstGeom prst="curvedConnector2">
            <a:avLst/>
          </a:prstGeom>
          <a:ln>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059" name="Connector: Curved 2058">
            <a:extLst>
              <a:ext uri="{FF2B5EF4-FFF2-40B4-BE49-F238E27FC236}">
                <a16:creationId xmlns:a16="http://schemas.microsoft.com/office/drawing/2014/main" id="{4C65CA36-F0F2-2678-C11E-62450FB9EDA5}"/>
              </a:ext>
            </a:extLst>
          </p:cNvPr>
          <p:cNvCxnSpPr>
            <a:cxnSpLocks/>
            <a:stCxn id="53" idx="3"/>
            <a:endCxn id="6" idx="0"/>
          </p:cNvCxnSpPr>
          <p:nvPr/>
        </p:nvCxnSpPr>
        <p:spPr>
          <a:xfrm>
            <a:off x="4974531" y="3384958"/>
            <a:ext cx="1126567" cy="415498"/>
          </a:xfrm>
          <a:prstGeom prst="curvedConnector2">
            <a:avLst/>
          </a:prstGeom>
          <a:ln>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062" name="Straight Arrow Connector 2061">
            <a:extLst>
              <a:ext uri="{FF2B5EF4-FFF2-40B4-BE49-F238E27FC236}">
                <a16:creationId xmlns:a16="http://schemas.microsoft.com/office/drawing/2014/main" id="{C6F5E223-1DF6-15E0-8CA6-5227A8357FE3}"/>
              </a:ext>
            </a:extLst>
          </p:cNvPr>
          <p:cNvCxnSpPr>
            <a:stCxn id="8" idx="6"/>
            <a:endCxn id="62" idx="1"/>
          </p:cNvCxnSpPr>
          <p:nvPr/>
        </p:nvCxnSpPr>
        <p:spPr>
          <a:xfrm>
            <a:off x="8688307" y="3899243"/>
            <a:ext cx="760662" cy="6615"/>
          </a:xfrm>
          <a:prstGeom prst="straightConnector1">
            <a:avLst/>
          </a:prstGeom>
          <a:ln>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064" name="Straight Arrow Connector 2063">
            <a:extLst>
              <a:ext uri="{FF2B5EF4-FFF2-40B4-BE49-F238E27FC236}">
                <a16:creationId xmlns:a16="http://schemas.microsoft.com/office/drawing/2014/main" id="{0818FF6A-54F8-E332-B10D-C318FCF7C4DD}"/>
              </a:ext>
            </a:extLst>
          </p:cNvPr>
          <p:cNvCxnSpPr>
            <a:stCxn id="12" idx="3"/>
          </p:cNvCxnSpPr>
          <p:nvPr/>
        </p:nvCxnSpPr>
        <p:spPr>
          <a:xfrm>
            <a:off x="2126078" y="4430494"/>
            <a:ext cx="2870545" cy="0"/>
          </a:xfrm>
          <a:prstGeom prst="straightConnector1">
            <a:avLst/>
          </a:prstGeom>
          <a:ln>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065" name="Straight Arrow Connector 2064">
            <a:extLst>
              <a:ext uri="{FF2B5EF4-FFF2-40B4-BE49-F238E27FC236}">
                <a16:creationId xmlns:a16="http://schemas.microsoft.com/office/drawing/2014/main" id="{75EF1765-E6CF-71E3-001F-A5B92F689607}"/>
              </a:ext>
            </a:extLst>
          </p:cNvPr>
          <p:cNvCxnSpPr>
            <a:cxnSpLocks/>
            <a:stCxn id="17" idx="3"/>
            <a:endCxn id="6" idx="2"/>
          </p:cNvCxnSpPr>
          <p:nvPr/>
        </p:nvCxnSpPr>
        <p:spPr>
          <a:xfrm flipV="1">
            <a:off x="2001129" y="5060456"/>
            <a:ext cx="2839969" cy="16039"/>
          </a:xfrm>
          <a:prstGeom prst="straightConnector1">
            <a:avLst/>
          </a:prstGeom>
          <a:ln>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068" name="Straight Arrow Connector 2067">
            <a:extLst>
              <a:ext uri="{FF2B5EF4-FFF2-40B4-BE49-F238E27FC236}">
                <a16:creationId xmlns:a16="http://schemas.microsoft.com/office/drawing/2014/main" id="{3BD577B1-DCAF-5097-3D6C-AF6D6F9217DA}"/>
              </a:ext>
            </a:extLst>
          </p:cNvPr>
          <p:cNvCxnSpPr>
            <a:cxnSpLocks/>
            <a:stCxn id="18" idx="3"/>
            <a:endCxn id="10" idx="2"/>
          </p:cNvCxnSpPr>
          <p:nvPr/>
        </p:nvCxnSpPr>
        <p:spPr>
          <a:xfrm flipV="1">
            <a:off x="2959911" y="3373333"/>
            <a:ext cx="765905" cy="16106"/>
          </a:xfrm>
          <a:prstGeom prst="straightConnector1">
            <a:avLst/>
          </a:prstGeom>
          <a:ln>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7" name="Google Shape;978;p52">
            <a:extLst>
              <a:ext uri="{FF2B5EF4-FFF2-40B4-BE49-F238E27FC236}">
                <a16:creationId xmlns:a16="http://schemas.microsoft.com/office/drawing/2014/main" id="{751CC826-88A3-0B72-D278-689E7C1FEFCD}"/>
              </a:ext>
            </a:extLst>
          </p:cNvPr>
          <p:cNvSpPr/>
          <p:nvPr/>
        </p:nvSpPr>
        <p:spPr>
          <a:xfrm>
            <a:off x="694097" y="1054416"/>
            <a:ext cx="11437587"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a:solidFill>
                  <a:srgbClr val="073763"/>
                </a:solidFill>
                <a:latin typeface="Arial" panose="020B0604020202020204" pitchFamily="34" charset="0"/>
                <a:ea typeface="Quattrocento Sans"/>
                <a:cs typeface="Arial" panose="020B0604020202020204" pitchFamily="34" charset="0"/>
                <a:sym typeface="Quattrocento Sans"/>
              </a:rPr>
              <a:t>El modelo de cálculo del valor residual sigue la arquitectura representada en el siguiente diagrama</a:t>
            </a:r>
          </a:p>
        </p:txBody>
      </p:sp>
    </p:spTree>
    <p:extLst>
      <p:ext uri="{BB962C8B-B14F-4D97-AF65-F5344CB8AC3E}">
        <p14:creationId xmlns:p14="http://schemas.microsoft.com/office/powerpoint/2010/main" val="9259485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E5C6F-9BE5-BF6C-B9B6-0957441369B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A976ABA1-8BA3-503B-209E-18CF263CBE44}"/>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2" name="Rectangle 17">
            <a:extLst>
              <a:ext uri="{FF2B5EF4-FFF2-40B4-BE49-F238E27FC236}">
                <a16:creationId xmlns:a16="http://schemas.microsoft.com/office/drawing/2014/main" id="{6457CBCA-03D6-2D6D-F49C-A5E053FB2E76}"/>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Desarrollo del modelo </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Modelo de predicción de precio de vehículos usados</a:t>
            </a:r>
          </a:p>
        </p:txBody>
      </p:sp>
      <p:cxnSp>
        <p:nvCxnSpPr>
          <p:cNvPr id="3" name="Straight Connector 2">
            <a:extLst>
              <a:ext uri="{FF2B5EF4-FFF2-40B4-BE49-F238E27FC236}">
                <a16:creationId xmlns:a16="http://schemas.microsoft.com/office/drawing/2014/main" id="{F65E602F-642F-421F-5B3D-93C8DB1DA051}"/>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
        <p:nvSpPr>
          <p:cNvPr id="4" name="Rectangle 3">
            <a:extLst>
              <a:ext uri="{FF2B5EF4-FFF2-40B4-BE49-F238E27FC236}">
                <a16:creationId xmlns:a16="http://schemas.microsoft.com/office/drawing/2014/main" id="{0391A437-4D57-67AA-43DA-F306805F1A8D}"/>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4</a:t>
            </a:r>
          </a:p>
        </p:txBody>
      </p:sp>
      <p:sp>
        <p:nvSpPr>
          <p:cNvPr id="8" name="Google Shape;978;p52">
            <a:extLst>
              <a:ext uri="{FF2B5EF4-FFF2-40B4-BE49-F238E27FC236}">
                <a16:creationId xmlns:a16="http://schemas.microsoft.com/office/drawing/2014/main" id="{CD0A6741-F31A-BCEE-EC3F-1A922AE126FA}"/>
              </a:ext>
            </a:extLst>
          </p:cNvPr>
          <p:cNvSpPr/>
          <p:nvPr/>
        </p:nvSpPr>
        <p:spPr>
          <a:xfrm>
            <a:off x="667999" y="1246800"/>
            <a:ext cx="11437587"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a:solidFill>
                  <a:srgbClr val="073763"/>
                </a:solidFill>
                <a:latin typeface="Arial" panose="020B0604020202020204" pitchFamily="34" charset="0"/>
                <a:ea typeface="Quattrocento Sans"/>
                <a:cs typeface="Arial" panose="020B0604020202020204" pitchFamily="34" charset="0"/>
                <a:sym typeface="Quattrocento Sans"/>
              </a:rPr>
              <a:t>Para poder utilizar el modelo propuesto de cálculo de valor residual, tal y como ha sido descrito, es necesario integrar un modelo de predicción de precio de vehículos usados. A continuación, se detallan las fases de la metodología basada en técnicas de Data </a:t>
            </a:r>
            <a:r>
              <a:rPr lang="es-ES_tradnl" sz="1400" b="1" err="1">
                <a:solidFill>
                  <a:srgbClr val="073763"/>
                </a:solidFill>
                <a:latin typeface="Arial" panose="020B0604020202020204" pitchFamily="34" charset="0"/>
                <a:ea typeface="Quattrocento Sans"/>
                <a:cs typeface="Arial" panose="020B0604020202020204" pitchFamily="34" charset="0"/>
                <a:sym typeface="Quattrocento Sans"/>
              </a:rPr>
              <a:t>Science</a:t>
            </a:r>
            <a:r>
              <a:rPr lang="es-ES_tradnl" sz="1400" b="1">
                <a:solidFill>
                  <a:srgbClr val="073763"/>
                </a:solidFill>
                <a:latin typeface="Arial" panose="020B0604020202020204" pitchFamily="34" charset="0"/>
                <a:ea typeface="Quattrocento Sans"/>
                <a:cs typeface="Arial" panose="020B0604020202020204" pitchFamily="34" charset="0"/>
                <a:sym typeface="Quattrocento Sans"/>
              </a:rPr>
              <a:t> y Machine </a:t>
            </a:r>
            <a:r>
              <a:rPr lang="es-ES_tradnl" sz="1400" b="1" err="1">
                <a:solidFill>
                  <a:srgbClr val="073763"/>
                </a:solidFill>
                <a:latin typeface="Arial" panose="020B0604020202020204" pitchFamily="34" charset="0"/>
                <a:ea typeface="Quattrocento Sans"/>
                <a:cs typeface="Arial" panose="020B0604020202020204" pitchFamily="34" charset="0"/>
                <a:sym typeface="Quattrocento Sans"/>
              </a:rPr>
              <a:t>Learning</a:t>
            </a:r>
            <a:r>
              <a:rPr lang="es-ES_tradnl" sz="1400" b="1">
                <a:solidFill>
                  <a:srgbClr val="073763"/>
                </a:solidFill>
                <a:latin typeface="Arial" panose="020B0604020202020204" pitchFamily="34" charset="0"/>
                <a:ea typeface="Quattrocento Sans"/>
                <a:cs typeface="Arial" panose="020B0604020202020204" pitchFamily="34" charset="0"/>
                <a:sym typeface="Quattrocento Sans"/>
              </a:rPr>
              <a:t> que se ha seguido para desarrollar este modelo.</a:t>
            </a:r>
          </a:p>
        </p:txBody>
      </p:sp>
      <p:sp>
        <p:nvSpPr>
          <p:cNvPr id="13" name="TextBox 12">
            <a:extLst>
              <a:ext uri="{FF2B5EF4-FFF2-40B4-BE49-F238E27FC236}">
                <a16:creationId xmlns:a16="http://schemas.microsoft.com/office/drawing/2014/main" id="{4D2EA87F-FEAB-650B-2828-E704BF09EBC1}"/>
              </a:ext>
            </a:extLst>
          </p:cNvPr>
          <p:cNvSpPr txBox="1"/>
          <p:nvPr/>
        </p:nvSpPr>
        <p:spPr>
          <a:xfrm>
            <a:off x="227229" y="6157361"/>
            <a:ext cx="11770623" cy="374571"/>
          </a:xfrm>
          <a:prstGeom prst="roundRect">
            <a:avLst/>
          </a:prstGeom>
          <a:solidFill>
            <a:srgbClr val="063075"/>
          </a:solidFill>
          <a:ln>
            <a:solidFill>
              <a:schemeClr val="bg1"/>
            </a:solidFill>
          </a:ln>
          <a:effectLst>
            <a:outerShdw blurRad="50800" dist="38100" dir="2700000" algn="tl" rotWithShape="0">
              <a:prstClr val="black">
                <a:alpha val="40000"/>
              </a:prstClr>
            </a:outerShdw>
          </a:effectLst>
        </p:spPr>
        <p:txBody>
          <a:bodyPr wrap="square" rtlCol="0">
            <a:spAutoFit/>
          </a:bodyPr>
          <a:lstStyle/>
          <a:p>
            <a:pPr algn="ctr"/>
            <a:r>
              <a:rPr lang="es-ES_tradnl" sz="1600" b="1">
                <a:solidFill>
                  <a:schemeClr val="bg1"/>
                </a:solidFill>
                <a:latin typeface="Quattrocento Sans" panose="020B0502050000020003" pitchFamily="34" charset="0"/>
              </a:rPr>
              <a:t>Se puede encontrar el código y la documentación completa del modelo de predicción de precio de vehículos usados </a:t>
            </a:r>
            <a:r>
              <a:rPr lang="es-ES_tradnl" sz="1600" b="1">
                <a:solidFill>
                  <a:schemeClr val="bg1"/>
                </a:solidFill>
                <a:latin typeface="Quattrocento Sans" panose="020B0502050000020003" pitchFamily="34" charset="0"/>
                <a:hlinkClick r:id="rId3">
                  <a:extLst>
                    <a:ext uri="{A12FA001-AC4F-418D-AE19-62706E023703}">
                      <ahyp:hlinkClr xmlns:ahyp="http://schemas.microsoft.com/office/drawing/2018/hyperlinkcolor" val="tx"/>
                    </a:ext>
                  </a:extLst>
                </a:hlinkClick>
              </a:rPr>
              <a:t>en este enlace</a:t>
            </a:r>
            <a:endParaRPr lang="es-ES_tradnl" sz="1600" b="1">
              <a:solidFill>
                <a:schemeClr val="bg1"/>
              </a:solidFill>
              <a:latin typeface="Quattrocento Sans" panose="020B0502050000020003" pitchFamily="34" charset="0"/>
            </a:endParaRPr>
          </a:p>
        </p:txBody>
      </p:sp>
      <p:sp>
        <p:nvSpPr>
          <p:cNvPr id="11264" name="Rectangle 11263">
            <a:extLst>
              <a:ext uri="{FF2B5EF4-FFF2-40B4-BE49-F238E27FC236}">
                <a16:creationId xmlns:a16="http://schemas.microsoft.com/office/drawing/2014/main" id="{13158BE9-F076-A2BA-8529-36EFFBA29C8C}"/>
              </a:ext>
            </a:extLst>
          </p:cNvPr>
          <p:cNvSpPr/>
          <p:nvPr/>
        </p:nvSpPr>
        <p:spPr bwMode="auto">
          <a:xfrm>
            <a:off x="226093" y="2472879"/>
            <a:ext cx="1602707" cy="956121"/>
          </a:xfrm>
          <a:prstGeom prst="rect">
            <a:avLst/>
          </a:prstGeom>
          <a:solidFill>
            <a:schemeClr val="accent1"/>
          </a:solidFill>
          <a:ln w="6350" cap="flat" cmpd="sng" algn="ctr">
            <a:solidFill>
              <a:srgbClr val="CCD3E1"/>
            </a:solidFill>
            <a:prstDash val="solid"/>
            <a:headEnd/>
            <a:tailEnd/>
          </a:ln>
          <a:effectLst>
            <a:outerShdw blurRad="50800" dist="38100" dir="2700000" algn="tl" rotWithShape="0">
              <a:prstClr val="black">
                <a:alpha val="40000"/>
              </a:prstClr>
            </a:outerShdw>
          </a:effectLst>
        </p:spPr>
        <p:txBody>
          <a:bodyPr wrap="square" tIns="90000" bIns="90000" rtlCol="0" anchor="ctr"/>
          <a:lstStyle/>
          <a:p>
            <a:pPr algn="ctr">
              <a:spcBef>
                <a:spcPts val="600"/>
              </a:spcBef>
            </a:pPr>
            <a:r>
              <a:rPr lang="es-ES_tradnl" sz="1600" b="1">
                <a:solidFill>
                  <a:schemeClr val="bg1"/>
                </a:solidFill>
                <a:cs typeface="Arial" pitchFamily="34" charset="0"/>
              </a:rPr>
              <a:t>Extracción de datos</a:t>
            </a:r>
          </a:p>
        </p:txBody>
      </p:sp>
      <p:sp>
        <p:nvSpPr>
          <p:cNvPr id="11265" name="Rectangle 11264">
            <a:extLst>
              <a:ext uri="{FF2B5EF4-FFF2-40B4-BE49-F238E27FC236}">
                <a16:creationId xmlns:a16="http://schemas.microsoft.com/office/drawing/2014/main" id="{A1C94CC9-95E8-AC44-DEDF-CA09D3175597}"/>
              </a:ext>
            </a:extLst>
          </p:cNvPr>
          <p:cNvSpPr/>
          <p:nvPr/>
        </p:nvSpPr>
        <p:spPr bwMode="auto">
          <a:xfrm>
            <a:off x="667999" y="4251426"/>
            <a:ext cx="2748303" cy="1710600"/>
          </a:xfrm>
          <a:prstGeom prst="rect">
            <a:avLst/>
          </a:prstGeom>
          <a:solidFill>
            <a:schemeClr val="accent2">
              <a:lumMod val="40000"/>
              <a:lumOff val="60000"/>
            </a:schemeClr>
          </a:solidFill>
          <a:ln w="6350" cap="flat" cmpd="sng" algn="ctr">
            <a:solidFill>
              <a:srgbClr val="CCD3E1"/>
            </a:solidFill>
            <a:prstDash val="solid"/>
            <a:headEnd/>
            <a:tailEnd/>
          </a:ln>
          <a:effectLst>
            <a:outerShdw blurRad="50800" dist="38100" dir="2700000" algn="tl" rotWithShape="0">
              <a:prstClr val="black">
                <a:alpha val="40000"/>
              </a:prstClr>
            </a:outerShdw>
          </a:effectLst>
        </p:spPr>
        <p:txBody>
          <a:bodyPr wrap="square" tIns="270000" rtlCol="0" anchor="t"/>
          <a:lstStyle/>
          <a:p>
            <a:pPr algn="ctr">
              <a:spcBef>
                <a:spcPts val="600"/>
              </a:spcBef>
            </a:pPr>
            <a:r>
              <a:rPr lang="es-ES_tradnl" sz="1600" b="1">
                <a:solidFill>
                  <a:srgbClr val="000000"/>
                </a:solidFill>
                <a:cs typeface="Arial" pitchFamily="34" charset="0"/>
              </a:rPr>
              <a:t>Preprocesamiento de datos</a:t>
            </a:r>
          </a:p>
          <a:p>
            <a:pPr marL="342900" indent="-342900">
              <a:spcBef>
                <a:spcPts val="600"/>
              </a:spcBef>
              <a:buFont typeface="+mj-lt"/>
              <a:buAutoNum type="arabicPeriod"/>
            </a:pPr>
            <a:r>
              <a:rPr lang="es-ES_tradnl" sz="1400">
                <a:solidFill>
                  <a:srgbClr val="000000"/>
                </a:solidFill>
                <a:cs typeface="Arial" pitchFamily="34" charset="0"/>
              </a:rPr>
              <a:t>Descripción de las variables</a:t>
            </a:r>
          </a:p>
          <a:p>
            <a:pPr marL="342900" indent="-342900">
              <a:spcBef>
                <a:spcPts val="600"/>
              </a:spcBef>
              <a:buFont typeface="+mj-lt"/>
              <a:buAutoNum type="arabicPeriod"/>
            </a:pPr>
            <a:r>
              <a:rPr lang="es-ES_tradnl" sz="1400">
                <a:solidFill>
                  <a:srgbClr val="000000"/>
                </a:solidFill>
                <a:cs typeface="Arial" pitchFamily="34" charset="0"/>
              </a:rPr>
              <a:t>Análisis de duplicados</a:t>
            </a:r>
          </a:p>
          <a:p>
            <a:pPr marL="342900" indent="-342900">
              <a:spcBef>
                <a:spcPts val="600"/>
              </a:spcBef>
              <a:buFont typeface="+mj-lt"/>
              <a:buAutoNum type="arabicPeriod"/>
            </a:pPr>
            <a:r>
              <a:rPr lang="es-ES_tradnl" sz="1400">
                <a:solidFill>
                  <a:srgbClr val="000000"/>
                </a:solidFill>
                <a:cs typeface="Arial" pitchFamily="34" charset="0"/>
              </a:rPr>
              <a:t>Data </a:t>
            </a:r>
            <a:r>
              <a:rPr lang="es-ES_tradnl" sz="1400" err="1">
                <a:solidFill>
                  <a:srgbClr val="000000"/>
                </a:solidFill>
                <a:cs typeface="Arial" pitchFamily="34" charset="0"/>
              </a:rPr>
              <a:t>Cleanising</a:t>
            </a:r>
            <a:r>
              <a:rPr lang="es-ES_tradnl" sz="1400">
                <a:solidFill>
                  <a:srgbClr val="000000"/>
                </a:solidFill>
                <a:cs typeface="Arial" pitchFamily="34" charset="0"/>
              </a:rPr>
              <a:t> y </a:t>
            </a:r>
            <a:r>
              <a:rPr lang="es-ES_tradnl" sz="1400" err="1">
                <a:solidFill>
                  <a:srgbClr val="000000"/>
                </a:solidFill>
                <a:cs typeface="Arial" pitchFamily="34" charset="0"/>
              </a:rPr>
              <a:t>Feature</a:t>
            </a:r>
            <a:r>
              <a:rPr lang="es-ES_tradnl" sz="1400">
                <a:solidFill>
                  <a:srgbClr val="000000"/>
                </a:solidFill>
                <a:cs typeface="Arial" pitchFamily="34" charset="0"/>
              </a:rPr>
              <a:t> </a:t>
            </a:r>
            <a:r>
              <a:rPr lang="es-ES_tradnl" sz="1400" err="1">
                <a:solidFill>
                  <a:srgbClr val="000000"/>
                </a:solidFill>
                <a:cs typeface="Arial" pitchFamily="34" charset="0"/>
              </a:rPr>
              <a:t>Engineering</a:t>
            </a:r>
            <a:endParaRPr lang="es-ES_tradnl" sz="1400">
              <a:solidFill>
                <a:srgbClr val="000000"/>
              </a:solidFill>
              <a:cs typeface="Arial" pitchFamily="34" charset="0"/>
            </a:endParaRPr>
          </a:p>
        </p:txBody>
      </p:sp>
      <p:sp>
        <p:nvSpPr>
          <p:cNvPr id="11267" name="Rectangle 11266">
            <a:extLst>
              <a:ext uri="{FF2B5EF4-FFF2-40B4-BE49-F238E27FC236}">
                <a16:creationId xmlns:a16="http://schemas.microsoft.com/office/drawing/2014/main" id="{C9C8F7EA-3661-C020-B626-F61CAD2272F1}"/>
              </a:ext>
            </a:extLst>
          </p:cNvPr>
          <p:cNvSpPr/>
          <p:nvPr/>
        </p:nvSpPr>
        <p:spPr bwMode="auto">
          <a:xfrm>
            <a:off x="5975133" y="2479353"/>
            <a:ext cx="2835025" cy="1645073"/>
          </a:xfrm>
          <a:prstGeom prst="rect">
            <a:avLst/>
          </a:prstGeom>
          <a:solidFill>
            <a:schemeClr val="accent5">
              <a:lumMod val="60000"/>
              <a:lumOff val="40000"/>
            </a:schemeClr>
          </a:solidFill>
          <a:ln w="6350" cap="flat" cmpd="sng" algn="ctr">
            <a:solidFill>
              <a:srgbClr val="CCD3E1"/>
            </a:solidFill>
            <a:prstDash val="solid"/>
            <a:headEnd/>
            <a:tailEnd/>
          </a:ln>
          <a:effectLst>
            <a:outerShdw blurRad="50800" dist="38100" dir="2700000" algn="tl" rotWithShape="0">
              <a:prstClr val="black">
                <a:alpha val="40000"/>
              </a:prstClr>
            </a:outerShdw>
          </a:effectLst>
        </p:spPr>
        <p:txBody>
          <a:bodyPr wrap="square" lIns="72000" tIns="252000" rIns="72000" bIns="72000" rtlCol="0" anchor="t"/>
          <a:lstStyle/>
          <a:p>
            <a:pPr algn="ctr">
              <a:spcBef>
                <a:spcPts val="600"/>
              </a:spcBef>
            </a:pPr>
            <a:r>
              <a:rPr lang="es-ES_tradnl" sz="1600" b="1">
                <a:solidFill>
                  <a:srgbClr val="000000"/>
                </a:solidFill>
                <a:cs typeface="Arial" pitchFamily="34" charset="0"/>
              </a:rPr>
              <a:t>Preprocesamiento de la muestra de entrenamiento</a:t>
            </a:r>
          </a:p>
          <a:p>
            <a:pPr marL="342900" indent="-342900" algn="l">
              <a:spcBef>
                <a:spcPts val="600"/>
              </a:spcBef>
              <a:buFont typeface="+mj-lt"/>
              <a:buAutoNum type="arabicPeriod"/>
            </a:pPr>
            <a:r>
              <a:rPr lang="es-ES_tradnl" sz="1400">
                <a:solidFill>
                  <a:srgbClr val="000000"/>
                </a:solidFill>
                <a:cs typeface="Arial" pitchFamily="34" charset="0"/>
              </a:rPr>
              <a:t>Imputación de valores faltantes</a:t>
            </a:r>
          </a:p>
          <a:p>
            <a:pPr marL="342900" indent="-342900" algn="l">
              <a:spcBef>
                <a:spcPts val="600"/>
              </a:spcBef>
              <a:buFont typeface="+mj-lt"/>
              <a:buAutoNum type="arabicPeriod"/>
            </a:pPr>
            <a:r>
              <a:rPr lang="es-ES_tradnl" sz="1400">
                <a:solidFill>
                  <a:srgbClr val="000000"/>
                </a:solidFill>
                <a:cs typeface="Arial" pitchFamily="34" charset="0"/>
              </a:rPr>
              <a:t>Codificación de variables categóricas</a:t>
            </a:r>
          </a:p>
        </p:txBody>
      </p:sp>
      <p:sp>
        <p:nvSpPr>
          <p:cNvPr id="11268" name="Rectangle 11267">
            <a:extLst>
              <a:ext uri="{FF2B5EF4-FFF2-40B4-BE49-F238E27FC236}">
                <a16:creationId xmlns:a16="http://schemas.microsoft.com/office/drawing/2014/main" id="{E46E9F2A-12FA-BB62-7C60-86CA13C8FD2E}"/>
              </a:ext>
            </a:extLst>
          </p:cNvPr>
          <p:cNvSpPr/>
          <p:nvPr/>
        </p:nvSpPr>
        <p:spPr bwMode="auto">
          <a:xfrm>
            <a:off x="4110395" y="4488824"/>
            <a:ext cx="2332716" cy="1061089"/>
          </a:xfrm>
          <a:prstGeom prst="rect">
            <a:avLst/>
          </a:prstGeom>
          <a:solidFill>
            <a:schemeClr val="accent5">
              <a:lumMod val="20000"/>
              <a:lumOff val="80000"/>
            </a:schemeClr>
          </a:solidFill>
          <a:ln w="6350" cap="flat" cmpd="sng" algn="ctr">
            <a:solidFill>
              <a:srgbClr val="CCD3E1"/>
            </a:solidFill>
            <a:prstDash val="solid"/>
            <a:headEnd/>
            <a:tailEnd/>
          </a:ln>
          <a:effectLst>
            <a:outerShdw blurRad="50800" dist="38100" dir="2700000" algn="tl" rotWithShape="0">
              <a:prstClr val="black">
                <a:alpha val="40000"/>
              </a:prstClr>
            </a:outerShdw>
          </a:effectLst>
        </p:spPr>
        <p:txBody>
          <a:bodyPr wrap="square" lIns="72000" tIns="288000" rIns="72000" bIns="72000" rtlCol="0" anchor="ctr"/>
          <a:lstStyle/>
          <a:p>
            <a:pPr algn="ctr">
              <a:spcBef>
                <a:spcPts val="600"/>
              </a:spcBef>
            </a:pPr>
            <a:r>
              <a:rPr lang="es-ES_tradnl" sz="1600" b="1">
                <a:solidFill>
                  <a:srgbClr val="000000"/>
                </a:solidFill>
                <a:cs typeface="Arial" pitchFamily="34" charset="0"/>
              </a:rPr>
              <a:t>Definición de las muestras de entrenamiento y test</a:t>
            </a:r>
          </a:p>
        </p:txBody>
      </p:sp>
      <p:sp>
        <p:nvSpPr>
          <p:cNvPr id="11269" name="Rectangle 11268">
            <a:extLst>
              <a:ext uri="{FF2B5EF4-FFF2-40B4-BE49-F238E27FC236}">
                <a16:creationId xmlns:a16="http://schemas.microsoft.com/office/drawing/2014/main" id="{EF5345D9-B473-0357-402C-1ADD8D785792}"/>
              </a:ext>
            </a:extLst>
          </p:cNvPr>
          <p:cNvSpPr/>
          <p:nvPr/>
        </p:nvSpPr>
        <p:spPr bwMode="auto">
          <a:xfrm>
            <a:off x="2413301" y="2300343"/>
            <a:ext cx="3051080" cy="1603176"/>
          </a:xfrm>
          <a:prstGeom prst="rect">
            <a:avLst/>
          </a:prstGeom>
          <a:solidFill>
            <a:schemeClr val="accent3">
              <a:lumMod val="20000"/>
              <a:lumOff val="80000"/>
            </a:schemeClr>
          </a:solidFill>
          <a:ln w="6350" cap="flat" cmpd="sng" algn="ctr">
            <a:solidFill>
              <a:srgbClr val="CCD3E1"/>
            </a:solidFill>
            <a:prstDash val="solid"/>
            <a:headEnd/>
            <a:tailEnd/>
          </a:ln>
          <a:effectLst>
            <a:outerShdw blurRad="50800" dist="38100" dir="2700000" algn="tl" rotWithShape="0">
              <a:prstClr val="black">
                <a:alpha val="40000"/>
              </a:prstClr>
            </a:outerShdw>
          </a:effectLst>
        </p:spPr>
        <p:txBody>
          <a:bodyPr wrap="square" lIns="90000" tIns="252000" rIns="90000" bIns="90000" rtlCol="0" anchor="t"/>
          <a:lstStyle/>
          <a:p>
            <a:pPr algn="ctr">
              <a:spcBef>
                <a:spcPts val="600"/>
              </a:spcBef>
            </a:pPr>
            <a:r>
              <a:rPr lang="es-ES_tradnl" sz="1600" b="1">
                <a:solidFill>
                  <a:srgbClr val="000000"/>
                </a:solidFill>
                <a:cs typeface="Arial" pitchFamily="34" charset="0"/>
              </a:rPr>
              <a:t>Análisis exploratorio de datos</a:t>
            </a:r>
          </a:p>
          <a:p>
            <a:pPr marL="342900" indent="-342900" algn="l">
              <a:spcBef>
                <a:spcPts val="600"/>
              </a:spcBef>
              <a:buFont typeface="+mj-lt"/>
              <a:buAutoNum type="arabicPeriod"/>
            </a:pPr>
            <a:r>
              <a:rPr lang="es-ES_tradnl" sz="1400">
                <a:solidFill>
                  <a:srgbClr val="000000"/>
                </a:solidFill>
                <a:cs typeface="Arial" pitchFamily="34" charset="0"/>
              </a:rPr>
              <a:t>Análisis univariante: variables numéricas y categóricas</a:t>
            </a:r>
          </a:p>
          <a:p>
            <a:pPr marL="342900" indent="-342900" algn="l">
              <a:spcBef>
                <a:spcPts val="600"/>
              </a:spcBef>
              <a:buFont typeface="+mj-lt"/>
              <a:buAutoNum type="arabicPeriod"/>
            </a:pPr>
            <a:r>
              <a:rPr lang="es-ES_tradnl" sz="1400">
                <a:solidFill>
                  <a:srgbClr val="000000"/>
                </a:solidFill>
                <a:cs typeface="Arial" pitchFamily="34" charset="0"/>
              </a:rPr>
              <a:t>Análisis multivariante : variables numéricas y categóricas</a:t>
            </a:r>
          </a:p>
        </p:txBody>
      </p:sp>
      <p:sp>
        <p:nvSpPr>
          <p:cNvPr id="11270" name="Rectangle 11269">
            <a:extLst>
              <a:ext uri="{FF2B5EF4-FFF2-40B4-BE49-F238E27FC236}">
                <a16:creationId xmlns:a16="http://schemas.microsoft.com/office/drawing/2014/main" id="{ACE9EF8F-7ED2-E490-D1D8-DDF664817ADD}"/>
              </a:ext>
            </a:extLst>
          </p:cNvPr>
          <p:cNvSpPr/>
          <p:nvPr/>
        </p:nvSpPr>
        <p:spPr bwMode="auto">
          <a:xfrm>
            <a:off x="7356501" y="4635090"/>
            <a:ext cx="3084672" cy="1425593"/>
          </a:xfrm>
          <a:prstGeom prst="rect">
            <a:avLst/>
          </a:prstGeom>
          <a:solidFill>
            <a:schemeClr val="accent4">
              <a:lumMod val="75000"/>
            </a:schemeClr>
          </a:solidFill>
          <a:ln w="6350" cap="flat" cmpd="sng" algn="ctr">
            <a:solidFill>
              <a:srgbClr val="CCD3E1"/>
            </a:solidFill>
            <a:prstDash val="solid"/>
            <a:headEnd/>
            <a:tailEnd/>
          </a:ln>
          <a:effectLst>
            <a:outerShdw blurRad="50800" dist="38100" dir="2700000" algn="tl" rotWithShape="0">
              <a:prstClr val="black">
                <a:alpha val="40000"/>
              </a:prstClr>
            </a:outerShdw>
          </a:effectLst>
        </p:spPr>
        <p:txBody>
          <a:bodyPr wrap="square" lIns="72000" tIns="288000" rIns="72000" rtlCol="0" anchor="t"/>
          <a:lstStyle/>
          <a:p>
            <a:pPr algn="ctr">
              <a:spcBef>
                <a:spcPts val="600"/>
              </a:spcBef>
            </a:pPr>
            <a:r>
              <a:rPr lang="es-ES_tradnl" sz="1600" b="1">
                <a:solidFill>
                  <a:srgbClr val="000000"/>
                </a:solidFill>
                <a:cs typeface="Arial" pitchFamily="34" charset="0"/>
              </a:rPr>
              <a:t>Elección del modelo</a:t>
            </a:r>
          </a:p>
          <a:p>
            <a:pPr marL="342900" indent="-342900" algn="l">
              <a:spcBef>
                <a:spcPts val="600"/>
              </a:spcBef>
              <a:buFont typeface="+mj-lt"/>
              <a:buAutoNum type="arabicPeriod"/>
            </a:pPr>
            <a:r>
              <a:rPr lang="es-ES_tradnl" sz="1400">
                <a:solidFill>
                  <a:srgbClr val="000000"/>
                </a:solidFill>
                <a:cs typeface="Arial" pitchFamily="34" charset="0"/>
              </a:rPr>
              <a:t>Estandarización o normalización</a:t>
            </a:r>
          </a:p>
          <a:p>
            <a:pPr marL="342900" indent="-342900" algn="l">
              <a:spcBef>
                <a:spcPts val="600"/>
              </a:spcBef>
              <a:buFont typeface="+mj-lt"/>
              <a:buAutoNum type="arabicPeriod"/>
            </a:pPr>
            <a:r>
              <a:rPr lang="es-ES_tradnl" sz="1400">
                <a:solidFill>
                  <a:srgbClr val="000000"/>
                </a:solidFill>
                <a:cs typeface="Arial" pitchFamily="34" charset="0"/>
              </a:rPr>
              <a:t>Entrenamiento y selección de </a:t>
            </a:r>
            <a:r>
              <a:rPr lang="es-ES_tradnl" sz="1400" err="1">
                <a:solidFill>
                  <a:srgbClr val="000000"/>
                </a:solidFill>
                <a:cs typeface="Arial" pitchFamily="34" charset="0"/>
              </a:rPr>
              <a:t>hiperparámetros</a:t>
            </a:r>
            <a:endParaRPr lang="es-ES_tradnl" sz="1400">
              <a:solidFill>
                <a:srgbClr val="000000"/>
              </a:solidFill>
              <a:cs typeface="Arial" pitchFamily="34" charset="0"/>
            </a:endParaRPr>
          </a:p>
        </p:txBody>
      </p:sp>
      <p:sp>
        <p:nvSpPr>
          <p:cNvPr id="11271" name="Rectangle 11270">
            <a:extLst>
              <a:ext uri="{FF2B5EF4-FFF2-40B4-BE49-F238E27FC236}">
                <a16:creationId xmlns:a16="http://schemas.microsoft.com/office/drawing/2014/main" id="{E141FE37-0BFE-1029-9229-5D53971D3D10}"/>
              </a:ext>
            </a:extLst>
          </p:cNvPr>
          <p:cNvSpPr/>
          <p:nvPr/>
        </p:nvSpPr>
        <p:spPr bwMode="auto">
          <a:xfrm>
            <a:off x="9289109" y="2198742"/>
            <a:ext cx="2651811" cy="1746684"/>
          </a:xfrm>
          <a:prstGeom prst="rect">
            <a:avLst/>
          </a:prstGeom>
          <a:solidFill>
            <a:schemeClr val="accent4">
              <a:lumMod val="50000"/>
            </a:schemeClr>
          </a:solidFill>
          <a:ln w="6350" cap="flat" cmpd="sng" algn="ctr">
            <a:solidFill>
              <a:srgbClr val="CCD3E1"/>
            </a:solidFill>
            <a:prstDash val="solid"/>
            <a:headEnd/>
            <a:tailEnd/>
          </a:ln>
          <a:effectLst>
            <a:outerShdw blurRad="50800" dist="38100" dir="2700000" algn="tl" rotWithShape="0">
              <a:prstClr val="black">
                <a:alpha val="40000"/>
              </a:prstClr>
            </a:outerShdw>
          </a:effectLst>
        </p:spPr>
        <p:txBody>
          <a:bodyPr wrap="square" lIns="72000" tIns="324000" rIns="72000" rtlCol="0" anchor="t"/>
          <a:lstStyle/>
          <a:p>
            <a:pPr algn="ctr">
              <a:spcBef>
                <a:spcPts val="600"/>
              </a:spcBef>
            </a:pPr>
            <a:r>
              <a:rPr lang="es-ES_tradnl" sz="1600">
                <a:solidFill>
                  <a:schemeClr val="bg1"/>
                </a:solidFill>
                <a:cs typeface="Arial" pitchFamily="34" charset="0"/>
              </a:rPr>
              <a:t>Medición del error, comparación del poder predictivo de los diferentes modelos y </a:t>
            </a:r>
            <a:r>
              <a:rPr lang="es-ES_tradnl" sz="1600" b="1">
                <a:solidFill>
                  <a:schemeClr val="bg1"/>
                </a:solidFill>
                <a:cs typeface="Arial" pitchFamily="34" charset="0"/>
              </a:rPr>
              <a:t>selección del mejor modelo</a:t>
            </a:r>
          </a:p>
        </p:txBody>
      </p:sp>
      <p:sp>
        <p:nvSpPr>
          <p:cNvPr id="11279" name="Flowchart: Connector 11278">
            <a:extLst>
              <a:ext uri="{FF2B5EF4-FFF2-40B4-BE49-F238E27FC236}">
                <a16:creationId xmlns:a16="http://schemas.microsoft.com/office/drawing/2014/main" id="{AD10DCAA-A8B4-5C7F-CADB-DE3E11D02514}"/>
              </a:ext>
            </a:extLst>
          </p:cNvPr>
          <p:cNvSpPr/>
          <p:nvPr/>
        </p:nvSpPr>
        <p:spPr bwMode="auto">
          <a:xfrm>
            <a:off x="721446" y="2059103"/>
            <a:ext cx="612000" cy="612000"/>
          </a:xfrm>
          <a:prstGeom prst="flowChartConnector">
            <a:avLst/>
          </a:prstGeom>
          <a:solidFill>
            <a:schemeClr val="accent1"/>
          </a:solidFill>
          <a:ln w="6350" cap="flat" cmpd="sng" algn="ctr">
            <a:noFill/>
            <a:prstDash val="solid"/>
            <a:headEnd/>
            <a:tailEnd/>
          </a:ln>
          <a:effectLst>
            <a:outerShdw blurRad="50800" dist="38100" dir="2700000" algn="tl" rotWithShape="0">
              <a:prstClr val="black">
                <a:alpha val="40000"/>
              </a:prstClr>
            </a:outerShdw>
          </a:effectLst>
        </p:spPr>
        <p:txBody>
          <a:bodyPr wrap="square" tIns="72000" bIns="72000" rtlCol="0" anchor="ctr"/>
          <a:lstStyle/>
          <a:p>
            <a:pPr algn="ctr">
              <a:spcBef>
                <a:spcPts val="600"/>
              </a:spcBef>
            </a:pPr>
            <a:r>
              <a:rPr lang="es-ES_tradnl" sz="2000" b="1">
                <a:solidFill>
                  <a:schemeClr val="bg1"/>
                </a:solidFill>
                <a:cs typeface="Arial" pitchFamily="34" charset="0"/>
              </a:rPr>
              <a:t>1</a:t>
            </a:r>
          </a:p>
        </p:txBody>
      </p:sp>
      <p:sp>
        <p:nvSpPr>
          <p:cNvPr id="11282" name="Flowchart: Connector 11281">
            <a:extLst>
              <a:ext uri="{FF2B5EF4-FFF2-40B4-BE49-F238E27FC236}">
                <a16:creationId xmlns:a16="http://schemas.microsoft.com/office/drawing/2014/main" id="{FB7DA054-6ED3-8081-D78F-642B16D8D2B2}"/>
              </a:ext>
            </a:extLst>
          </p:cNvPr>
          <p:cNvSpPr/>
          <p:nvPr/>
        </p:nvSpPr>
        <p:spPr bwMode="auto">
          <a:xfrm>
            <a:off x="1725101" y="3945426"/>
            <a:ext cx="612000" cy="612000"/>
          </a:xfrm>
          <a:prstGeom prst="flowChartConnector">
            <a:avLst/>
          </a:prstGeom>
          <a:solidFill>
            <a:srgbClr val="C2CBDB"/>
          </a:solidFill>
          <a:ln w="6350" cap="flat" cmpd="sng" algn="ctr">
            <a:noFill/>
            <a:prstDash val="solid"/>
            <a:headEnd/>
            <a:tailEnd/>
          </a:ln>
          <a:effectLst>
            <a:outerShdw blurRad="50800" dist="38100" dir="2700000" algn="tl" rotWithShape="0">
              <a:prstClr val="black">
                <a:alpha val="40000"/>
              </a:prstClr>
            </a:outerShdw>
          </a:effectLst>
        </p:spPr>
        <p:txBody>
          <a:bodyPr wrap="square" tIns="72000" bIns="72000" rtlCol="0" anchor="ctr"/>
          <a:lstStyle/>
          <a:p>
            <a:pPr algn="ctr">
              <a:spcBef>
                <a:spcPts val="600"/>
              </a:spcBef>
            </a:pPr>
            <a:r>
              <a:rPr lang="es-ES_tradnl" sz="2000" b="1">
                <a:cs typeface="Arial" pitchFamily="34" charset="0"/>
              </a:rPr>
              <a:t>2</a:t>
            </a:r>
          </a:p>
        </p:txBody>
      </p:sp>
      <p:sp>
        <p:nvSpPr>
          <p:cNvPr id="11283" name="Flowchart: Connector 11282">
            <a:extLst>
              <a:ext uri="{FF2B5EF4-FFF2-40B4-BE49-F238E27FC236}">
                <a16:creationId xmlns:a16="http://schemas.microsoft.com/office/drawing/2014/main" id="{AE1FD4DA-4E9A-D7B7-5E97-F042C9F0ABA4}"/>
              </a:ext>
            </a:extLst>
          </p:cNvPr>
          <p:cNvSpPr/>
          <p:nvPr/>
        </p:nvSpPr>
        <p:spPr bwMode="auto">
          <a:xfrm>
            <a:off x="3632841" y="1940608"/>
            <a:ext cx="612000" cy="612000"/>
          </a:xfrm>
          <a:prstGeom prst="flowChartConnector">
            <a:avLst/>
          </a:prstGeom>
          <a:solidFill>
            <a:schemeClr val="accent2">
              <a:lumMod val="20000"/>
              <a:lumOff val="80000"/>
            </a:schemeClr>
          </a:solidFill>
          <a:ln w="6350" cap="flat" cmpd="sng" algn="ctr">
            <a:noFill/>
            <a:prstDash val="solid"/>
            <a:headEnd/>
            <a:tailEnd/>
          </a:ln>
          <a:effectLst>
            <a:outerShdw blurRad="50800" dist="38100" dir="2700000" algn="tl" rotWithShape="0">
              <a:prstClr val="black">
                <a:alpha val="40000"/>
              </a:prstClr>
            </a:outerShdw>
          </a:effectLst>
        </p:spPr>
        <p:txBody>
          <a:bodyPr wrap="square" tIns="72000" bIns="72000" rtlCol="0" anchor="ctr"/>
          <a:lstStyle/>
          <a:p>
            <a:pPr algn="ctr">
              <a:spcBef>
                <a:spcPts val="600"/>
              </a:spcBef>
            </a:pPr>
            <a:r>
              <a:rPr lang="es-ES_tradnl" sz="2000" b="1">
                <a:cs typeface="Arial" pitchFamily="34" charset="0"/>
              </a:rPr>
              <a:t>3</a:t>
            </a:r>
          </a:p>
        </p:txBody>
      </p:sp>
      <p:sp>
        <p:nvSpPr>
          <p:cNvPr id="11284" name="Flowchart: Connector 11283">
            <a:extLst>
              <a:ext uri="{FF2B5EF4-FFF2-40B4-BE49-F238E27FC236}">
                <a16:creationId xmlns:a16="http://schemas.microsoft.com/office/drawing/2014/main" id="{E86AB761-5D1F-0474-9E26-AA6A083350F2}"/>
              </a:ext>
            </a:extLst>
          </p:cNvPr>
          <p:cNvSpPr/>
          <p:nvPr/>
        </p:nvSpPr>
        <p:spPr bwMode="auto">
          <a:xfrm>
            <a:off x="4970753" y="4125153"/>
            <a:ext cx="612000" cy="612000"/>
          </a:xfrm>
          <a:prstGeom prst="flowChartConnector">
            <a:avLst/>
          </a:prstGeom>
          <a:solidFill>
            <a:schemeClr val="accent5">
              <a:lumMod val="20000"/>
              <a:lumOff val="80000"/>
            </a:schemeClr>
          </a:solidFill>
          <a:ln w="6350" cap="flat" cmpd="sng" algn="ctr">
            <a:noFill/>
            <a:prstDash val="solid"/>
            <a:headEnd/>
            <a:tailEnd/>
          </a:ln>
          <a:effectLst>
            <a:outerShdw blurRad="50800" dist="38100" dir="2700000" algn="tl" rotWithShape="0">
              <a:prstClr val="black">
                <a:alpha val="40000"/>
              </a:prstClr>
            </a:outerShdw>
          </a:effectLst>
        </p:spPr>
        <p:txBody>
          <a:bodyPr wrap="square" tIns="72000" bIns="72000" rtlCol="0" anchor="ctr"/>
          <a:lstStyle/>
          <a:p>
            <a:pPr algn="ctr">
              <a:spcBef>
                <a:spcPts val="600"/>
              </a:spcBef>
            </a:pPr>
            <a:r>
              <a:rPr lang="es-ES_tradnl" sz="2000" b="1">
                <a:cs typeface="Arial" pitchFamily="34" charset="0"/>
              </a:rPr>
              <a:t>4</a:t>
            </a:r>
          </a:p>
        </p:txBody>
      </p:sp>
      <p:sp>
        <p:nvSpPr>
          <p:cNvPr id="11285" name="Flowchart: Connector 11284">
            <a:extLst>
              <a:ext uri="{FF2B5EF4-FFF2-40B4-BE49-F238E27FC236}">
                <a16:creationId xmlns:a16="http://schemas.microsoft.com/office/drawing/2014/main" id="{3EABCC6D-8C59-296A-98AB-3EAA90507EDE}"/>
              </a:ext>
            </a:extLst>
          </p:cNvPr>
          <p:cNvSpPr/>
          <p:nvPr/>
        </p:nvSpPr>
        <p:spPr bwMode="auto">
          <a:xfrm>
            <a:off x="7086645" y="2131273"/>
            <a:ext cx="612000" cy="612000"/>
          </a:xfrm>
          <a:prstGeom prst="flowChartConnector">
            <a:avLst/>
          </a:prstGeom>
          <a:solidFill>
            <a:schemeClr val="accent5">
              <a:lumMod val="60000"/>
              <a:lumOff val="40000"/>
            </a:schemeClr>
          </a:solidFill>
          <a:ln w="6350" cap="flat" cmpd="sng" algn="ctr">
            <a:noFill/>
            <a:prstDash val="solid"/>
            <a:headEnd/>
            <a:tailEnd/>
          </a:ln>
          <a:effectLst>
            <a:outerShdw blurRad="50800" dist="38100" dir="2700000" algn="tl" rotWithShape="0">
              <a:prstClr val="black">
                <a:alpha val="40000"/>
              </a:prstClr>
            </a:outerShdw>
          </a:effectLst>
        </p:spPr>
        <p:txBody>
          <a:bodyPr wrap="square" tIns="72000" bIns="72000" rtlCol="0" anchor="ctr"/>
          <a:lstStyle/>
          <a:p>
            <a:pPr algn="ctr">
              <a:spcBef>
                <a:spcPts val="600"/>
              </a:spcBef>
            </a:pPr>
            <a:r>
              <a:rPr lang="es-ES_tradnl" sz="2000" b="1">
                <a:cs typeface="Arial" pitchFamily="34" charset="0"/>
              </a:rPr>
              <a:t>5</a:t>
            </a:r>
          </a:p>
        </p:txBody>
      </p:sp>
      <p:sp>
        <p:nvSpPr>
          <p:cNvPr id="11286" name="Flowchart: Connector 11285">
            <a:extLst>
              <a:ext uri="{FF2B5EF4-FFF2-40B4-BE49-F238E27FC236}">
                <a16:creationId xmlns:a16="http://schemas.microsoft.com/office/drawing/2014/main" id="{1F2BD382-7331-F386-C9C0-85A041E5A638}"/>
              </a:ext>
            </a:extLst>
          </p:cNvPr>
          <p:cNvSpPr/>
          <p:nvPr/>
        </p:nvSpPr>
        <p:spPr bwMode="auto">
          <a:xfrm>
            <a:off x="8592837" y="4303690"/>
            <a:ext cx="612000" cy="612000"/>
          </a:xfrm>
          <a:prstGeom prst="flowChartConnector">
            <a:avLst/>
          </a:prstGeom>
          <a:solidFill>
            <a:schemeClr val="accent4">
              <a:lumMod val="75000"/>
            </a:schemeClr>
          </a:solidFill>
          <a:ln w="6350" cap="flat" cmpd="sng" algn="ctr">
            <a:noFill/>
            <a:prstDash val="solid"/>
            <a:headEnd/>
            <a:tailEnd/>
          </a:ln>
          <a:effectLst>
            <a:outerShdw blurRad="50800" dist="38100" dir="2700000" algn="tl" rotWithShape="0">
              <a:prstClr val="black">
                <a:alpha val="40000"/>
              </a:prstClr>
            </a:outerShdw>
          </a:effectLst>
        </p:spPr>
        <p:txBody>
          <a:bodyPr wrap="square" tIns="72000" bIns="72000" rtlCol="0" anchor="ctr"/>
          <a:lstStyle/>
          <a:p>
            <a:pPr algn="ctr">
              <a:spcBef>
                <a:spcPts val="600"/>
              </a:spcBef>
            </a:pPr>
            <a:r>
              <a:rPr lang="es-ES_tradnl" sz="2000" b="1">
                <a:cs typeface="Arial" pitchFamily="34" charset="0"/>
              </a:rPr>
              <a:t>6</a:t>
            </a:r>
          </a:p>
        </p:txBody>
      </p:sp>
      <p:sp>
        <p:nvSpPr>
          <p:cNvPr id="11287" name="Flowchart: Connector 11286">
            <a:extLst>
              <a:ext uri="{FF2B5EF4-FFF2-40B4-BE49-F238E27FC236}">
                <a16:creationId xmlns:a16="http://schemas.microsoft.com/office/drawing/2014/main" id="{08FF7957-0ED6-93A8-5F21-B633ABE1BA34}"/>
              </a:ext>
            </a:extLst>
          </p:cNvPr>
          <p:cNvSpPr/>
          <p:nvPr/>
        </p:nvSpPr>
        <p:spPr bwMode="auto">
          <a:xfrm>
            <a:off x="10309014" y="1892742"/>
            <a:ext cx="612000" cy="612000"/>
          </a:xfrm>
          <a:prstGeom prst="flowChartConnector">
            <a:avLst/>
          </a:prstGeom>
          <a:solidFill>
            <a:schemeClr val="accent4">
              <a:lumMod val="50000"/>
            </a:schemeClr>
          </a:solidFill>
          <a:ln w="6350" cap="flat" cmpd="sng" algn="ctr">
            <a:noFill/>
            <a:prstDash val="solid"/>
            <a:headEnd/>
            <a:tailEnd/>
          </a:ln>
          <a:effectLst>
            <a:outerShdw blurRad="50800" dist="38100" dir="2700000" algn="tl" rotWithShape="0">
              <a:prstClr val="black">
                <a:alpha val="40000"/>
              </a:prstClr>
            </a:outerShdw>
          </a:effectLst>
        </p:spPr>
        <p:txBody>
          <a:bodyPr wrap="square" tIns="72000" bIns="72000" rtlCol="0" anchor="ctr"/>
          <a:lstStyle/>
          <a:p>
            <a:pPr algn="ctr">
              <a:spcBef>
                <a:spcPts val="600"/>
              </a:spcBef>
            </a:pPr>
            <a:r>
              <a:rPr lang="es-ES_tradnl" sz="2000" b="1">
                <a:solidFill>
                  <a:schemeClr val="bg1"/>
                </a:solidFill>
                <a:cs typeface="Arial" pitchFamily="34" charset="0"/>
              </a:rPr>
              <a:t>7</a:t>
            </a:r>
          </a:p>
        </p:txBody>
      </p:sp>
    </p:spTree>
    <p:extLst>
      <p:ext uri="{BB962C8B-B14F-4D97-AF65-F5344CB8AC3E}">
        <p14:creationId xmlns:p14="http://schemas.microsoft.com/office/powerpoint/2010/main" val="15061092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A3E69354-1A37-82AD-A63F-4932F7720BB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33C8145-6739-2382-C2B2-E9B35EA53F03}"/>
              </a:ext>
            </a:extLst>
          </p:cNvPr>
          <p:cNvPicPr>
            <a:picLocks noChangeAspect="1"/>
          </p:cNvPicPr>
          <p:nvPr/>
        </p:nvPicPr>
        <p:blipFill rotWithShape="1">
          <a:blip r:embed="rId3">
            <a:extLst>
              <a:ext uri="{28A0092B-C50C-407E-A947-70E740481C1C}">
                <a14:useLocalDpi xmlns:a14="http://schemas.microsoft.com/office/drawing/2010/main" val="0"/>
              </a:ext>
            </a:extLst>
          </a:blip>
          <a:srcRect l="5556" r="5556"/>
          <a:stretch/>
        </p:blipFill>
        <p:spPr>
          <a:xfrm>
            <a:off x="0" y="0"/>
            <a:ext cx="12192000" cy="6858000"/>
          </a:xfrm>
          <a:prstGeom prst="rect">
            <a:avLst/>
          </a:prstGeom>
        </p:spPr>
      </p:pic>
      <p:pic>
        <p:nvPicPr>
          <p:cNvPr id="6" name="Picture 5">
            <a:extLst>
              <a:ext uri="{FF2B5EF4-FFF2-40B4-BE49-F238E27FC236}">
                <a16:creationId xmlns:a16="http://schemas.microsoft.com/office/drawing/2014/main" id="{A7C2BDEF-A86A-9C00-42E0-B71142EF8A68}"/>
              </a:ext>
            </a:extLst>
          </p:cNvPr>
          <p:cNvPicPr>
            <a:picLocks noChangeAspect="1"/>
          </p:cNvPicPr>
          <p:nvPr/>
        </p:nvPicPr>
        <p:blipFill rotWithShape="1">
          <a:blip r:embed="rId4">
            <a:extLst>
              <a:ext uri="{BEBA8EAE-BF5A-486C-A8C5-ECC9F3942E4B}">
                <a14:imgProps xmlns:a14="http://schemas.microsoft.com/office/drawing/2010/main">
                  <a14:imgLayer r:embed="rId5">
                    <a14:imgEffect>
                      <a14:colorTemperature colorTemp="4700"/>
                    </a14:imgEffect>
                  </a14:imgLayer>
                </a14:imgProps>
              </a:ext>
            </a:extLst>
          </a:blip>
          <a:srcRect r="23118" b="6897"/>
          <a:stretch/>
        </p:blipFill>
        <p:spPr>
          <a:xfrm>
            <a:off x="0" y="-27633"/>
            <a:ext cx="12192000" cy="6858000"/>
          </a:xfrm>
          <a:prstGeom prst="rect">
            <a:avLst/>
          </a:prstGeom>
        </p:spPr>
      </p:pic>
      <p:sp>
        <p:nvSpPr>
          <p:cNvPr id="12" name="Google Shape;74;p11">
            <a:extLst>
              <a:ext uri="{FF2B5EF4-FFF2-40B4-BE49-F238E27FC236}">
                <a16:creationId xmlns:a16="http://schemas.microsoft.com/office/drawing/2014/main" id="{C47E7D98-0CE1-E422-E245-84B12A8144E0}"/>
              </a:ext>
            </a:extLst>
          </p:cNvPr>
          <p:cNvSpPr txBox="1"/>
          <p:nvPr/>
        </p:nvSpPr>
        <p:spPr>
          <a:xfrm>
            <a:off x="254001" y="575220"/>
            <a:ext cx="1905000" cy="602000"/>
          </a:xfrm>
          <a:prstGeom prst="rect">
            <a:avLst/>
          </a:prstGeom>
          <a:noFill/>
          <a:ln>
            <a:noFill/>
          </a:ln>
        </p:spPr>
        <p:txBody>
          <a:bodyPr spcFirstLastPara="1" wrap="square" lIns="107267" tIns="53633" rIns="107267" bIns="53633" anchor="t" anchorCtr="0">
            <a:noAutofit/>
          </a:bodyPr>
          <a:lstStyle/>
          <a:p>
            <a:pPr lvl="0">
              <a:lnSpc>
                <a:spcPct val="102000"/>
              </a:lnSpc>
            </a:pPr>
            <a:r>
              <a:rPr lang="en-GB" sz="2000" b="1" err="1">
                <a:solidFill>
                  <a:srgbClr val="FFFFFF"/>
                </a:solidFill>
                <a:latin typeface="Segoe UI"/>
                <a:ea typeface="Lato"/>
                <a:cs typeface="Segoe UI"/>
              </a:rPr>
              <a:t>Índice</a:t>
            </a:r>
            <a:endParaRPr lang="en-GB" sz="2000" b="1">
              <a:solidFill>
                <a:srgbClr val="FFFFFF"/>
              </a:solidFill>
              <a:latin typeface="Segoe UI" panose="020B0502040204020203" pitchFamily="34" charset="0"/>
              <a:ea typeface="Lato"/>
              <a:cs typeface="Segoe UI" panose="020B0502040204020203" pitchFamily="34" charset="0"/>
            </a:endParaRPr>
          </a:p>
        </p:txBody>
      </p:sp>
      <p:sp>
        <p:nvSpPr>
          <p:cNvPr id="15" name="Google Shape;74;p11">
            <a:extLst>
              <a:ext uri="{FF2B5EF4-FFF2-40B4-BE49-F238E27FC236}">
                <a16:creationId xmlns:a16="http://schemas.microsoft.com/office/drawing/2014/main" id="{BB4D2B24-72E6-A68B-940E-34E9DCD62263}"/>
              </a:ext>
            </a:extLst>
          </p:cNvPr>
          <p:cNvSpPr txBox="1"/>
          <p:nvPr/>
        </p:nvSpPr>
        <p:spPr>
          <a:xfrm>
            <a:off x="1242027" y="1226307"/>
            <a:ext cx="6756346" cy="4405385"/>
          </a:xfrm>
          <a:prstGeom prst="rect">
            <a:avLst/>
          </a:prstGeom>
          <a:noFill/>
          <a:ln>
            <a:noFill/>
          </a:ln>
        </p:spPr>
        <p:txBody>
          <a:bodyPr spcFirstLastPara="1" wrap="square" lIns="107267" tIns="53633" rIns="107267" bIns="53633" anchor="t" anchorCtr="0">
            <a:noAutofit/>
          </a:bodyPr>
          <a:lstStyle/>
          <a:p>
            <a:pPr>
              <a:lnSpc>
                <a:spcPct val="102000"/>
              </a:lnSpc>
            </a:pPr>
            <a:r>
              <a:rPr lang="es-ES_tradnl" sz="2000" b="1">
                <a:solidFill>
                  <a:srgbClr val="404040"/>
                </a:solidFill>
                <a:latin typeface="Segoe UI"/>
                <a:ea typeface="Lato"/>
                <a:cs typeface="Segoe UI"/>
                <a:sym typeface="Lato"/>
              </a:rPr>
              <a:t>Contexto general</a:t>
            </a:r>
          </a:p>
          <a:p>
            <a:pPr lvl="0">
              <a:lnSpc>
                <a:spcPct val="102000"/>
              </a:lnSpc>
            </a:pPr>
            <a:endParaRPr lang="en-GB" sz="2000" b="1">
              <a:solidFill>
                <a:schemeClr val="bg1"/>
              </a:solidFill>
              <a:latin typeface="Segoe UI" panose="020B0502040204020203" pitchFamily="34" charset="0"/>
              <a:ea typeface="Lato"/>
              <a:cs typeface="Segoe UI" panose="020B0502040204020203" pitchFamily="34" charset="0"/>
            </a:endParaRPr>
          </a:p>
          <a:p>
            <a:pPr>
              <a:lnSpc>
                <a:spcPct val="102000"/>
              </a:lnSpc>
            </a:pPr>
            <a:r>
              <a:rPr lang="es-ES_tradnl" sz="2000" b="1">
                <a:solidFill>
                  <a:srgbClr val="404040"/>
                </a:solidFill>
                <a:latin typeface="Segoe UI"/>
                <a:ea typeface="Lato"/>
                <a:cs typeface="Segoe UI"/>
                <a:sym typeface="Lato"/>
              </a:rPr>
              <a:t>Valor residual en el mercado de automóviles</a:t>
            </a:r>
            <a:endParaRPr lang="es-ES_tradnl" sz="2000" b="1">
              <a:solidFill>
                <a:srgbClr val="404040"/>
              </a:solidFill>
              <a:latin typeface="Segoe UI"/>
              <a:ea typeface="Lato"/>
              <a:cs typeface="Segoe UI"/>
            </a:endParaRPr>
          </a:p>
          <a:p>
            <a:pPr lvl="0">
              <a:lnSpc>
                <a:spcPct val="102000"/>
              </a:lnSpc>
            </a:pPr>
            <a:endParaRPr lang="en-GB" sz="2000" b="1">
              <a:solidFill>
                <a:srgbClr val="404040"/>
              </a:solidFill>
              <a:latin typeface="Segoe UI"/>
              <a:ea typeface="Lato"/>
              <a:cs typeface="Segoe UI"/>
            </a:endParaRPr>
          </a:p>
          <a:p>
            <a:pPr>
              <a:lnSpc>
                <a:spcPct val="102000"/>
              </a:lnSpc>
            </a:pPr>
            <a:r>
              <a:rPr lang="es-ES_tradnl" sz="2000" b="1">
                <a:solidFill>
                  <a:srgbClr val="404040"/>
                </a:solidFill>
                <a:latin typeface="Segoe UI"/>
                <a:ea typeface="Lato"/>
                <a:cs typeface="Segoe UI"/>
                <a:sym typeface="Lato"/>
              </a:rPr>
              <a:t>Componentes que influyen en el valor residual</a:t>
            </a:r>
            <a:endParaRPr lang="es-ES_tradnl" sz="2000" b="1">
              <a:solidFill>
                <a:srgbClr val="404040"/>
              </a:solidFill>
              <a:latin typeface="Segoe UI"/>
              <a:ea typeface="Lato"/>
              <a:cs typeface="Segoe UI"/>
            </a:endParaRPr>
          </a:p>
          <a:p>
            <a:pPr>
              <a:lnSpc>
                <a:spcPct val="102000"/>
              </a:lnSpc>
            </a:pPr>
            <a:endParaRPr lang="es-ES_tradnl" sz="2000" b="1">
              <a:solidFill>
                <a:srgbClr val="404040"/>
              </a:solidFill>
              <a:latin typeface="Segoe UI"/>
              <a:ea typeface="Lato"/>
              <a:cs typeface="Segoe UI"/>
              <a:sym typeface="Lato"/>
            </a:endParaRPr>
          </a:p>
          <a:p>
            <a:pPr>
              <a:lnSpc>
                <a:spcPct val="102000"/>
              </a:lnSpc>
            </a:pPr>
            <a:r>
              <a:rPr lang="es-ES_tradnl" sz="2000" b="1">
                <a:solidFill>
                  <a:srgbClr val="404040"/>
                </a:solidFill>
                <a:latin typeface="Segoe UI"/>
                <a:ea typeface="Lato"/>
                <a:cs typeface="Segoe UI"/>
                <a:sym typeface="Lato"/>
              </a:rPr>
              <a:t>Desarrollo de un modelo de cálculo del valor residual</a:t>
            </a:r>
          </a:p>
          <a:p>
            <a:pPr>
              <a:lnSpc>
                <a:spcPct val="102000"/>
              </a:lnSpc>
            </a:pPr>
            <a:endParaRPr lang="es-ES_tradnl" sz="2000" b="1">
              <a:solidFill>
                <a:srgbClr val="404040"/>
              </a:solidFill>
              <a:latin typeface="Segoe UI"/>
              <a:ea typeface="Lato"/>
              <a:cs typeface="Segoe UI"/>
              <a:sym typeface="Lato"/>
            </a:endParaRPr>
          </a:p>
          <a:p>
            <a:pPr>
              <a:lnSpc>
                <a:spcPct val="102000"/>
              </a:lnSpc>
            </a:pPr>
            <a:r>
              <a:rPr lang="es-ES_tradnl" sz="2000" b="1">
                <a:solidFill>
                  <a:schemeClr val="bg1"/>
                </a:solidFill>
                <a:latin typeface="Segoe UI"/>
                <a:ea typeface="Lato"/>
                <a:cs typeface="Segoe UI"/>
              </a:rPr>
              <a:t>Resultados y conclusiones</a:t>
            </a:r>
          </a:p>
          <a:p>
            <a:pPr>
              <a:lnSpc>
                <a:spcPct val="102000"/>
              </a:lnSpc>
            </a:pPr>
            <a:endParaRPr lang="es-ES_tradnl" sz="2000" b="1">
              <a:solidFill>
                <a:srgbClr val="404040"/>
              </a:solidFill>
              <a:latin typeface="Segoe UI"/>
              <a:ea typeface="Lato"/>
              <a:cs typeface="Segoe UI"/>
            </a:endParaRPr>
          </a:p>
          <a:p>
            <a:pPr>
              <a:lnSpc>
                <a:spcPct val="102000"/>
              </a:lnSpc>
            </a:pPr>
            <a:r>
              <a:rPr lang="es-ES_tradnl" sz="2000" b="1">
                <a:solidFill>
                  <a:srgbClr val="404040"/>
                </a:solidFill>
                <a:latin typeface="Segoe UI"/>
                <a:ea typeface="Lato"/>
                <a:cs typeface="Segoe UI"/>
              </a:rPr>
              <a:t>Anexo</a:t>
            </a:r>
          </a:p>
        </p:txBody>
      </p:sp>
      <p:sp>
        <p:nvSpPr>
          <p:cNvPr id="27" name="Rectangle 26">
            <a:extLst>
              <a:ext uri="{FF2B5EF4-FFF2-40B4-BE49-F238E27FC236}">
                <a16:creationId xmlns:a16="http://schemas.microsoft.com/office/drawing/2014/main" id="{2C29D564-AD99-7248-9659-524D90FD205D}"/>
              </a:ext>
            </a:extLst>
          </p:cNvPr>
          <p:cNvSpPr/>
          <p:nvPr/>
        </p:nvSpPr>
        <p:spPr>
          <a:xfrm>
            <a:off x="509521" y="1188052"/>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1</a:t>
            </a:r>
          </a:p>
        </p:txBody>
      </p:sp>
      <p:sp>
        <p:nvSpPr>
          <p:cNvPr id="28" name="Rectangle 27">
            <a:extLst>
              <a:ext uri="{FF2B5EF4-FFF2-40B4-BE49-F238E27FC236}">
                <a16:creationId xmlns:a16="http://schemas.microsoft.com/office/drawing/2014/main" id="{0297F621-DBA7-58E2-ACCD-7E5F595C9BB7}"/>
              </a:ext>
            </a:extLst>
          </p:cNvPr>
          <p:cNvSpPr/>
          <p:nvPr/>
        </p:nvSpPr>
        <p:spPr>
          <a:xfrm>
            <a:off x="509521" y="1804884"/>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2</a:t>
            </a:r>
          </a:p>
        </p:txBody>
      </p:sp>
      <p:sp>
        <p:nvSpPr>
          <p:cNvPr id="29" name="Rectangle 28">
            <a:extLst>
              <a:ext uri="{FF2B5EF4-FFF2-40B4-BE49-F238E27FC236}">
                <a16:creationId xmlns:a16="http://schemas.microsoft.com/office/drawing/2014/main" id="{A3A4C5E6-926C-BFE9-B9CA-FDD5A9EE3BF7}"/>
              </a:ext>
            </a:extLst>
          </p:cNvPr>
          <p:cNvSpPr/>
          <p:nvPr/>
        </p:nvSpPr>
        <p:spPr>
          <a:xfrm>
            <a:off x="509521" y="24217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3</a:t>
            </a:r>
          </a:p>
        </p:txBody>
      </p:sp>
      <p:sp>
        <p:nvSpPr>
          <p:cNvPr id="30" name="Rectangle 29">
            <a:extLst>
              <a:ext uri="{FF2B5EF4-FFF2-40B4-BE49-F238E27FC236}">
                <a16:creationId xmlns:a16="http://schemas.microsoft.com/office/drawing/2014/main" id="{77177AC9-99B7-595F-0F68-6337FE9135CB}"/>
              </a:ext>
            </a:extLst>
          </p:cNvPr>
          <p:cNvSpPr/>
          <p:nvPr/>
        </p:nvSpPr>
        <p:spPr>
          <a:xfrm>
            <a:off x="509521" y="3038548"/>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4</a:t>
            </a:r>
          </a:p>
        </p:txBody>
      </p:sp>
      <p:sp>
        <p:nvSpPr>
          <p:cNvPr id="31" name="Rectangle 30">
            <a:extLst>
              <a:ext uri="{FF2B5EF4-FFF2-40B4-BE49-F238E27FC236}">
                <a16:creationId xmlns:a16="http://schemas.microsoft.com/office/drawing/2014/main" id="{D525D46F-E8FF-AAB5-20E2-009C3DF0A29F}"/>
              </a:ext>
            </a:extLst>
          </p:cNvPr>
          <p:cNvSpPr/>
          <p:nvPr/>
        </p:nvSpPr>
        <p:spPr>
          <a:xfrm>
            <a:off x="509521" y="3655380"/>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5</a:t>
            </a:r>
          </a:p>
        </p:txBody>
      </p:sp>
      <p:sp>
        <p:nvSpPr>
          <p:cNvPr id="4" name="Rectangle 3">
            <a:extLst>
              <a:ext uri="{FF2B5EF4-FFF2-40B4-BE49-F238E27FC236}">
                <a16:creationId xmlns:a16="http://schemas.microsoft.com/office/drawing/2014/main" id="{C0869ED8-66D6-FE95-5F07-7C8869BC2073}"/>
              </a:ext>
            </a:extLst>
          </p:cNvPr>
          <p:cNvSpPr/>
          <p:nvPr/>
        </p:nvSpPr>
        <p:spPr>
          <a:xfrm>
            <a:off x="509521" y="4295243"/>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A</a:t>
            </a:r>
          </a:p>
        </p:txBody>
      </p:sp>
    </p:spTree>
    <p:extLst>
      <p:ext uri="{BB962C8B-B14F-4D97-AF65-F5344CB8AC3E}">
        <p14:creationId xmlns:p14="http://schemas.microsoft.com/office/powerpoint/2010/main" val="2797500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E8E35-3781-FA3C-076A-98FB07DFBA7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275F0C7-4486-F0BE-3028-38A4B20CF529}"/>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2" name="Rectangle 17">
            <a:extLst>
              <a:ext uri="{FF2B5EF4-FFF2-40B4-BE49-F238E27FC236}">
                <a16:creationId xmlns:a16="http://schemas.microsoft.com/office/drawing/2014/main" id="{025839E4-A15B-D6F9-E1BC-6D1C8F790D5B}"/>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Resultados y conclusiones</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Selección del mejor modelo</a:t>
            </a:r>
          </a:p>
        </p:txBody>
      </p:sp>
      <p:sp>
        <p:nvSpPr>
          <p:cNvPr id="3" name="Rectangle 2">
            <a:extLst>
              <a:ext uri="{FF2B5EF4-FFF2-40B4-BE49-F238E27FC236}">
                <a16:creationId xmlns:a16="http://schemas.microsoft.com/office/drawing/2014/main" id="{A3A5CB2D-1F11-3ADD-EDCB-3AD4A46235E6}"/>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5</a:t>
            </a:r>
          </a:p>
        </p:txBody>
      </p:sp>
      <p:sp>
        <p:nvSpPr>
          <p:cNvPr id="4" name="Google Shape;978;p52">
            <a:extLst>
              <a:ext uri="{FF2B5EF4-FFF2-40B4-BE49-F238E27FC236}">
                <a16:creationId xmlns:a16="http://schemas.microsoft.com/office/drawing/2014/main" id="{6714A796-1EB7-6CD2-2ABE-CD8A250BC076}"/>
              </a:ext>
            </a:extLst>
          </p:cNvPr>
          <p:cNvSpPr/>
          <p:nvPr/>
        </p:nvSpPr>
        <p:spPr>
          <a:xfrm>
            <a:off x="515600" y="1172039"/>
            <a:ext cx="11160800"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a:solidFill>
                  <a:srgbClr val="073763"/>
                </a:solidFill>
                <a:latin typeface="Arial" panose="020B0604020202020204" pitchFamily="34" charset="0"/>
                <a:cs typeface="Arial" panose="020B0604020202020204" pitchFamily="34" charset="0"/>
                <a:sym typeface="Quattrocento Sans"/>
              </a:rPr>
              <a:t>Tras entrenar los diferentes modelos predictivos y analizar sus resultados, se ha selección el modelo </a:t>
            </a:r>
            <a:r>
              <a:rPr lang="es-ES_tradnl" sz="1400" b="1" err="1">
                <a:solidFill>
                  <a:srgbClr val="073763"/>
                </a:solidFill>
                <a:latin typeface="Arial" panose="020B0604020202020204" pitchFamily="34" charset="0"/>
                <a:cs typeface="Arial" panose="020B0604020202020204" pitchFamily="34" charset="0"/>
                <a:sym typeface="Quattrocento Sans"/>
              </a:rPr>
              <a:t>XGBoost</a:t>
            </a:r>
            <a:r>
              <a:rPr lang="es-ES_tradnl" sz="1400" b="1">
                <a:solidFill>
                  <a:srgbClr val="073763"/>
                </a:solidFill>
                <a:latin typeface="Arial" panose="020B0604020202020204" pitchFamily="34" charset="0"/>
                <a:cs typeface="Arial" panose="020B0604020202020204" pitchFamily="34" charset="0"/>
                <a:sym typeface="Quattrocento Sans"/>
              </a:rPr>
              <a:t> como mejor modelo de predicción de precio de vehículos de segunda mano. De esta forma, será integrado como componente del  modelo de predicción del valor residual según lo explicado.</a:t>
            </a:r>
          </a:p>
        </p:txBody>
      </p:sp>
      <p:sp>
        <p:nvSpPr>
          <p:cNvPr id="8" name="TextBox 7">
            <a:extLst>
              <a:ext uri="{FF2B5EF4-FFF2-40B4-BE49-F238E27FC236}">
                <a16:creationId xmlns:a16="http://schemas.microsoft.com/office/drawing/2014/main" id="{7D9AF8EF-015A-5F78-47A0-AB1F8E280A5F}"/>
              </a:ext>
            </a:extLst>
          </p:cNvPr>
          <p:cNvSpPr txBox="1"/>
          <p:nvPr/>
        </p:nvSpPr>
        <p:spPr>
          <a:xfrm>
            <a:off x="917526" y="2010280"/>
            <a:ext cx="2640875" cy="340519"/>
          </a:xfrm>
          <a:prstGeom prst="roundRect">
            <a:avLst/>
          </a:prstGeom>
          <a:solidFill>
            <a:schemeClr val="accent1"/>
          </a:solidFill>
          <a:effectLst>
            <a:outerShdw blurRad="50800" dist="38100" dir="2700000" algn="tl" rotWithShape="0">
              <a:prstClr val="black">
                <a:alpha val="40000"/>
              </a:prstClr>
            </a:outerShdw>
          </a:effectLst>
        </p:spPr>
        <p:txBody>
          <a:bodyPr wrap="square" rtlCol="0">
            <a:spAutoFit/>
          </a:bodyPr>
          <a:lstStyle/>
          <a:p>
            <a:r>
              <a:rPr lang="es-ES_tradnl" sz="1400" b="1">
                <a:solidFill>
                  <a:schemeClr val="bg1"/>
                </a:solidFill>
                <a:latin typeface="Segoe Print" panose="02000600000000000000" pitchFamily="2" charset="0"/>
              </a:rPr>
              <a:t>Métricas del error en test</a:t>
            </a:r>
          </a:p>
        </p:txBody>
      </p:sp>
      <p:sp>
        <p:nvSpPr>
          <p:cNvPr id="10" name="TextBox 9">
            <a:extLst>
              <a:ext uri="{FF2B5EF4-FFF2-40B4-BE49-F238E27FC236}">
                <a16:creationId xmlns:a16="http://schemas.microsoft.com/office/drawing/2014/main" id="{D992F921-8434-732E-66BE-EA80DCD2265B}"/>
              </a:ext>
            </a:extLst>
          </p:cNvPr>
          <p:cNvSpPr txBox="1"/>
          <p:nvPr/>
        </p:nvSpPr>
        <p:spPr>
          <a:xfrm>
            <a:off x="6423313" y="2010280"/>
            <a:ext cx="4273262" cy="340519"/>
          </a:xfrm>
          <a:prstGeom prst="roundRect">
            <a:avLst/>
          </a:prstGeom>
          <a:solidFill>
            <a:schemeClr val="accent1"/>
          </a:solidFill>
          <a:effectLst>
            <a:outerShdw blurRad="50800" dist="38100" dir="2700000" algn="tl" rotWithShape="0">
              <a:prstClr val="black">
                <a:alpha val="40000"/>
              </a:prstClr>
            </a:outerShdw>
          </a:effectLst>
        </p:spPr>
        <p:txBody>
          <a:bodyPr wrap="square" rtlCol="0">
            <a:spAutoFit/>
          </a:bodyPr>
          <a:lstStyle/>
          <a:p>
            <a:r>
              <a:rPr lang="es-ES_tradnl" sz="1400" b="1">
                <a:solidFill>
                  <a:schemeClr val="bg1"/>
                </a:solidFill>
                <a:latin typeface="Segoe Print" panose="02000600000000000000" pitchFamily="2" charset="0"/>
              </a:rPr>
              <a:t>Métricas del error en un subconjunto de test</a:t>
            </a:r>
          </a:p>
        </p:txBody>
      </p:sp>
      <p:sp>
        <p:nvSpPr>
          <p:cNvPr id="11" name="TextBox 10">
            <a:extLst>
              <a:ext uri="{FF2B5EF4-FFF2-40B4-BE49-F238E27FC236}">
                <a16:creationId xmlns:a16="http://schemas.microsoft.com/office/drawing/2014/main" id="{6916966B-2732-FF5D-62E9-E677A69096AB}"/>
              </a:ext>
            </a:extLst>
          </p:cNvPr>
          <p:cNvSpPr txBox="1"/>
          <p:nvPr/>
        </p:nvSpPr>
        <p:spPr>
          <a:xfrm>
            <a:off x="925550" y="4733102"/>
            <a:ext cx="10340899" cy="1601913"/>
          </a:xfrm>
          <a:prstGeom prst="roundRect">
            <a:avLst/>
          </a:prstGeom>
          <a:solidFill>
            <a:srgbClr val="F2F2F2"/>
          </a:solidFill>
          <a:ln>
            <a:noFill/>
          </a:ln>
          <a:effectLst>
            <a:outerShdw blurRad="50800" dist="38100" dir="2700000" algn="tl" rotWithShape="0">
              <a:prstClr val="black">
                <a:alpha val="40000"/>
              </a:prstClr>
            </a:outerShdw>
          </a:effectLst>
        </p:spPr>
        <p:txBody>
          <a:bodyPr wrap="square" tIns="108000" rtlCol="0">
            <a:spAutoFit/>
          </a:bodyPr>
          <a:lstStyle/>
          <a:p>
            <a:pPr algn="just"/>
            <a:r>
              <a:rPr lang="es-ES_tradnl" sz="1400">
                <a:solidFill>
                  <a:schemeClr val="accent1"/>
                </a:solidFill>
                <a:effectLst/>
                <a:latin typeface="Quattrocento Sans" panose="020B0502050000020003" pitchFamily="34" charset="0"/>
                <a:ea typeface="Aptos" panose="020B0004020202020204" pitchFamily="34" charset="0"/>
              </a:rPr>
              <a:t>Como el modelo de predicción del precio de vehículos de segunda mano se pretende utilizar como componente </a:t>
            </a:r>
            <a:r>
              <a:rPr lang="es-ES_tradnl" sz="1400">
                <a:solidFill>
                  <a:schemeClr val="accent1"/>
                </a:solidFill>
                <a:latin typeface="Quattrocento Sans" panose="020B0502050000020003" pitchFamily="34" charset="0"/>
                <a:ea typeface="Aptos" panose="020B0004020202020204" pitchFamily="34" charset="0"/>
              </a:rPr>
              <a:t>de un modelo de cálculo del valor residual, </a:t>
            </a:r>
            <a:r>
              <a:rPr lang="es-ES_tradnl" sz="1400">
                <a:solidFill>
                  <a:schemeClr val="accent1"/>
                </a:solidFill>
                <a:effectLst/>
                <a:latin typeface="Quattrocento Sans" panose="020B0502050000020003" pitchFamily="34" charset="0"/>
                <a:ea typeface="Aptos" panose="020B0004020202020204" pitchFamily="34" charset="0"/>
              </a:rPr>
              <a:t>es particularmente interesante estudiar el error en un subconjunto del conjunto de test que se asemeja lo más posible a los valores de entrada que tend</a:t>
            </a:r>
            <a:r>
              <a:rPr lang="es-ES_tradnl" sz="1400">
                <a:solidFill>
                  <a:schemeClr val="accent1"/>
                </a:solidFill>
                <a:latin typeface="Quattrocento Sans" panose="020B0502050000020003" pitchFamily="34" charset="0"/>
                <a:ea typeface="Aptos" panose="020B0004020202020204" pitchFamily="34" charset="0"/>
              </a:rPr>
              <a:t>rá el modelo en producción. Por las características de los préstamos de leasing, renting y </a:t>
            </a:r>
            <a:r>
              <a:rPr lang="es-ES_tradnl" sz="1400" err="1">
                <a:solidFill>
                  <a:schemeClr val="accent1"/>
                </a:solidFill>
                <a:latin typeface="Quattrocento Sans" panose="020B0502050000020003" pitchFamily="34" charset="0"/>
                <a:ea typeface="Aptos" panose="020B0004020202020204" pitchFamily="34" charset="0"/>
              </a:rPr>
              <a:t>multiopción</a:t>
            </a:r>
            <a:r>
              <a:rPr lang="es-ES_tradnl" sz="1400">
                <a:solidFill>
                  <a:schemeClr val="accent1"/>
                </a:solidFill>
                <a:latin typeface="Quattrocento Sans" panose="020B0502050000020003" pitchFamily="34" charset="0"/>
                <a:ea typeface="Aptos" panose="020B0004020202020204" pitchFamily="34" charset="0"/>
              </a:rPr>
              <a:t>, la duración del contrato se suele encontrar </a:t>
            </a:r>
            <a:r>
              <a:rPr lang="es-ES_tradnl" sz="1400" b="1">
                <a:solidFill>
                  <a:schemeClr val="accent1"/>
                </a:solidFill>
                <a:latin typeface="Quattrocento Sans" panose="020B0502050000020003" pitchFamily="34" charset="0"/>
                <a:ea typeface="Aptos" panose="020B0004020202020204" pitchFamily="34" charset="0"/>
              </a:rPr>
              <a:t>entre 2 y 6 años</a:t>
            </a:r>
            <a:r>
              <a:rPr lang="es-ES_tradnl" sz="1400">
                <a:solidFill>
                  <a:schemeClr val="accent1"/>
                </a:solidFill>
                <a:latin typeface="Quattrocento Sans" panose="020B0502050000020003" pitchFamily="34" charset="0"/>
                <a:ea typeface="Aptos" panose="020B0004020202020204" pitchFamily="34" charset="0"/>
              </a:rPr>
              <a:t>, y la gran mayoría de los importes financiados se encuentran </a:t>
            </a:r>
            <a:r>
              <a:rPr lang="es-ES_tradnl" sz="1400" b="1">
                <a:solidFill>
                  <a:schemeClr val="accent1"/>
                </a:solidFill>
                <a:latin typeface="Quattrocento Sans" panose="020B0502050000020003" pitchFamily="34" charset="0"/>
                <a:ea typeface="Aptos" panose="020B0004020202020204" pitchFamily="34" charset="0"/>
              </a:rPr>
              <a:t>entre 10,000 $ y 50,000 $</a:t>
            </a:r>
            <a:r>
              <a:rPr lang="es-ES_tradnl" sz="1400">
                <a:solidFill>
                  <a:schemeClr val="accent1"/>
                </a:solidFill>
                <a:latin typeface="Quattrocento Sans" panose="020B0502050000020003" pitchFamily="34" charset="0"/>
                <a:ea typeface="Aptos" panose="020B0004020202020204" pitchFamily="34" charset="0"/>
              </a:rPr>
              <a:t>. Para este subconjunto de datos, </a:t>
            </a:r>
            <a:r>
              <a:rPr lang="es-ES_tradnl" sz="1400" b="1">
                <a:solidFill>
                  <a:schemeClr val="accent1"/>
                </a:solidFill>
                <a:latin typeface="Quattrocento Sans" panose="020B0502050000020003" pitchFamily="34" charset="0"/>
                <a:ea typeface="Aptos" panose="020B0004020202020204" pitchFamily="34" charset="0"/>
              </a:rPr>
              <a:t>el modelo predice todavía mejor</a:t>
            </a:r>
            <a:r>
              <a:rPr lang="es-ES_tradnl" sz="1400">
                <a:solidFill>
                  <a:schemeClr val="accent1"/>
                </a:solidFill>
                <a:latin typeface="Quattrocento Sans" panose="020B0502050000020003" pitchFamily="34" charset="0"/>
                <a:ea typeface="Aptos" panose="020B0004020202020204" pitchFamily="34" charset="0"/>
              </a:rPr>
              <a:t>. Esto se debe a que el mayor error que comete el modelo es en los extremos del espectro de precios.</a:t>
            </a:r>
            <a:endParaRPr lang="es-ES_tradnl" sz="1400">
              <a:solidFill>
                <a:schemeClr val="accent1"/>
              </a:solidFill>
              <a:latin typeface="Quattrocento Sans" panose="020B0502050000020003" pitchFamily="34" charset="0"/>
            </a:endParaRPr>
          </a:p>
        </p:txBody>
      </p:sp>
      <p:pic>
        <p:nvPicPr>
          <p:cNvPr id="12" name="Picture 11">
            <a:extLst>
              <a:ext uri="{FF2B5EF4-FFF2-40B4-BE49-F238E27FC236}">
                <a16:creationId xmlns:a16="http://schemas.microsoft.com/office/drawing/2014/main" id="{F57D64A4-2B04-FC7D-841A-3591ED63A88A}"/>
              </a:ext>
            </a:extLst>
          </p:cNvPr>
          <p:cNvPicPr>
            <a:picLocks noChangeAspect="1"/>
          </p:cNvPicPr>
          <p:nvPr/>
        </p:nvPicPr>
        <p:blipFill>
          <a:blip r:embed="rId2"/>
          <a:stretch>
            <a:fillRect/>
          </a:stretch>
        </p:blipFill>
        <p:spPr>
          <a:xfrm>
            <a:off x="917526" y="2318399"/>
            <a:ext cx="5286629" cy="2280193"/>
          </a:xfrm>
          <a:prstGeom prst="rect">
            <a:avLst/>
          </a:prstGeom>
        </p:spPr>
      </p:pic>
      <p:pic>
        <p:nvPicPr>
          <p:cNvPr id="22" name="Picture 21">
            <a:extLst>
              <a:ext uri="{FF2B5EF4-FFF2-40B4-BE49-F238E27FC236}">
                <a16:creationId xmlns:a16="http://schemas.microsoft.com/office/drawing/2014/main" id="{6A6C0461-DD07-1675-AF06-62BDAC2934A6}"/>
              </a:ext>
            </a:extLst>
          </p:cNvPr>
          <p:cNvPicPr>
            <a:picLocks noChangeAspect="1"/>
          </p:cNvPicPr>
          <p:nvPr/>
        </p:nvPicPr>
        <p:blipFill>
          <a:blip r:embed="rId3"/>
          <a:stretch>
            <a:fillRect/>
          </a:stretch>
        </p:blipFill>
        <p:spPr>
          <a:xfrm>
            <a:off x="6423313" y="2318399"/>
            <a:ext cx="4835111" cy="2278800"/>
          </a:xfrm>
          <a:prstGeom prst="rect">
            <a:avLst/>
          </a:prstGeom>
        </p:spPr>
      </p:pic>
      <p:cxnSp>
        <p:nvCxnSpPr>
          <p:cNvPr id="24" name="Straight Connector 23">
            <a:extLst>
              <a:ext uri="{FF2B5EF4-FFF2-40B4-BE49-F238E27FC236}">
                <a16:creationId xmlns:a16="http://schemas.microsoft.com/office/drawing/2014/main" id="{70106F81-C881-A44C-A441-45D1E9AFC9A6}"/>
              </a:ext>
            </a:extLst>
          </p:cNvPr>
          <p:cNvCxnSpPr/>
          <p:nvPr/>
        </p:nvCxnSpPr>
        <p:spPr>
          <a:xfrm>
            <a:off x="6325386" y="2667789"/>
            <a:ext cx="0" cy="1944000"/>
          </a:xfrm>
          <a:prstGeom prst="line">
            <a:avLst/>
          </a:prstGeom>
          <a:ln w="19050">
            <a:solidFill>
              <a:srgbClr val="314C80"/>
            </a:solidFill>
            <a:prstDash val="dash"/>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99F1AF2-DDB4-34AD-C558-1BDB54D6EC43}"/>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Tree>
    <p:extLst>
      <p:ext uri="{BB962C8B-B14F-4D97-AF65-F5344CB8AC3E}">
        <p14:creationId xmlns:p14="http://schemas.microsoft.com/office/powerpoint/2010/main" val="41311255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264A7-CB90-3266-AE18-FAE429F057EA}"/>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85B8E636-84CA-9B6E-2320-611ECD2E7D71}"/>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2" name="Rectangle 17">
            <a:extLst>
              <a:ext uri="{FF2B5EF4-FFF2-40B4-BE49-F238E27FC236}">
                <a16:creationId xmlns:a16="http://schemas.microsoft.com/office/drawing/2014/main" id="{231D05DF-D15C-8C70-1AF9-3EBB522E35AC}"/>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Resultados y conclusiones</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Selección del mejor modelo con foco en vehículos eléctricos</a:t>
            </a:r>
          </a:p>
        </p:txBody>
      </p:sp>
      <p:sp>
        <p:nvSpPr>
          <p:cNvPr id="3" name="Rectangle 2">
            <a:extLst>
              <a:ext uri="{FF2B5EF4-FFF2-40B4-BE49-F238E27FC236}">
                <a16:creationId xmlns:a16="http://schemas.microsoft.com/office/drawing/2014/main" id="{9A27328F-1EE6-A6D7-60EA-79DA241F7343}"/>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5</a:t>
            </a:r>
          </a:p>
        </p:txBody>
      </p:sp>
      <p:sp>
        <p:nvSpPr>
          <p:cNvPr id="4" name="Google Shape;978;p52">
            <a:extLst>
              <a:ext uri="{FF2B5EF4-FFF2-40B4-BE49-F238E27FC236}">
                <a16:creationId xmlns:a16="http://schemas.microsoft.com/office/drawing/2014/main" id="{42901E07-566F-EA2F-EDD8-A10FE2C989D7}"/>
              </a:ext>
            </a:extLst>
          </p:cNvPr>
          <p:cNvSpPr/>
          <p:nvPr/>
        </p:nvSpPr>
        <p:spPr>
          <a:xfrm>
            <a:off x="515600" y="1172039"/>
            <a:ext cx="11160800" cy="471600"/>
          </a:xfrm>
          <a:prstGeom prst="roundRect">
            <a:avLst>
              <a:gd name="adj" fmla="val 16667"/>
            </a:avLst>
          </a:prstGeom>
          <a:noFill/>
          <a:ln>
            <a:noFill/>
          </a:ln>
        </p:spPr>
        <p:txBody>
          <a:bodyPr spcFirstLastPara="1" wrap="square" lIns="91433" tIns="45700" rIns="91433" bIns="45700" anchor="ctr" anchorCtr="0">
            <a:noAutofit/>
          </a:bodyPr>
          <a:lstStyle/>
          <a:p>
            <a:pPr algn="ctr">
              <a:spcBef>
                <a:spcPts val="1067"/>
              </a:spcBef>
            </a:pPr>
            <a:r>
              <a:rPr lang="es-ES_tradnl" sz="1400" b="1">
                <a:solidFill>
                  <a:srgbClr val="073763"/>
                </a:solidFill>
                <a:latin typeface="Arial" panose="020B0604020202020204" pitchFamily="34" charset="0"/>
                <a:cs typeface="Arial" panose="020B0604020202020204" pitchFamily="34" charset="0"/>
                <a:sym typeface="Quattrocento Sans"/>
              </a:rPr>
              <a:t>Si se evalúa el error de los modelos alternativos en el subconjunto de vehículos eléctricos, las conclusiones son muy similares. El mejor modelo de predicción en cuanto a performance sigue siendo el modelo </a:t>
            </a:r>
            <a:r>
              <a:rPr lang="es-ES_tradnl" sz="1400" b="1" err="1">
                <a:solidFill>
                  <a:srgbClr val="073763"/>
                </a:solidFill>
                <a:latin typeface="Arial" panose="020B0604020202020204" pitchFamily="34" charset="0"/>
                <a:cs typeface="Arial" panose="020B0604020202020204" pitchFamily="34" charset="0"/>
                <a:sym typeface="Quattrocento Sans"/>
              </a:rPr>
              <a:t>XGBoost</a:t>
            </a:r>
            <a:r>
              <a:rPr lang="es-ES_tradnl" sz="1400" b="1">
                <a:solidFill>
                  <a:srgbClr val="073763"/>
                </a:solidFill>
                <a:latin typeface="Arial" panose="020B0604020202020204" pitchFamily="34" charset="0"/>
                <a:cs typeface="Arial" panose="020B0604020202020204" pitchFamily="34" charset="0"/>
                <a:sym typeface="Quattrocento Sans"/>
              </a:rPr>
              <a:t>. Los resultados son análogos a aquellos obtenidos para el total de vehículos </a:t>
            </a:r>
          </a:p>
        </p:txBody>
      </p:sp>
      <p:pic>
        <p:nvPicPr>
          <p:cNvPr id="13" name="Picture 12">
            <a:extLst>
              <a:ext uri="{FF2B5EF4-FFF2-40B4-BE49-F238E27FC236}">
                <a16:creationId xmlns:a16="http://schemas.microsoft.com/office/drawing/2014/main" id="{05EB5CB7-DE7C-37C4-BE63-874CBD951A24}"/>
              </a:ext>
            </a:extLst>
          </p:cNvPr>
          <p:cNvPicPr>
            <a:picLocks noChangeAspect="1"/>
          </p:cNvPicPr>
          <p:nvPr/>
        </p:nvPicPr>
        <p:blipFill>
          <a:blip r:embed="rId2"/>
          <a:stretch>
            <a:fillRect/>
          </a:stretch>
        </p:blipFill>
        <p:spPr>
          <a:xfrm>
            <a:off x="7887196" y="4385237"/>
            <a:ext cx="2905360" cy="2163862"/>
          </a:xfrm>
          <a:prstGeom prst="rect">
            <a:avLst/>
          </a:prstGeom>
          <a:ln w="57150">
            <a:solidFill>
              <a:schemeClr val="bg1"/>
            </a:solidFill>
          </a:ln>
          <a:effectLst>
            <a:outerShdw blurRad="50800" dist="38100" dir="2700000" algn="tl" rotWithShape="0">
              <a:prstClr val="black">
                <a:alpha val="40000"/>
              </a:prstClr>
            </a:outerShdw>
          </a:effectLst>
        </p:spPr>
      </p:pic>
      <p:pic>
        <p:nvPicPr>
          <p:cNvPr id="15" name="Picture 14">
            <a:extLst>
              <a:ext uri="{FF2B5EF4-FFF2-40B4-BE49-F238E27FC236}">
                <a16:creationId xmlns:a16="http://schemas.microsoft.com/office/drawing/2014/main" id="{C232E9E1-4DFF-799F-98D2-79E21547EF9E}"/>
              </a:ext>
            </a:extLst>
          </p:cNvPr>
          <p:cNvPicPr>
            <a:picLocks noChangeAspect="1"/>
          </p:cNvPicPr>
          <p:nvPr/>
        </p:nvPicPr>
        <p:blipFill>
          <a:blip r:embed="rId3"/>
          <a:stretch>
            <a:fillRect/>
          </a:stretch>
        </p:blipFill>
        <p:spPr>
          <a:xfrm>
            <a:off x="7887196" y="2064153"/>
            <a:ext cx="2905360" cy="2159200"/>
          </a:xfrm>
          <a:prstGeom prst="rect">
            <a:avLst/>
          </a:prstGeom>
          <a:ln w="57150">
            <a:solidFill>
              <a:schemeClr val="bg1"/>
            </a:solidFill>
          </a:ln>
          <a:effectLst>
            <a:outerShdw blurRad="50800" dist="38100" dir="2700000" algn="tl" rotWithShape="0">
              <a:prstClr val="black">
                <a:alpha val="40000"/>
              </a:prstClr>
            </a:outerShdw>
          </a:effectLst>
        </p:spPr>
      </p:pic>
      <p:sp>
        <p:nvSpPr>
          <p:cNvPr id="8" name="TextBox 7">
            <a:extLst>
              <a:ext uri="{FF2B5EF4-FFF2-40B4-BE49-F238E27FC236}">
                <a16:creationId xmlns:a16="http://schemas.microsoft.com/office/drawing/2014/main" id="{35B0AFB5-0161-2146-DE94-54C70FE47E60}"/>
              </a:ext>
            </a:extLst>
          </p:cNvPr>
          <p:cNvSpPr txBox="1"/>
          <p:nvPr/>
        </p:nvSpPr>
        <p:spPr>
          <a:xfrm>
            <a:off x="864827" y="1969674"/>
            <a:ext cx="6249952" cy="340519"/>
          </a:xfrm>
          <a:prstGeom prst="roundRect">
            <a:avLst/>
          </a:prstGeom>
          <a:solidFill>
            <a:schemeClr val="accent1"/>
          </a:solidFill>
          <a:effectLst>
            <a:outerShdw blurRad="50800" dist="38100" dir="2700000" algn="tl" rotWithShape="0">
              <a:prstClr val="black">
                <a:alpha val="40000"/>
              </a:prstClr>
            </a:outerShdw>
          </a:effectLst>
        </p:spPr>
        <p:txBody>
          <a:bodyPr wrap="square" rtlCol="0">
            <a:spAutoFit/>
          </a:bodyPr>
          <a:lstStyle/>
          <a:p>
            <a:r>
              <a:rPr lang="es-ES_tradnl" sz="1400" b="1">
                <a:solidFill>
                  <a:schemeClr val="bg1"/>
                </a:solidFill>
                <a:latin typeface="Segoe Print" panose="02000600000000000000" pitchFamily="2" charset="0"/>
              </a:rPr>
              <a:t>Métricas del error en test para el subconjunto de coches eléctricos</a:t>
            </a:r>
          </a:p>
        </p:txBody>
      </p:sp>
      <p:sp>
        <p:nvSpPr>
          <p:cNvPr id="5" name="Freeform: Shape 4">
            <a:extLst>
              <a:ext uri="{FF2B5EF4-FFF2-40B4-BE49-F238E27FC236}">
                <a16:creationId xmlns:a16="http://schemas.microsoft.com/office/drawing/2014/main" id="{49F3394D-63C5-AF84-68D0-8AA477280239}"/>
              </a:ext>
            </a:extLst>
          </p:cNvPr>
          <p:cNvSpPr/>
          <p:nvPr/>
        </p:nvSpPr>
        <p:spPr>
          <a:xfrm>
            <a:off x="864826" y="5117590"/>
            <a:ext cx="6459504" cy="1447883"/>
          </a:xfrm>
          <a:custGeom>
            <a:avLst/>
            <a:gdLst>
              <a:gd name="connsiteX0" fmla="*/ 0 w 6051602"/>
              <a:gd name="connsiteY0" fmla="*/ 204211 h 1225020"/>
              <a:gd name="connsiteX1" fmla="*/ 204211 w 6051602"/>
              <a:gd name="connsiteY1" fmla="*/ 0 h 1225020"/>
              <a:gd name="connsiteX2" fmla="*/ 5847391 w 6051602"/>
              <a:gd name="connsiteY2" fmla="*/ 0 h 1225020"/>
              <a:gd name="connsiteX3" fmla="*/ 6051602 w 6051602"/>
              <a:gd name="connsiteY3" fmla="*/ 204211 h 1225020"/>
              <a:gd name="connsiteX4" fmla="*/ 6051602 w 6051602"/>
              <a:gd name="connsiteY4" fmla="*/ 1020809 h 1225020"/>
              <a:gd name="connsiteX5" fmla="*/ 5847391 w 6051602"/>
              <a:gd name="connsiteY5" fmla="*/ 1225020 h 1225020"/>
              <a:gd name="connsiteX6" fmla="*/ 204211 w 6051602"/>
              <a:gd name="connsiteY6" fmla="*/ 1225020 h 1225020"/>
              <a:gd name="connsiteX7" fmla="*/ 0 w 6051602"/>
              <a:gd name="connsiteY7" fmla="*/ 1020809 h 1225020"/>
              <a:gd name="connsiteX8" fmla="*/ 0 w 6051602"/>
              <a:gd name="connsiteY8" fmla="*/ 204211 h 1225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51602" h="1225020">
                <a:moveTo>
                  <a:pt x="0" y="204211"/>
                </a:moveTo>
                <a:cubicBezTo>
                  <a:pt x="0" y="91428"/>
                  <a:pt x="91428" y="0"/>
                  <a:pt x="204211" y="0"/>
                </a:cubicBezTo>
                <a:lnTo>
                  <a:pt x="5847391" y="0"/>
                </a:lnTo>
                <a:cubicBezTo>
                  <a:pt x="5960174" y="0"/>
                  <a:pt x="6051602" y="91428"/>
                  <a:pt x="6051602" y="204211"/>
                </a:cubicBezTo>
                <a:lnTo>
                  <a:pt x="6051602" y="1020809"/>
                </a:lnTo>
                <a:cubicBezTo>
                  <a:pt x="6051602" y="1133592"/>
                  <a:pt x="5960174" y="1225020"/>
                  <a:pt x="5847391" y="1225020"/>
                </a:cubicBezTo>
                <a:lnTo>
                  <a:pt x="204211" y="1225020"/>
                </a:lnTo>
                <a:cubicBezTo>
                  <a:pt x="91428" y="1225020"/>
                  <a:pt x="0" y="1133592"/>
                  <a:pt x="0" y="1020809"/>
                </a:cubicBezTo>
                <a:lnTo>
                  <a:pt x="0" y="204211"/>
                </a:lnTo>
                <a:close/>
              </a:path>
            </a:pathLst>
          </a:custGeom>
          <a:solidFill>
            <a:srgbClr val="F2F2F2"/>
          </a:solidFill>
          <a:ln>
            <a:noFill/>
          </a:ln>
          <a:effectLst>
            <a:outerShdw blurRad="50800" dist="38100" dir="2700000" algn="tl" rotWithShape="0">
              <a:prstClr val="black">
                <a:alpha val="40000"/>
              </a:prstClr>
            </a:outerShdw>
          </a:effectLst>
        </p:spPr>
        <p:txBody>
          <a:bodyPr wrap="square" tIns="108000" rtlCol="0">
            <a:spAutoFit/>
          </a:bodyPr>
          <a:lstStyle/>
          <a:p>
            <a:pPr algn="just"/>
            <a:r>
              <a:rPr lang="es-ES_tradnl" sz="1400">
                <a:solidFill>
                  <a:schemeClr val="accent1"/>
                </a:solidFill>
                <a:latin typeface="Quattrocento Sans" panose="020B0502050000020003" pitchFamily="34" charset="0"/>
              </a:rPr>
              <a:t>El modelo </a:t>
            </a:r>
            <a:r>
              <a:rPr lang="es-ES_tradnl" sz="1400" err="1">
                <a:solidFill>
                  <a:schemeClr val="accent1"/>
                </a:solidFill>
                <a:latin typeface="Quattrocento Sans" panose="020B0502050000020003" pitchFamily="34" charset="0"/>
              </a:rPr>
              <a:t>XGBoost</a:t>
            </a:r>
            <a:r>
              <a:rPr lang="es-ES_tradnl" sz="1400">
                <a:solidFill>
                  <a:schemeClr val="accent1"/>
                </a:solidFill>
                <a:latin typeface="Quattrocento Sans" panose="020B0502050000020003" pitchFamily="34" charset="0"/>
              </a:rPr>
              <a:t> es el que mejor estima el precio de vehículos de segunda mano según sus métricas de error, cometiendo de media, un error inferior a 1,900$, lo que corresponde a un 6.7% de error relativo y un 6.6% de error relativo ponderado. De igual forma, son unos resultados satisfactorios, aunque en el análisis del error se observa como el modelo tiende a sobreestimar para precios bajos y todavía áreas de oportunidad para minimizar el error.</a:t>
            </a:r>
          </a:p>
        </p:txBody>
      </p:sp>
      <p:graphicFrame>
        <p:nvGraphicFramePr>
          <p:cNvPr id="14" name="Table 13">
            <a:extLst>
              <a:ext uri="{FF2B5EF4-FFF2-40B4-BE49-F238E27FC236}">
                <a16:creationId xmlns:a16="http://schemas.microsoft.com/office/drawing/2014/main" id="{F4308548-0A3C-192A-A4EC-FC3B00972215}"/>
              </a:ext>
            </a:extLst>
          </p:cNvPr>
          <p:cNvGraphicFramePr>
            <a:graphicFrameLocks noGrp="1"/>
          </p:cNvGraphicFramePr>
          <p:nvPr>
            <p:extLst>
              <p:ext uri="{D42A27DB-BD31-4B8C-83A1-F6EECF244321}">
                <p14:modId xmlns:p14="http://schemas.microsoft.com/office/powerpoint/2010/main" val="791647817"/>
              </p:ext>
            </p:extLst>
          </p:nvPr>
        </p:nvGraphicFramePr>
        <p:xfrm>
          <a:off x="864826" y="2440627"/>
          <a:ext cx="6459505" cy="2595880"/>
        </p:xfrm>
        <a:graphic>
          <a:graphicData uri="http://schemas.openxmlformats.org/drawingml/2006/table">
            <a:tbl>
              <a:tblPr firstRow="1" bandRow="1">
                <a:tableStyleId>{5C22544A-7EE6-4342-B048-85BDC9FD1C3A}</a:tableStyleId>
              </a:tblPr>
              <a:tblGrid>
                <a:gridCol w="1309853">
                  <a:extLst>
                    <a:ext uri="{9D8B030D-6E8A-4147-A177-3AD203B41FA5}">
                      <a16:colId xmlns:a16="http://schemas.microsoft.com/office/drawing/2014/main" val="1069286763"/>
                    </a:ext>
                  </a:extLst>
                </a:gridCol>
                <a:gridCol w="854165">
                  <a:extLst>
                    <a:ext uri="{9D8B030D-6E8A-4147-A177-3AD203B41FA5}">
                      <a16:colId xmlns:a16="http://schemas.microsoft.com/office/drawing/2014/main" val="2798594429"/>
                    </a:ext>
                  </a:extLst>
                </a:gridCol>
                <a:gridCol w="854165">
                  <a:extLst>
                    <a:ext uri="{9D8B030D-6E8A-4147-A177-3AD203B41FA5}">
                      <a16:colId xmlns:a16="http://schemas.microsoft.com/office/drawing/2014/main" val="3642030974"/>
                    </a:ext>
                  </a:extLst>
                </a:gridCol>
                <a:gridCol w="854165">
                  <a:extLst>
                    <a:ext uri="{9D8B030D-6E8A-4147-A177-3AD203B41FA5}">
                      <a16:colId xmlns:a16="http://schemas.microsoft.com/office/drawing/2014/main" val="3496728076"/>
                    </a:ext>
                  </a:extLst>
                </a:gridCol>
                <a:gridCol w="743335">
                  <a:extLst>
                    <a:ext uri="{9D8B030D-6E8A-4147-A177-3AD203B41FA5}">
                      <a16:colId xmlns:a16="http://schemas.microsoft.com/office/drawing/2014/main" val="2045383440"/>
                    </a:ext>
                  </a:extLst>
                </a:gridCol>
                <a:gridCol w="923345">
                  <a:extLst>
                    <a:ext uri="{9D8B030D-6E8A-4147-A177-3AD203B41FA5}">
                      <a16:colId xmlns:a16="http://schemas.microsoft.com/office/drawing/2014/main" val="930246500"/>
                    </a:ext>
                  </a:extLst>
                </a:gridCol>
                <a:gridCol w="920477">
                  <a:extLst>
                    <a:ext uri="{9D8B030D-6E8A-4147-A177-3AD203B41FA5}">
                      <a16:colId xmlns:a16="http://schemas.microsoft.com/office/drawing/2014/main" val="185851629"/>
                    </a:ext>
                  </a:extLst>
                </a:gridCol>
              </a:tblGrid>
              <a:tr h="370840">
                <a:tc>
                  <a:txBody>
                    <a:bodyPr/>
                    <a:lstStyle/>
                    <a:p>
                      <a:pPr algn="ctr" fontAlgn="ctr"/>
                      <a:r>
                        <a:rPr lang="es-ES_tradnl" sz="1400" b="1">
                          <a:solidFill>
                            <a:schemeClr val="accent2">
                              <a:lumMod val="75000"/>
                            </a:schemeClr>
                          </a:solidFill>
                          <a:effectLst/>
                          <a:latin typeface="Calibri (Body)"/>
                        </a:rPr>
                        <a:t>Modelo</a:t>
                      </a:r>
                    </a:p>
                  </a:txBody>
                  <a:tcPr anchor="ctr">
                    <a:lnL w="12700" cmpd="sng">
                      <a:noFill/>
                    </a:lnL>
                    <a:lnR w="12700" cmpd="sng">
                      <a:noFill/>
                    </a:lnR>
                    <a:lnT w="12700" cmpd="sng">
                      <a:noFill/>
                    </a:lnT>
                    <a:lnB w="28575" cap="flat" cmpd="sng" algn="ctr">
                      <a:solidFill>
                        <a:srgbClr val="2E4A7E"/>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ES_tradnl" sz="1400" b="1">
                          <a:solidFill>
                            <a:schemeClr val="accent2">
                              <a:lumMod val="75000"/>
                            </a:schemeClr>
                          </a:solidFill>
                          <a:effectLst/>
                          <a:latin typeface="Calibri (Body)"/>
                        </a:rPr>
                        <a:t>ME</a:t>
                      </a:r>
                    </a:p>
                  </a:txBody>
                  <a:tcPr anchor="ctr">
                    <a:lnL w="12700" cmpd="sng">
                      <a:noFill/>
                    </a:lnL>
                    <a:lnR w="12700" cmpd="sng">
                      <a:noFill/>
                    </a:lnR>
                    <a:lnT w="12700" cmpd="sng">
                      <a:noFill/>
                    </a:lnT>
                    <a:lnB w="28575" cap="flat" cmpd="sng" algn="ctr">
                      <a:solidFill>
                        <a:srgbClr val="2E4A7E"/>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ES_tradnl" sz="1400" b="1">
                          <a:solidFill>
                            <a:schemeClr val="accent2">
                              <a:lumMod val="75000"/>
                            </a:schemeClr>
                          </a:solidFill>
                          <a:effectLst/>
                          <a:latin typeface="Calibri (Body)"/>
                        </a:rPr>
                        <a:t>MAE</a:t>
                      </a:r>
                    </a:p>
                  </a:txBody>
                  <a:tcPr anchor="ctr">
                    <a:lnL w="12700" cmpd="sng">
                      <a:noFill/>
                    </a:lnL>
                    <a:lnR w="12700" cmpd="sng">
                      <a:noFill/>
                    </a:lnR>
                    <a:lnT w="12700" cmpd="sng">
                      <a:noFill/>
                    </a:lnT>
                    <a:lnB w="28575" cap="flat" cmpd="sng" algn="ctr">
                      <a:solidFill>
                        <a:srgbClr val="2E4A7E"/>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ES_tradnl" sz="1400" b="1">
                          <a:solidFill>
                            <a:schemeClr val="accent2">
                              <a:lumMod val="75000"/>
                            </a:schemeClr>
                          </a:solidFill>
                          <a:effectLst/>
                          <a:latin typeface="Calibri (Body)"/>
                        </a:rPr>
                        <a:t>STD</a:t>
                      </a:r>
                    </a:p>
                  </a:txBody>
                  <a:tcPr anchor="ctr">
                    <a:lnL w="12700" cmpd="sng">
                      <a:noFill/>
                    </a:lnL>
                    <a:lnR w="12700" cmpd="sng">
                      <a:noFill/>
                    </a:lnR>
                    <a:lnT w="12700" cmpd="sng">
                      <a:noFill/>
                    </a:lnT>
                    <a:lnB w="28575" cap="flat" cmpd="sng" algn="ctr">
                      <a:solidFill>
                        <a:srgbClr val="2E4A7E"/>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ES_tradnl" sz="1400" b="1">
                          <a:solidFill>
                            <a:schemeClr val="accent2">
                              <a:lumMod val="75000"/>
                            </a:schemeClr>
                          </a:solidFill>
                          <a:effectLst/>
                          <a:latin typeface="Calibri (Body)"/>
                        </a:rPr>
                        <a:t>MAPE</a:t>
                      </a:r>
                    </a:p>
                  </a:txBody>
                  <a:tcPr anchor="ctr">
                    <a:lnL w="12700" cmpd="sng">
                      <a:noFill/>
                    </a:lnL>
                    <a:lnR w="12700" cmpd="sng">
                      <a:noFill/>
                    </a:lnR>
                    <a:lnT w="12700" cmpd="sng">
                      <a:noFill/>
                    </a:lnT>
                    <a:lnB w="28575" cap="flat" cmpd="sng" algn="ctr">
                      <a:solidFill>
                        <a:srgbClr val="2E4A7E"/>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ES_tradnl" sz="1400" b="1">
                          <a:solidFill>
                            <a:schemeClr val="accent2">
                              <a:lumMod val="75000"/>
                            </a:schemeClr>
                          </a:solidFill>
                          <a:effectLst/>
                          <a:latin typeface="Calibri (Body)"/>
                        </a:rPr>
                        <a:t>WMAPE</a:t>
                      </a:r>
                    </a:p>
                  </a:txBody>
                  <a:tcPr anchor="ctr">
                    <a:lnL w="12700" cmpd="sng">
                      <a:noFill/>
                    </a:lnL>
                    <a:lnR w="12700" cmpd="sng">
                      <a:noFill/>
                    </a:lnR>
                    <a:lnT w="12700" cmpd="sng">
                      <a:noFill/>
                    </a:lnT>
                    <a:lnB w="28575" cap="flat" cmpd="sng" algn="ctr">
                      <a:solidFill>
                        <a:srgbClr val="2E4A7E"/>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s-ES_tradnl" sz="1400" b="1">
                          <a:solidFill>
                            <a:schemeClr val="accent2">
                              <a:lumMod val="75000"/>
                            </a:schemeClr>
                          </a:solidFill>
                          <a:effectLst/>
                          <a:latin typeface="Calibri (Body)"/>
                        </a:rPr>
                        <a:t>RMSE</a:t>
                      </a:r>
                    </a:p>
                  </a:txBody>
                  <a:tcPr anchor="ctr">
                    <a:lnL w="12700" cmpd="sng">
                      <a:noFill/>
                    </a:lnL>
                    <a:lnR w="12700" cmpd="sng">
                      <a:noFill/>
                    </a:lnR>
                    <a:lnT w="12700" cmpd="sng">
                      <a:noFill/>
                    </a:lnT>
                    <a:lnB w="28575" cap="flat" cmpd="sng" algn="ctr">
                      <a:solidFill>
                        <a:srgbClr val="2E4A7E"/>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21823203"/>
                  </a:ext>
                </a:extLst>
              </a:tr>
              <a:tr h="370840">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s-ES_tradnl" sz="1200">
                          <a:effectLst/>
                        </a:rPr>
                        <a:t>Regresión Lineal</a:t>
                      </a:r>
                    </a:p>
                  </a:txBody>
                  <a:tcPr marL="35091" marR="35091" marT="17546" marB="17546" anchor="ctr">
                    <a:lnL w="12700" cmpd="sng">
                      <a:noFill/>
                    </a:lnL>
                    <a:lnR w="12700" cmpd="sng">
                      <a:noFill/>
                    </a:lnR>
                    <a:lnT w="28575" cap="flat" cmpd="sng" algn="ctr">
                      <a:solidFill>
                        <a:srgbClr val="2E4A7E"/>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1494.4 $</a:t>
                      </a:r>
                    </a:p>
                  </a:txBody>
                  <a:tcPr marL="50800" marR="50800" marT="25400" marB="25400" anchor="ctr">
                    <a:lnL w="12700" cmpd="sng">
                      <a:noFill/>
                    </a:lnL>
                    <a:lnR w="12700" cmpd="sng">
                      <a:noFill/>
                    </a:lnR>
                    <a:lnT w="28575" cap="flat" cmpd="sng" algn="ctr">
                      <a:solidFill>
                        <a:srgbClr val="2E4A7E"/>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3940.0 $</a:t>
                      </a:r>
                    </a:p>
                  </a:txBody>
                  <a:tcPr marL="50800" marR="50800" marT="25400" marB="25400" anchor="ctr">
                    <a:lnL w="12700" cmpd="sng">
                      <a:noFill/>
                    </a:lnL>
                    <a:lnR w="12700" cmpd="sng">
                      <a:noFill/>
                    </a:lnR>
                    <a:lnT w="28575" cap="flat" cmpd="sng" algn="ctr">
                      <a:solidFill>
                        <a:srgbClr val="2E4A7E"/>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3444.5 $</a:t>
                      </a:r>
                    </a:p>
                  </a:txBody>
                  <a:tcPr marL="50800" marR="50800" marT="25400" marB="25400" anchor="ctr">
                    <a:lnL w="12700" cmpd="sng">
                      <a:noFill/>
                    </a:lnL>
                    <a:lnR w="12700" cmpd="sng">
                      <a:noFill/>
                    </a:lnR>
                    <a:lnT w="28575" cap="flat" cmpd="sng" algn="ctr">
                      <a:solidFill>
                        <a:srgbClr val="2E4A7E"/>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13.9%</a:t>
                      </a:r>
                    </a:p>
                  </a:txBody>
                  <a:tcPr marL="50800" marR="50800" marT="25400" marB="25400" anchor="ctr">
                    <a:lnL w="12700" cmpd="sng">
                      <a:noFill/>
                    </a:lnL>
                    <a:lnR w="12700" cmpd="sng">
                      <a:noFill/>
                    </a:lnR>
                    <a:lnT w="28575" cap="flat" cmpd="sng" algn="ctr">
                      <a:solidFill>
                        <a:srgbClr val="2E4A7E"/>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13.9%</a:t>
                      </a:r>
                    </a:p>
                  </a:txBody>
                  <a:tcPr marL="50800" marR="50800" marT="25400" marB="25400" anchor="ctr">
                    <a:lnL w="12700" cmpd="sng">
                      <a:noFill/>
                    </a:lnL>
                    <a:lnR w="12700" cmpd="sng">
                      <a:noFill/>
                    </a:lnR>
                    <a:lnT w="28575" cap="flat" cmpd="sng" algn="ctr">
                      <a:solidFill>
                        <a:srgbClr val="2E4A7E"/>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5233.3 $</a:t>
                      </a:r>
                    </a:p>
                  </a:txBody>
                  <a:tcPr marL="50800" marR="50800" marT="25400" marB="25400" anchor="ctr">
                    <a:lnL w="12700" cmpd="sng">
                      <a:noFill/>
                    </a:lnL>
                    <a:lnR w="12700" cmpd="sng">
                      <a:noFill/>
                    </a:lnR>
                    <a:lnT w="28575" cap="flat" cmpd="sng" algn="ctr">
                      <a:solidFill>
                        <a:srgbClr val="2E4A7E"/>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06608942"/>
                  </a:ext>
                </a:extLst>
              </a:tr>
              <a:tr h="370840">
                <a:tc>
                  <a:txBody>
                    <a:bodyPr/>
                    <a:lstStyle/>
                    <a:p>
                      <a:pPr algn="ctr" fontAlgn="ctr"/>
                      <a:r>
                        <a:rPr lang="en-US" sz="1200">
                          <a:effectLst/>
                        </a:rPr>
                        <a:t>MLP</a:t>
                      </a:r>
                    </a:p>
                  </a:txBody>
                  <a:tcPr marL="35091" marR="35091" marT="17546" marB="17546"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-146.9 $</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2038.2 $</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1751.2 $</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7.3%</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7.2%</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2687.2 $</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20397598"/>
                  </a:ext>
                </a:extLst>
              </a:tr>
              <a:tr h="370840">
                <a:tc>
                  <a:txBody>
                    <a:bodyPr/>
                    <a:lstStyle/>
                    <a:p>
                      <a:pPr algn="ctr" fontAlgn="ctr"/>
                      <a:r>
                        <a:rPr lang="en-US" sz="1200">
                          <a:effectLst/>
                        </a:rPr>
                        <a:t>KNN</a:t>
                      </a:r>
                    </a:p>
                  </a:txBody>
                  <a:tcPr marL="35091" marR="35091" marT="17546" marB="17546"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700.9 $</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2866.1 $</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3322.7 $</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9.9%</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10.1%</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4388.0 $</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41277154"/>
                  </a:ext>
                </a:extLst>
              </a:tr>
              <a:tr h="370840">
                <a:tc>
                  <a:txBody>
                    <a:bodyPr/>
                    <a:lstStyle/>
                    <a:p>
                      <a:pPr algn="ctr" fontAlgn="ctr"/>
                      <a:r>
                        <a:rPr lang="es-ES_tradnl" sz="1200">
                          <a:effectLst/>
                        </a:rPr>
                        <a:t>Árbol de decisión</a:t>
                      </a:r>
                    </a:p>
                  </a:txBody>
                  <a:tcPr marL="35091" marR="35091" marT="17546" marB="17546"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627.3 $</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2810.6 $</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2976.7 $</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9.9%</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9.9%</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4093.9 $</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35836425"/>
                  </a:ext>
                </a:extLst>
              </a:tr>
              <a:tr h="370840">
                <a:tc>
                  <a:txBody>
                    <a:bodyPr/>
                    <a:lstStyle/>
                    <a:p>
                      <a:pPr algn="ctr" fontAlgn="ctr"/>
                      <a:r>
                        <a:rPr lang="en-US" sz="1200">
                          <a:effectLst/>
                        </a:rPr>
                        <a:t>Random forest</a:t>
                      </a:r>
                    </a:p>
                  </a:txBody>
                  <a:tcPr marL="35091" marR="35091" marT="17546" marB="17546"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537.5 $</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2126.9 $</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2030.9 $</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7.6%</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7.5%</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s-ES_tradnl" sz="1200">
                          <a:effectLst/>
                          <a:latin typeface="Calibri (Body)"/>
                        </a:rPr>
                        <a:t>2940.8 $</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71055851"/>
                  </a:ext>
                </a:extLst>
              </a:tr>
              <a:tr h="370840">
                <a:tc>
                  <a:txBody>
                    <a:bodyPr/>
                    <a:lstStyle/>
                    <a:p>
                      <a:pPr algn="ctr" fontAlgn="ctr"/>
                      <a:r>
                        <a:rPr lang="en-US" sz="1200" b="1">
                          <a:effectLst/>
                        </a:rPr>
                        <a:t>XGBoost</a:t>
                      </a:r>
                    </a:p>
                  </a:txBody>
                  <a:tcPr marL="35091" marR="35091" marT="17546" marB="17546"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s-ES_tradnl" sz="1200" b="1">
                          <a:effectLst/>
                          <a:latin typeface="Calibri (Body)"/>
                        </a:rPr>
                        <a:t>263.9 $</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s-ES_tradnl" sz="1200" b="1">
                          <a:effectLst/>
                          <a:latin typeface="Calibri (Body)"/>
                        </a:rPr>
                        <a:t>1884.0 $</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s-ES_tradnl" sz="1200" b="1">
                          <a:effectLst/>
                          <a:latin typeface="Calibri (Body)"/>
                        </a:rPr>
                        <a:t>1746.5 $</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s-ES_tradnl" sz="1200" b="1">
                          <a:effectLst/>
                          <a:latin typeface="Calibri (Body)"/>
                        </a:rPr>
                        <a:t>6.7%</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s-ES_tradnl" sz="1200" b="1">
                          <a:effectLst/>
                          <a:latin typeface="Calibri (Body)"/>
                        </a:rPr>
                        <a:t>6.6%</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s-ES_tradnl" sz="1200" b="1">
                          <a:effectLst/>
                          <a:latin typeface="Calibri (Body)"/>
                        </a:rPr>
                        <a:t>2569.0 $</a:t>
                      </a:r>
                    </a:p>
                  </a:txBody>
                  <a:tcPr marL="50800" marR="50800" marT="25400" marB="254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3692003654"/>
                  </a:ext>
                </a:extLst>
              </a:tr>
            </a:tbl>
          </a:graphicData>
        </a:graphic>
      </p:graphicFrame>
      <p:cxnSp>
        <p:nvCxnSpPr>
          <p:cNvPr id="6" name="Straight Connector 5">
            <a:extLst>
              <a:ext uri="{FF2B5EF4-FFF2-40B4-BE49-F238E27FC236}">
                <a16:creationId xmlns:a16="http://schemas.microsoft.com/office/drawing/2014/main" id="{2714A018-767E-5C4E-400C-385ABA85BCFA}"/>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Tree>
    <p:extLst>
      <p:ext uri="{BB962C8B-B14F-4D97-AF65-F5344CB8AC3E}">
        <p14:creationId xmlns:p14="http://schemas.microsoft.com/office/powerpoint/2010/main" val="12371654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2">
          <a:extLst>
            <a:ext uri="{FF2B5EF4-FFF2-40B4-BE49-F238E27FC236}">
              <a16:creationId xmlns:a16="http://schemas.microsoft.com/office/drawing/2014/main" id="{E9AA3741-A8E0-CBB7-64E9-B922279EE71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E2D0AAA-9B6E-8D6A-B39C-8320B360C3C6}"/>
              </a:ext>
            </a:extLst>
          </p:cNvPr>
          <p:cNvSpPr txBox="1"/>
          <p:nvPr/>
        </p:nvSpPr>
        <p:spPr>
          <a:xfrm>
            <a:off x="465850" y="2178371"/>
            <a:ext cx="3600000" cy="1898148"/>
          </a:xfrm>
          <a:prstGeom prst="rect">
            <a:avLst/>
          </a:prstGeom>
          <a:noFill/>
        </p:spPr>
        <p:txBody>
          <a:bodyPr wrap="square" lIns="91440" tIns="45720" rIns="91440" bIns="45720" anchor="t">
            <a:spAutoFit/>
          </a:bodyPr>
          <a:lstStyle/>
          <a:p>
            <a:pPr algn="just">
              <a:lnSpc>
                <a:spcPct val="107000"/>
              </a:lnSpc>
              <a:spcAft>
                <a:spcPts val="800"/>
              </a:spcAft>
            </a:pPr>
            <a:r>
              <a:rPr lang="es-ES_tradnl" sz="1100">
                <a:latin typeface="Quattrocento Sans" panose="020B0502050000020003" pitchFamily="34" charset="0"/>
                <a:cs typeface="Arial" panose="020B0604020202020204" pitchFamily="34" charset="0"/>
              </a:rPr>
              <a:t>Se ha propuesto una </a:t>
            </a:r>
            <a:r>
              <a:rPr lang="es-ES_tradnl" sz="1100" b="1">
                <a:latin typeface="Quattrocento Sans" panose="020B0502050000020003" pitchFamily="34" charset="0"/>
                <a:cs typeface="Arial" panose="020B0604020202020204" pitchFamily="34" charset="0"/>
              </a:rPr>
              <a:t>solución completa al caso práctico del cálculo del valor residual en entidades de financiación</a:t>
            </a:r>
            <a:r>
              <a:rPr lang="es-ES_tradnl" sz="1100">
                <a:latin typeface="Quattrocento Sans" panose="020B0502050000020003" pitchFamily="34" charset="0"/>
                <a:cs typeface="Arial" panose="020B0604020202020204" pitchFamily="34" charset="0"/>
              </a:rPr>
              <a:t>. Se ha realizado un análisis profundo de los </a:t>
            </a:r>
            <a:r>
              <a:rPr lang="es-ES_tradnl" sz="1100" b="1">
                <a:latin typeface="Quattrocento Sans" panose="020B0502050000020003" pitchFamily="34" charset="0"/>
                <a:cs typeface="Arial" panose="020B0604020202020204" pitchFamily="34" charset="0"/>
              </a:rPr>
              <a:t>factores determinantes </a:t>
            </a:r>
            <a:r>
              <a:rPr lang="es-ES_tradnl" sz="1100">
                <a:latin typeface="Quattrocento Sans" panose="020B0502050000020003" pitchFamily="34" charset="0"/>
                <a:cs typeface="Arial" panose="020B0604020202020204" pitchFamily="34" charset="0"/>
              </a:rPr>
              <a:t>en el cálculo del valor residual en vehículos financiados, con foco en vehículos eléctricos. Además, se ha complementado el análisis con la propuesta e </a:t>
            </a:r>
            <a:r>
              <a:rPr lang="es-ES_tradnl" sz="1100" b="1">
                <a:latin typeface="Quattrocento Sans" panose="020B0502050000020003" pitchFamily="34" charset="0"/>
                <a:cs typeface="Arial" panose="020B0604020202020204" pitchFamily="34" charset="0"/>
              </a:rPr>
              <a:t>implementación, </a:t>
            </a:r>
            <a:r>
              <a:rPr lang="es-ES_tradnl" sz="1100">
                <a:latin typeface="Quattrocento Sans" panose="020B0502050000020003" pitchFamily="34" charset="0"/>
                <a:cs typeface="Arial" panose="020B0604020202020204" pitchFamily="34" charset="0"/>
              </a:rPr>
              <a:t>utilizando técnicas de </a:t>
            </a:r>
            <a:r>
              <a:rPr lang="es-ES_tradnl" sz="1100" b="1">
                <a:latin typeface="Quattrocento Sans" panose="020B0502050000020003" pitchFamily="34" charset="0"/>
                <a:cs typeface="Arial" panose="020B0604020202020204" pitchFamily="34" charset="0"/>
              </a:rPr>
              <a:t>Data </a:t>
            </a:r>
            <a:r>
              <a:rPr lang="es-ES_tradnl" sz="1100" b="1" err="1">
                <a:latin typeface="Quattrocento Sans" panose="020B0502050000020003" pitchFamily="34" charset="0"/>
                <a:cs typeface="Arial" panose="020B0604020202020204" pitchFamily="34" charset="0"/>
              </a:rPr>
              <a:t>Science</a:t>
            </a:r>
            <a:r>
              <a:rPr lang="es-ES_tradnl" sz="1100" b="1">
                <a:latin typeface="Quattrocento Sans" panose="020B0502050000020003" pitchFamily="34" charset="0"/>
                <a:cs typeface="Arial" panose="020B0604020202020204" pitchFamily="34" charset="0"/>
              </a:rPr>
              <a:t>, de un modelo de cálculo de valor residual </a:t>
            </a:r>
            <a:r>
              <a:rPr lang="es-ES_tradnl" sz="1100">
                <a:latin typeface="Quattrocento Sans" panose="020B0502050000020003" pitchFamily="34" charset="0"/>
                <a:cs typeface="Arial" panose="020B0604020202020204" pitchFamily="34" charset="0"/>
              </a:rPr>
              <a:t>basado en un modelo de </a:t>
            </a:r>
            <a:r>
              <a:rPr lang="es-ES_tradnl" sz="1100" b="1">
                <a:latin typeface="Quattrocento Sans" panose="020B0502050000020003" pitchFamily="34" charset="0"/>
                <a:cs typeface="Arial" panose="020B0604020202020204" pitchFamily="34" charset="0"/>
              </a:rPr>
              <a:t>Machine </a:t>
            </a:r>
            <a:r>
              <a:rPr lang="es-ES_tradnl" sz="1100" b="1" err="1">
                <a:latin typeface="Quattrocento Sans" panose="020B0502050000020003" pitchFamily="34" charset="0"/>
                <a:cs typeface="Arial" panose="020B0604020202020204" pitchFamily="34" charset="0"/>
              </a:rPr>
              <a:t>Learning</a:t>
            </a:r>
            <a:r>
              <a:rPr lang="es-ES_tradnl" sz="1100" b="1">
                <a:latin typeface="Quattrocento Sans" panose="020B0502050000020003" pitchFamily="34" charset="0"/>
                <a:cs typeface="Arial" panose="020B0604020202020204" pitchFamily="34" charset="0"/>
              </a:rPr>
              <a:t> </a:t>
            </a:r>
            <a:r>
              <a:rPr lang="es-ES_tradnl" sz="1100">
                <a:latin typeface="Quattrocento Sans" panose="020B0502050000020003" pitchFamily="34" charset="0"/>
                <a:cs typeface="Arial" panose="020B0604020202020204" pitchFamily="34" charset="0"/>
              </a:rPr>
              <a:t>de predicción de precio de los vehículos usados. </a:t>
            </a:r>
          </a:p>
        </p:txBody>
      </p:sp>
      <p:grpSp>
        <p:nvGrpSpPr>
          <p:cNvPr id="35" name="Group 34">
            <a:extLst>
              <a:ext uri="{FF2B5EF4-FFF2-40B4-BE49-F238E27FC236}">
                <a16:creationId xmlns:a16="http://schemas.microsoft.com/office/drawing/2014/main" id="{1A3AB677-92BD-322A-8B23-04FC53DB43D8}"/>
              </a:ext>
            </a:extLst>
          </p:cNvPr>
          <p:cNvGrpSpPr>
            <a:grpSpLocks noChangeAspect="1"/>
          </p:cNvGrpSpPr>
          <p:nvPr/>
        </p:nvGrpSpPr>
        <p:grpSpPr>
          <a:xfrm>
            <a:off x="465850" y="1431310"/>
            <a:ext cx="691200" cy="698112"/>
            <a:chOff x="1779323" y="1726727"/>
            <a:chExt cx="900000" cy="900000"/>
          </a:xfrm>
        </p:grpSpPr>
        <p:sp>
          <p:nvSpPr>
            <p:cNvPr id="36" name="Oval 35">
              <a:extLst>
                <a:ext uri="{FF2B5EF4-FFF2-40B4-BE49-F238E27FC236}">
                  <a16:creationId xmlns:a16="http://schemas.microsoft.com/office/drawing/2014/main" id="{E5F62EFA-D890-B7CF-09EB-70932801BAE6}"/>
                </a:ext>
              </a:extLst>
            </p:cNvPr>
            <p:cNvSpPr/>
            <p:nvPr/>
          </p:nvSpPr>
          <p:spPr bwMode="auto">
            <a:xfrm>
              <a:off x="1779323" y="1726727"/>
              <a:ext cx="900000" cy="900000"/>
            </a:xfrm>
            <a:prstGeom prst="ellipse">
              <a:avLst/>
            </a:prstGeom>
            <a:noFill/>
            <a:ln w="38100" cap="flat" cmpd="sng" algn="ctr">
              <a:solidFill>
                <a:srgbClr val="002569"/>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a:solidFill>
                  <a:srgbClr val="002569"/>
                </a:solidFill>
                <a:cs typeface="Arial" pitchFamily="34" charset="0"/>
              </a:endParaRPr>
            </a:p>
          </p:txBody>
        </p:sp>
        <p:pic>
          <p:nvPicPr>
            <p:cNvPr id="45" name="Picture 44">
              <a:extLst>
                <a:ext uri="{FF2B5EF4-FFF2-40B4-BE49-F238E27FC236}">
                  <a16:creationId xmlns:a16="http://schemas.microsoft.com/office/drawing/2014/main" id="{33094949-92A6-982D-DBDE-27AD0EFEA85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986918" y="1936721"/>
              <a:ext cx="515625" cy="510520"/>
            </a:xfrm>
            <a:prstGeom prst="rect">
              <a:avLst/>
            </a:prstGeom>
          </p:spPr>
        </p:pic>
      </p:grpSp>
      <p:sp>
        <p:nvSpPr>
          <p:cNvPr id="47" name="TextBox 16">
            <a:extLst>
              <a:ext uri="{FF2B5EF4-FFF2-40B4-BE49-F238E27FC236}">
                <a16:creationId xmlns:a16="http://schemas.microsoft.com/office/drawing/2014/main" id="{2B6EBD42-1A01-20CD-89CF-4B84C167555E}"/>
              </a:ext>
            </a:extLst>
          </p:cNvPr>
          <p:cNvSpPr txBox="1"/>
          <p:nvPr/>
        </p:nvSpPr>
        <p:spPr>
          <a:xfrm>
            <a:off x="1063718" y="1590363"/>
            <a:ext cx="2774338" cy="369332"/>
          </a:xfrm>
          <a:prstGeom prst="rect">
            <a:avLst/>
          </a:prstGeom>
          <a:noFill/>
        </p:spPr>
        <p:txBody>
          <a:bodyPr wrap="square" lIns="0" anchor="ctr">
            <a:spAutoFit/>
          </a:bodyPr>
          <a:lst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b="1">
                <a:solidFill>
                  <a:srgbClr val="CDAE57"/>
                </a:solidFill>
                <a:latin typeface="Segoe Print" panose="02000600000000000000" pitchFamily="2" charset="0"/>
              </a:rPr>
              <a:t>Alcance y objetivos</a:t>
            </a:r>
          </a:p>
        </p:txBody>
      </p:sp>
      <p:sp>
        <p:nvSpPr>
          <p:cNvPr id="48" name="TextBox 47">
            <a:extLst>
              <a:ext uri="{FF2B5EF4-FFF2-40B4-BE49-F238E27FC236}">
                <a16:creationId xmlns:a16="http://schemas.microsoft.com/office/drawing/2014/main" id="{F7FF8CCB-C097-E273-819A-11AE26F6B441}"/>
              </a:ext>
            </a:extLst>
          </p:cNvPr>
          <p:cNvSpPr txBox="1"/>
          <p:nvPr/>
        </p:nvSpPr>
        <p:spPr>
          <a:xfrm>
            <a:off x="4286208" y="2178371"/>
            <a:ext cx="3522255" cy="1354730"/>
          </a:xfrm>
          <a:prstGeom prst="rect">
            <a:avLst/>
          </a:prstGeom>
          <a:noFill/>
        </p:spPr>
        <p:txBody>
          <a:bodyPr wrap="square" lIns="91440" tIns="45720" rIns="91440" bIns="45720" anchor="t">
            <a:spAutoFit/>
          </a:bodyPr>
          <a:lstStyle>
            <a:defPPr>
              <a:defRPr lang="en-US"/>
            </a:defPPr>
            <a:lvl1pPr algn="just">
              <a:lnSpc>
                <a:spcPct val="107000"/>
              </a:lnSpc>
              <a:spcAft>
                <a:spcPts val="800"/>
              </a:spcAft>
              <a:defRPr sz="1050">
                <a:latin typeface="Arial" panose="020B0604020202020204" pitchFamily="34" charset="0"/>
                <a:cs typeface="Arial" panose="020B0604020202020204" pitchFamily="34" charset="0"/>
              </a:defRPr>
            </a:lvl1pPr>
          </a:lstStyle>
          <a:p>
            <a:r>
              <a:rPr lang="es-ES_tradnl" sz="1100">
                <a:latin typeface="Quattrocento Sans" panose="020B0502050000020003" pitchFamily="34" charset="0"/>
              </a:rPr>
              <a:t>El </a:t>
            </a:r>
            <a:r>
              <a:rPr lang="es-ES_tradnl" sz="1100" b="1">
                <a:latin typeface="Quattrocento Sans" panose="020B0502050000020003" pitchFamily="34" charset="0"/>
              </a:rPr>
              <a:t>valor residual</a:t>
            </a:r>
            <a:r>
              <a:rPr lang="es-ES_tradnl" sz="1100">
                <a:latin typeface="Quattrocento Sans" panose="020B0502050000020003" pitchFamily="34" charset="0"/>
              </a:rPr>
              <a:t> de un activo es el importe que una empresa estima que podría recibir actualmente por su venta u otra forma de disposición, una vez descontados los gastos estimados asociados a dicha operación, y considerando que el activo haya alcanzado la antigüedad y las condiciones esperadas al finalizar su vida útil</a:t>
            </a:r>
          </a:p>
        </p:txBody>
      </p:sp>
      <p:sp>
        <p:nvSpPr>
          <p:cNvPr id="55" name="TextBox 16">
            <a:extLst>
              <a:ext uri="{FF2B5EF4-FFF2-40B4-BE49-F238E27FC236}">
                <a16:creationId xmlns:a16="http://schemas.microsoft.com/office/drawing/2014/main" id="{1736CCED-D948-CBFB-0538-78B0652659BF}"/>
              </a:ext>
            </a:extLst>
          </p:cNvPr>
          <p:cNvSpPr txBox="1"/>
          <p:nvPr/>
        </p:nvSpPr>
        <p:spPr>
          <a:xfrm>
            <a:off x="4617661" y="1590363"/>
            <a:ext cx="3190802" cy="369332"/>
          </a:xfrm>
          <a:prstGeom prst="rect">
            <a:avLst/>
          </a:prstGeom>
          <a:noFill/>
        </p:spPr>
        <p:txBody>
          <a:bodyPr wrap="square" anchor="ctr">
            <a:spAutoFit/>
          </a:bodyPr>
          <a:lst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b="1">
                <a:solidFill>
                  <a:srgbClr val="CDAE57"/>
                </a:solidFill>
                <a:latin typeface="Segoe Print" panose="02000600000000000000" pitchFamily="2" charset="0"/>
              </a:rPr>
              <a:t>Valor residual</a:t>
            </a:r>
          </a:p>
        </p:txBody>
      </p:sp>
      <p:sp>
        <p:nvSpPr>
          <p:cNvPr id="57" name="Oval 56">
            <a:extLst>
              <a:ext uri="{FF2B5EF4-FFF2-40B4-BE49-F238E27FC236}">
                <a16:creationId xmlns:a16="http://schemas.microsoft.com/office/drawing/2014/main" id="{2DE32321-65A7-1A9D-D499-AC4DDD85D771}"/>
              </a:ext>
            </a:extLst>
          </p:cNvPr>
          <p:cNvSpPr/>
          <p:nvPr/>
        </p:nvSpPr>
        <p:spPr bwMode="auto">
          <a:xfrm>
            <a:off x="4286210" y="1431310"/>
            <a:ext cx="691200" cy="691200"/>
          </a:xfrm>
          <a:prstGeom prst="ellipse">
            <a:avLst/>
          </a:prstGeom>
          <a:noFill/>
          <a:ln w="38100" cap="flat" cmpd="sng" algn="ctr">
            <a:solidFill>
              <a:srgbClr val="002569"/>
            </a:solidFill>
            <a:prstDash val="solid"/>
            <a:headEnd/>
            <a:tailEnd/>
          </a:ln>
          <a:effectLst>
            <a:outerShdw blurRad="50800" dist="38100" dir="2700000" algn="tl" rotWithShape="0">
              <a:prstClr val="black">
                <a:alpha val="40000"/>
              </a:prstClr>
            </a:outerShdw>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59" name="TextBox 58">
            <a:extLst>
              <a:ext uri="{FF2B5EF4-FFF2-40B4-BE49-F238E27FC236}">
                <a16:creationId xmlns:a16="http://schemas.microsoft.com/office/drawing/2014/main" id="{A898716C-84E1-2831-1A38-40C297FDE264}"/>
              </a:ext>
            </a:extLst>
          </p:cNvPr>
          <p:cNvSpPr txBox="1"/>
          <p:nvPr/>
        </p:nvSpPr>
        <p:spPr>
          <a:xfrm>
            <a:off x="8203895" y="2253446"/>
            <a:ext cx="3522255" cy="1173591"/>
          </a:xfrm>
          <a:prstGeom prst="rect">
            <a:avLst/>
          </a:prstGeom>
          <a:noFill/>
        </p:spPr>
        <p:txBody>
          <a:bodyPr wrap="square" lIns="0" tIns="45720" rIns="108000" bIns="45720" anchor="t">
            <a:spAutoFit/>
          </a:bodyPr>
          <a:lstStyle/>
          <a:p>
            <a:pPr algn="just">
              <a:lnSpc>
                <a:spcPct val="107000"/>
              </a:lnSpc>
              <a:spcAft>
                <a:spcPts val="800"/>
              </a:spcAft>
            </a:pPr>
            <a:r>
              <a:rPr lang="es-ES_tradnl" sz="1100">
                <a:latin typeface="Quattrocento Sans" panose="020B0502050000020003" pitchFamily="34" charset="0"/>
                <a:cs typeface="Arial" panose="020B0604020202020204" pitchFamily="34" charset="0"/>
              </a:rPr>
              <a:t>En el mercado de automóviles, el valor residual se define como el valor que mantiene un vehículo una vez ha transcurrido un periodo de tiempo o alcanzado un cierto kilometraje. Es </a:t>
            </a:r>
            <a:r>
              <a:rPr lang="es-ES_tradnl" sz="1100" b="1">
                <a:latin typeface="Quattrocento Sans" panose="020B0502050000020003" pitchFamily="34" charset="0"/>
                <a:cs typeface="Arial" panose="020B0604020202020204" pitchFamily="34" charset="0"/>
              </a:rPr>
              <a:t>determinante en el cálculo de la cuota de arrendamiento de los contratos de leasing, renting y multiopción</a:t>
            </a:r>
            <a:r>
              <a:rPr lang="es-ES_tradnl" sz="1100">
                <a:latin typeface="Quattrocento Sans" panose="020B0502050000020003" pitchFamily="34" charset="0"/>
                <a:cs typeface="Arial" panose="020B0604020202020204" pitchFamily="34" charset="0"/>
              </a:rPr>
              <a:t>.</a:t>
            </a:r>
          </a:p>
        </p:txBody>
      </p:sp>
      <p:grpSp>
        <p:nvGrpSpPr>
          <p:cNvPr id="60" name="Group 59">
            <a:extLst>
              <a:ext uri="{FF2B5EF4-FFF2-40B4-BE49-F238E27FC236}">
                <a16:creationId xmlns:a16="http://schemas.microsoft.com/office/drawing/2014/main" id="{127776F0-3711-4E52-94AF-1FA113EB6901}"/>
              </a:ext>
            </a:extLst>
          </p:cNvPr>
          <p:cNvGrpSpPr/>
          <p:nvPr/>
        </p:nvGrpSpPr>
        <p:grpSpPr>
          <a:xfrm>
            <a:off x="8039053" y="1434766"/>
            <a:ext cx="691200" cy="691200"/>
            <a:chOff x="5566457" y="1727082"/>
            <a:chExt cx="900000" cy="900000"/>
          </a:xfrm>
        </p:grpSpPr>
        <p:sp>
          <p:nvSpPr>
            <p:cNvPr id="62" name="Oval 61">
              <a:extLst>
                <a:ext uri="{FF2B5EF4-FFF2-40B4-BE49-F238E27FC236}">
                  <a16:creationId xmlns:a16="http://schemas.microsoft.com/office/drawing/2014/main" id="{234FB237-299B-5AF3-6172-3F2BAD88DC72}"/>
                </a:ext>
              </a:extLst>
            </p:cNvPr>
            <p:cNvSpPr/>
            <p:nvPr/>
          </p:nvSpPr>
          <p:spPr bwMode="auto">
            <a:xfrm>
              <a:off x="5566457" y="1727082"/>
              <a:ext cx="900000" cy="900000"/>
            </a:xfrm>
            <a:prstGeom prst="ellipse">
              <a:avLst/>
            </a:prstGeom>
            <a:noFill/>
            <a:ln w="38100" cap="flat" cmpd="sng" algn="ctr">
              <a:solidFill>
                <a:srgbClr val="002569"/>
              </a:solidFill>
              <a:prstDash val="solid"/>
              <a:headEnd/>
              <a:tailEnd/>
            </a:ln>
            <a:effectLst>
              <a:outerShdw blurRad="50800" dist="38100" dir="2700000" algn="tl" rotWithShape="0">
                <a:prstClr val="black">
                  <a:alpha val="40000"/>
                </a:prstClr>
              </a:outerShdw>
            </a:effectLst>
          </p:spPr>
          <p:txBody>
            <a:bodyPr wrap="square" tIns="216000" rtlCol="0" anchor="t"/>
            <a:lstStyle/>
            <a:p>
              <a:pPr algn="ctr">
                <a:spcBef>
                  <a:spcPts val="600"/>
                </a:spcBef>
              </a:pPr>
              <a:endParaRPr lang="es-ES_tradnl" b="1">
                <a:solidFill>
                  <a:srgbClr val="000000"/>
                </a:solidFill>
                <a:cs typeface="Arial" pitchFamily="34" charset="0"/>
              </a:endParaRPr>
            </a:p>
          </p:txBody>
        </p:sp>
        <p:pic>
          <p:nvPicPr>
            <p:cNvPr id="63" name="Picture 62">
              <a:extLst>
                <a:ext uri="{FF2B5EF4-FFF2-40B4-BE49-F238E27FC236}">
                  <a16:creationId xmlns:a16="http://schemas.microsoft.com/office/drawing/2014/main" id="{4FA9322A-EFE2-BACB-3771-6020CB664993}"/>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754710" y="1915335"/>
              <a:ext cx="523497" cy="523497"/>
            </a:xfrm>
            <a:prstGeom prst="rect">
              <a:avLst/>
            </a:prstGeom>
          </p:spPr>
        </p:pic>
      </p:grpSp>
      <p:sp>
        <p:nvSpPr>
          <p:cNvPr id="195" name="TextBox 16">
            <a:extLst>
              <a:ext uri="{FF2B5EF4-FFF2-40B4-BE49-F238E27FC236}">
                <a16:creationId xmlns:a16="http://schemas.microsoft.com/office/drawing/2014/main" id="{CABB2544-2F96-5A47-FDD7-1D3E3B3E5A74}"/>
              </a:ext>
            </a:extLst>
          </p:cNvPr>
          <p:cNvSpPr txBox="1"/>
          <p:nvPr/>
        </p:nvSpPr>
        <p:spPr>
          <a:xfrm>
            <a:off x="8730253" y="1481780"/>
            <a:ext cx="3172298" cy="646331"/>
          </a:xfrm>
          <a:prstGeom prst="rect">
            <a:avLst/>
          </a:prstGeom>
          <a:noFill/>
        </p:spPr>
        <p:txBody>
          <a:bodyPr wrap="square" anchor="ctr">
            <a:spAutoFit/>
          </a:bodyPr>
          <a:lst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b="1">
                <a:solidFill>
                  <a:srgbClr val="CDAE57"/>
                </a:solidFill>
                <a:latin typeface="Segoe Print" panose="02000600000000000000" pitchFamily="2" charset="0"/>
              </a:rPr>
              <a:t>El valor residual en las entidades de financiación</a:t>
            </a:r>
          </a:p>
        </p:txBody>
      </p:sp>
      <p:sp>
        <p:nvSpPr>
          <p:cNvPr id="8" name="Rectangle 17">
            <a:extLst>
              <a:ext uri="{FF2B5EF4-FFF2-40B4-BE49-F238E27FC236}">
                <a16:creationId xmlns:a16="http://schemas.microsoft.com/office/drawing/2014/main" id="{5521F330-307D-859E-DC5A-2FE8A3238165}"/>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Resultados y conclusiones</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Conclusiones</a:t>
            </a:r>
          </a:p>
        </p:txBody>
      </p:sp>
      <p:sp>
        <p:nvSpPr>
          <p:cNvPr id="9" name="Rectangle 8">
            <a:extLst>
              <a:ext uri="{FF2B5EF4-FFF2-40B4-BE49-F238E27FC236}">
                <a16:creationId xmlns:a16="http://schemas.microsoft.com/office/drawing/2014/main" id="{93690CDF-B31A-C175-CBB1-DEEA335E49B2}"/>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5</a:t>
            </a:r>
          </a:p>
        </p:txBody>
      </p:sp>
      <p:grpSp>
        <p:nvGrpSpPr>
          <p:cNvPr id="10" name="Group 9">
            <a:extLst>
              <a:ext uri="{FF2B5EF4-FFF2-40B4-BE49-F238E27FC236}">
                <a16:creationId xmlns:a16="http://schemas.microsoft.com/office/drawing/2014/main" id="{5652A67B-7B90-F33F-DA9E-8355FF4DD77A}"/>
              </a:ext>
            </a:extLst>
          </p:cNvPr>
          <p:cNvGrpSpPr/>
          <p:nvPr/>
        </p:nvGrpSpPr>
        <p:grpSpPr>
          <a:xfrm>
            <a:off x="1900940" y="4253609"/>
            <a:ext cx="691200" cy="691200"/>
            <a:chOff x="5566457" y="1727082"/>
            <a:chExt cx="900000" cy="900000"/>
          </a:xfrm>
        </p:grpSpPr>
        <p:sp>
          <p:nvSpPr>
            <p:cNvPr id="11" name="Oval 10">
              <a:extLst>
                <a:ext uri="{FF2B5EF4-FFF2-40B4-BE49-F238E27FC236}">
                  <a16:creationId xmlns:a16="http://schemas.microsoft.com/office/drawing/2014/main" id="{85FF4529-239C-5649-2793-ACD2A646551B}"/>
                </a:ext>
              </a:extLst>
            </p:cNvPr>
            <p:cNvSpPr/>
            <p:nvPr/>
          </p:nvSpPr>
          <p:spPr bwMode="auto">
            <a:xfrm>
              <a:off x="5566457" y="1727082"/>
              <a:ext cx="900000" cy="900000"/>
            </a:xfrm>
            <a:prstGeom prst="ellipse">
              <a:avLst/>
            </a:prstGeom>
            <a:noFill/>
            <a:ln w="38100" cap="flat" cmpd="sng" algn="ctr">
              <a:solidFill>
                <a:srgbClr val="002569"/>
              </a:solidFill>
              <a:prstDash val="solid"/>
              <a:headEnd/>
              <a:tailEnd/>
            </a:ln>
            <a:effectLst>
              <a:outerShdw blurRad="50800" dist="38100" dir="2700000" algn="tl" rotWithShape="0">
                <a:prstClr val="black">
                  <a:alpha val="40000"/>
                </a:prstClr>
              </a:outerShdw>
            </a:effectLst>
          </p:spPr>
          <p:txBody>
            <a:bodyPr wrap="square" tIns="216000" rtlCol="0" anchor="t"/>
            <a:lstStyle/>
            <a:p>
              <a:pPr algn="ctr">
                <a:spcBef>
                  <a:spcPts val="600"/>
                </a:spcBef>
              </a:pPr>
              <a:endParaRPr lang="es-ES_tradnl" b="1">
                <a:solidFill>
                  <a:srgbClr val="000000"/>
                </a:solidFill>
                <a:cs typeface="Arial" pitchFamily="34" charset="0"/>
              </a:endParaRPr>
            </a:p>
          </p:txBody>
        </p:sp>
        <p:pic>
          <p:nvPicPr>
            <p:cNvPr id="12" name="Picture 11">
              <a:extLst>
                <a:ext uri="{FF2B5EF4-FFF2-40B4-BE49-F238E27FC236}">
                  <a16:creationId xmlns:a16="http://schemas.microsoft.com/office/drawing/2014/main" id="{8F048A48-2678-A624-03DB-707FA08308E5}"/>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5692046" y="1891703"/>
              <a:ext cx="661083" cy="562500"/>
            </a:xfrm>
            <a:prstGeom prst="rect">
              <a:avLst/>
            </a:prstGeom>
          </p:spPr>
        </p:pic>
      </p:grpSp>
      <p:sp>
        <p:nvSpPr>
          <p:cNvPr id="13" name="TextBox 16">
            <a:extLst>
              <a:ext uri="{FF2B5EF4-FFF2-40B4-BE49-F238E27FC236}">
                <a16:creationId xmlns:a16="http://schemas.microsoft.com/office/drawing/2014/main" id="{50B0A1CF-B80C-33AA-3BF8-94E0E7FDD310}"/>
              </a:ext>
            </a:extLst>
          </p:cNvPr>
          <p:cNvSpPr txBox="1"/>
          <p:nvPr/>
        </p:nvSpPr>
        <p:spPr>
          <a:xfrm>
            <a:off x="2530497" y="4244771"/>
            <a:ext cx="3308345" cy="646331"/>
          </a:xfrm>
          <a:prstGeom prst="rect">
            <a:avLst/>
          </a:prstGeom>
          <a:noFill/>
        </p:spPr>
        <p:txBody>
          <a:bodyPr wrap="square" anchor="ctr">
            <a:spAutoFit/>
          </a:bodyPr>
          <a:lst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b="1">
                <a:solidFill>
                  <a:srgbClr val="CDAE57"/>
                </a:solidFill>
                <a:latin typeface="Segoe Print" panose="02000600000000000000" pitchFamily="2" charset="0"/>
              </a:rPr>
              <a:t>Componentes que influyen en el valor residual </a:t>
            </a:r>
          </a:p>
        </p:txBody>
      </p:sp>
      <p:grpSp>
        <p:nvGrpSpPr>
          <p:cNvPr id="14" name="Group 13">
            <a:extLst>
              <a:ext uri="{FF2B5EF4-FFF2-40B4-BE49-F238E27FC236}">
                <a16:creationId xmlns:a16="http://schemas.microsoft.com/office/drawing/2014/main" id="{705C1429-0850-3D2E-C614-BC885F32EAF7}"/>
              </a:ext>
            </a:extLst>
          </p:cNvPr>
          <p:cNvGrpSpPr/>
          <p:nvPr/>
        </p:nvGrpSpPr>
        <p:grpSpPr>
          <a:xfrm>
            <a:off x="6648561" y="4132600"/>
            <a:ext cx="691200" cy="691200"/>
            <a:chOff x="5566457" y="1727082"/>
            <a:chExt cx="900000" cy="900000"/>
          </a:xfrm>
        </p:grpSpPr>
        <p:sp>
          <p:nvSpPr>
            <p:cNvPr id="15" name="Oval 14">
              <a:extLst>
                <a:ext uri="{FF2B5EF4-FFF2-40B4-BE49-F238E27FC236}">
                  <a16:creationId xmlns:a16="http://schemas.microsoft.com/office/drawing/2014/main" id="{74D1BA8D-32A8-77DC-89F7-F30A3B8A828A}"/>
                </a:ext>
              </a:extLst>
            </p:cNvPr>
            <p:cNvSpPr/>
            <p:nvPr/>
          </p:nvSpPr>
          <p:spPr bwMode="auto">
            <a:xfrm>
              <a:off x="5566457" y="1727082"/>
              <a:ext cx="900000" cy="900000"/>
            </a:xfrm>
            <a:prstGeom prst="ellipse">
              <a:avLst/>
            </a:prstGeom>
            <a:noFill/>
            <a:ln w="38100" cap="flat" cmpd="sng" algn="ctr">
              <a:solidFill>
                <a:srgbClr val="002569"/>
              </a:solidFill>
              <a:prstDash val="solid"/>
              <a:headEnd/>
              <a:tailEnd/>
            </a:ln>
            <a:effectLst>
              <a:outerShdw blurRad="50800" dist="38100" dir="2700000" algn="tl" rotWithShape="0">
                <a:prstClr val="black">
                  <a:alpha val="40000"/>
                </a:prstClr>
              </a:outerShdw>
            </a:effectLst>
          </p:spPr>
          <p:txBody>
            <a:bodyPr wrap="square" tIns="216000" rtlCol="0" anchor="t"/>
            <a:lstStyle/>
            <a:p>
              <a:pPr algn="ctr">
                <a:spcBef>
                  <a:spcPts val="600"/>
                </a:spcBef>
              </a:pPr>
              <a:endParaRPr lang="es-ES_tradnl" b="1">
                <a:solidFill>
                  <a:srgbClr val="000000"/>
                </a:solidFill>
                <a:cs typeface="Arial" pitchFamily="34" charset="0"/>
              </a:endParaRPr>
            </a:p>
          </p:txBody>
        </p:sp>
        <p:pic>
          <p:nvPicPr>
            <p:cNvPr id="16" name="Picture 15">
              <a:extLst>
                <a:ext uri="{FF2B5EF4-FFF2-40B4-BE49-F238E27FC236}">
                  <a16:creationId xmlns:a16="http://schemas.microsoft.com/office/drawing/2014/main" id="{8B1AB619-8078-2AA8-FD07-9A7F7C6A45F6}"/>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5719809" y="1877737"/>
              <a:ext cx="609375" cy="615723"/>
            </a:xfrm>
            <a:prstGeom prst="rect">
              <a:avLst/>
            </a:prstGeom>
          </p:spPr>
        </p:pic>
      </p:grpSp>
      <p:sp>
        <p:nvSpPr>
          <p:cNvPr id="17" name="TextBox 16">
            <a:extLst>
              <a:ext uri="{FF2B5EF4-FFF2-40B4-BE49-F238E27FC236}">
                <a16:creationId xmlns:a16="http://schemas.microsoft.com/office/drawing/2014/main" id="{9E43C692-8CDE-A00A-9C34-46DE0C01785F}"/>
              </a:ext>
            </a:extLst>
          </p:cNvPr>
          <p:cNvSpPr txBox="1"/>
          <p:nvPr/>
        </p:nvSpPr>
        <p:spPr>
          <a:xfrm>
            <a:off x="7185757" y="4383270"/>
            <a:ext cx="3255416" cy="369332"/>
          </a:xfrm>
          <a:prstGeom prst="rect">
            <a:avLst/>
          </a:prstGeom>
          <a:noFill/>
        </p:spPr>
        <p:txBody>
          <a:bodyPr wrap="square" anchor="ctr">
            <a:spAutoFit/>
          </a:bodyPr>
          <a:lst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_tradnl" b="1">
                <a:solidFill>
                  <a:srgbClr val="CDAE57"/>
                </a:solidFill>
                <a:latin typeface="Segoe Print" panose="02000600000000000000" pitchFamily="2" charset="0"/>
              </a:rPr>
              <a:t>Modelo de cálculo</a:t>
            </a:r>
          </a:p>
        </p:txBody>
      </p:sp>
      <p:pic>
        <p:nvPicPr>
          <p:cNvPr id="2" name="Picture 1">
            <a:extLst>
              <a:ext uri="{FF2B5EF4-FFF2-40B4-BE49-F238E27FC236}">
                <a16:creationId xmlns:a16="http://schemas.microsoft.com/office/drawing/2014/main" id="{DD9BBF22-B459-F280-C802-84F2B18E7776}"/>
              </a:ext>
            </a:extLst>
          </p:cNvPr>
          <p:cNvPicPr>
            <a:picLocks noChangeAspect="1"/>
          </p:cNvPicPr>
          <p:nvPr/>
        </p:nvPicPr>
        <p:blipFill>
          <a:blip r:embed="rId7"/>
          <a:stretch>
            <a:fillRect/>
          </a:stretch>
        </p:blipFill>
        <p:spPr>
          <a:xfrm>
            <a:off x="4435924" y="1475145"/>
            <a:ext cx="472066" cy="567636"/>
          </a:xfrm>
          <a:prstGeom prst="rect">
            <a:avLst/>
          </a:prstGeom>
        </p:spPr>
      </p:pic>
      <p:sp>
        <p:nvSpPr>
          <p:cNvPr id="3" name="TextBox 2">
            <a:extLst>
              <a:ext uri="{FF2B5EF4-FFF2-40B4-BE49-F238E27FC236}">
                <a16:creationId xmlns:a16="http://schemas.microsoft.com/office/drawing/2014/main" id="{388E50B8-484E-EF2D-ECB8-5FFAF8B1DD9A}"/>
              </a:ext>
            </a:extLst>
          </p:cNvPr>
          <p:cNvSpPr txBox="1"/>
          <p:nvPr/>
        </p:nvSpPr>
        <p:spPr>
          <a:xfrm>
            <a:off x="6679943" y="4960925"/>
            <a:ext cx="3792612" cy="1819601"/>
          </a:xfrm>
          <a:prstGeom prst="rect">
            <a:avLst/>
          </a:prstGeom>
          <a:noFill/>
        </p:spPr>
        <p:txBody>
          <a:bodyPr wrap="square" lIns="0" tIns="45720" rIns="108000" bIns="45720" anchor="t">
            <a:spAutoFit/>
          </a:bodyPr>
          <a:lstStyle/>
          <a:p>
            <a:pPr algn="just">
              <a:lnSpc>
                <a:spcPct val="107000"/>
              </a:lnSpc>
              <a:spcAft>
                <a:spcPts val="800"/>
              </a:spcAft>
            </a:pPr>
            <a:r>
              <a:rPr lang="es-ES_tradnl" sz="1100">
                <a:latin typeface="Quattrocento Sans" panose="020B0502050000020003" pitchFamily="34" charset="0"/>
                <a:cs typeface="Arial" panose="020B0604020202020204" pitchFamily="34" charset="0"/>
              </a:rPr>
              <a:t>Tras entrenar diferentes modelos predictivos y analizar sus resultados, se ha seleccionado el </a:t>
            </a:r>
            <a:r>
              <a:rPr lang="es-ES_tradnl" sz="1100" b="1">
                <a:latin typeface="Quattrocento Sans" panose="020B0502050000020003" pitchFamily="34" charset="0"/>
                <a:cs typeface="Arial" panose="020B0604020202020204" pitchFamily="34" charset="0"/>
              </a:rPr>
              <a:t>modelo </a:t>
            </a:r>
            <a:r>
              <a:rPr lang="es-ES_tradnl" sz="1100" b="1" err="1">
                <a:latin typeface="Quattrocento Sans" panose="020B0502050000020003" pitchFamily="34" charset="0"/>
                <a:cs typeface="Arial" panose="020B0604020202020204" pitchFamily="34" charset="0"/>
              </a:rPr>
              <a:t>XGBoost</a:t>
            </a:r>
            <a:r>
              <a:rPr lang="es-ES_tradnl" sz="1100" b="1">
                <a:latin typeface="Quattrocento Sans" panose="020B0502050000020003" pitchFamily="34" charset="0"/>
                <a:cs typeface="Arial" panose="020B0604020202020204" pitchFamily="34" charset="0"/>
              </a:rPr>
              <a:t> </a:t>
            </a:r>
            <a:r>
              <a:rPr lang="es-ES_tradnl" sz="1100">
                <a:latin typeface="Quattrocento Sans" panose="020B0502050000020003" pitchFamily="34" charset="0"/>
                <a:cs typeface="Arial" panose="020B0604020202020204" pitchFamily="34" charset="0"/>
              </a:rPr>
              <a:t>como </a:t>
            </a:r>
            <a:r>
              <a:rPr lang="es-ES_tradnl" sz="1100" b="1">
                <a:latin typeface="Quattrocento Sans" panose="020B0502050000020003" pitchFamily="34" charset="0"/>
                <a:cs typeface="Arial" panose="020B0604020202020204" pitchFamily="34" charset="0"/>
              </a:rPr>
              <a:t>mejor modelo de predicción de precio de vehículos de segunda mano </a:t>
            </a:r>
            <a:r>
              <a:rPr lang="es-ES_tradnl" sz="1100">
                <a:latin typeface="Quattrocento Sans" panose="020B0502050000020003" pitchFamily="34" charset="0"/>
                <a:cs typeface="Arial" panose="020B0604020202020204" pitchFamily="34" charset="0"/>
              </a:rPr>
              <a:t>(tanto eléctricos como para el resto de motorizaciones). Integrándolo al </a:t>
            </a:r>
            <a:r>
              <a:rPr lang="es-ES_tradnl" sz="1100" b="1">
                <a:latin typeface="Quattrocento Sans" panose="020B0502050000020003" pitchFamily="34" charset="0"/>
                <a:cs typeface="Arial" panose="020B0604020202020204" pitchFamily="34" charset="0"/>
              </a:rPr>
              <a:t>modelo de cálculo del valor residual</a:t>
            </a:r>
            <a:r>
              <a:rPr lang="es-ES_tradnl" sz="1100">
                <a:latin typeface="Quattrocento Sans" panose="020B0502050000020003" pitchFamily="34" charset="0"/>
                <a:cs typeface="Arial" panose="020B0604020202020204" pitchFamily="34" charset="0"/>
              </a:rPr>
              <a:t>, se ha obtenido un error relativo del 6.6%, pudiendo ser integrado y perfeccionado en diferentes entidades de crédito.</a:t>
            </a:r>
          </a:p>
          <a:p>
            <a:pPr algn="just">
              <a:lnSpc>
                <a:spcPct val="107000"/>
              </a:lnSpc>
              <a:spcAft>
                <a:spcPts val="800"/>
              </a:spcAft>
            </a:pPr>
            <a:endParaRPr lang="es-ES_tradnl" sz="1100">
              <a:latin typeface="Quattrocento Sans" panose="020B0502050000020003" pitchFamily="34" charset="0"/>
              <a:cs typeface="Arial" panose="020B0604020202020204" pitchFamily="34" charset="0"/>
            </a:endParaRPr>
          </a:p>
        </p:txBody>
      </p:sp>
      <p:sp>
        <p:nvSpPr>
          <p:cNvPr id="281" name="TextBox 280">
            <a:extLst>
              <a:ext uri="{FF2B5EF4-FFF2-40B4-BE49-F238E27FC236}">
                <a16:creationId xmlns:a16="http://schemas.microsoft.com/office/drawing/2014/main" id="{868BD8DD-51AB-20FC-3667-A4DA6B1F48A6}"/>
              </a:ext>
            </a:extLst>
          </p:cNvPr>
          <p:cNvSpPr txBox="1"/>
          <p:nvPr/>
        </p:nvSpPr>
        <p:spPr>
          <a:xfrm>
            <a:off x="1900940" y="4970161"/>
            <a:ext cx="3749089" cy="1354730"/>
          </a:xfrm>
          <a:prstGeom prst="rect">
            <a:avLst/>
          </a:prstGeom>
          <a:noFill/>
        </p:spPr>
        <p:txBody>
          <a:bodyPr wrap="square" lIns="0" tIns="45720" rIns="108000" bIns="45720" anchor="t">
            <a:spAutoFit/>
          </a:bodyPr>
          <a:lstStyle/>
          <a:p>
            <a:pPr algn="just">
              <a:lnSpc>
                <a:spcPct val="107000"/>
              </a:lnSpc>
              <a:spcAft>
                <a:spcPts val="800"/>
              </a:spcAft>
            </a:pPr>
            <a:r>
              <a:rPr lang="es-ES_tradnl" sz="1100">
                <a:latin typeface="Quattrocento Sans" panose="020B0502050000020003" pitchFamily="34" charset="0"/>
                <a:cs typeface="Arial" panose="020B0604020202020204" pitchFamily="34" charset="0"/>
              </a:rPr>
              <a:t>Sin distinción por tipo de motorización, los principales componentes de nuestro modelo de cálculo son </a:t>
            </a:r>
            <a:r>
              <a:rPr lang="es-ES_tradnl" sz="1100" b="1">
                <a:latin typeface="Quattrocento Sans" panose="020B0502050000020003" pitchFamily="34" charset="0"/>
                <a:cs typeface="Arial" panose="020B0604020202020204" pitchFamily="34" charset="0"/>
              </a:rPr>
              <a:t>kilometraje</a:t>
            </a:r>
            <a:r>
              <a:rPr lang="es-ES_tradnl" sz="1100">
                <a:latin typeface="Quattrocento Sans" panose="020B0502050000020003" pitchFamily="34" charset="0"/>
                <a:cs typeface="Arial" panose="020B0604020202020204" pitchFamily="34" charset="0"/>
              </a:rPr>
              <a:t>, </a:t>
            </a:r>
            <a:r>
              <a:rPr lang="es-ES_tradnl" sz="1100" b="1">
                <a:latin typeface="Quattrocento Sans" panose="020B0502050000020003" pitchFamily="34" charset="0"/>
                <a:cs typeface="Arial" panose="020B0604020202020204" pitchFamily="34" charset="0"/>
              </a:rPr>
              <a:t>antigüedad del vehículo</a:t>
            </a:r>
            <a:r>
              <a:rPr lang="es-ES_tradnl" sz="1100">
                <a:latin typeface="Quattrocento Sans" panose="020B0502050000020003" pitchFamily="34" charset="0"/>
                <a:cs typeface="Arial" panose="020B0604020202020204" pitchFamily="34" charset="0"/>
              </a:rPr>
              <a:t>, </a:t>
            </a:r>
            <a:r>
              <a:rPr lang="es-ES_tradnl" sz="1100" b="1">
                <a:latin typeface="Quattrocento Sans" panose="020B0502050000020003" pitchFamily="34" charset="0"/>
                <a:cs typeface="Arial" panose="020B0604020202020204" pitchFamily="34" charset="0"/>
              </a:rPr>
              <a:t>marca</a:t>
            </a:r>
            <a:r>
              <a:rPr lang="es-ES_tradnl" sz="1100">
                <a:latin typeface="Quattrocento Sans" panose="020B0502050000020003" pitchFamily="34" charset="0"/>
                <a:cs typeface="Arial" panose="020B0604020202020204" pitchFamily="34" charset="0"/>
              </a:rPr>
              <a:t> y </a:t>
            </a:r>
            <a:r>
              <a:rPr lang="es-ES_tradnl" sz="1100" b="1">
                <a:latin typeface="Quattrocento Sans" panose="020B0502050000020003" pitchFamily="34" charset="0"/>
                <a:cs typeface="Arial" panose="020B0604020202020204" pitchFamily="34" charset="0"/>
              </a:rPr>
              <a:t>modelo</a:t>
            </a:r>
            <a:r>
              <a:rPr lang="es-ES_tradnl" sz="1100">
                <a:latin typeface="Quattrocento Sans" panose="020B0502050000020003" pitchFamily="34" charset="0"/>
                <a:cs typeface="Arial" panose="020B0604020202020204" pitchFamily="34" charset="0"/>
              </a:rPr>
              <a:t>. Otros factores como la motorización, el color, la tecnología y equipamiento también influyen en el valor residual de los vehículos. En el caso específico de los </a:t>
            </a:r>
            <a:r>
              <a:rPr lang="es-ES_tradnl" sz="1100" b="1">
                <a:latin typeface="Quattrocento Sans" panose="020B0502050000020003" pitchFamily="34" charset="0"/>
                <a:cs typeface="Arial" panose="020B0604020202020204" pitchFamily="34" charset="0"/>
              </a:rPr>
              <a:t>vehículos eléctricos</a:t>
            </a:r>
            <a:r>
              <a:rPr lang="es-ES_tradnl" sz="1100">
                <a:latin typeface="Quattrocento Sans" panose="020B0502050000020003" pitchFamily="34" charset="0"/>
                <a:cs typeface="Arial" panose="020B0604020202020204" pitchFamily="34" charset="0"/>
              </a:rPr>
              <a:t>,   cobra especial importancia la </a:t>
            </a:r>
            <a:r>
              <a:rPr lang="es-ES_tradnl" sz="1100" b="1">
                <a:latin typeface="Quattrocento Sans" panose="020B0502050000020003" pitchFamily="34" charset="0"/>
                <a:cs typeface="Arial" panose="020B0604020202020204" pitchFamily="34" charset="0"/>
              </a:rPr>
              <a:t>duración de las baterías</a:t>
            </a:r>
            <a:r>
              <a:rPr lang="es-ES_tradnl" sz="1100">
                <a:latin typeface="Quattrocento Sans" panose="020B0502050000020003" pitchFamily="34" charset="0"/>
                <a:cs typeface="Arial" panose="020B0604020202020204" pitchFamily="34" charset="0"/>
              </a:rPr>
              <a:t>. </a:t>
            </a:r>
          </a:p>
        </p:txBody>
      </p:sp>
      <p:cxnSp>
        <p:nvCxnSpPr>
          <p:cNvPr id="4" name="Straight Connector 3">
            <a:extLst>
              <a:ext uri="{FF2B5EF4-FFF2-40B4-BE49-F238E27FC236}">
                <a16:creationId xmlns:a16="http://schemas.microsoft.com/office/drawing/2014/main" id="{22A3F551-5B79-F338-F8C6-EA0ED30F643D}"/>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Tree>
    <p:extLst>
      <p:ext uri="{BB962C8B-B14F-4D97-AF65-F5344CB8AC3E}">
        <p14:creationId xmlns:p14="http://schemas.microsoft.com/office/powerpoint/2010/main" val="36844796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D7851063-D4D2-74FC-EC89-3408F4E51C7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EA7256C-4ECC-1214-A5EC-285A9EEEEA5F}"/>
              </a:ext>
            </a:extLst>
          </p:cNvPr>
          <p:cNvPicPr>
            <a:picLocks noChangeAspect="1"/>
          </p:cNvPicPr>
          <p:nvPr/>
        </p:nvPicPr>
        <p:blipFill rotWithShape="1">
          <a:blip r:embed="rId3">
            <a:extLst>
              <a:ext uri="{28A0092B-C50C-407E-A947-70E740481C1C}">
                <a14:useLocalDpi xmlns:a14="http://schemas.microsoft.com/office/drawing/2010/main" val="0"/>
              </a:ext>
            </a:extLst>
          </a:blip>
          <a:srcRect l="5556" r="5556"/>
          <a:stretch/>
        </p:blipFill>
        <p:spPr>
          <a:xfrm>
            <a:off x="0" y="0"/>
            <a:ext cx="12192000" cy="6858000"/>
          </a:xfrm>
          <a:prstGeom prst="rect">
            <a:avLst/>
          </a:prstGeom>
        </p:spPr>
      </p:pic>
      <p:pic>
        <p:nvPicPr>
          <p:cNvPr id="6" name="Picture 5">
            <a:extLst>
              <a:ext uri="{FF2B5EF4-FFF2-40B4-BE49-F238E27FC236}">
                <a16:creationId xmlns:a16="http://schemas.microsoft.com/office/drawing/2014/main" id="{39EE8C04-9E30-2768-9285-6ABC5D9655C0}"/>
              </a:ext>
            </a:extLst>
          </p:cNvPr>
          <p:cNvPicPr>
            <a:picLocks noChangeAspect="1"/>
          </p:cNvPicPr>
          <p:nvPr/>
        </p:nvPicPr>
        <p:blipFill rotWithShape="1">
          <a:blip r:embed="rId4">
            <a:extLst>
              <a:ext uri="{BEBA8EAE-BF5A-486C-A8C5-ECC9F3942E4B}">
                <a14:imgProps xmlns:a14="http://schemas.microsoft.com/office/drawing/2010/main">
                  <a14:imgLayer r:embed="rId5">
                    <a14:imgEffect>
                      <a14:colorTemperature colorTemp="4700"/>
                    </a14:imgEffect>
                  </a14:imgLayer>
                </a14:imgProps>
              </a:ext>
            </a:extLst>
          </a:blip>
          <a:srcRect r="23118" b="6897"/>
          <a:stretch/>
        </p:blipFill>
        <p:spPr>
          <a:xfrm>
            <a:off x="0" y="-27633"/>
            <a:ext cx="12192000" cy="6858000"/>
          </a:xfrm>
          <a:prstGeom prst="rect">
            <a:avLst/>
          </a:prstGeom>
        </p:spPr>
      </p:pic>
      <p:sp>
        <p:nvSpPr>
          <p:cNvPr id="12" name="Google Shape;74;p11">
            <a:extLst>
              <a:ext uri="{FF2B5EF4-FFF2-40B4-BE49-F238E27FC236}">
                <a16:creationId xmlns:a16="http://schemas.microsoft.com/office/drawing/2014/main" id="{F6FB4C71-9C0B-179E-5BD4-34CBFE25383C}"/>
              </a:ext>
            </a:extLst>
          </p:cNvPr>
          <p:cNvSpPr txBox="1"/>
          <p:nvPr/>
        </p:nvSpPr>
        <p:spPr>
          <a:xfrm>
            <a:off x="254001" y="575220"/>
            <a:ext cx="1905000" cy="602000"/>
          </a:xfrm>
          <a:prstGeom prst="rect">
            <a:avLst/>
          </a:prstGeom>
          <a:noFill/>
          <a:ln>
            <a:noFill/>
          </a:ln>
        </p:spPr>
        <p:txBody>
          <a:bodyPr spcFirstLastPara="1" wrap="square" lIns="107267" tIns="53633" rIns="107267" bIns="53633" anchor="t" anchorCtr="0">
            <a:noAutofit/>
          </a:bodyPr>
          <a:lstStyle/>
          <a:p>
            <a:pPr lvl="0">
              <a:lnSpc>
                <a:spcPct val="102000"/>
              </a:lnSpc>
            </a:pPr>
            <a:r>
              <a:rPr lang="en-GB" sz="2000" b="1" err="1">
                <a:solidFill>
                  <a:srgbClr val="FFFFFF"/>
                </a:solidFill>
                <a:latin typeface="Segoe UI"/>
                <a:ea typeface="Lato"/>
                <a:cs typeface="Segoe UI"/>
              </a:rPr>
              <a:t>Índice</a:t>
            </a:r>
            <a:endParaRPr lang="en-GB" sz="2000" b="1">
              <a:solidFill>
                <a:srgbClr val="FFFFFF"/>
              </a:solidFill>
              <a:latin typeface="Segoe UI" panose="020B0502040204020203" pitchFamily="34" charset="0"/>
              <a:ea typeface="Lato"/>
              <a:cs typeface="Segoe UI" panose="020B0502040204020203" pitchFamily="34" charset="0"/>
            </a:endParaRPr>
          </a:p>
        </p:txBody>
      </p:sp>
      <p:sp>
        <p:nvSpPr>
          <p:cNvPr id="15" name="Google Shape;74;p11">
            <a:extLst>
              <a:ext uri="{FF2B5EF4-FFF2-40B4-BE49-F238E27FC236}">
                <a16:creationId xmlns:a16="http://schemas.microsoft.com/office/drawing/2014/main" id="{E60BA1FD-1868-398D-A7C3-8AC813C21E16}"/>
              </a:ext>
            </a:extLst>
          </p:cNvPr>
          <p:cNvSpPr txBox="1"/>
          <p:nvPr/>
        </p:nvSpPr>
        <p:spPr>
          <a:xfrm>
            <a:off x="1242027" y="1226307"/>
            <a:ext cx="6756346" cy="4405385"/>
          </a:xfrm>
          <a:prstGeom prst="rect">
            <a:avLst/>
          </a:prstGeom>
          <a:noFill/>
          <a:ln>
            <a:noFill/>
          </a:ln>
        </p:spPr>
        <p:txBody>
          <a:bodyPr spcFirstLastPara="1" wrap="square" lIns="107267" tIns="53633" rIns="107267" bIns="53633" anchor="t" anchorCtr="0">
            <a:noAutofit/>
          </a:bodyPr>
          <a:lstStyle/>
          <a:p>
            <a:pPr>
              <a:lnSpc>
                <a:spcPct val="102000"/>
              </a:lnSpc>
            </a:pPr>
            <a:r>
              <a:rPr lang="es-ES_tradnl" sz="2000" b="1">
                <a:solidFill>
                  <a:srgbClr val="404040"/>
                </a:solidFill>
                <a:latin typeface="Segoe UI"/>
                <a:ea typeface="Lato"/>
                <a:cs typeface="Segoe UI"/>
                <a:sym typeface="Lato"/>
              </a:rPr>
              <a:t>Contexto general</a:t>
            </a:r>
          </a:p>
          <a:p>
            <a:pPr lvl="0">
              <a:lnSpc>
                <a:spcPct val="102000"/>
              </a:lnSpc>
            </a:pPr>
            <a:endParaRPr lang="en-GB" sz="2000" b="1">
              <a:solidFill>
                <a:schemeClr val="bg1"/>
              </a:solidFill>
              <a:latin typeface="Segoe UI" panose="020B0502040204020203" pitchFamily="34" charset="0"/>
              <a:ea typeface="Lato"/>
              <a:cs typeface="Segoe UI" panose="020B0502040204020203" pitchFamily="34" charset="0"/>
            </a:endParaRPr>
          </a:p>
          <a:p>
            <a:pPr>
              <a:lnSpc>
                <a:spcPct val="102000"/>
              </a:lnSpc>
            </a:pPr>
            <a:r>
              <a:rPr lang="es-ES_tradnl" sz="2000" b="1">
                <a:solidFill>
                  <a:srgbClr val="404040"/>
                </a:solidFill>
                <a:latin typeface="Segoe UI"/>
                <a:ea typeface="Lato"/>
                <a:cs typeface="Segoe UI"/>
                <a:sym typeface="Lato"/>
              </a:rPr>
              <a:t>Valor residual en el mercado de automóviles</a:t>
            </a:r>
            <a:endParaRPr lang="es-ES_tradnl" sz="2000" b="1">
              <a:solidFill>
                <a:srgbClr val="404040"/>
              </a:solidFill>
              <a:latin typeface="Segoe UI"/>
              <a:ea typeface="Lato"/>
              <a:cs typeface="Segoe UI"/>
            </a:endParaRPr>
          </a:p>
          <a:p>
            <a:pPr lvl="0">
              <a:lnSpc>
                <a:spcPct val="102000"/>
              </a:lnSpc>
            </a:pPr>
            <a:endParaRPr lang="en-GB" sz="2000" b="1">
              <a:solidFill>
                <a:srgbClr val="404040"/>
              </a:solidFill>
              <a:latin typeface="Segoe UI"/>
              <a:ea typeface="Lato"/>
              <a:cs typeface="Segoe UI"/>
            </a:endParaRPr>
          </a:p>
          <a:p>
            <a:pPr>
              <a:lnSpc>
                <a:spcPct val="102000"/>
              </a:lnSpc>
            </a:pPr>
            <a:r>
              <a:rPr lang="es-ES_tradnl" sz="2000" b="1">
                <a:solidFill>
                  <a:srgbClr val="404040"/>
                </a:solidFill>
                <a:latin typeface="Segoe UI"/>
                <a:ea typeface="Lato"/>
                <a:cs typeface="Segoe UI"/>
                <a:sym typeface="Lato"/>
              </a:rPr>
              <a:t>Componentes que influyen en el valor residual</a:t>
            </a:r>
            <a:endParaRPr lang="es-ES_tradnl" sz="2000" b="1">
              <a:solidFill>
                <a:srgbClr val="404040"/>
              </a:solidFill>
              <a:latin typeface="Segoe UI"/>
              <a:ea typeface="Lato"/>
              <a:cs typeface="Segoe UI"/>
            </a:endParaRPr>
          </a:p>
          <a:p>
            <a:pPr>
              <a:lnSpc>
                <a:spcPct val="102000"/>
              </a:lnSpc>
            </a:pPr>
            <a:endParaRPr lang="es-ES_tradnl" sz="2000" b="1">
              <a:solidFill>
                <a:srgbClr val="404040"/>
              </a:solidFill>
              <a:latin typeface="Segoe UI"/>
              <a:ea typeface="Lato"/>
              <a:cs typeface="Segoe UI"/>
              <a:sym typeface="Lato"/>
            </a:endParaRPr>
          </a:p>
          <a:p>
            <a:pPr>
              <a:lnSpc>
                <a:spcPct val="102000"/>
              </a:lnSpc>
            </a:pPr>
            <a:r>
              <a:rPr lang="es-ES_tradnl" sz="2000" b="1">
                <a:solidFill>
                  <a:srgbClr val="404040"/>
                </a:solidFill>
                <a:latin typeface="Segoe UI"/>
                <a:ea typeface="Lato"/>
                <a:cs typeface="Segoe UI"/>
                <a:sym typeface="Lato"/>
              </a:rPr>
              <a:t>Desarrollo de un modelo de cálculo del valor residual</a:t>
            </a:r>
          </a:p>
          <a:p>
            <a:pPr>
              <a:lnSpc>
                <a:spcPct val="102000"/>
              </a:lnSpc>
            </a:pPr>
            <a:endParaRPr lang="es-ES_tradnl" sz="2000" b="1">
              <a:solidFill>
                <a:srgbClr val="404040"/>
              </a:solidFill>
              <a:latin typeface="Segoe UI"/>
              <a:ea typeface="Lato"/>
              <a:cs typeface="Segoe UI"/>
              <a:sym typeface="Lato"/>
            </a:endParaRPr>
          </a:p>
          <a:p>
            <a:pPr>
              <a:lnSpc>
                <a:spcPct val="102000"/>
              </a:lnSpc>
            </a:pPr>
            <a:r>
              <a:rPr lang="es-ES_tradnl" sz="2000" b="1">
                <a:solidFill>
                  <a:srgbClr val="404040"/>
                </a:solidFill>
                <a:latin typeface="Segoe UI"/>
                <a:ea typeface="Lato"/>
                <a:cs typeface="Segoe UI"/>
              </a:rPr>
              <a:t>Resultados y conclusiones</a:t>
            </a:r>
          </a:p>
          <a:p>
            <a:pPr>
              <a:lnSpc>
                <a:spcPct val="102000"/>
              </a:lnSpc>
            </a:pPr>
            <a:endParaRPr lang="es-ES_tradnl" sz="2000" b="1">
              <a:solidFill>
                <a:srgbClr val="404040"/>
              </a:solidFill>
              <a:latin typeface="Segoe UI"/>
              <a:ea typeface="Lato"/>
              <a:cs typeface="Segoe UI"/>
            </a:endParaRPr>
          </a:p>
          <a:p>
            <a:pPr>
              <a:lnSpc>
                <a:spcPct val="102000"/>
              </a:lnSpc>
            </a:pPr>
            <a:r>
              <a:rPr lang="es-ES_tradnl" sz="2000" b="1">
                <a:solidFill>
                  <a:schemeClr val="bg1"/>
                </a:solidFill>
                <a:latin typeface="Segoe UI"/>
                <a:ea typeface="Lato"/>
                <a:cs typeface="Segoe UI"/>
              </a:rPr>
              <a:t>Anexo</a:t>
            </a:r>
          </a:p>
        </p:txBody>
      </p:sp>
      <p:sp>
        <p:nvSpPr>
          <p:cNvPr id="27" name="Rectangle 26">
            <a:extLst>
              <a:ext uri="{FF2B5EF4-FFF2-40B4-BE49-F238E27FC236}">
                <a16:creationId xmlns:a16="http://schemas.microsoft.com/office/drawing/2014/main" id="{13740481-2847-82EE-D86C-0B893905729A}"/>
              </a:ext>
            </a:extLst>
          </p:cNvPr>
          <p:cNvSpPr/>
          <p:nvPr/>
        </p:nvSpPr>
        <p:spPr>
          <a:xfrm>
            <a:off x="509521" y="1188052"/>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1</a:t>
            </a:r>
          </a:p>
        </p:txBody>
      </p:sp>
      <p:sp>
        <p:nvSpPr>
          <p:cNvPr id="28" name="Rectangle 27">
            <a:extLst>
              <a:ext uri="{FF2B5EF4-FFF2-40B4-BE49-F238E27FC236}">
                <a16:creationId xmlns:a16="http://schemas.microsoft.com/office/drawing/2014/main" id="{B7CEAADA-DA09-90E2-A0B1-7FA42FEFD75A}"/>
              </a:ext>
            </a:extLst>
          </p:cNvPr>
          <p:cNvSpPr/>
          <p:nvPr/>
        </p:nvSpPr>
        <p:spPr>
          <a:xfrm>
            <a:off x="509521" y="1804884"/>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2</a:t>
            </a:r>
          </a:p>
        </p:txBody>
      </p:sp>
      <p:sp>
        <p:nvSpPr>
          <p:cNvPr id="29" name="Rectangle 28">
            <a:extLst>
              <a:ext uri="{FF2B5EF4-FFF2-40B4-BE49-F238E27FC236}">
                <a16:creationId xmlns:a16="http://schemas.microsoft.com/office/drawing/2014/main" id="{156007FB-72B3-D60E-531B-C71F9A65C035}"/>
              </a:ext>
            </a:extLst>
          </p:cNvPr>
          <p:cNvSpPr/>
          <p:nvPr/>
        </p:nvSpPr>
        <p:spPr>
          <a:xfrm>
            <a:off x="509521" y="24217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3</a:t>
            </a:r>
          </a:p>
        </p:txBody>
      </p:sp>
      <p:sp>
        <p:nvSpPr>
          <p:cNvPr id="30" name="Rectangle 29">
            <a:extLst>
              <a:ext uri="{FF2B5EF4-FFF2-40B4-BE49-F238E27FC236}">
                <a16:creationId xmlns:a16="http://schemas.microsoft.com/office/drawing/2014/main" id="{063AEA6B-8C21-8AA0-E68F-C19539714572}"/>
              </a:ext>
            </a:extLst>
          </p:cNvPr>
          <p:cNvSpPr/>
          <p:nvPr/>
        </p:nvSpPr>
        <p:spPr>
          <a:xfrm>
            <a:off x="509521" y="3038548"/>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4</a:t>
            </a:r>
          </a:p>
        </p:txBody>
      </p:sp>
      <p:sp>
        <p:nvSpPr>
          <p:cNvPr id="31" name="Rectangle 30">
            <a:extLst>
              <a:ext uri="{FF2B5EF4-FFF2-40B4-BE49-F238E27FC236}">
                <a16:creationId xmlns:a16="http://schemas.microsoft.com/office/drawing/2014/main" id="{B16B255A-DD9B-A4FB-FA64-66CAC7E760E5}"/>
              </a:ext>
            </a:extLst>
          </p:cNvPr>
          <p:cNvSpPr/>
          <p:nvPr/>
        </p:nvSpPr>
        <p:spPr>
          <a:xfrm>
            <a:off x="509521" y="3655380"/>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404040"/>
                </a:solidFill>
                <a:latin typeface="Segoe UI" panose="020B0502040204020203" pitchFamily="34" charset="0"/>
                <a:cs typeface="Segoe UI" panose="020B0502040204020203" pitchFamily="34" charset="0"/>
              </a:rPr>
              <a:t>5</a:t>
            </a:r>
          </a:p>
        </p:txBody>
      </p:sp>
      <p:sp>
        <p:nvSpPr>
          <p:cNvPr id="4" name="Rectangle 3">
            <a:extLst>
              <a:ext uri="{FF2B5EF4-FFF2-40B4-BE49-F238E27FC236}">
                <a16:creationId xmlns:a16="http://schemas.microsoft.com/office/drawing/2014/main" id="{1429C445-7C50-08FC-9D2F-6A07D352D454}"/>
              </a:ext>
            </a:extLst>
          </p:cNvPr>
          <p:cNvSpPr/>
          <p:nvPr/>
        </p:nvSpPr>
        <p:spPr>
          <a:xfrm>
            <a:off x="509521" y="4295243"/>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A</a:t>
            </a:r>
          </a:p>
        </p:txBody>
      </p:sp>
    </p:spTree>
    <p:extLst>
      <p:ext uri="{BB962C8B-B14F-4D97-AF65-F5344CB8AC3E}">
        <p14:creationId xmlns:p14="http://schemas.microsoft.com/office/powerpoint/2010/main" val="4154884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02B20-49E6-AB1E-5664-53DA32E02669}"/>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5983F00-F11C-7D40-9A8F-B52485AD52E4}"/>
              </a:ext>
            </a:extLst>
          </p:cNvPr>
          <p:cNvSpPr txBox="1"/>
          <p:nvPr/>
        </p:nvSpPr>
        <p:spPr>
          <a:xfrm>
            <a:off x="10646468" y="6393522"/>
            <a:ext cx="1450182" cy="408886"/>
          </a:xfrm>
          <a:prstGeom prst="rect">
            <a:avLst/>
          </a:prstGeom>
          <a:solidFill>
            <a:srgbClr val="F9F9F9"/>
          </a:solidFill>
        </p:spPr>
        <p:txBody>
          <a:bodyPr wrap="square" rtlCol="0">
            <a:spAutoFit/>
          </a:bodyPr>
          <a:lstStyle/>
          <a:p>
            <a:endParaRPr lang="es-ES_tradnl"/>
          </a:p>
        </p:txBody>
      </p:sp>
      <p:sp>
        <p:nvSpPr>
          <p:cNvPr id="4" name="Rectangle 3">
            <a:extLst>
              <a:ext uri="{FF2B5EF4-FFF2-40B4-BE49-F238E27FC236}">
                <a16:creationId xmlns:a16="http://schemas.microsoft.com/office/drawing/2014/main" id="{53D3CFC7-F547-FFF7-6454-4BB334205C8A}"/>
              </a:ext>
            </a:extLst>
          </p:cNvPr>
          <p:cNvSpPr/>
          <p:nvPr/>
        </p:nvSpPr>
        <p:spPr bwMode="auto">
          <a:xfrm>
            <a:off x="334963" y="6508086"/>
            <a:ext cx="10870919" cy="278196"/>
          </a:xfrm>
          <a:prstGeom prst="rect">
            <a:avLst/>
          </a:prstGeom>
          <a:solidFill>
            <a:srgbClr val="F9F9F9"/>
          </a:solidFill>
          <a:ln w="6350" cap="flat" cmpd="sng" algn="ctr">
            <a:noFill/>
            <a:prstDash val="solid"/>
            <a:headEnd/>
            <a:tailEnd/>
          </a:ln>
          <a:effectLst/>
        </p:spPr>
        <p:txBody>
          <a:bodyPr wrap="square" tIns="216000" rtlCol="0" anchor="t"/>
          <a:lstStyle/>
          <a:p>
            <a:pPr algn="l">
              <a:spcBef>
                <a:spcPts val="600"/>
              </a:spcBef>
            </a:pPr>
            <a:endParaRPr lang="es-ES_tradnl" b="1">
              <a:solidFill>
                <a:srgbClr val="000000"/>
              </a:solidFill>
              <a:cs typeface="Arial" pitchFamily="34" charset="0"/>
            </a:endParaRPr>
          </a:p>
        </p:txBody>
      </p:sp>
      <p:sp>
        <p:nvSpPr>
          <p:cNvPr id="2" name="Rectangle 17">
            <a:extLst>
              <a:ext uri="{FF2B5EF4-FFF2-40B4-BE49-F238E27FC236}">
                <a16:creationId xmlns:a16="http://schemas.microsoft.com/office/drawing/2014/main" id="{57E4E429-F025-2192-F53D-4B8BAEF6FD04}"/>
              </a:ext>
            </a:extLst>
          </p:cNvPr>
          <p:cNvSpPr>
            <a:spLocks noChangeArrowheads="1"/>
          </p:cNvSpPr>
          <p:nvPr/>
        </p:nvSpPr>
        <p:spPr bwMode="gray">
          <a:xfrm>
            <a:off x="1067469" y="455495"/>
            <a:ext cx="9373704" cy="576000"/>
          </a:xfrm>
          <a:prstGeom prst="rect">
            <a:avLst/>
          </a:prstGeom>
          <a:noFill/>
          <a:ln w="9525">
            <a:noFill/>
            <a:miter lim="800000"/>
            <a:headEnd/>
            <a:tailEnd/>
          </a:ln>
        </p:spPr>
        <p:txBody>
          <a:bodyPr lIns="91377" tIns="45689" rIns="91377" bIns="45689" anchor="ctr"/>
          <a:lstStyle/>
          <a:p>
            <a:pPr defTabSz="1218330" eaLnBrk="0" fontAlgn="base" hangingPunct="0">
              <a:spcBef>
                <a:spcPct val="70000"/>
              </a:spcBef>
              <a:spcAft>
                <a:spcPct val="0"/>
              </a:spcAft>
              <a:buClr>
                <a:srgbClr val="000000"/>
              </a:buClr>
            </a:pPr>
            <a:r>
              <a:rPr lang="es-ES_tradnl" sz="2000" b="1" kern="0">
                <a:solidFill>
                  <a:srgbClr val="002569"/>
                </a:solidFill>
                <a:latin typeface="Segoe UI" panose="020B0502040204020203" pitchFamily="34" charset="0"/>
                <a:cs typeface="Segoe UI" panose="020B0502040204020203" pitchFamily="34" charset="0"/>
                <a:sym typeface="Arial"/>
              </a:rPr>
              <a:t>Anexo</a:t>
            </a:r>
          </a:p>
          <a:p>
            <a:pPr>
              <a:buSzPts val="1800"/>
            </a:pPr>
            <a:r>
              <a:rPr lang="es-ES_tradnl" sz="2000">
                <a:solidFill>
                  <a:srgbClr val="BFA13E"/>
                </a:solidFill>
                <a:latin typeface="Segoe UI" panose="020B0502040204020203" pitchFamily="34" charset="0"/>
                <a:cs typeface="Segoe UI" panose="020B0502040204020203" pitchFamily="34" charset="0"/>
                <a:sym typeface="Trebuchet MS"/>
              </a:rPr>
              <a:t>Bibliografía</a:t>
            </a:r>
          </a:p>
        </p:txBody>
      </p:sp>
      <p:sp>
        <p:nvSpPr>
          <p:cNvPr id="3" name="Rectangle 2">
            <a:extLst>
              <a:ext uri="{FF2B5EF4-FFF2-40B4-BE49-F238E27FC236}">
                <a16:creationId xmlns:a16="http://schemas.microsoft.com/office/drawing/2014/main" id="{23FBA527-2747-3D5A-13FE-A94F10B83F35}"/>
              </a:ext>
            </a:extLst>
          </p:cNvPr>
          <p:cNvSpPr/>
          <p:nvPr/>
        </p:nvSpPr>
        <p:spPr>
          <a:xfrm>
            <a:off x="334963" y="395116"/>
            <a:ext cx="732506" cy="584775"/>
          </a:xfrm>
          <a:prstGeom prst="rect">
            <a:avLst/>
          </a:prstGeom>
        </p:spPr>
        <p:txBody>
          <a:bodyPr wrap="square">
            <a:spAutoFit/>
          </a:bodyPr>
          <a:lstStyle/>
          <a:p>
            <a:pPr algn="ctr" defTabSz="913770" eaLnBrk="0" fontAlgn="base" hangingPunct="0">
              <a:spcBef>
                <a:spcPct val="70000"/>
              </a:spcBef>
              <a:spcAft>
                <a:spcPct val="0"/>
              </a:spcAft>
            </a:pPr>
            <a:r>
              <a:rPr lang="en-US" sz="3200" b="1">
                <a:solidFill>
                  <a:srgbClr val="C9B263"/>
                </a:solidFill>
                <a:latin typeface="Segoe UI" panose="020B0502040204020203" pitchFamily="34" charset="0"/>
                <a:cs typeface="Segoe UI" panose="020B0502040204020203" pitchFamily="34" charset="0"/>
              </a:rPr>
              <a:t>A</a:t>
            </a:r>
          </a:p>
        </p:txBody>
      </p:sp>
      <p:sp>
        <p:nvSpPr>
          <p:cNvPr id="20" name="TextBox 19">
            <a:extLst>
              <a:ext uri="{FF2B5EF4-FFF2-40B4-BE49-F238E27FC236}">
                <a16:creationId xmlns:a16="http://schemas.microsoft.com/office/drawing/2014/main" id="{66A1627D-13FA-CB71-DD90-A833036CA627}"/>
              </a:ext>
            </a:extLst>
          </p:cNvPr>
          <p:cNvSpPr txBox="1"/>
          <p:nvPr/>
        </p:nvSpPr>
        <p:spPr>
          <a:xfrm>
            <a:off x="1083570" y="1262229"/>
            <a:ext cx="9373704" cy="532940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s-ES_tradnl" sz="1200">
                <a:solidFill>
                  <a:schemeClr val="accent1"/>
                </a:solidFill>
                <a:latin typeface="Quattrocento Sans" panose="020B0502050000020003" pitchFamily="34" charset="0"/>
              </a:rPr>
              <a:t>Asociación Española de Renting de Vehículos (AER). (2007). El renting de vehículos en España: una trayectoria de éxito 1985–2007. </a:t>
            </a:r>
            <a:r>
              <a:rPr lang="es-ES_tradnl" sz="1200">
                <a:solidFill>
                  <a:schemeClr val="accent1"/>
                </a:solidFill>
                <a:latin typeface="Quattrocento Sans" panose="020B0502050000020003" pitchFamily="34" charset="0"/>
                <a:hlinkClick r:id="rId2"/>
              </a:rPr>
              <a:t>https://ae-renting.es/pdf/renting_libro.pdf</a:t>
            </a:r>
            <a:endParaRPr lang="es-ES_tradnl" sz="1200">
              <a:solidFill>
                <a:schemeClr val="accent1"/>
              </a:solidFill>
              <a:latin typeface="Quattrocento Sans" panose="020B0502050000020003" pitchFamily="34" charset="0"/>
            </a:endParaRPr>
          </a:p>
          <a:p>
            <a:pPr marL="285750" indent="-285750">
              <a:lnSpc>
                <a:spcPct val="150000"/>
              </a:lnSpc>
              <a:buFont typeface="Arial" panose="020B0604020202020204" pitchFamily="34" charset="0"/>
              <a:buChar char="•"/>
            </a:pPr>
            <a:r>
              <a:rPr lang="es-ES_tradnl" sz="1200">
                <a:solidFill>
                  <a:schemeClr val="accent1"/>
                </a:solidFill>
                <a:latin typeface="Quattrocento Sans" panose="020B0502050000020003" pitchFamily="34" charset="0"/>
              </a:rPr>
              <a:t>BMW España. (s.f.). Residual </a:t>
            </a:r>
            <a:r>
              <a:rPr lang="es-ES_tradnl" sz="1200" err="1">
                <a:solidFill>
                  <a:schemeClr val="accent1"/>
                </a:solidFill>
                <a:latin typeface="Quattrocento Sans" panose="020B0502050000020003" pitchFamily="34" charset="0"/>
              </a:rPr>
              <a:t>Value</a:t>
            </a:r>
            <a:r>
              <a:rPr lang="es-ES_tradnl" sz="1200">
                <a:solidFill>
                  <a:schemeClr val="accent1"/>
                </a:solidFill>
                <a:latin typeface="Quattrocento Sans" panose="020B0502050000020003" pitchFamily="34" charset="0"/>
              </a:rPr>
              <a:t>. </a:t>
            </a:r>
            <a:r>
              <a:rPr lang="es-ES_tradnl" sz="1200">
                <a:solidFill>
                  <a:schemeClr val="accent1"/>
                </a:solidFill>
                <a:latin typeface="Quattrocento Sans" panose="020B0502050000020003" pitchFamily="34" charset="0"/>
                <a:hlinkClick r:id="rId3">
                  <a:extLst>
                    <a:ext uri="{A12FA001-AC4F-418D-AE19-62706E023703}">
                      <ahyp:hlinkClr xmlns:ahyp="http://schemas.microsoft.com/office/drawing/2018/hyperlinkcolor" val="tx"/>
                    </a:ext>
                  </a:extLst>
                </a:hlinkClick>
              </a:rPr>
              <a:t>https://www.bmw.es/es/footer/footer-section/glosario-bmw/residual-value.html</a:t>
            </a:r>
            <a:endParaRPr lang="es-ES_tradnl" sz="1200">
              <a:solidFill>
                <a:schemeClr val="accent1"/>
              </a:solidFill>
              <a:latin typeface="Quattrocento Sans" panose="020B0502050000020003" pitchFamily="34" charset="0"/>
            </a:endParaRPr>
          </a:p>
          <a:p>
            <a:pPr marL="285750" indent="-285750">
              <a:lnSpc>
                <a:spcPct val="150000"/>
              </a:lnSpc>
              <a:buFont typeface="Arial" panose="020B0604020202020204" pitchFamily="34" charset="0"/>
              <a:buChar char="•"/>
            </a:pPr>
            <a:r>
              <a:rPr lang="es-ES_tradnl" sz="1200">
                <a:solidFill>
                  <a:schemeClr val="accent1"/>
                </a:solidFill>
                <a:latin typeface="Quattrocento Sans" panose="020B0502050000020003" pitchFamily="34" charset="0"/>
              </a:rPr>
              <a:t>Dacia España. (s.f.). Valor residual coche. </a:t>
            </a:r>
            <a:r>
              <a:rPr lang="es-ES_tradnl" sz="1200">
                <a:solidFill>
                  <a:schemeClr val="accent1"/>
                </a:solidFill>
                <a:latin typeface="Quattrocento Sans" panose="020B0502050000020003" pitchFamily="34" charset="0"/>
                <a:hlinkClick r:id="rId4">
                  <a:extLst>
                    <a:ext uri="{A12FA001-AC4F-418D-AE19-62706E023703}">
                      <ahyp:hlinkClr xmlns:ahyp="http://schemas.microsoft.com/office/drawing/2018/hyperlinkcolor" val="tx"/>
                    </a:ext>
                  </a:extLst>
                </a:hlinkClick>
              </a:rPr>
              <a:t>https://www.dacia.es/blog/sobre-dacia/valor-residual-coche.html</a:t>
            </a:r>
            <a:endParaRPr lang="es-ES_tradnl" sz="1200">
              <a:solidFill>
                <a:schemeClr val="accent1"/>
              </a:solidFill>
              <a:latin typeface="Quattrocento Sans" panose="020B0502050000020003" pitchFamily="34" charset="0"/>
            </a:endParaRPr>
          </a:p>
          <a:p>
            <a:pPr marL="285750" indent="-285750">
              <a:lnSpc>
                <a:spcPct val="150000"/>
              </a:lnSpc>
              <a:buFont typeface="Arial" panose="020B0604020202020204" pitchFamily="34" charset="0"/>
              <a:buChar char="•"/>
            </a:pPr>
            <a:r>
              <a:rPr lang="es-ES_tradnl" sz="1200">
                <a:solidFill>
                  <a:schemeClr val="accent1"/>
                </a:solidFill>
                <a:latin typeface="Quattrocento Sans" panose="020B0502050000020003" pitchFamily="34" charset="0"/>
              </a:rPr>
              <a:t>Compramos tu coche. (s.f.). Valor residual de un coche. </a:t>
            </a:r>
            <a:r>
              <a:rPr lang="es-ES_tradnl" sz="1200">
                <a:solidFill>
                  <a:schemeClr val="accent1"/>
                </a:solidFill>
                <a:latin typeface="Quattrocento Sans" panose="020B0502050000020003" pitchFamily="34" charset="0"/>
                <a:hlinkClick r:id="rId5">
                  <a:extLst>
                    <a:ext uri="{A12FA001-AC4F-418D-AE19-62706E023703}">
                      <ahyp:hlinkClr xmlns:ahyp="http://schemas.microsoft.com/office/drawing/2018/hyperlinkcolor" val="tx"/>
                    </a:ext>
                  </a:extLst>
                </a:hlinkClick>
              </a:rPr>
              <a:t>https://www.compramostucoche.es/tasar-coche/valor-residual-coche/</a:t>
            </a:r>
            <a:endParaRPr lang="es-ES_tradnl" sz="1200">
              <a:solidFill>
                <a:schemeClr val="accent1"/>
              </a:solidFill>
              <a:latin typeface="Quattrocento Sans" panose="020B0502050000020003" pitchFamily="34" charset="0"/>
            </a:endParaRPr>
          </a:p>
          <a:p>
            <a:pPr marL="285750" indent="-285750">
              <a:lnSpc>
                <a:spcPct val="150000"/>
              </a:lnSpc>
              <a:buFont typeface="Arial" panose="020B0604020202020204" pitchFamily="34" charset="0"/>
              <a:buChar char="•"/>
            </a:pPr>
            <a:r>
              <a:rPr lang="es-ES_tradnl" sz="1200">
                <a:solidFill>
                  <a:schemeClr val="accent1"/>
                </a:solidFill>
                <a:latin typeface="Quattrocento Sans" panose="020B0502050000020003" pitchFamily="34" charset="0"/>
              </a:rPr>
              <a:t>Auto 3000 Ocasión. (s.f.). </a:t>
            </a:r>
            <a:r>
              <a:rPr lang="es-ES_tradnl" sz="1200" i="1">
                <a:solidFill>
                  <a:schemeClr val="accent1"/>
                </a:solidFill>
                <a:latin typeface="Quattrocento Sans" panose="020B0502050000020003" pitchFamily="34" charset="0"/>
              </a:rPr>
              <a:t>¿Cómo afecta el valor residual a la venta de un coche?</a:t>
            </a:r>
            <a:r>
              <a:rPr lang="es-ES_tradnl" sz="1200">
                <a:solidFill>
                  <a:schemeClr val="accent1"/>
                </a:solidFill>
                <a:latin typeface="Quattrocento Sans" panose="020B0502050000020003" pitchFamily="34" charset="0"/>
              </a:rPr>
              <a:t>. </a:t>
            </a:r>
            <a:r>
              <a:rPr lang="es-ES_tradnl" sz="1200">
                <a:solidFill>
                  <a:schemeClr val="accent1"/>
                </a:solidFill>
                <a:latin typeface="Quattrocento Sans" panose="020B0502050000020003" pitchFamily="34" charset="0"/>
                <a:hlinkClick r:id="rId6">
                  <a:extLst>
                    <a:ext uri="{A12FA001-AC4F-418D-AE19-62706E023703}">
                      <ahyp:hlinkClr xmlns:ahyp="http://schemas.microsoft.com/office/drawing/2018/hyperlinkcolor" val="tx"/>
                    </a:ext>
                  </a:extLst>
                </a:hlinkClick>
              </a:rPr>
              <a:t>https://www.auto3000ocasion.com/noticias/como-afecta-el-valor-residual-a-la-venta-de-un-coche/</a:t>
            </a:r>
            <a:endParaRPr lang="es-ES_tradnl" sz="1200">
              <a:solidFill>
                <a:schemeClr val="accent1"/>
              </a:solidFill>
              <a:latin typeface="Quattrocento Sans" panose="020B0502050000020003" pitchFamily="34" charset="0"/>
            </a:endParaRPr>
          </a:p>
          <a:p>
            <a:pPr marL="285750" indent="-285750">
              <a:lnSpc>
                <a:spcPct val="150000"/>
              </a:lnSpc>
              <a:buFont typeface="Arial" panose="020B0604020202020204" pitchFamily="34" charset="0"/>
              <a:buChar char="•"/>
            </a:pPr>
            <a:r>
              <a:rPr lang="en-US" sz="1200">
                <a:solidFill>
                  <a:schemeClr val="accent1"/>
                </a:solidFill>
                <a:latin typeface="Quattrocento Sans" panose="020B0502050000020003" pitchFamily="34" charset="0"/>
              </a:rPr>
              <a:t>Kelley Blue Book. (2025). Kelley Blue Book: New and used car price values, expert car reviews and ratings. </a:t>
            </a:r>
            <a:r>
              <a:rPr lang="en-US" sz="1200">
                <a:solidFill>
                  <a:schemeClr val="accent1"/>
                </a:solidFill>
                <a:latin typeface="Quattrocento Sans" panose="020B0502050000020003" pitchFamily="34" charset="0"/>
                <a:hlinkClick r:id="rId7"/>
              </a:rPr>
              <a:t>https://www.kbb.com/</a:t>
            </a:r>
            <a:endParaRPr lang="en-US" sz="1200">
              <a:solidFill>
                <a:schemeClr val="accent1"/>
              </a:solidFill>
              <a:latin typeface="Quattrocento Sans" panose="020B0502050000020003" pitchFamily="34" charset="0"/>
            </a:endParaRPr>
          </a:p>
          <a:p>
            <a:pPr marL="285750" indent="-285750">
              <a:lnSpc>
                <a:spcPct val="150000"/>
              </a:lnSpc>
              <a:buFont typeface="Arial" panose="020B0604020202020204" pitchFamily="34" charset="0"/>
              <a:buChar char="•"/>
            </a:pPr>
            <a:r>
              <a:rPr lang="en-US" sz="1200">
                <a:solidFill>
                  <a:schemeClr val="accent1"/>
                </a:solidFill>
                <a:latin typeface="Quattrocento Sans" panose="020B0502050000020003" pitchFamily="34" charset="0"/>
              </a:rPr>
              <a:t>Cars.com. (2025). Cars.com: Automotive marketplace and car shopping tools. </a:t>
            </a:r>
            <a:r>
              <a:rPr lang="en-US" sz="1200">
                <a:solidFill>
                  <a:schemeClr val="accent1"/>
                </a:solidFill>
                <a:latin typeface="Quattrocento Sans" panose="020B0502050000020003" pitchFamily="34" charset="0"/>
                <a:hlinkClick r:id="rId8"/>
              </a:rPr>
              <a:t>https://www.cars.com/</a:t>
            </a:r>
            <a:endParaRPr lang="en-US" sz="1200">
              <a:solidFill>
                <a:schemeClr val="accent1"/>
              </a:solidFill>
              <a:latin typeface="Quattrocento Sans" panose="020B0502050000020003" pitchFamily="34" charset="0"/>
            </a:endParaRPr>
          </a:p>
          <a:p>
            <a:pPr marL="285750" indent="-285750">
              <a:lnSpc>
                <a:spcPct val="150000"/>
              </a:lnSpc>
              <a:buFont typeface="Arial" panose="020B0604020202020204" pitchFamily="34" charset="0"/>
              <a:buChar char="•"/>
            </a:pPr>
            <a:r>
              <a:rPr lang="en-US" sz="1200">
                <a:solidFill>
                  <a:schemeClr val="accent1"/>
                </a:solidFill>
                <a:latin typeface="Quattrocento Sans" panose="020B0502050000020003" pitchFamily="34" charset="0"/>
              </a:rPr>
              <a:t>Accounting Insights. (2025). Residual Value Impact on Asset Depreciation and Finance. </a:t>
            </a:r>
            <a:r>
              <a:rPr lang="en-US" sz="1200" u="sng">
                <a:solidFill>
                  <a:schemeClr val="accent1"/>
                </a:solidFill>
                <a:latin typeface="Quattrocento Sans" panose="020B0502050000020003" pitchFamily="34" charset="0"/>
                <a:hlinkClick r:id="rId9"/>
              </a:rPr>
              <a:t>https://accountinginsights.org/residual-value-impact-on-asset-depreciation-and-finance/</a:t>
            </a:r>
            <a:endParaRPr lang="en-US" sz="1200" u="sng">
              <a:solidFill>
                <a:schemeClr val="accent1"/>
              </a:solidFill>
              <a:latin typeface="Quattrocento Sans" panose="020B0502050000020003" pitchFamily="34" charset="0"/>
            </a:endParaRPr>
          </a:p>
          <a:p>
            <a:pPr marL="285750" indent="-285750">
              <a:lnSpc>
                <a:spcPct val="150000"/>
              </a:lnSpc>
              <a:buFont typeface="Arial" panose="020B0604020202020204" pitchFamily="34" charset="0"/>
              <a:buChar char="•"/>
            </a:pPr>
            <a:r>
              <a:rPr lang="en-US" sz="1200">
                <a:solidFill>
                  <a:schemeClr val="accent1"/>
                </a:solidFill>
                <a:latin typeface="Quattrocento Sans" panose="020B0502050000020003" pitchFamily="34" charset="0"/>
              </a:rPr>
              <a:t>Eurostat. (2025). Detailed datasets. Transport. Road transport.  </a:t>
            </a:r>
            <a:r>
              <a:rPr lang="en-US" sz="1200" u="sng">
                <a:solidFill>
                  <a:schemeClr val="accent1"/>
                </a:solidFill>
                <a:latin typeface="Quattrocento Sans" panose="020B0502050000020003" pitchFamily="34" charset="0"/>
                <a:hlinkClick r:id="rId10"/>
              </a:rPr>
              <a:t>https://ec.europa.eu/eurostat/databrowser/explore/all/transp</a:t>
            </a:r>
            <a:endParaRPr lang="en-US" sz="1200" u="sng">
              <a:solidFill>
                <a:schemeClr val="accent1"/>
              </a:solidFill>
              <a:latin typeface="Quattrocento Sans" panose="020B0502050000020003" pitchFamily="34" charset="0"/>
            </a:endParaRPr>
          </a:p>
          <a:p>
            <a:pPr marL="285750" indent="-285750">
              <a:lnSpc>
                <a:spcPct val="150000"/>
              </a:lnSpc>
              <a:buFont typeface="Arial" panose="020B0604020202020204" pitchFamily="34" charset="0"/>
              <a:buChar char="•"/>
            </a:pPr>
            <a:r>
              <a:rPr lang="en-US" sz="1200" err="1">
                <a:solidFill>
                  <a:schemeClr val="accent1"/>
                </a:solidFill>
                <a:latin typeface="Quattrocento Sans" panose="020B0502050000020003" pitchFamily="34" charset="0"/>
              </a:rPr>
              <a:t>Leaseurope</a:t>
            </a:r>
            <a:r>
              <a:rPr lang="en-US" sz="1200">
                <a:solidFill>
                  <a:schemeClr val="accent1"/>
                </a:solidFill>
                <a:latin typeface="Quattrocento Sans" panose="020B0502050000020003" pitchFamily="34" charset="0"/>
              </a:rPr>
              <a:t> (2024). </a:t>
            </a:r>
            <a:r>
              <a:rPr lang="en-US" sz="1200" u="sng">
                <a:solidFill>
                  <a:schemeClr val="accent1"/>
                </a:solidFill>
                <a:latin typeface="Quattrocento Sans" panose="020B0502050000020003" pitchFamily="34" charset="0"/>
                <a:hlinkClick r:id="rId11"/>
              </a:rPr>
              <a:t>https://www.leaseurope.org/data-research/annual-statistics/past-surveys</a:t>
            </a:r>
            <a:endParaRPr lang="en-US" sz="1200" u="sng">
              <a:solidFill>
                <a:schemeClr val="accent1"/>
              </a:solidFill>
              <a:latin typeface="Quattrocento Sans" panose="020B0502050000020003" pitchFamily="34" charset="0"/>
            </a:endParaRPr>
          </a:p>
          <a:p>
            <a:pPr marL="285750" indent="-285750">
              <a:lnSpc>
                <a:spcPct val="150000"/>
              </a:lnSpc>
              <a:buFont typeface="Arial" panose="020B0604020202020204" pitchFamily="34" charset="0"/>
              <a:buChar char="•"/>
            </a:pPr>
            <a:r>
              <a:rPr lang="en-US" sz="1200">
                <a:solidFill>
                  <a:schemeClr val="accent1"/>
                </a:solidFill>
                <a:latin typeface="Quattrocento Sans" panose="020B0502050000020003" pitchFamily="34" charset="0"/>
              </a:rPr>
              <a:t>Bureau of Transportation Statistics. (2022). New and Used Passenger Car and Light Truck Sales and Leases. </a:t>
            </a:r>
            <a:r>
              <a:rPr lang="en-US" sz="1200">
                <a:solidFill>
                  <a:schemeClr val="accent1"/>
                </a:solidFill>
                <a:latin typeface="Quattrocento Sans" panose="020B0502050000020003" pitchFamily="34" charset="0"/>
                <a:hlinkClick r:id="rId12"/>
              </a:rPr>
              <a:t>https://www.bts.gov/content/new-and-used-passenger-car-sales-and-leases-thousands-vehicles</a:t>
            </a:r>
            <a:endParaRPr lang="en-US" sz="1200">
              <a:solidFill>
                <a:schemeClr val="accent1"/>
              </a:solidFill>
              <a:latin typeface="Quattrocento Sans" panose="020B0502050000020003" pitchFamily="34" charset="0"/>
            </a:endParaRPr>
          </a:p>
          <a:p>
            <a:pPr>
              <a:lnSpc>
                <a:spcPct val="150000"/>
              </a:lnSpc>
            </a:pPr>
            <a:endParaRPr lang="es-ES_tradnl" sz="1200">
              <a:solidFill>
                <a:schemeClr val="accent1"/>
              </a:solidFill>
              <a:latin typeface="Quattrocento Sans" panose="020B0502050000020003" pitchFamily="34" charset="0"/>
            </a:endParaRPr>
          </a:p>
          <a:p>
            <a:pPr marL="285750" indent="-285750">
              <a:lnSpc>
                <a:spcPct val="150000"/>
              </a:lnSpc>
              <a:buFont typeface="Arial" panose="020B0604020202020204" pitchFamily="34" charset="0"/>
              <a:buChar char="•"/>
            </a:pPr>
            <a:endParaRPr lang="es-ES_tradnl" sz="1200">
              <a:solidFill>
                <a:schemeClr val="accent1"/>
              </a:solidFill>
              <a:latin typeface="Quattrocento Sans" panose="020B0502050000020003" pitchFamily="34" charset="0"/>
            </a:endParaRPr>
          </a:p>
          <a:p>
            <a:pPr marL="285750" indent="-285750">
              <a:lnSpc>
                <a:spcPct val="150000"/>
              </a:lnSpc>
              <a:buFont typeface="Arial" panose="020B0604020202020204" pitchFamily="34" charset="0"/>
              <a:buChar char="•"/>
            </a:pPr>
            <a:endParaRPr lang="es-ES_tradnl" sz="1200">
              <a:solidFill>
                <a:schemeClr val="accent1"/>
              </a:solidFill>
              <a:latin typeface="Quattrocento Sans" panose="020B0502050000020003" pitchFamily="34" charset="0"/>
            </a:endParaRPr>
          </a:p>
          <a:p>
            <a:pPr marL="285750" indent="-285750">
              <a:lnSpc>
                <a:spcPct val="150000"/>
              </a:lnSpc>
              <a:buFont typeface="Arial" panose="020B0604020202020204" pitchFamily="34" charset="0"/>
              <a:buChar char="•"/>
            </a:pPr>
            <a:endParaRPr lang="es-ES_tradnl" sz="1200">
              <a:solidFill>
                <a:schemeClr val="accent1"/>
              </a:solidFill>
              <a:latin typeface="Quattrocento Sans" panose="020B0502050000020003" pitchFamily="34" charset="0"/>
            </a:endParaRPr>
          </a:p>
        </p:txBody>
      </p:sp>
      <p:cxnSp>
        <p:nvCxnSpPr>
          <p:cNvPr id="5" name="Straight Connector 4">
            <a:extLst>
              <a:ext uri="{FF2B5EF4-FFF2-40B4-BE49-F238E27FC236}">
                <a16:creationId xmlns:a16="http://schemas.microsoft.com/office/drawing/2014/main" id="{94647BAD-A6E5-80AF-35CF-52D059A13A66}"/>
              </a:ext>
            </a:extLst>
          </p:cNvPr>
          <p:cNvCxnSpPr/>
          <p:nvPr/>
        </p:nvCxnSpPr>
        <p:spPr>
          <a:xfrm>
            <a:off x="1067469" y="415942"/>
            <a:ext cx="0" cy="594727"/>
          </a:xfrm>
          <a:prstGeom prst="line">
            <a:avLst/>
          </a:prstGeom>
          <a:noFill/>
          <a:ln w="28575" cap="flat" cmpd="sng" algn="ctr">
            <a:solidFill>
              <a:sysClr val="window" lastClr="FFFFFF">
                <a:lumMod val="75000"/>
              </a:sysClr>
            </a:solidFill>
            <a:prstDash val="solid"/>
            <a:miter lim="800000"/>
          </a:ln>
          <a:effectLst/>
        </p:spPr>
      </p:cxnSp>
    </p:spTree>
    <p:extLst>
      <p:ext uri="{BB962C8B-B14F-4D97-AF65-F5344CB8AC3E}">
        <p14:creationId xmlns:p14="http://schemas.microsoft.com/office/powerpoint/2010/main" val="1858256687"/>
      </p:ext>
    </p:extLst>
  </p:cSld>
  <p:clrMapOvr>
    <a:masterClrMapping/>
  </p:clrMapOvr>
</p:sld>
</file>

<file path=ppt/theme/theme1.xml><?xml version="1.0" encoding="utf-8"?>
<a:theme xmlns:a="http://schemas.openxmlformats.org/drawingml/2006/main" name="Theme2">
  <a:themeElements>
    <a:clrScheme name="Management Solutions">
      <a:dk1>
        <a:sysClr val="windowText" lastClr="000000"/>
      </a:dk1>
      <a:lt1>
        <a:sysClr val="window" lastClr="FFFFFF"/>
      </a:lt1>
      <a:dk2>
        <a:srgbClr val="041F4C"/>
      </a:dk2>
      <a:lt2>
        <a:srgbClr val="0081C6"/>
      </a:lt2>
      <a:accent1>
        <a:srgbClr val="2E4A7E"/>
      </a:accent1>
      <a:accent2>
        <a:srgbClr val="667CA5"/>
      </a:accent2>
      <a:accent3>
        <a:srgbClr val="99A8C3"/>
      </a:accent3>
      <a:accent4>
        <a:srgbClr val="EEE6C4"/>
      </a:accent4>
      <a:accent5>
        <a:srgbClr val="E5D19F"/>
      </a:accent5>
      <a:accent6>
        <a:srgbClr val="D2B057"/>
      </a:accent6>
      <a:hlink>
        <a:srgbClr val="2E4A7E"/>
      </a:hlink>
      <a:folHlink>
        <a:srgbClr val="99A8C3"/>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rgbClr val="FFFFFF"/>
        </a:solidFill>
        <a:ln w="6350" cap="flat" cmpd="sng" algn="ctr">
          <a:solidFill>
            <a:srgbClr val="CCD3E1"/>
          </a:solidFill>
          <a:prstDash val="solid"/>
          <a:headEnd/>
          <a:tailEnd/>
        </a:ln>
        <a:effectLst>
          <a:outerShdw blurRad="50800" dist="38100" dir="2700000" algn="tl" rotWithShape="0">
            <a:prstClr val="black">
              <a:alpha val="40000"/>
            </a:prstClr>
          </a:outerShdw>
        </a:effectLst>
      </a:spPr>
      <a:bodyPr wrap="square" tIns="216000" anchor="t"/>
      <a:lstStyle>
        <a:defPPr algn="l">
          <a:spcBef>
            <a:spcPts val="600"/>
          </a:spcBef>
          <a:defRPr b="1" dirty="0">
            <a:solidFill>
              <a:srgbClr val="000000"/>
            </a:solidFill>
            <a:cs typeface="Arial" pitchFamily="34" charset="0"/>
          </a:defRPr>
        </a:defPPr>
      </a:lstStyle>
    </a:spDef>
  </a:objectDefaults>
  <a:extraClrSchemeLst/>
  <a:extLst>
    <a:ext uri="{05A4C25C-085E-4340-85A3-A5531E510DB2}">
      <thm15:themeFamily xmlns:thm15="http://schemas.microsoft.com/office/thememl/2012/main" name="Theme2" id="{8E44F81A-90C4-4658-9E51-03B0A66FAE9F}" vid="{889BD3B1-97DA-4771-85B4-06A6F04C9E8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ontrol xmlns="http://schemas.microsoft.com/VisualStudio/2011/storyboarding/control">
  <Id Name="6c87b678-5ddb-4df7-a386-62add823d49c" Revision="1" Stencil="3c6fcec2-927d-4185-9410-6a742ad691f6" StencilVersion="1.0"/>
</Control>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4b5e8c9d-972d-4cc0-bc81-da59035ca9db" xsi:nil="true"/>
  </documentManagement>
</p:properties>
</file>

<file path=customXml/item4.xml><?xml version="1.0" encoding="utf-8"?>
<ct:contentTypeSchema xmlns:ct="http://schemas.microsoft.com/office/2006/metadata/contentType" xmlns:ma="http://schemas.microsoft.com/office/2006/metadata/properties/metaAttributes" ct:_="" ma:_="" ma:contentTypeName="Documento" ma:contentTypeID="0x010100143D8FF8D1359B43A10B8002F4A91777" ma:contentTypeVersion="13" ma:contentTypeDescription="Crear nuevo documento." ma:contentTypeScope="" ma:versionID="03c9c6d6d0bf51104d7ec03ec411e51b">
  <xsd:schema xmlns:xsd="http://www.w3.org/2001/XMLSchema" xmlns:xs="http://www.w3.org/2001/XMLSchema" xmlns:p="http://schemas.microsoft.com/office/2006/metadata/properties" xmlns:ns3="4b5e8c9d-972d-4cc0-bc81-da59035ca9db" xmlns:ns4="41db913a-e2c5-437c-b722-6481c29a336e" targetNamespace="http://schemas.microsoft.com/office/2006/metadata/properties" ma:root="true" ma:fieldsID="9fc34508cd911e7b2281bea379505976" ns3:_="" ns4:_="">
    <xsd:import namespace="4b5e8c9d-972d-4cc0-bc81-da59035ca9db"/>
    <xsd:import namespace="41db913a-e2c5-437c-b722-6481c29a336e"/>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ObjectDetectorVersions" minOccurs="0"/>
                <xsd:element ref="ns3:MediaServiceSearchProperties" minOccurs="0"/>
                <xsd:element ref="ns3:MediaServiceDateTaken"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5e8c9d-972d-4cc0-bc81-da59035ca9db"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41db913a-e2c5-437c-b722-6481c29a336e" elementFormDefault="qualified">
    <xsd:import namespace="http://schemas.microsoft.com/office/2006/documentManagement/types"/>
    <xsd:import namespace="http://schemas.microsoft.com/office/infopath/2007/PartnerControls"/>
    <xsd:element name="SharedWithUsers" ma:index="9"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Detalles de uso compartido" ma:internalName="SharedWithDetails" ma:readOnly="true">
      <xsd:simpleType>
        <xsd:restriction base="dms:Note">
          <xsd:maxLength value="255"/>
        </xsd:restriction>
      </xsd:simpleType>
    </xsd:element>
    <xsd:element name="SharingHintHash" ma:index="11" nillable="true" ma:displayName="Hash de la sugerencia para comparti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F7B76D3-E528-4F79-A69D-8018FBE9FEF1}">
  <ds:schemaRefs>
    <ds:schemaRef ds:uri="http://schemas.microsoft.com/VisualStudio/2011/storyboarding/control"/>
  </ds:schemaRefs>
</ds:datastoreItem>
</file>

<file path=customXml/itemProps2.xml><?xml version="1.0" encoding="utf-8"?>
<ds:datastoreItem xmlns:ds="http://schemas.openxmlformats.org/officeDocument/2006/customXml" ds:itemID="{137551D2-A50E-4D0F-B3B0-624E40D878C8}">
  <ds:schemaRefs>
    <ds:schemaRef ds:uri="http://schemas.microsoft.com/sharepoint/v3/contenttype/forms"/>
  </ds:schemaRefs>
</ds:datastoreItem>
</file>

<file path=customXml/itemProps3.xml><?xml version="1.0" encoding="utf-8"?>
<ds:datastoreItem xmlns:ds="http://schemas.openxmlformats.org/officeDocument/2006/customXml" ds:itemID="{D81167E7-6EEE-4795-8517-39464F54CA19}">
  <ds:schemaRefs>
    <ds:schemaRef ds:uri="4b5e8c9d-972d-4cc0-bc81-da59035ca9db"/>
    <ds:schemaRef ds:uri="http://schemas.microsoft.com/office/2006/metadata/properties"/>
    <ds:schemaRef ds:uri="http://purl.org/dc/elements/1.1/"/>
    <ds:schemaRef ds:uri="http://www.w3.org/XML/1998/namespace"/>
    <ds:schemaRef ds:uri="http://schemas.openxmlformats.org/package/2006/metadata/core-properties"/>
    <ds:schemaRef ds:uri="http://schemas.microsoft.com/office/2006/documentManagement/types"/>
    <ds:schemaRef ds:uri="http://purl.org/dc/terms/"/>
    <ds:schemaRef ds:uri="http://schemas.microsoft.com/office/infopath/2007/PartnerControls"/>
    <ds:schemaRef ds:uri="41db913a-e2c5-437c-b722-6481c29a336e"/>
    <ds:schemaRef ds:uri="http://purl.org/dc/dcmitype/"/>
  </ds:schemaRefs>
</ds:datastoreItem>
</file>

<file path=customXml/itemProps4.xml><?xml version="1.0" encoding="utf-8"?>
<ds:datastoreItem xmlns:ds="http://schemas.openxmlformats.org/officeDocument/2006/customXml" ds:itemID="{E20E697C-6A10-417C-BBB7-C39F5EEFFFD1}">
  <ds:schemaRefs>
    <ds:schemaRef ds:uri="41db913a-e2c5-437c-b722-6481c29a336e"/>
    <ds:schemaRef ds:uri="4b5e8c9d-972d-4cc0-bc81-da59035ca9d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a6bf56db-1844-4fb0-89f3-ad07c1f40c8b}" enabled="0" method="" siteId="{a6bf56db-1844-4fb0-89f3-ad07c1f40c8b}" removed="1"/>
</clbl:labelList>
</file>

<file path=docProps/app.xml><?xml version="1.0" encoding="utf-8"?>
<Properties xmlns="http://schemas.openxmlformats.org/officeDocument/2006/extended-properties" xmlns:vt="http://schemas.openxmlformats.org/officeDocument/2006/docPropsVTypes">
  <Template/>
  <TotalTime>1</TotalTime>
  <Words>4142</Words>
  <Application>Microsoft Office PowerPoint</Application>
  <PresentationFormat>Widescreen</PresentationFormat>
  <Paragraphs>503</Paragraphs>
  <Slides>23</Slides>
  <Notes>11</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23</vt:i4>
      </vt:variant>
    </vt:vector>
  </HeadingPairs>
  <TitlesOfParts>
    <vt:vector size="37" baseType="lpstr">
      <vt:lpstr>Arial</vt:lpstr>
      <vt:lpstr>Calibri</vt:lpstr>
      <vt:lpstr>Calibri (Body)</vt:lpstr>
      <vt:lpstr>Consolas</vt:lpstr>
      <vt:lpstr>Courier New</vt:lpstr>
      <vt:lpstr>Google Sans</vt:lpstr>
      <vt:lpstr>Helvetica Neue</vt:lpstr>
      <vt:lpstr>Lato</vt:lpstr>
      <vt:lpstr>Lato Light</vt:lpstr>
      <vt:lpstr>Quattrocento Sans</vt:lpstr>
      <vt:lpstr>Segoe Print</vt:lpstr>
      <vt:lpstr>Segoe UI</vt:lpstr>
      <vt:lpstr>Theme2</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Management Solutions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Francisco Jose Alcoba Garcia</dc:creator>
  <cp:lastModifiedBy>Juan Carlos Llamas Nuñez</cp:lastModifiedBy>
  <cp:revision>2</cp:revision>
  <cp:lastPrinted>2023-07-18T12:46:25Z</cp:lastPrinted>
  <dcterms:created xsi:type="dcterms:W3CDTF">2020-11-13T12:59:52Z</dcterms:created>
  <dcterms:modified xsi:type="dcterms:W3CDTF">2025-05-13T20:06:21Z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0x010100143D8FF8D1359B43A10B8002F4A91777</vt:lpwstr>
  </property>
</Properties>
</file>