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5"/>
  </p:sldMasterIdLst>
  <p:notesMasterIdLst>
    <p:notesMasterId r:id="rId63"/>
  </p:notesMasterIdLst>
  <p:handoutMasterIdLst>
    <p:handoutMasterId r:id="rId64"/>
  </p:handoutMasterIdLst>
  <p:sldIdLst>
    <p:sldId id="2147472373" r:id="rId6"/>
    <p:sldId id="2147482633" r:id="rId7"/>
    <p:sldId id="2147482572" r:id="rId8"/>
    <p:sldId id="2147482579" r:id="rId9"/>
    <p:sldId id="2147482580" r:id="rId10"/>
    <p:sldId id="2147482634" r:id="rId11"/>
    <p:sldId id="2147482581" r:id="rId12"/>
    <p:sldId id="2147482587" r:id="rId13"/>
    <p:sldId id="2147482591" r:id="rId14"/>
    <p:sldId id="2147482588" r:id="rId15"/>
    <p:sldId id="2147482589" r:id="rId16"/>
    <p:sldId id="2147482594" r:id="rId17"/>
    <p:sldId id="2147482653" r:id="rId18"/>
    <p:sldId id="2147482643" r:id="rId19"/>
    <p:sldId id="2147482644" r:id="rId20"/>
    <p:sldId id="2147482645" r:id="rId21"/>
    <p:sldId id="2147482646" r:id="rId22"/>
    <p:sldId id="2147482647" r:id="rId23"/>
    <p:sldId id="2147482635" r:id="rId24"/>
    <p:sldId id="2147482564" r:id="rId25"/>
    <p:sldId id="2147482600" r:id="rId26"/>
    <p:sldId id="2147482561" r:id="rId27"/>
    <p:sldId id="2147482599" r:id="rId28"/>
    <p:sldId id="2147482652" r:id="rId29"/>
    <p:sldId id="2147482628" r:id="rId30"/>
    <p:sldId id="2147482630" r:id="rId31"/>
    <p:sldId id="2147482640" r:id="rId32"/>
    <p:sldId id="2147482641" r:id="rId33"/>
    <p:sldId id="2147482636" r:id="rId34"/>
    <p:sldId id="2147482593" r:id="rId35"/>
    <p:sldId id="2147482620" r:id="rId36"/>
    <p:sldId id="2147482623" r:id="rId37"/>
    <p:sldId id="2147482627" r:id="rId38"/>
    <p:sldId id="2147482639" r:id="rId39"/>
    <p:sldId id="2147482625" r:id="rId40"/>
    <p:sldId id="2147482626" r:id="rId41"/>
    <p:sldId id="2147482598" r:id="rId42"/>
    <p:sldId id="2147482601" r:id="rId43"/>
    <p:sldId id="2147482621" r:id="rId44"/>
    <p:sldId id="2147482613" r:id="rId45"/>
    <p:sldId id="2147482603" r:id="rId46"/>
    <p:sldId id="2147482615" r:id="rId47"/>
    <p:sldId id="2147482616" r:id="rId48"/>
    <p:sldId id="2147482617" r:id="rId49"/>
    <p:sldId id="2147482618" r:id="rId50"/>
    <p:sldId id="2147482619" r:id="rId51"/>
    <p:sldId id="2147482637" r:id="rId52"/>
    <p:sldId id="2147482612" r:id="rId53"/>
    <p:sldId id="2147482629" r:id="rId54"/>
    <p:sldId id="2147482559" r:id="rId55"/>
    <p:sldId id="2147482638" r:id="rId56"/>
    <p:sldId id="2147482642" r:id="rId57"/>
    <p:sldId id="2147482596" r:id="rId58"/>
    <p:sldId id="2147482650" r:id="rId59"/>
    <p:sldId id="2147482648" r:id="rId60"/>
    <p:sldId id="2147482649" r:id="rId61"/>
    <p:sldId id="2147482651" r:id="rId62"/>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id="{7C5E3ABF-B27F-4F3D-B3A4-D7B8B35C545A}">
          <p14:sldIdLst>
            <p14:sldId id="2147472373"/>
            <p14:sldId id="2147482633"/>
            <p14:sldId id="2147482572"/>
            <p14:sldId id="2147482579"/>
            <p14:sldId id="2147482580"/>
            <p14:sldId id="2147482634"/>
            <p14:sldId id="2147482581"/>
            <p14:sldId id="2147482587"/>
            <p14:sldId id="2147482591"/>
            <p14:sldId id="2147482588"/>
            <p14:sldId id="2147482589"/>
            <p14:sldId id="2147482594"/>
            <p14:sldId id="2147482653"/>
            <p14:sldId id="2147482643"/>
            <p14:sldId id="2147482644"/>
            <p14:sldId id="2147482645"/>
            <p14:sldId id="2147482646"/>
            <p14:sldId id="2147482647"/>
            <p14:sldId id="2147482635"/>
            <p14:sldId id="2147482564"/>
            <p14:sldId id="2147482600"/>
            <p14:sldId id="2147482561"/>
            <p14:sldId id="2147482599"/>
            <p14:sldId id="2147482652"/>
            <p14:sldId id="2147482628"/>
            <p14:sldId id="2147482630"/>
            <p14:sldId id="2147482640"/>
            <p14:sldId id="2147482641"/>
            <p14:sldId id="2147482636"/>
            <p14:sldId id="2147482593"/>
            <p14:sldId id="2147482620"/>
            <p14:sldId id="2147482623"/>
            <p14:sldId id="2147482627"/>
            <p14:sldId id="2147482639"/>
            <p14:sldId id="2147482625"/>
            <p14:sldId id="2147482626"/>
            <p14:sldId id="2147482598"/>
            <p14:sldId id="2147482601"/>
            <p14:sldId id="2147482621"/>
            <p14:sldId id="2147482613"/>
            <p14:sldId id="2147482603"/>
            <p14:sldId id="2147482615"/>
            <p14:sldId id="2147482616"/>
            <p14:sldId id="2147482617"/>
            <p14:sldId id="2147482618"/>
            <p14:sldId id="2147482619"/>
            <p14:sldId id="2147482637"/>
            <p14:sldId id="2147482612"/>
            <p14:sldId id="2147482629"/>
            <p14:sldId id="2147482559"/>
          </p14:sldIdLst>
        </p14:section>
        <p14:section name="Anexo" id="{2DB084F0-7646-47D2-85C0-355BEE28D3DA}">
          <p14:sldIdLst>
            <p14:sldId id="2147482638"/>
            <p14:sldId id="2147482642"/>
            <p14:sldId id="2147482596"/>
            <p14:sldId id="2147482650"/>
            <p14:sldId id="2147482648"/>
            <p14:sldId id="2147482649"/>
            <p14:sldId id="2147482651"/>
          </p14:sldIdLst>
        </p14:section>
      </p14:sectionLst>
    </p:ext>
    <p:ext uri="{EFAFB233-063F-42B5-8137-9DF3F51BA10A}">
      <p15:sldGuideLst xmlns:p15="http://schemas.microsoft.com/office/powerpoint/2012/main">
        <p15:guide id="2" pos="7061" userDrawn="1">
          <p15:clr>
            <a:srgbClr val="A4A3A4"/>
          </p15:clr>
        </p15:guide>
        <p15:guide id="3" pos="347" userDrawn="1">
          <p15:clr>
            <a:srgbClr val="A4A3A4"/>
          </p15:clr>
        </p15:guide>
        <p15:guide id="4" orient="horz" pos="1457" userDrawn="1">
          <p15:clr>
            <a:srgbClr val="A4A3A4"/>
          </p15:clr>
        </p15:guide>
        <p15:guide id="5" orient="horz" pos="1593" userDrawn="1">
          <p15:clr>
            <a:srgbClr val="A4A3A4"/>
          </p15:clr>
        </p15:guide>
        <p15:guide id="6" orient="horz" pos="1933" userDrawn="1">
          <p15:clr>
            <a:srgbClr val="A4A3A4"/>
          </p15:clr>
        </p15:guide>
        <p15:guide id="7" orient="horz" pos="2069" userDrawn="1">
          <p15:clr>
            <a:srgbClr val="A4A3A4"/>
          </p15:clr>
        </p15:guide>
        <p15:guide id="8" orient="horz" pos="2205" userDrawn="1">
          <p15:clr>
            <a:srgbClr val="A4A3A4"/>
          </p15:clr>
        </p15:guide>
        <p15:guide id="9" orient="horz" pos="2409" userDrawn="1">
          <p15:clr>
            <a:srgbClr val="A4A3A4"/>
          </p15:clr>
        </p15:guide>
        <p15:guide id="10" orient="horz" pos="2546" userDrawn="1">
          <p15:clr>
            <a:srgbClr val="A4A3A4"/>
          </p15:clr>
        </p15:guide>
        <p15:guide id="11" orient="horz" pos="2682" userDrawn="1">
          <p15:clr>
            <a:srgbClr val="A4A3A4"/>
          </p15:clr>
        </p15:guide>
        <p15:guide id="12" orient="horz" pos="2818" userDrawn="1">
          <p15:clr>
            <a:srgbClr val="A4A3A4"/>
          </p15:clr>
        </p15:guide>
        <p15:guide id="13" orient="horz" pos="3022" userDrawn="1">
          <p15:clr>
            <a:srgbClr val="A4A3A4"/>
          </p15:clr>
        </p15:guide>
        <p15:guide id="14" orient="horz" pos="3181" userDrawn="1">
          <p15:clr>
            <a:srgbClr val="A4A3A4"/>
          </p15:clr>
        </p15:guide>
        <p15:guide id="15" orient="horz" pos="3317" userDrawn="1">
          <p15:clr>
            <a:srgbClr val="A4A3A4"/>
          </p15:clr>
        </p15:guide>
        <p15:guide id="16" orient="horz" pos="3453" userDrawn="1">
          <p15:clr>
            <a:srgbClr val="A4A3A4"/>
          </p15:clr>
        </p15:guide>
        <p15:guide id="17" orient="horz" pos="3657" userDrawn="1">
          <p15:clr>
            <a:srgbClr val="A4A3A4"/>
          </p15:clr>
        </p15:guide>
        <p15:guide id="18" orient="horz" pos="3861" userDrawn="1">
          <p15:clr>
            <a:srgbClr val="A4A3A4"/>
          </p15:clr>
        </p15:guide>
        <p15:guide id="19" orient="horz" pos="172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F04301-E9D5-6459-4B72-02D25EC24869}" name="Paula Florian Julvez" initials="" userId="S::paula.florian.julvez@managementsolutions.com::66ddba71-8e14-4f49-bf10-f4208c061397" providerId="AD"/>
  <p188:author id="{EA533511-1FBC-A619-1816-E7185A968B82}" name="Juan Carlos Llamas Nuñez" initials="JL" userId="S::juan.carlos.llamas.1@managementsolutions.com::686aeec9-d228-4f5c-866f-834e64171512" providerId="AD"/>
  <p188:author id="{685D212B-E2DB-12F8-9FF5-7C39C6253E05}" name="seisdedos jimeno, ainhoa (ext)" initials="AS" userId="S::ainhoa.seisdedos@servexternos.repsol.com::8b8dad6a-3787-4eef-b864-0a9771b23873" providerId="AD"/>
  <p188:author id="{D4EE7043-D1E6-6088-05E5-615649C5B128}" name="Carmen Azcoiti Navarro" initials="CAN" userId="S::carmen.azcoiti.nava1@managementsolutions.com::33c9ce60-c1a7-48e7-876a-57a2fb708fb8" providerId="AD"/>
  <p188:author id="{71C0C84E-7640-DE5E-DE39-38F956422A6D}" name="Irene Esteban González" initials="IE" userId="S::irene.esteban.gonza1@managementsolutions.com::98172696-5eb7-4b6a-8b2d-7590ad55e276" providerId="AD"/>
  <p188:author id="{45194C5D-C9F6-7C48-EAA9-3AF876BB5898}" name="Ainhoa Seisdedos Jimeno" initials="AS" userId="S::ainhoa.seisdedos.ji1@managementsolutions.com::b94fdeb8-4151-477a-a8b1-559aa1e3c1cf" providerId="AD"/>
  <p188:author id="{3B8E0B67-EAEB-5B40-D22B-CD343C58AC08}" name="Carmen Fernandez Casal" initials="CF" userId="S::carmen.fernandez.ca1@managementsolutions.com::8eab5370-896e-4253-b717-dd33ece302a8" providerId="AD"/>
  <p188:author id="{F1BDA46A-E956-625C-C0C1-3A75A19B4033}" name="Lucia Bravo Dalmau" initials="LB" userId="S::lucia.bravo.dalmau@managementsolutions.com::e9bee553-56b0-4b31-8ff8-8de77de38d2f" providerId="AD"/>
  <p188:author id="{8855197F-1932-6C6D-E00A-95ED497644FA}" name="Francisco Jose Alcoba Garcia" initials="FJAG" userId="S::francisco.jose.alco1@managementsolutions.com::1b0df762-2f7b-4d9a-a242-6169bf672f5b" providerId="AD"/>
  <p188:author id="{5D61B88B-31D5-7421-4588-255A5C859C88}" name="Alejandro De La Parte Autran" initials="AD" userId="S::alejandro.de.la.par1@managementsolutions.com::431658e0-aeda-4506-8305-088d42436e9b" providerId="AD"/>
  <p188:author id="{69423A91-E8CF-3F2D-68D9-519F93071ED1}" name="Olatz Gonzalez Santiago" initials="OGS" userId="S::olatz.gonzalez.sant1@managementsolutions.com::3b1fd342-97e7-4fc4-9a3b-86578e37e9a3" providerId="AD"/>
  <p188:author id="{91727C93-39D3-C975-AC1C-673700B61D24}" name="Ana Villoria Jimenez" initials="AV" userId="S::ana.villoria.jimenez@managementsolutions.com::1692c769-f181-456d-9302-cd3105039470" providerId="AD"/>
  <p188:author id="{F73149B8-1367-9480-1D7F-F20BA8420268}" name="Alejandro Sanchez Guerrero" initials="ASG" userId="S::alejandro.sanchez.g1@managementsolutions.com::a72fed8f-0e92-41c0-ae21-96d7db807227" providerId="AD"/>
  <p188:author id="{83E5B5C6-E765-E0BE-CE66-DA4196659D6D}" name="Luis Barandiaran Iturmendi" initials="LB" userId="S::luis.barandiaran.it1@managementsolutions.com::d265ec86-2b92-4035-8474-315f508dd28a" providerId="AD"/>
  <p188:author id="{CC9D3EEB-E814-0B11-2D57-0B00CBD523DD}" name="Lucia Garcia De Santos" initials="LG" userId="S::lucia.garcia.de.san1@managementsolutions.com::ce5b23a2-8529-4c99-88c2-4f31ecbd374c" providerId="AD"/>
  <p188:author id="{15BFC2EE-9423-F868-E879-5F737D4226E9}" name="Pedro Gonzalez Soberado" initials="PG" userId="S::pedro.gonzalez.sobe1@managementsolutions.com::2bc581ab-797e-48e0-99db-259b414b69c4" providerId="AD"/>
  <p188:author id="{E935ACF4-3437-80FF-DE2B-1E1DB8169461}" name="Pablo Redondo Llano" initials="PR" userId="S::pablo.redondo.llano@managementsolutions.com::453601d6-d7f4-4d1a-898f-d1e18797ad5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guel Valdunquillo García" initials="MVG" lastIdx="55" clrIdx="0">
    <p:extLst>
      <p:ext uri="{19B8F6BF-5375-455C-9EA6-DF929625EA0E}">
        <p15:presenceInfo xmlns:p15="http://schemas.microsoft.com/office/powerpoint/2012/main" userId="Miguel Valdunquillo García" providerId="None"/>
      </p:ext>
    </p:extLst>
  </p:cmAuthor>
  <p:cmAuthor id="2" name="Juan Manuel López Medina" initials="JMLM" lastIdx="1" clrIdx="1">
    <p:extLst>
      <p:ext uri="{19B8F6BF-5375-455C-9EA6-DF929625EA0E}">
        <p15:presenceInfo xmlns:p15="http://schemas.microsoft.com/office/powerpoint/2012/main" userId="S-1-5-21-3589766136-3503691329-2759057371-6123" providerId="AD"/>
      </p:ext>
    </p:extLst>
  </p:cmAuthor>
  <p:cmAuthor id="3" name="Robert Sanchís Clemente" initials="RSC" lastIdx="20" clrIdx="2">
    <p:extLst>
      <p:ext uri="{19B8F6BF-5375-455C-9EA6-DF929625EA0E}">
        <p15:presenceInfo xmlns:p15="http://schemas.microsoft.com/office/powerpoint/2012/main" userId="S::robert.sanchis.clem1@managementsolutions.com::7c101a86-8884-421f-9a14-36a71f552478" providerId="AD"/>
      </p:ext>
    </p:extLst>
  </p:cmAuthor>
  <p:cmAuthor id="4" name="Angelo Sardi Saenz" initials="ASS" lastIdx="1" clrIdx="3">
    <p:extLst>
      <p:ext uri="{19B8F6BF-5375-455C-9EA6-DF929625EA0E}">
        <p15:presenceInfo xmlns:p15="http://schemas.microsoft.com/office/powerpoint/2012/main" userId="S::angelo.sardi.saenz@managementsolutions.com::5a70b840-a3cb-499f-900e-2b165cdf11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4A7E"/>
    <a:srgbClr val="063075"/>
    <a:srgbClr val="314C80"/>
    <a:srgbClr val="F9F9F9"/>
    <a:srgbClr val="C2CBDB"/>
    <a:srgbClr val="34455A"/>
    <a:srgbClr val="D5BF81"/>
    <a:srgbClr val="D9C58B"/>
    <a:srgbClr val="C7A851"/>
    <a:srgbClr val="CCB0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F8278C-0052-4AA4-B741-09404CD68A44}" v="3799" dt="2025-05-13T09:57:25.093"/>
    <p1510:client id="{2CE02528-C879-41BB-BB7F-684074E0D56C}" v="1328" dt="2025-05-13T16:21:14.315"/>
    <p1510:client id="{3DD7BFFB-CA5B-4CF6-935A-4B56456A246B}" v="9260" dt="2025-05-13T18:33:43.098"/>
    <p1510:client id="{424DC71C-C9F9-4C03-8898-0CC1B5A6EEA1}" v="27652" dt="2025-05-13T19:21:53.073"/>
    <p1510:client id="{4E5300CE-9720-4DEA-B129-6DC47B6BF68E}" v="2953" dt="2025-05-13T18:05:25.354"/>
    <p1510:client id="{6060FDFC-B111-48CD-BD54-389E283BF00A}" v="4107" dt="2025-05-13T18:35:38.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996" y="96"/>
      </p:cViewPr>
      <p:guideLst>
        <p:guide pos="7061"/>
        <p:guide pos="347"/>
        <p:guide orient="horz" pos="1457"/>
        <p:guide orient="horz" pos="1593"/>
        <p:guide orient="horz" pos="1933"/>
        <p:guide orient="horz" pos="2069"/>
        <p:guide orient="horz" pos="2205"/>
        <p:guide orient="horz" pos="2409"/>
        <p:guide orient="horz" pos="2546"/>
        <p:guide orient="horz" pos="2682"/>
        <p:guide orient="horz" pos="2818"/>
        <p:guide orient="horz" pos="3022"/>
        <p:guide orient="horz" pos="3181"/>
        <p:guide orient="horz" pos="3317"/>
        <p:guide orient="horz" pos="3453"/>
        <p:guide orient="horz" pos="3657"/>
        <p:guide orient="horz" pos="3861"/>
        <p:guide orient="horz" pos="1729"/>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2.xml"/><Relationship Id="rId71"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presProps" Target="presProps.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 Bravo Dalmau" userId="S::lucia.bravo.dalmau@managementsolutions.com::e9bee553-56b0-4b31-8ff8-8de77de38d2f" providerId="AD" clId="Web-{F0D32C02-185F-C71B-5F90-627278EB8EA4}"/>
    <pc:docChg chg="addSld modSection">
      <pc:chgData name="Lucia Bravo Dalmau" userId="S::lucia.bravo.dalmau@managementsolutions.com::e9bee553-56b0-4b31-8ff8-8de77de38d2f" providerId="AD" clId="Web-{F0D32C02-185F-C71B-5F90-627278EB8EA4}" dt="2025-05-08T17:37:19.793" v="0"/>
      <pc:docMkLst>
        <pc:docMk/>
      </pc:docMkLst>
      <pc:sldChg chg="add">
        <pc:chgData name="Lucia Bravo Dalmau" userId="S::lucia.bravo.dalmau@managementsolutions.com::e9bee553-56b0-4b31-8ff8-8de77de38d2f" providerId="AD" clId="Web-{F0D32C02-185F-C71B-5F90-627278EB8EA4}" dt="2025-05-08T17:37:19.793" v="0"/>
        <pc:sldMkLst>
          <pc:docMk/>
          <pc:sldMk cId="758034783" sldId="2147482601"/>
        </pc:sldMkLst>
      </pc:sldChg>
    </pc:docChg>
  </pc:docChgLst>
  <pc:docChgLst>
    <pc:chgData name="Carmen Fernandez Casal" userId="8eab5370-896e-4253-b717-dd33ece302a8" providerId="ADAL" clId="{6060FDFC-B111-48CD-BD54-389E283BF00A}"/>
    <pc:docChg chg="undo redo custSel addSld delSld modSld sldOrd modMainMaster addSection modSection">
      <pc:chgData name="Carmen Fernandez Casal" userId="8eab5370-896e-4253-b717-dd33ece302a8" providerId="ADAL" clId="{6060FDFC-B111-48CD-BD54-389E283BF00A}" dt="2025-05-13T18:35:38.601" v="14628" actId="1036"/>
      <pc:docMkLst>
        <pc:docMk/>
      </pc:docMkLst>
      <pc:sldChg chg="modSp add del mod">
        <pc:chgData name="Carmen Fernandez Casal" userId="8eab5370-896e-4253-b717-dd33ece302a8" providerId="ADAL" clId="{6060FDFC-B111-48CD-BD54-389E283BF00A}" dt="2025-05-13T17:48:26.582" v="12889" actId="47"/>
        <pc:sldMkLst>
          <pc:docMk/>
          <pc:sldMk cId="2716396526" sldId="2147474013"/>
        </pc:sldMkLst>
        <pc:spChg chg="mod">
          <ac:chgData name="Carmen Fernandez Casal" userId="8eab5370-896e-4253-b717-dd33ece302a8" providerId="ADAL" clId="{6060FDFC-B111-48CD-BD54-389E283BF00A}" dt="2025-05-13T17:47:45.773" v="12887" actId="6549"/>
          <ac:spMkLst>
            <pc:docMk/>
            <pc:sldMk cId="2716396526" sldId="2147474013"/>
            <ac:spMk id="9" creationId="{FC032B4D-072A-AA01-00DF-C56AC8B85D8A}"/>
          </ac:spMkLst>
        </pc:spChg>
        <pc:spChg chg="mod">
          <ac:chgData name="Carmen Fernandez Casal" userId="8eab5370-896e-4253-b717-dd33ece302a8" providerId="ADAL" clId="{6060FDFC-B111-48CD-BD54-389E283BF00A}" dt="2025-05-13T17:47:22.586" v="12811" actId="20577"/>
          <ac:spMkLst>
            <pc:docMk/>
            <pc:sldMk cId="2716396526" sldId="2147474013"/>
            <ac:spMk id="10" creationId="{4722BCBE-3541-63D2-0A10-0F2EA7A3572C}"/>
          </ac:spMkLst>
        </pc:spChg>
      </pc:sldChg>
      <pc:sldChg chg="addSp delSp modSp del mod">
        <pc:chgData name="Carmen Fernandez Casal" userId="8eab5370-896e-4253-b717-dd33ece302a8" providerId="ADAL" clId="{6060FDFC-B111-48CD-BD54-389E283BF00A}" dt="2025-05-12T17:10:24.079" v="10644" actId="47"/>
        <pc:sldMkLst>
          <pc:docMk/>
          <pc:sldMk cId="311772580" sldId="2147479983"/>
        </pc:sldMkLst>
      </pc:sldChg>
      <pc:sldChg chg="addSp delSp modSp add del mod">
        <pc:chgData name="Carmen Fernandez Casal" userId="8eab5370-896e-4253-b717-dd33ece302a8" providerId="ADAL" clId="{6060FDFC-B111-48CD-BD54-389E283BF00A}" dt="2025-05-13T18:35:38.601" v="14628" actId="1036"/>
        <pc:sldMkLst>
          <pc:docMk/>
          <pc:sldMk cId="3684479695" sldId="2147482559"/>
        </pc:sldMkLst>
        <pc:spChg chg="mod">
          <ac:chgData name="Carmen Fernandez Casal" userId="8eab5370-896e-4253-b717-dd33ece302a8" providerId="ADAL" clId="{6060FDFC-B111-48CD-BD54-389E283BF00A}" dt="2025-05-13T18:35:38.601" v="14628" actId="1036"/>
          <ac:spMkLst>
            <pc:docMk/>
            <pc:sldMk cId="3684479695" sldId="2147482559"/>
            <ac:spMk id="3" creationId="{388E50B8-484E-EF2D-ECB8-5FFAF8B1DD9A}"/>
          </ac:spMkLst>
        </pc:spChg>
        <pc:spChg chg="del">
          <ac:chgData name="Carmen Fernandez Casal" userId="8eab5370-896e-4253-b717-dd33ece302a8" providerId="ADAL" clId="{6060FDFC-B111-48CD-BD54-389E283BF00A}" dt="2025-05-13T17:51:51.215" v="12968" actId="478"/>
          <ac:spMkLst>
            <pc:docMk/>
            <pc:sldMk cId="3684479695" sldId="2147482559"/>
            <ac:spMk id="4" creationId="{2FC8C490-19BE-9ACE-FF08-1C3E63B7FAFF}"/>
          </ac:spMkLst>
        </pc:spChg>
        <pc:spChg chg="mod">
          <ac:chgData name="Carmen Fernandez Casal" userId="8eab5370-896e-4253-b717-dd33ece302a8" providerId="ADAL" clId="{6060FDFC-B111-48CD-BD54-389E283BF00A}" dt="2025-05-13T18:21:53.868" v="13696" actId="1035"/>
          <ac:spMkLst>
            <pc:docMk/>
            <pc:sldMk cId="3684479695" sldId="2147482559"/>
            <ac:spMk id="6" creationId="{DE2D0AAA-9B6E-8D6A-B39C-8320B360C3C6}"/>
          </ac:spMkLst>
        </pc:spChg>
        <pc:spChg chg="del mod">
          <ac:chgData name="Carmen Fernandez Casal" userId="8eab5370-896e-4253-b717-dd33ece302a8" providerId="ADAL" clId="{6060FDFC-B111-48CD-BD54-389E283BF00A}" dt="2025-05-13T18:14:02.576" v="13546" actId="478"/>
          <ac:spMkLst>
            <pc:docMk/>
            <pc:sldMk cId="3684479695" sldId="2147482559"/>
            <ac:spMk id="7" creationId="{EBF30F96-3106-65BD-817E-94A91112F108}"/>
          </ac:spMkLst>
        </pc:spChg>
        <pc:spChg chg="add mod">
          <ac:chgData name="Carmen Fernandez Casal" userId="8eab5370-896e-4253-b717-dd33ece302a8" providerId="ADAL" clId="{6060FDFC-B111-48CD-BD54-389E283BF00A}" dt="2025-05-13T17:49:10.457" v="12959" actId="20577"/>
          <ac:spMkLst>
            <pc:docMk/>
            <pc:sldMk cId="3684479695" sldId="2147482559"/>
            <ac:spMk id="8" creationId="{5521F330-307D-859E-DC5A-2FE8A3238165}"/>
          </ac:spMkLst>
        </pc:spChg>
        <pc:spChg chg="add mod">
          <ac:chgData name="Carmen Fernandez Casal" userId="8eab5370-896e-4253-b717-dd33ece302a8" providerId="ADAL" clId="{6060FDFC-B111-48CD-BD54-389E283BF00A}" dt="2025-05-13T17:48:51.536" v="12893"/>
          <ac:spMkLst>
            <pc:docMk/>
            <pc:sldMk cId="3684479695" sldId="2147482559"/>
            <ac:spMk id="9" creationId="{93690CDF-B31A-C175-CBB1-DEEA335E49B2}"/>
          </ac:spMkLst>
        </pc:spChg>
        <pc:spChg chg="mod">
          <ac:chgData name="Carmen Fernandez Casal" userId="8eab5370-896e-4253-b717-dd33ece302a8" providerId="ADAL" clId="{6060FDFC-B111-48CD-BD54-389E283BF00A}" dt="2025-05-13T18:12:24.085" v="13462" actId="571"/>
          <ac:spMkLst>
            <pc:docMk/>
            <pc:sldMk cId="3684479695" sldId="2147482559"/>
            <ac:spMk id="11" creationId="{85FF4529-239C-5649-2793-ACD2A646551B}"/>
          </ac:spMkLst>
        </pc:spChg>
        <pc:spChg chg="add mod">
          <ac:chgData name="Carmen Fernandez Casal" userId="8eab5370-896e-4253-b717-dd33ece302a8" providerId="ADAL" clId="{6060FDFC-B111-48CD-BD54-389E283BF00A}" dt="2025-05-13T18:35:38.601" v="14628" actId="1036"/>
          <ac:spMkLst>
            <pc:docMk/>
            <pc:sldMk cId="3684479695" sldId="2147482559"/>
            <ac:spMk id="13" creationId="{50B0A1CF-B80C-33AA-3BF8-94E0E7FDD310}"/>
          </ac:spMkLst>
        </pc:spChg>
        <pc:spChg chg="mod">
          <ac:chgData name="Carmen Fernandez Casal" userId="8eab5370-896e-4253-b717-dd33ece302a8" providerId="ADAL" clId="{6060FDFC-B111-48CD-BD54-389E283BF00A}" dt="2025-05-13T18:13:19.342" v="13489" actId="571"/>
          <ac:spMkLst>
            <pc:docMk/>
            <pc:sldMk cId="3684479695" sldId="2147482559"/>
            <ac:spMk id="15" creationId="{74D1BA8D-32A8-77DC-89F7-F30A3B8A828A}"/>
          </ac:spMkLst>
        </pc:spChg>
        <pc:spChg chg="add mod">
          <ac:chgData name="Carmen Fernandez Casal" userId="8eab5370-896e-4253-b717-dd33ece302a8" providerId="ADAL" clId="{6060FDFC-B111-48CD-BD54-389E283BF00A}" dt="2025-05-13T18:35:38.601" v="14628" actId="1036"/>
          <ac:spMkLst>
            <pc:docMk/>
            <pc:sldMk cId="3684479695" sldId="2147482559"/>
            <ac:spMk id="17" creationId="{9E43C692-8CDE-A00A-9C34-46DE0C01785F}"/>
          </ac:spMkLst>
        </pc:spChg>
        <pc:spChg chg="mod">
          <ac:chgData name="Carmen Fernandez Casal" userId="8eab5370-896e-4253-b717-dd33ece302a8" providerId="ADAL" clId="{6060FDFC-B111-48CD-BD54-389E283BF00A}" dt="2025-05-13T18:26:16.910" v="13728"/>
          <ac:spMkLst>
            <pc:docMk/>
            <pc:sldMk cId="3684479695" sldId="2147482559"/>
            <ac:spMk id="20" creationId="{FA8BC55A-F88F-3424-4801-0C09B9356817}"/>
          </ac:spMkLst>
        </pc:spChg>
        <pc:spChg chg="del">
          <ac:chgData name="Carmen Fernandez Casal" userId="8eab5370-896e-4253-b717-dd33ece302a8" providerId="ADAL" clId="{6060FDFC-B111-48CD-BD54-389E283BF00A}" dt="2025-05-13T17:48:50.935" v="12892" actId="478"/>
          <ac:spMkLst>
            <pc:docMk/>
            <pc:sldMk cId="3684479695" sldId="2147482559"/>
            <ac:spMk id="22" creationId="{848C6868-055A-8933-7BCC-24D5BCB4BB9A}"/>
          </ac:spMkLst>
        </pc:spChg>
        <pc:spChg chg="del mod">
          <ac:chgData name="Carmen Fernandez Casal" userId="8eab5370-896e-4253-b717-dd33ece302a8" providerId="ADAL" clId="{6060FDFC-B111-48CD-BD54-389E283BF00A}" dt="2025-05-13T17:48:50.935" v="12892" actId="478"/>
          <ac:spMkLst>
            <pc:docMk/>
            <pc:sldMk cId="3684479695" sldId="2147482559"/>
            <ac:spMk id="24" creationId="{8E9D15BA-3E91-B144-30D5-DFC22D3150E2}"/>
          </ac:spMkLst>
        </pc:spChg>
        <pc:spChg chg="mod">
          <ac:chgData name="Carmen Fernandez Casal" userId="8eab5370-896e-4253-b717-dd33ece302a8" providerId="ADAL" clId="{6060FDFC-B111-48CD-BD54-389E283BF00A}" dt="2025-05-13T18:26:16.910" v="13728"/>
          <ac:spMkLst>
            <pc:docMk/>
            <pc:sldMk cId="3684479695" sldId="2147482559"/>
            <ac:spMk id="25" creationId="{2BEC9150-6207-3799-8E4A-5AF94F2D823F}"/>
          </ac:spMkLst>
        </pc:spChg>
        <pc:spChg chg="mod">
          <ac:chgData name="Carmen Fernandez Casal" userId="8eab5370-896e-4253-b717-dd33ece302a8" providerId="ADAL" clId="{6060FDFC-B111-48CD-BD54-389E283BF00A}" dt="2025-05-13T18:26:16.910" v="13728"/>
          <ac:spMkLst>
            <pc:docMk/>
            <pc:sldMk cId="3684479695" sldId="2147482559"/>
            <ac:spMk id="28" creationId="{618952C9-1632-D0F4-2192-317D4F362F0D}"/>
          </ac:spMkLst>
        </pc:spChg>
        <pc:spChg chg="mod">
          <ac:chgData name="Carmen Fernandez Casal" userId="8eab5370-896e-4253-b717-dd33ece302a8" providerId="ADAL" clId="{6060FDFC-B111-48CD-BD54-389E283BF00A}" dt="2025-05-13T18:26:16.910" v="13728"/>
          <ac:spMkLst>
            <pc:docMk/>
            <pc:sldMk cId="3684479695" sldId="2147482559"/>
            <ac:spMk id="33" creationId="{E95D07AC-0620-59DB-B240-DCBA6657DF46}"/>
          </ac:spMkLst>
        </pc:spChg>
        <pc:spChg chg="mod">
          <ac:chgData name="Carmen Fernandez Casal" userId="8eab5370-896e-4253-b717-dd33ece302a8" providerId="ADAL" clId="{6060FDFC-B111-48CD-BD54-389E283BF00A}" dt="2025-05-13T18:26:16.910" v="13728"/>
          <ac:spMkLst>
            <pc:docMk/>
            <pc:sldMk cId="3684479695" sldId="2147482559"/>
            <ac:spMk id="34" creationId="{028452A8-4A5D-9BB4-87FF-B08B0D2B01CF}"/>
          </ac:spMkLst>
        </pc:spChg>
        <pc:spChg chg="mod">
          <ac:chgData name="Carmen Fernandez Casal" userId="8eab5370-896e-4253-b717-dd33ece302a8" providerId="ADAL" clId="{6060FDFC-B111-48CD-BD54-389E283BF00A}" dt="2025-05-13T18:23:52.939" v="13708" actId="12788"/>
          <ac:spMkLst>
            <pc:docMk/>
            <pc:sldMk cId="3684479695" sldId="2147482559"/>
            <ac:spMk id="36" creationId="{E5F62EFA-D890-B7CF-09EB-70932801BAE6}"/>
          </ac:spMkLst>
        </pc:spChg>
        <pc:spChg chg="mod">
          <ac:chgData name="Carmen Fernandez Casal" userId="8eab5370-896e-4253-b717-dd33ece302a8" providerId="ADAL" clId="{6060FDFC-B111-48CD-BD54-389E283BF00A}" dt="2025-05-13T18:26:16.910" v="13728"/>
          <ac:spMkLst>
            <pc:docMk/>
            <pc:sldMk cId="3684479695" sldId="2147482559"/>
            <ac:spMk id="41" creationId="{5DC04315-2281-314F-DEBF-ADE8CC028FED}"/>
          </ac:spMkLst>
        </pc:spChg>
        <pc:spChg chg="mod">
          <ac:chgData name="Carmen Fernandez Casal" userId="8eab5370-896e-4253-b717-dd33ece302a8" providerId="ADAL" clId="{6060FDFC-B111-48CD-BD54-389E283BF00A}" dt="2025-05-13T18:26:16.910" v="13728"/>
          <ac:spMkLst>
            <pc:docMk/>
            <pc:sldMk cId="3684479695" sldId="2147482559"/>
            <ac:spMk id="42" creationId="{994C2D6D-6096-1892-6679-E57B273D8CAC}"/>
          </ac:spMkLst>
        </pc:spChg>
        <pc:spChg chg="add mod">
          <ac:chgData name="Carmen Fernandez Casal" userId="8eab5370-896e-4253-b717-dd33ece302a8" providerId="ADAL" clId="{6060FDFC-B111-48CD-BD54-389E283BF00A}" dt="2025-05-13T18:26:26.567" v="13843" actId="164"/>
          <ac:spMkLst>
            <pc:docMk/>
            <pc:sldMk cId="3684479695" sldId="2147482559"/>
            <ac:spMk id="43" creationId="{56E89AA0-6DCB-2BB7-2435-28BB09F48C31}"/>
          </ac:spMkLst>
        </pc:spChg>
        <pc:spChg chg="add mod">
          <ac:chgData name="Carmen Fernandez Casal" userId="8eab5370-896e-4253-b717-dd33ece302a8" providerId="ADAL" clId="{6060FDFC-B111-48CD-BD54-389E283BF00A}" dt="2025-05-13T18:26:26.567" v="13843" actId="164"/>
          <ac:spMkLst>
            <pc:docMk/>
            <pc:sldMk cId="3684479695" sldId="2147482559"/>
            <ac:spMk id="44" creationId="{AEC7252E-6B20-58DB-5352-B472C6C7E9A2}"/>
          </ac:spMkLst>
        </pc:spChg>
        <pc:spChg chg="del">
          <ac:chgData name="Carmen Fernandez Casal" userId="8eab5370-896e-4253-b717-dd33ece302a8" providerId="ADAL" clId="{6060FDFC-B111-48CD-BD54-389E283BF00A}" dt="2025-05-13T17:52:02.546" v="12972" actId="478"/>
          <ac:spMkLst>
            <pc:docMk/>
            <pc:sldMk cId="3684479695" sldId="2147482559"/>
            <ac:spMk id="46" creationId="{9DB87536-DFDE-6033-CBCD-F1A72DEB8667}"/>
          </ac:spMkLst>
        </pc:spChg>
        <pc:spChg chg="add mod">
          <ac:chgData name="Carmen Fernandez Casal" userId="8eab5370-896e-4253-b717-dd33ece302a8" providerId="ADAL" clId="{6060FDFC-B111-48CD-BD54-389E283BF00A}" dt="2025-05-13T18:26:26.567" v="13843" actId="164"/>
          <ac:spMkLst>
            <pc:docMk/>
            <pc:sldMk cId="3684479695" sldId="2147482559"/>
            <ac:spMk id="46" creationId="{DD149947-96DE-F4FD-F984-F6C7EA8D27DB}"/>
          </ac:spMkLst>
        </pc:spChg>
        <pc:spChg chg="mod">
          <ac:chgData name="Carmen Fernandez Casal" userId="8eab5370-896e-4253-b717-dd33ece302a8" providerId="ADAL" clId="{6060FDFC-B111-48CD-BD54-389E283BF00A}" dt="2025-05-13T18:21:53.868" v="13696" actId="1035"/>
          <ac:spMkLst>
            <pc:docMk/>
            <pc:sldMk cId="3684479695" sldId="2147482559"/>
            <ac:spMk id="47" creationId="{2B6EBD42-1A01-20CD-89CF-4B84C167555E}"/>
          </ac:spMkLst>
        </pc:spChg>
        <pc:spChg chg="mod">
          <ac:chgData name="Carmen Fernandez Casal" userId="8eab5370-896e-4253-b717-dd33ece302a8" providerId="ADAL" clId="{6060FDFC-B111-48CD-BD54-389E283BF00A}" dt="2025-05-13T18:21:53.868" v="13696" actId="1035"/>
          <ac:spMkLst>
            <pc:docMk/>
            <pc:sldMk cId="3684479695" sldId="2147482559"/>
            <ac:spMk id="48" creationId="{F7FF8CCB-C097-E273-819A-11AE26F6B441}"/>
          </ac:spMkLst>
        </pc:spChg>
        <pc:spChg chg="mod">
          <ac:chgData name="Carmen Fernandez Casal" userId="8eab5370-896e-4253-b717-dd33ece302a8" providerId="ADAL" clId="{6060FDFC-B111-48CD-BD54-389E283BF00A}" dt="2025-05-13T18:26:26.567" v="13843" actId="164"/>
          <ac:spMkLst>
            <pc:docMk/>
            <pc:sldMk cId="3684479695" sldId="2147482559"/>
            <ac:spMk id="49" creationId="{83EEA6D3-A714-CB8F-46BB-C9DB469AF0DA}"/>
          </ac:spMkLst>
        </pc:spChg>
        <pc:spChg chg="mod">
          <ac:chgData name="Carmen Fernandez Casal" userId="8eab5370-896e-4253-b717-dd33ece302a8" providerId="ADAL" clId="{6060FDFC-B111-48CD-BD54-389E283BF00A}" dt="2025-05-13T18:26:26.567" v="13843" actId="164"/>
          <ac:spMkLst>
            <pc:docMk/>
            <pc:sldMk cId="3684479695" sldId="2147482559"/>
            <ac:spMk id="52" creationId="{68052AA5-8804-66AC-5737-94E370C462A0}"/>
          </ac:spMkLst>
        </pc:spChg>
        <pc:spChg chg="mod">
          <ac:chgData name="Carmen Fernandez Casal" userId="8eab5370-896e-4253-b717-dd33ece302a8" providerId="ADAL" clId="{6060FDFC-B111-48CD-BD54-389E283BF00A}" dt="2025-05-13T18:26:26.567" v="13843" actId="164"/>
          <ac:spMkLst>
            <pc:docMk/>
            <pc:sldMk cId="3684479695" sldId="2147482559"/>
            <ac:spMk id="54" creationId="{44D706FC-882A-CA60-4D7A-7BC240965DB5}"/>
          </ac:spMkLst>
        </pc:spChg>
        <pc:spChg chg="del">
          <ac:chgData name="Carmen Fernandez Casal" userId="8eab5370-896e-4253-b717-dd33ece302a8" providerId="ADAL" clId="{6060FDFC-B111-48CD-BD54-389E283BF00A}" dt="2025-05-13T17:51:58.578" v="12970" actId="478"/>
          <ac:spMkLst>
            <pc:docMk/>
            <pc:sldMk cId="3684479695" sldId="2147482559"/>
            <ac:spMk id="54" creationId="{9948C915-86E5-BEBA-8A05-148108E827F5}"/>
          </ac:spMkLst>
        </pc:spChg>
        <pc:spChg chg="mod">
          <ac:chgData name="Carmen Fernandez Casal" userId="8eab5370-896e-4253-b717-dd33ece302a8" providerId="ADAL" clId="{6060FDFC-B111-48CD-BD54-389E283BF00A}" dt="2025-05-13T18:21:53.868" v="13696" actId="1035"/>
          <ac:spMkLst>
            <pc:docMk/>
            <pc:sldMk cId="3684479695" sldId="2147482559"/>
            <ac:spMk id="55" creationId="{1736CCED-D948-CBFB-0538-78B0652659BF}"/>
          </ac:spMkLst>
        </pc:spChg>
        <pc:spChg chg="mod topLvl">
          <ac:chgData name="Carmen Fernandez Casal" userId="8eab5370-896e-4253-b717-dd33ece302a8" providerId="ADAL" clId="{6060FDFC-B111-48CD-BD54-389E283BF00A}" dt="2025-05-13T18:26:45.288" v="13849" actId="478"/>
          <ac:spMkLst>
            <pc:docMk/>
            <pc:sldMk cId="3684479695" sldId="2147482559"/>
            <ac:spMk id="57" creationId="{2DE32321-65A7-1A9D-D499-AC4DDD85D771}"/>
          </ac:spMkLst>
        </pc:spChg>
        <pc:spChg chg="mod">
          <ac:chgData name="Carmen Fernandez Casal" userId="8eab5370-896e-4253-b717-dd33ece302a8" providerId="ADAL" clId="{6060FDFC-B111-48CD-BD54-389E283BF00A}" dt="2025-05-13T18:21:53.868" v="13696" actId="1035"/>
          <ac:spMkLst>
            <pc:docMk/>
            <pc:sldMk cId="3684479695" sldId="2147482559"/>
            <ac:spMk id="59" creationId="{A898716C-84E1-2831-1A38-40C297FDE264}"/>
          </ac:spMkLst>
        </pc:spChg>
        <pc:spChg chg="mod">
          <ac:chgData name="Carmen Fernandez Casal" userId="8eab5370-896e-4253-b717-dd33ece302a8" providerId="ADAL" clId="{6060FDFC-B111-48CD-BD54-389E283BF00A}" dt="2025-05-13T18:26:26.567" v="13843" actId="164"/>
          <ac:spMkLst>
            <pc:docMk/>
            <pc:sldMk cId="3684479695" sldId="2147482559"/>
            <ac:spMk id="192" creationId="{356B46FC-F427-B6FC-82F9-D40DDE6F6035}"/>
          </ac:spMkLst>
        </pc:spChg>
        <pc:spChg chg="del">
          <ac:chgData name="Carmen Fernandez Casal" userId="8eab5370-896e-4253-b717-dd33ece302a8" providerId="ADAL" clId="{6060FDFC-B111-48CD-BD54-389E283BF00A}" dt="2025-05-13T17:51:54.363" v="12969" actId="478"/>
          <ac:spMkLst>
            <pc:docMk/>
            <pc:sldMk cId="3684479695" sldId="2147482559"/>
            <ac:spMk id="193" creationId="{13E337B0-6ECC-6C9E-5117-1B9E696524C2}"/>
          </ac:spMkLst>
        </pc:spChg>
        <pc:spChg chg="mod">
          <ac:chgData name="Carmen Fernandez Casal" userId="8eab5370-896e-4253-b717-dd33ece302a8" providerId="ADAL" clId="{6060FDFC-B111-48CD-BD54-389E283BF00A}" dt="2025-05-13T18:26:26.567" v="13843" actId="164"/>
          <ac:spMkLst>
            <pc:docMk/>
            <pc:sldMk cId="3684479695" sldId="2147482559"/>
            <ac:spMk id="193" creationId="{B523AB10-E81B-800B-E9CD-419C8C4580A8}"/>
          </ac:spMkLst>
        </pc:spChg>
        <pc:spChg chg="mod">
          <ac:chgData name="Carmen Fernandez Casal" userId="8eab5370-896e-4253-b717-dd33ece302a8" providerId="ADAL" clId="{6060FDFC-B111-48CD-BD54-389E283BF00A}" dt="2025-05-13T18:26:26.567" v="13843" actId="164"/>
          <ac:spMkLst>
            <pc:docMk/>
            <pc:sldMk cId="3684479695" sldId="2147482559"/>
            <ac:spMk id="194" creationId="{B60982AD-CC69-5EAC-5125-7682A00B0D16}"/>
          </ac:spMkLst>
        </pc:spChg>
        <pc:spChg chg="mod">
          <ac:chgData name="Carmen Fernandez Casal" userId="8eab5370-896e-4253-b717-dd33ece302a8" providerId="ADAL" clId="{6060FDFC-B111-48CD-BD54-389E283BF00A}" dt="2025-05-13T18:21:53.868" v="13696" actId="1035"/>
          <ac:spMkLst>
            <pc:docMk/>
            <pc:sldMk cId="3684479695" sldId="2147482559"/>
            <ac:spMk id="195" creationId="{CABB2544-2F96-5A47-FDD7-1D3E3B3E5A74}"/>
          </ac:spMkLst>
        </pc:spChg>
        <pc:spChg chg="del">
          <ac:chgData name="Carmen Fernandez Casal" userId="8eab5370-896e-4253-b717-dd33ece302a8" providerId="ADAL" clId="{6060FDFC-B111-48CD-BD54-389E283BF00A}" dt="2025-05-13T18:05:06.821" v="13353" actId="478"/>
          <ac:spMkLst>
            <pc:docMk/>
            <pc:sldMk cId="3684479695" sldId="2147482559"/>
            <ac:spMk id="196" creationId="{CD833674-A0B6-0871-D2A2-02E0773A73F0}"/>
          </ac:spMkLst>
        </pc:spChg>
        <pc:spChg chg="mod">
          <ac:chgData name="Carmen Fernandez Casal" userId="8eab5370-896e-4253-b717-dd33ece302a8" providerId="ADAL" clId="{6060FDFC-B111-48CD-BD54-389E283BF00A}" dt="2025-05-13T18:26:26.567" v="13843" actId="164"/>
          <ac:spMkLst>
            <pc:docMk/>
            <pc:sldMk cId="3684479695" sldId="2147482559"/>
            <ac:spMk id="198" creationId="{48815D15-AA4F-8544-4E27-30FA1EA777DA}"/>
          </ac:spMkLst>
        </pc:spChg>
        <pc:spChg chg="del">
          <ac:chgData name="Carmen Fernandez Casal" userId="8eab5370-896e-4253-b717-dd33ece302a8" providerId="ADAL" clId="{6060FDFC-B111-48CD-BD54-389E283BF00A}" dt="2025-05-13T17:52:09.426" v="12974" actId="478"/>
          <ac:spMkLst>
            <pc:docMk/>
            <pc:sldMk cId="3684479695" sldId="2147482559"/>
            <ac:spMk id="204" creationId="{087767A8-D037-90E4-B63C-0E13E8CA144C}"/>
          </ac:spMkLst>
        </pc:spChg>
        <pc:spChg chg="mod">
          <ac:chgData name="Carmen Fernandez Casal" userId="8eab5370-896e-4253-b717-dd33ece302a8" providerId="ADAL" clId="{6060FDFC-B111-48CD-BD54-389E283BF00A}" dt="2025-05-13T18:26:48.900" v="13851"/>
          <ac:spMkLst>
            <pc:docMk/>
            <pc:sldMk cId="3684479695" sldId="2147482559"/>
            <ac:spMk id="204" creationId="{2F75E47F-8695-CC6F-8888-19B14D583645}"/>
          </ac:spMkLst>
        </pc:spChg>
        <pc:spChg chg="mod">
          <ac:chgData name="Carmen Fernandez Casal" userId="8eab5370-896e-4253-b717-dd33ece302a8" providerId="ADAL" clId="{6060FDFC-B111-48CD-BD54-389E283BF00A}" dt="2025-05-13T18:26:48.900" v="13851"/>
          <ac:spMkLst>
            <pc:docMk/>
            <pc:sldMk cId="3684479695" sldId="2147482559"/>
            <ac:spMk id="205" creationId="{0AABCDEA-BD0F-409D-A418-90FE7C714316}"/>
          </ac:spMkLst>
        </pc:spChg>
        <pc:spChg chg="mod">
          <ac:chgData name="Carmen Fernandez Casal" userId="8eab5370-896e-4253-b717-dd33ece302a8" providerId="ADAL" clId="{6060FDFC-B111-48CD-BD54-389E283BF00A}" dt="2025-05-13T18:26:48.900" v="13851"/>
          <ac:spMkLst>
            <pc:docMk/>
            <pc:sldMk cId="3684479695" sldId="2147482559"/>
            <ac:spMk id="208" creationId="{30257CC4-4F07-290E-0049-EE9A575BE039}"/>
          </ac:spMkLst>
        </pc:spChg>
        <pc:spChg chg="mod">
          <ac:chgData name="Carmen Fernandez Casal" userId="8eab5370-896e-4253-b717-dd33ece302a8" providerId="ADAL" clId="{6060FDFC-B111-48CD-BD54-389E283BF00A}" dt="2025-05-13T18:26:48.900" v="13851"/>
          <ac:spMkLst>
            <pc:docMk/>
            <pc:sldMk cId="3684479695" sldId="2147482559"/>
            <ac:spMk id="210" creationId="{5CCBDD7C-9297-F9C9-8FD6-F0AE0F2EBE14}"/>
          </ac:spMkLst>
        </pc:spChg>
        <pc:spChg chg="del">
          <ac:chgData name="Carmen Fernandez Casal" userId="8eab5370-896e-4253-b717-dd33ece302a8" providerId="ADAL" clId="{6060FDFC-B111-48CD-BD54-389E283BF00A}" dt="2025-05-13T18:05:06.821" v="13353" actId="478"/>
          <ac:spMkLst>
            <pc:docMk/>
            <pc:sldMk cId="3684479695" sldId="2147482559"/>
            <ac:spMk id="214" creationId="{3D7A0CBA-7C71-B6D0-45BE-CF1C03E94C97}"/>
          </ac:spMkLst>
        </pc:spChg>
        <pc:spChg chg="del">
          <ac:chgData name="Carmen Fernandez Casal" userId="8eab5370-896e-4253-b717-dd33ece302a8" providerId="ADAL" clId="{6060FDFC-B111-48CD-BD54-389E283BF00A}" dt="2025-05-13T18:05:06.821" v="13353" actId="478"/>
          <ac:spMkLst>
            <pc:docMk/>
            <pc:sldMk cId="3684479695" sldId="2147482559"/>
            <ac:spMk id="215" creationId="{57F4A860-0CF5-F151-BFAF-E81F00C95123}"/>
          </ac:spMkLst>
        </pc:spChg>
        <pc:spChg chg="mod">
          <ac:chgData name="Carmen Fernandez Casal" userId="8eab5370-896e-4253-b717-dd33ece302a8" providerId="ADAL" clId="{6060FDFC-B111-48CD-BD54-389E283BF00A}" dt="2025-05-13T18:26:48.900" v="13851"/>
          <ac:spMkLst>
            <pc:docMk/>
            <pc:sldMk cId="3684479695" sldId="2147482559"/>
            <ac:spMk id="216" creationId="{D1AE3086-4163-653D-577E-2F6FE6CA07AA}"/>
          </ac:spMkLst>
        </pc:spChg>
        <pc:spChg chg="mod">
          <ac:chgData name="Carmen Fernandez Casal" userId="8eab5370-896e-4253-b717-dd33ece302a8" providerId="ADAL" clId="{6060FDFC-B111-48CD-BD54-389E283BF00A}" dt="2025-05-13T18:26:48.900" v="13851"/>
          <ac:spMkLst>
            <pc:docMk/>
            <pc:sldMk cId="3684479695" sldId="2147482559"/>
            <ac:spMk id="219" creationId="{3D10F615-8D1A-6756-F777-6D2701E21824}"/>
          </ac:spMkLst>
        </pc:spChg>
        <pc:spChg chg="del">
          <ac:chgData name="Carmen Fernandez Casal" userId="8eab5370-896e-4253-b717-dd33ece302a8" providerId="ADAL" clId="{6060FDFC-B111-48CD-BD54-389E283BF00A}" dt="2025-05-13T17:52:13.148" v="12975" actId="478"/>
          <ac:spMkLst>
            <pc:docMk/>
            <pc:sldMk cId="3684479695" sldId="2147482559"/>
            <ac:spMk id="220" creationId="{6DD285C9-B39A-E858-7668-64A79F190E01}"/>
          </ac:spMkLst>
        </pc:spChg>
        <pc:spChg chg="mod">
          <ac:chgData name="Carmen Fernandez Casal" userId="8eab5370-896e-4253-b717-dd33ece302a8" providerId="ADAL" clId="{6060FDFC-B111-48CD-BD54-389E283BF00A}" dt="2025-05-13T18:26:48.900" v="13851"/>
          <ac:spMkLst>
            <pc:docMk/>
            <pc:sldMk cId="3684479695" sldId="2147482559"/>
            <ac:spMk id="220" creationId="{DE51A285-D258-2107-D43D-47A9A8914C28}"/>
          </ac:spMkLst>
        </pc:spChg>
        <pc:spChg chg="del">
          <ac:chgData name="Carmen Fernandez Casal" userId="8eab5370-896e-4253-b717-dd33ece302a8" providerId="ADAL" clId="{6060FDFC-B111-48CD-BD54-389E283BF00A}" dt="2025-05-13T18:05:06.821" v="13353" actId="478"/>
          <ac:spMkLst>
            <pc:docMk/>
            <pc:sldMk cId="3684479695" sldId="2147482559"/>
            <ac:spMk id="222" creationId="{674170D6-C461-2258-6E77-12F62BA34E2F}"/>
          </ac:spMkLst>
        </pc:spChg>
        <pc:spChg chg="del">
          <ac:chgData name="Carmen Fernandez Casal" userId="8eab5370-896e-4253-b717-dd33ece302a8" providerId="ADAL" clId="{6060FDFC-B111-48CD-BD54-389E283BF00A}" dt="2025-05-13T18:05:06.821" v="13353" actId="478"/>
          <ac:spMkLst>
            <pc:docMk/>
            <pc:sldMk cId="3684479695" sldId="2147482559"/>
            <ac:spMk id="223" creationId="{17FBD65F-FC13-CF5D-5C79-D99C8D65A86F}"/>
          </ac:spMkLst>
        </pc:spChg>
        <pc:spChg chg="del mod">
          <ac:chgData name="Carmen Fernandez Casal" userId="8eab5370-896e-4253-b717-dd33ece302a8" providerId="ADAL" clId="{6060FDFC-B111-48CD-BD54-389E283BF00A}" dt="2025-05-13T18:27:04.858" v="13970" actId="478"/>
          <ac:spMkLst>
            <pc:docMk/>
            <pc:sldMk cId="3684479695" sldId="2147482559"/>
            <ac:spMk id="224" creationId="{9E8A9148-1451-1322-9A8B-4884F5A78886}"/>
          </ac:spMkLst>
        </pc:spChg>
        <pc:spChg chg="del mod">
          <ac:chgData name="Carmen Fernandez Casal" userId="8eab5370-896e-4253-b717-dd33ece302a8" providerId="ADAL" clId="{6060FDFC-B111-48CD-BD54-389E283BF00A}" dt="2025-05-13T18:27:04.858" v="13970" actId="478"/>
          <ac:spMkLst>
            <pc:docMk/>
            <pc:sldMk cId="3684479695" sldId="2147482559"/>
            <ac:spMk id="225" creationId="{8358B8FB-F686-597D-D852-6D7A0E08FF5F}"/>
          </ac:spMkLst>
        </pc:spChg>
        <pc:spChg chg="add del mod">
          <ac:chgData name="Carmen Fernandez Casal" userId="8eab5370-896e-4253-b717-dd33ece302a8" providerId="ADAL" clId="{6060FDFC-B111-48CD-BD54-389E283BF00A}" dt="2025-05-13T18:27:04.858" v="13970" actId="478"/>
          <ac:spMkLst>
            <pc:docMk/>
            <pc:sldMk cId="3684479695" sldId="2147482559"/>
            <ac:spMk id="226" creationId="{F7676253-C1E6-6EEB-C8B5-33BD087B5DB3}"/>
          </ac:spMkLst>
        </pc:spChg>
        <pc:spChg chg="del mod">
          <ac:chgData name="Carmen Fernandez Casal" userId="8eab5370-896e-4253-b717-dd33ece302a8" providerId="ADAL" clId="{6060FDFC-B111-48CD-BD54-389E283BF00A}" dt="2025-05-13T18:27:04.858" v="13970" actId="478"/>
          <ac:spMkLst>
            <pc:docMk/>
            <pc:sldMk cId="3684479695" sldId="2147482559"/>
            <ac:spMk id="227" creationId="{F497EA6A-EC18-0953-C7A7-DC5CA678117D}"/>
          </ac:spMkLst>
        </pc:spChg>
        <pc:spChg chg="del">
          <ac:chgData name="Carmen Fernandez Casal" userId="8eab5370-896e-4253-b717-dd33ece302a8" providerId="ADAL" clId="{6060FDFC-B111-48CD-BD54-389E283BF00A}" dt="2025-05-13T17:52:15.794" v="12976" actId="478"/>
          <ac:spMkLst>
            <pc:docMk/>
            <pc:sldMk cId="3684479695" sldId="2147482559"/>
            <ac:spMk id="228" creationId="{E39B3515-3DF0-D24D-37C8-ED520B13892E}"/>
          </ac:spMkLst>
        </pc:spChg>
        <pc:spChg chg="del">
          <ac:chgData name="Carmen Fernandez Casal" userId="8eab5370-896e-4253-b717-dd33ece302a8" providerId="ADAL" clId="{6060FDFC-B111-48CD-BD54-389E283BF00A}" dt="2025-05-13T18:05:06.821" v="13353" actId="478"/>
          <ac:spMkLst>
            <pc:docMk/>
            <pc:sldMk cId="3684479695" sldId="2147482559"/>
            <ac:spMk id="230" creationId="{0E0EBFFE-33EA-7CC9-B551-3DAB9B21D626}"/>
          </ac:spMkLst>
        </pc:spChg>
        <pc:spChg chg="add del mod">
          <ac:chgData name="Carmen Fernandez Casal" userId="8eab5370-896e-4253-b717-dd33ece302a8" providerId="ADAL" clId="{6060FDFC-B111-48CD-BD54-389E283BF00A}" dt="2025-05-13T18:27:04.858" v="13970" actId="478"/>
          <ac:spMkLst>
            <pc:docMk/>
            <pc:sldMk cId="3684479695" sldId="2147482559"/>
            <ac:spMk id="230" creationId="{4C7F5047-183A-CA87-A2B0-2F6921E59DC7}"/>
          </ac:spMkLst>
        </pc:spChg>
        <pc:spChg chg="del mod">
          <ac:chgData name="Carmen Fernandez Casal" userId="8eab5370-896e-4253-b717-dd33ece302a8" providerId="ADAL" clId="{6060FDFC-B111-48CD-BD54-389E283BF00A}" dt="2025-05-13T18:27:04.858" v="13970" actId="478"/>
          <ac:spMkLst>
            <pc:docMk/>
            <pc:sldMk cId="3684479695" sldId="2147482559"/>
            <ac:spMk id="232" creationId="{138848A0-E866-4EB2-C7F1-671FB69E61DD}"/>
          </ac:spMkLst>
        </pc:spChg>
        <pc:spChg chg="add del mod">
          <ac:chgData name="Carmen Fernandez Casal" userId="8eab5370-896e-4253-b717-dd33ece302a8" providerId="ADAL" clId="{6060FDFC-B111-48CD-BD54-389E283BF00A}" dt="2025-05-13T18:27:04.858" v="13970" actId="478"/>
          <ac:spMkLst>
            <pc:docMk/>
            <pc:sldMk cId="3684479695" sldId="2147482559"/>
            <ac:spMk id="234" creationId="{537DF663-FEDC-3F14-B7F1-C1265363ADF7}"/>
          </ac:spMkLst>
        </pc:spChg>
        <pc:spChg chg="del mod">
          <ac:chgData name="Carmen Fernandez Casal" userId="8eab5370-896e-4253-b717-dd33ece302a8" providerId="ADAL" clId="{6060FDFC-B111-48CD-BD54-389E283BF00A}" dt="2025-05-13T18:27:04.858" v="13970" actId="478"/>
          <ac:spMkLst>
            <pc:docMk/>
            <pc:sldMk cId="3684479695" sldId="2147482559"/>
            <ac:spMk id="235" creationId="{1936DC9F-E1DC-DD62-D659-99C327087D30}"/>
          </ac:spMkLst>
        </pc:spChg>
        <pc:spChg chg="del mod">
          <ac:chgData name="Carmen Fernandez Casal" userId="8eab5370-896e-4253-b717-dd33ece302a8" providerId="ADAL" clId="{6060FDFC-B111-48CD-BD54-389E283BF00A}" dt="2025-05-13T18:27:04.858" v="13970" actId="478"/>
          <ac:spMkLst>
            <pc:docMk/>
            <pc:sldMk cId="3684479695" sldId="2147482559"/>
            <ac:spMk id="236" creationId="{430D17A7-B241-CFE0-B106-E4A1ECCC814F}"/>
          </ac:spMkLst>
        </pc:spChg>
        <pc:spChg chg="del mod">
          <ac:chgData name="Carmen Fernandez Casal" userId="8eab5370-896e-4253-b717-dd33ece302a8" providerId="ADAL" clId="{6060FDFC-B111-48CD-BD54-389E283BF00A}" dt="2025-05-13T18:27:04.858" v="13970" actId="478"/>
          <ac:spMkLst>
            <pc:docMk/>
            <pc:sldMk cId="3684479695" sldId="2147482559"/>
            <ac:spMk id="239" creationId="{AC6F6117-6F3C-FBB8-CFEF-056A43EC0F99}"/>
          </ac:spMkLst>
        </pc:spChg>
        <pc:spChg chg="mod">
          <ac:chgData name="Carmen Fernandez Casal" userId="8eab5370-896e-4253-b717-dd33ece302a8" providerId="ADAL" clId="{6060FDFC-B111-48CD-BD54-389E283BF00A}" dt="2025-05-13T18:26:55.329" v="13967"/>
          <ac:spMkLst>
            <pc:docMk/>
            <pc:sldMk cId="3684479695" sldId="2147482559"/>
            <ac:spMk id="241" creationId="{E8852117-42B3-31C6-C682-6E87C270FC98}"/>
          </ac:spMkLst>
        </pc:spChg>
        <pc:spChg chg="mod">
          <ac:chgData name="Carmen Fernandez Casal" userId="8eab5370-896e-4253-b717-dd33ece302a8" providerId="ADAL" clId="{6060FDFC-B111-48CD-BD54-389E283BF00A}" dt="2025-05-13T18:26:55.329" v="13967"/>
          <ac:spMkLst>
            <pc:docMk/>
            <pc:sldMk cId="3684479695" sldId="2147482559"/>
            <ac:spMk id="242" creationId="{2CF4A548-29ED-25F9-E8F1-8C0AA1F6CC24}"/>
          </ac:spMkLst>
        </pc:spChg>
        <pc:spChg chg="mod">
          <ac:chgData name="Carmen Fernandez Casal" userId="8eab5370-896e-4253-b717-dd33ece302a8" providerId="ADAL" clId="{6060FDFC-B111-48CD-BD54-389E283BF00A}" dt="2025-05-13T18:26:55.329" v="13967"/>
          <ac:spMkLst>
            <pc:docMk/>
            <pc:sldMk cId="3684479695" sldId="2147482559"/>
            <ac:spMk id="245" creationId="{559AF085-A2F6-76E6-CE2B-67CB12153C84}"/>
          </ac:spMkLst>
        </pc:spChg>
        <pc:spChg chg="mod">
          <ac:chgData name="Carmen Fernandez Casal" userId="8eab5370-896e-4253-b717-dd33ece302a8" providerId="ADAL" clId="{6060FDFC-B111-48CD-BD54-389E283BF00A}" dt="2025-05-13T18:26:55.329" v="13967"/>
          <ac:spMkLst>
            <pc:docMk/>
            <pc:sldMk cId="3684479695" sldId="2147482559"/>
            <ac:spMk id="254" creationId="{0F88F5FA-C49B-B4D8-45E4-9959548C5091}"/>
          </ac:spMkLst>
        </pc:spChg>
        <pc:spChg chg="mod">
          <ac:chgData name="Carmen Fernandez Casal" userId="8eab5370-896e-4253-b717-dd33ece302a8" providerId="ADAL" clId="{6060FDFC-B111-48CD-BD54-389E283BF00A}" dt="2025-05-13T18:26:55.329" v="13967"/>
          <ac:spMkLst>
            <pc:docMk/>
            <pc:sldMk cId="3684479695" sldId="2147482559"/>
            <ac:spMk id="256" creationId="{CB058A6C-239F-46B4-E4B6-310452A476E7}"/>
          </ac:spMkLst>
        </pc:spChg>
        <pc:spChg chg="mod">
          <ac:chgData name="Carmen Fernandez Casal" userId="8eab5370-896e-4253-b717-dd33ece302a8" providerId="ADAL" clId="{6060FDFC-B111-48CD-BD54-389E283BF00A}" dt="2025-05-13T18:26:55.329" v="13967"/>
          <ac:spMkLst>
            <pc:docMk/>
            <pc:sldMk cId="3684479695" sldId="2147482559"/>
            <ac:spMk id="257" creationId="{FB6A00F6-AAAF-85A3-6E34-B880A4253319}"/>
          </ac:spMkLst>
        </pc:spChg>
        <pc:spChg chg="mod">
          <ac:chgData name="Carmen Fernandez Casal" userId="8eab5370-896e-4253-b717-dd33ece302a8" providerId="ADAL" clId="{6060FDFC-B111-48CD-BD54-389E283BF00A}" dt="2025-05-13T18:26:55.329" v="13967"/>
          <ac:spMkLst>
            <pc:docMk/>
            <pc:sldMk cId="3684479695" sldId="2147482559"/>
            <ac:spMk id="259" creationId="{7CCC0819-66C6-A1B6-3DC1-2C5B4572F0FE}"/>
          </ac:spMkLst>
        </pc:spChg>
        <pc:spChg chg="mod">
          <ac:chgData name="Carmen Fernandez Casal" userId="8eab5370-896e-4253-b717-dd33ece302a8" providerId="ADAL" clId="{6060FDFC-B111-48CD-BD54-389E283BF00A}" dt="2025-05-13T18:26:55.329" v="13967"/>
          <ac:spMkLst>
            <pc:docMk/>
            <pc:sldMk cId="3684479695" sldId="2147482559"/>
            <ac:spMk id="260" creationId="{DD1A1A26-4AAB-FCE7-9C16-930A51B148A2}"/>
          </ac:spMkLst>
        </pc:spChg>
        <pc:spChg chg="mod">
          <ac:chgData name="Carmen Fernandez Casal" userId="8eab5370-896e-4253-b717-dd33ece302a8" providerId="ADAL" clId="{6060FDFC-B111-48CD-BD54-389E283BF00A}" dt="2025-05-13T18:26:55.329" v="13967"/>
          <ac:spMkLst>
            <pc:docMk/>
            <pc:sldMk cId="3684479695" sldId="2147482559"/>
            <ac:spMk id="262" creationId="{9B40B870-5789-73C1-7338-58CAA384FAD6}"/>
          </ac:spMkLst>
        </pc:spChg>
        <pc:spChg chg="add mod">
          <ac:chgData name="Carmen Fernandez Casal" userId="8eab5370-896e-4253-b717-dd33ece302a8" providerId="ADAL" clId="{6060FDFC-B111-48CD-BD54-389E283BF00A}" dt="2025-05-13T18:26:55.329" v="13967"/>
          <ac:spMkLst>
            <pc:docMk/>
            <pc:sldMk cId="3684479695" sldId="2147482559"/>
            <ac:spMk id="275" creationId="{30517E27-1602-0205-1239-7DB1C2E00AF8}"/>
          </ac:spMkLst>
        </pc:spChg>
        <pc:spChg chg="add mod">
          <ac:chgData name="Carmen Fernandez Casal" userId="8eab5370-896e-4253-b717-dd33ece302a8" providerId="ADAL" clId="{6060FDFC-B111-48CD-BD54-389E283BF00A}" dt="2025-05-13T18:35:38.601" v="14628" actId="1036"/>
          <ac:spMkLst>
            <pc:docMk/>
            <pc:sldMk cId="3684479695" sldId="2147482559"/>
            <ac:spMk id="281" creationId="{868BD8DD-51AB-20FC-3667-A4DA6B1F48A6}"/>
          </ac:spMkLst>
        </pc:spChg>
        <pc:spChg chg="mod">
          <ac:chgData name="Carmen Fernandez Casal" userId="8eab5370-896e-4253-b717-dd33ece302a8" providerId="ADAL" clId="{6060FDFC-B111-48CD-BD54-389E283BF00A}" dt="2025-05-13T18:30:14.792" v="14047"/>
          <ac:spMkLst>
            <pc:docMk/>
            <pc:sldMk cId="3684479695" sldId="2147482559"/>
            <ac:spMk id="289" creationId="{7E0466D1-DEB4-0CFA-AC98-72DEE96955FE}"/>
          </ac:spMkLst>
        </pc:spChg>
        <pc:spChg chg="mod">
          <ac:chgData name="Carmen Fernandez Casal" userId="8eab5370-896e-4253-b717-dd33ece302a8" providerId="ADAL" clId="{6060FDFC-B111-48CD-BD54-389E283BF00A}" dt="2025-05-13T18:30:14.792" v="14047"/>
          <ac:spMkLst>
            <pc:docMk/>
            <pc:sldMk cId="3684479695" sldId="2147482559"/>
            <ac:spMk id="295" creationId="{524FBE7A-2F39-F723-4D8F-A8248D88124A}"/>
          </ac:spMkLst>
        </pc:spChg>
        <pc:spChg chg="mod">
          <ac:chgData name="Carmen Fernandez Casal" userId="8eab5370-896e-4253-b717-dd33ece302a8" providerId="ADAL" clId="{6060FDFC-B111-48CD-BD54-389E283BF00A}" dt="2025-05-13T18:30:14.792" v="14047"/>
          <ac:spMkLst>
            <pc:docMk/>
            <pc:sldMk cId="3684479695" sldId="2147482559"/>
            <ac:spMk id="296" creationId="{69EA6FC3-3682-06D6-9204-D3B5F6053ADB}"/>
          </ac:spMkLst>
        </pc:spChg>
        <pc:spChg chg="mod">
          <ac:chgData name="Carmen Fernandez Casal" userId="8eab5370-896e-4253-b717-dd33ece302a8" providerId="ADAL" clId="{6060FDFC-B111-48CD-BD54-389E283BF00A}" dt="2025-05-13T18:30:14.792" v="14047"/>
          <ac:spMkLst>
            <pc:docMk/>
            <pc:sldMk cId="3684479695" sldId="2147482559"/>
            <ac:spMk id="299" creationId="{C8AFD9D3-8209-B80B-0B45-75911C5450FC}"/>
          </ac:spMkLst>
        </pc:spChg>
        <pc:spChg chg="mod">
          <ac:chgData name="Carmen Fernandez Casal" userId="8eab5370-896e-4253-b717-dd33ece302a8" providerId="ADAL" clId="{6060FDFC-B111-48CD-BD54-389E283BF00A}" dt="2025-05-13T18:30:14.792" v="14047"/>
          <ac:spMkLst>
            <pc:docMk/>
            <pc:sldMk cId="3684479695" sldId="2147482559"/>
            <ac:spMk id="304" creationId="{DFC2BFF9-873F-9425-73EE-9618D197837F}"/>
          </ac:spMkLst>
        </pc:spChg>
        <pc:spChg chg="mod">
          <ac:chgData name="Carmen Fernandez Casal" userId="8eab5370-896e-4253-b717-dd33ece302a8" providerId="ADAL" clId="{6060FDFC-B111-48CD-BD54-389E283BF00A}" dt="2025-05-13T18:30:14.792" v="14047"/>
          <ac:spMkLst>
            <pc:docMk/>
            <pc:sldMk cId="3684479695" sldId="2147482559"/>
            <ac:spMk id="305" creationId="{130E0774-0C9E-2E9E-09B5-FB5804871040}"/>
          </ac:spMkLst>
        </pc:spChg>
        <pc:spChg chg="del mod">
          <ac:chgData name="Carmen Fernandez Casal" userId="8eab5370-896e-4253-b717-dd33ece302a8" providerId="ADAL" clId="{6060FDFC-B111-48CD-BD54-389E283BF00A}" dt="2025-05-13T18:32:13.149" v="14424" actId="478"/>
          <ac:spMkLst>
            <pc:docMk/>
            <pc:sldMk cId="3684479695" sldId="2147482559"/>
            <ac:spMk id="306" creationId="{3C7A3B9B-5169-402D-55B2-E42F051BCE5C}"/>
          </ac:spMkLst>
        </pc:spChg>
        <pc:spChg chg="del mod">
          <ac:chgData name="Carmen Fernandez Casal" userId="8eab5370-896e-4253-b717-dd33ece302a8" providerId="ADAL" clId="{6060FDFC-B111-48CD-BD54-389E283BF00A}" dt="2025-05-13T18:32:13.149" v="14424" actId="478"/>
          <ac:spMkLst>
            <pc:docMk/>
            <pc:sldMk cId="3684479695" sldId="2147482559"/>
            <ac:spMk id="307" creationId="{44CDDD8E-CB06-8738-8C19-7B712B7EEA23}"/>
          </ac:spMkLst>
        </pc:spChg>
        <pc:spChg chg="add del mod">
          <ac:chgData name="Carmen Fernandez Casal" userId="8eab5370-896e-4253-b717-dd33ece302a8" providerId="ADAL" clId="{6060FDFC-B111-48CD-BD54-389E283BF00A}" dt="2025-05-13T18:32:13.149" v="14424" actId="478"/>
          <ac:spMkLst>
            <pc:docMk/>
            <pc:sldMk cId="3684479695" sldId="2147482559"/>
            <ac:spMk id="308" creationId="{E6E4CE11-0D1C-CF31-201A-3D9BB300F780}"/>
          </ac:spMkLst>
        </pc:spChg>
        <pc:spChg chg="add del mod">
          <ac:chgData name="Carmen Fernandez Casal" userId="8eab5370-896e-4253-b717-dd33ece302a8" providerId="ADAL" clId="{6060FDFC-B111-48CD-BD54-389E283BF00A}" dt="2025-05-13T18:32:13.149" v="14424" actId="478"/>
          <ac:spMkLst>
            <pc:docMk/>
            <pc:sldMk cId="3684479695" sldId="2147482559"/>
            <ac:spMk id="309" creationId="{954326BE-C84F-2233-10D9-C53AB648BD40}"/>
          </ac:spMkLst>
        </pc:spChg>
        <pc:spChg chg="del mod">
          <ac:chgData name="Carmen Fernandez Casal" userId="8eab5370-896e-4253-b717-dd33ece302a8" providerId="ADAL" clId="{6060FDFC-B111-48CD-BD54-389E283BF00A}" dt="2025-05-13T18:32:13.149" v="14424" actId="478"/>
          <ac:spMkLst>
            <pc:docMk/>
            <pc:sldMk cId="3684479695" sldId="2147482559"/>
            <ac:spMk id="312" creationId="{394004C4-1DC8-ED12-9817-B36D11AC331E}"/>
          </ac:spMkLst>
        </pc:spChg>
        <pc:spChg chg="del mod">
          <ac:chgData name="Carmen Fernandez Casal" userId="8eab5370-896e-4253-b717-dd33ece302a8" providerId="ADAL" clId="{6060FDFC-B111-48CD-BD54-389E283BF00A}" dt="2025-05-13T18:32:13.149" v="14424" actId="478"/>
          <ac:spMkLst>
            <pc:docMk/>
            <pc:sldMk cId="3684479695" sldId="2147482559"/>
            <ac:spMk id="314" creationId="{4EACA087-666D-E1E8-53D3-3A12DC708934}"/>
          </ac:spMkLst>
        </pc:spChg>
        <pc:spChg chg="del mod">
          <ac:chgData name="Carmen Fernandez Casal" userId="8eab5370-896e-4253-b717-dd33ece302a8" providerId="ADAL" clId="{6060FDFC-B111-48CD-BD54-389E283BF00A}" dt="2025-05-13T18:32:13.149" v="14424" actId="478"/>
          <ac:spMkLst>
            <pc:docMk/>
            <pc:sldMk cId="3684479695" sldId="2147482559"/>
            <ac:spMk id="316" creationId="{69EAE370-4A0E-D05B-0C6C-EEFB1C8C50B3}"/>
          </ac:spMkLst>
        </pc:spChg>
        <pc:spChg chg="add del mod">
          <ac:chgData name="Carmen Fernandez Casal" userId="8eab5370-896e-4253-b717-dd33ece302a8" providerId="ADAL" clId="{6060FDFC-B111-48CD-BD54-389E283BF00A}" dt="2025-05-13T18:32:13.149" v="14424" actId="478"/>
          <ac:spMkLst>
            <pc:docMk/>
            <pc:sldMk cId="3684479695" sldId="2147482559"/>
            <ac:spMk id="317" creationId="{BD856059-77EF-C3A5-14B9-81E69BB0F94A}"/>
          </ac:spMkLst>
        </pc:spChg>
        <pc:spChg chg="add del mod">
          <ac:chgData name="Carmen Fernandez Casal" userId="8eab5370-896e-4253-b717-dd33ece302a8" providerId="ADAL" clId="{6060FDFC-B111-48CD-BD54-389E283BF00A}" dt="2025-05-13T18:32:13.149" v="14424" actId="478"/>
          <ac:spMkLst>
            <pc:docMk/>
            <pc:sldMk cId="3684479695" sldId="2147482559"/>
            <ac:spMk id="318" creationId="{6356FF6F-126A-4990-21C3-1B258964CE0F}"/>
          </ac:spMkLst>
        </pc:spChg>
        <pc:spChg chg="del mod">
          <ac:chgData name="Carmen Fernandez Casal" userId="8eab5370-896e-4253-b717-dd33ece302a8" providerId="ADAL" clId="{6060FDFC-B111-48CD-BD54-389E283BF00A}" dt="2025-05-13T18:32:13.149" v="14424" actId="478"/>
          <ac:spMkLst>
            <pc:docMk/>
            <pc:sldMk cId="3684479695" sldId="2147482559"/>
            <ac:spMk id="321" creationId="{3033D5A6-F93D-AF1D-5F18-B260A22FBFA8}"/>
          </ac:spMkLst>
        </pc:spChg>
        <pc:grpChg chg="add mod">
          <ac:chgData name="Carmen Fernandez Casal" userId="8eab5370-896e-4253-b717-dd33ece302a8" providerId="ADAL" clId="{6060FDFC-B111-48CD-BD54-389E283BF00A}" dt="2025-05-13T18:35:38.601" v="14628" actId="1036"/>
          <ac:grpSpMkLst>
            <pc:docMk/>
            <pc:sldMk cId="3684479695" sldId="2147482559"/>
            <ac:grpSpMk id="10" creationId="{5652A67B-7B90-F33F-DA9E-8355FF4DD77A}"/>
          </ac:grpSpMkLst>
        </pc:grpChg>
        <pc:grpChg chg="add mod">
          <ac:chgData name="Carmen Fernandez Casal" userId="8eab5370-896e-4253-b717-dd33ece302a8" providerId="ADAL" clId="{6060FDFC-B111-48CD-BD54-389E283BF00A}" dt="2025-05-13T18:35:38.601" v="14628" actId="1036"/>
          <ac:grpSpMkLst>
            <pc:docMk/>
            <pc:sldMk cId="3684479695" sldId="2147482559"/>
            <ac:grpSpMk id="14" creationId="{705C1429-0850-3D2E-C614-BC885F32EAF7}"/>
          </ac:grpSpMkLst>
        </pc:grpChg>
        <pc:grpChg chg="mod">
          <ac:chgData name="Carmen Fernandez Casal" userId="8eab5370-896e-4253-b717-dd33ece302a8" providerId="ADAL" clId="{6060FDFC-B111-48CD-BD54-389E283BF00A}" dt="2025-05-13T18:21:53.868" v="13696" actId="1035"/>
          <ac:grpSpMkLst>
            <pc:docMk/>
            <pc:sldMk cId="3684479695" sldId="2147482559"/>
            <ac:grpSpMk id="35" creationId="{1A3AB677-92BD-322A-8B23-04FC53DB43D8}"/>
          </ac:grpSpMkLst>
        </pc:grpChg>
        <pc:grpChg chg="add del mod">
          <ac:chgData name="Carmen Fernandez Casal" userId="8eab5370-896e-4253-b717-dd33ece302a8" providerId="ADAL" clId="{6060FDFC-B111-48CD-BD54-389E283BF00A}" dt="2025-05-13T18:26:45.288" v="13849" actId="478"/>
          <ac:grpSpMkLst>
            <pc:docMk/>
            <pc:sldMk cId="3684479695" sldId="2147482559"/>
            <ac:grpSpMk id="56" creationId="{7D8F33F9-9223-035F-576D-9B62F48A57BF}"/>
          </ac:grpSpMkLst>
        </pc:grpChg>
        <pc:grpChg chg="mod">
          <ac:chgData name="Carmen Fernandez Casal" userId="8eab5370-896e-4253-b717-dd33ece302a8" providerId="ADAL" clId="{6060FDFC-B111-48CD-BD54-389E283BF00A}" dt="2025-05-13T18:21:53.868" v="13696" actId="1035"/>
          <ac:grpSpMkLst>
            <pc:docMk/>
            <pc:sldMk cId="3684479695" sldId="2147482559"/>
            <ac:grpSpMk id="60" creationId="{127776F0-3711-4E52-94AF-1FA113EB6901}"/>
          </ac:grpSpMkLst>
        </pc:grpChg>
        <pc:grpChg chg="del">
          <ac:chgData name="Carmen Fernandez Casal" userId="8eab5370-896e-4253-b717-dd33ece302a8" providerId="ADAL" clId="{6060FDFC-B111-48CD-BD54-389E283BF00A}" dt="2025-05-13T18:05:06.821" v="13353" actId="478"/>
          <ac:grpSpMkLst>
            <pc:docMk/>
            <pc:sldMk cId="3684479695" sldId="2147482559"/>
            <ac:grpSpMk id="197" creationId="{40EF1354-CDF0-7F7D-6A17-0F61375F66CC}"/>
          </ac:grpSpMkLst>
        </pc:grpChg>
        <pc:grpChg chg="del mod">
          <ac:chgData name="Carmen Fernandez Casal" userId="8eab5370-896e-4253-b717-dd33ece302a8" providerId="ADAL" clId="{6060FDFC-B111-48CD-BD54-389E283BF00A}" dt="2025-05-13T18:26:47.613" v="13850" actId="478"/>
          <ac:grpSpMkLst>
            <pc:docMk/>
            <pc:sldMk cId="3684479695" sldId="2147482559"/>
            <ac:grpSpMk id="199" creationId="{0AFE53C1-794A-6799-EC4F-A0D6B2F8D319}"/>
          </ac:grpSpMkLst>
        </pc:grpChg>
        <pc:grpChg chg="del">
          <ac:chgData name="Carmen Fernandez Casal" userId="8eab5370-896e-4253-b717-dd33ece302a8" providerId="ADAL" clId="{6060FDFC-B111-48CD-BD54-389E283BF00A}" dt="2025-05-13T18:05:06.821" v="13353" actId="478"/>
          <ac:grpSpMkLst>
            <pc:docMk/>
            <pc:sldMk cId="3684479695" sldId="2147482559"/>
            <ac:grpSpMk id="224" creationId="{515ECAD4-117D-B6ED-3E6A-BDA393A5112A}"/>
          </ac:grpSpMkLst>
        </pc:grpChg>
        <pc:grpChg chg="del">
          <ac:chgData name="Carmen Fernandez Casal" userId="8eab5370-896e-4253-b717-dd33ece302a8" providerId="ADAL" clId="{6060FDFC-B111-48CD-BD54-389E283BF00A}" dt="2025-05-13T18:05:06.821" v="13353" actId="478"/>
          <ac:grpSpMkLst>
            <pc:docMk/>
            <pc:sldMk cId="3684479695" sldId="2147482559"/>
            <ac:grpSpMk id="232" creationId="{C6614D65-19D0-6545-B82B-15047E959614}"/>
          </ac:grpSpMkLst>
        </pc:grpChg>
        <pc:grpChg chg="del">
          <ac:chgData name="Carmen Fernandez Casal" userId="8eab5370-896e-4253-b717-dd33ece302a8" providerId="ADAL" clId="{6060FDFC-B111-48CD-BD54-389E283BF00A}" dt="2025-05-13T18:32:17.177" v="14426" actId="478"/>
          <ac:grpSpMkLst>
            <pc:docMk/>
            <pc:sldMk cId="3684479695" sldId="2147482559"/>
            <ac:grpSpMk id="288" creationId="{B450CE4D-C627-B865-C212-0080824E28D9}"/>
          </ac:grpSpMkLst>
        </pc:grpChg>
        <pc:picChg chg="del">
          <ac:chgData name="Carmen Fernandez Casal" userId="8eab5370-896e-4253-b717-dd33ece302a8" providerId="ADAL" clId="{6060FDFC-B111-48CD-BD54-389E283BF00A}" dt="2025-05-13T17:52:04.190" v="12973" actId="478"/>
          <ac:picMkLst>
            <pc:docMk/>
            <pc:sldMk cId="3684479695" sldId="2147482559"/>
            <ac:picMk id="2" creationId="{72F186E8-CA5E-8760-9C22-887F0C6B3F2A}"/>
          </ac:picMkLst>
        </pc:picChg>
        <pc:picChg chg="add mod">
          <ac:chgData name="Carmen Fernandez Casal" userId="8eab5370-896e-4253-b717-dd33ece302a8" providerId="ADAL" clId="{6060FDFC-B111-48CD-BD54-389E283BF00A}" dt="2025-05-13T18:24:38.459" v="13717" actId="1076"/>
          <ac:picMkLst>
            <pc:docMk/>
            <pc:sldMk cId="3684479695" sldId="2147482559"/>
            <ac:picMk id="2" creationId="{DD9BBF22-B459-F280-C802-84F2B18E7776}"/>
          </ac:picMkLst>
        </pc:picChg>
        <pc:picChg chg="del">
          <ac:chgData name="Carmen Fernandez Casal" userId="8eab5370-896e-4253-b717-dd33ece302a8" providerId="ADAL" clId="{6060FDFC-B111-48CD-BD54-389E283BF00A}" dt="2025-05-13T17:52:00.365" v="12971" actId="478"/>
          <ac:picMkLst>
            <pc:docMk/>
            <pc:sldMk cId="3684479695" sldId="2147482559"/>
            <ac:picMk id="3" creationId="{EA722563-5CB2-8B22-20B7-349AA3FD5265}"/>
          </ac:picMkLst>
        </pc:picChg>
        <pc:picChg chg="del">
          <ac:chgData name="Carmen Fernandez Casal" userId="8eab5370-896e-4253-b717-dd33ece302a8" providerId="ADAL" clId="{6060FDFC-B111-48CD-BD54-389E283BF00A}" dt="2025-05-13T17:51:51.215" v="12968" actId="478"/>
          <ac:picMkLst>
            <pc:docMk/>
            <pc:sldMk cId="3684479695" sldId="2147482559"/>
            <ac:picMk id="5" creationId="{5CDDDBB4-718C-3062-1E7B-13B0DBAD2B9B}"/>
          </ac:picMkLst>
        </pc:picChg>
        <pc:picChg chg="mod">
          <ac:chgData name="Carmen Fernandez Casal" userId="8eab5370-896e-4253-b717-dd33ece302a8" providerId="ADAL" clId="{6060FDFC-B111-48CD-BD54-389E283BF00A}" dt="2025-05-13T18:27:32.722" v="13990" actId="1037"/>
          <ac:picMkLst>
            <pc:docMk/>
            <pc:sldMk cId="3684479695" sldId="2147482559"/>
            <ac:picMk id="12" creationId="{8F048A48-2678-A624-03DB-707FA08308E5}"/>
          </ac:picMkLst>
        </pc:picChg>
        <pc:picChg chg="mod">
          <ac:chgData name="Carmen Fernandez Casal" userId="8eab5370-896e-4253-b717-dd33ece302a8" providerId="ADAL" clId="{6060FDFC-B111-48CD-BD54-389E283BF00A}" dt="2025-05-13T18:25:28.841" v="13727" actId="1037"/>
          <ac:picMkLst>
            <pc:docMk/>
            <pc:sldMk cId="3684479695" sldId="2147482559"/>
            <ac:picMk id="16" creationId="{8B1AB619-8078-2AA8-FD07-9A7F7C6A45F6}"/>
          </ac:picMkLst>
        </pc:picChg>
        <pc:picChg chg="mod">
          <ac:chgData name="Carmen Fernandez Casal" userId="8eab5370-896e-4253-b717-dd33ece302a8" providerId="ADAL" clId="{6060FDFC-B111-48CD-BD54-389E283BF00A}" dt="2025-05-13T18:24:18.075" v="13715" actId="14100"/>
          <ac:picMkLst>
            <pc:docMk/>
            <pc:sldMk cId="3684479695" sldId="2147482559"/>
            <ac:picMk id="45" creationId="{33094949-92A6-982D-DBDE-27AD0EFEA858}"/>
          </ac:picMkLst>
        </pc:picChg>
        <pc:picChg chg="add del mod topLvl">
          <ac:chgData name="Carmen Fernandez Casal" userId="8eab5370-896e-4253-b717-dd33ece302a8" providerId="ADAL" clId="{6060FDFC-B111-48CD-BD54-389E283BF00A}" dt="2025-05-13T18:26:45.288" v="13849" actId="478"/>
          <ac:picMkLst>
            <pc:docMk/>
            <pc:sldMk cId="3684479695" sldId="2147482559"/>
            <ac:picMk id="58" creationId="{7EE5F2AA-3605-9E4A-7B6C-E7F2B4902454}"/>
          </ac:picMkLst>
        </pc:picChg>
        <pc:picChg chg="mod">
          <ac:chgData name="Carmen Fernandez Casal" userId="8eab5370-896e-4253-b717-dd33ece302a8" providerId="ADAL" clId="{6060FDFC-B111-48CD-BD54-389E283BF00A}" dt="2025-05-13T18:22:25.269" v="13697" actId="14826"/>
          <ac:picMkLst>
            <pc:docMk/>
            <pc:sldMk cId="3684479695" sldId="2147482559"/>
            <ac:picMk id="63" creationId="{4FA9322A-EFE2-BACB-3771-6020CB664993}"/>
          </ac:picMkLst>
        </pc:picChg>
        <pc:picChg chg="del">
          <ac:chgData name="Carmen Fernandez Casal" userId="8eab5370-896e-4253-b717-dd33ece302a8" providerId="ADAL" clId="{6060FDFC-B111-48CD-BD54-389E283BF00A}" dt="2025-05-13T17:51:54.363" v="12969" actId="478"/>
          <ac:picMkLst>
            <pc:docMk/>
            <pc:sldMk cId="3684479695" sldId="2147482559"/>
            <ac:picMk id="194" creationId="{C67DA055-9651-DD32-8CA8-196ADFC0100C}"/>
          </ac:picMkLst>
        </pc:picChg>
        <pc:picChg chg="del">
          <ac:chgData name="Carmen Fernandez Casal" userId="8eab5370-896e-4253-b717-dd33ece302a8" providerId="ADAL" clId="{6060FDFC-B111-48CD-BD54-389E283BF00A}" dt="2025-05-13T17:52:19.624" v="12977" actId="478"/>
          <ac:picMkLst>
            <pc:docMk/>
            <pc:sldMk cId="3684479695" sldId="2147482559"/>
            <ac:picMk id="205" creationId="{180E850F-4910-B7DC-4369-6B0E28CA4186}"/>
          </ac:picMkLst>
        </pc:picChg>
        <pc:picChg chg="del">
          <ac:chgData name="Carmen Fernandez Casal" userId="8eab5370-896e-4253-b717-dd33ece302a8" providerId="ADAL" clId="{6060FDFC-B111-48CD-BD54-389E283BF00A}" dt="2025-05-13T17:52:19.624" v="12977" actId="478"/>
          <ac:picMkLst>
            <pc:docMk/>
            <pc:sldMk cId="3684479695" sldId="2147482559"/>
            <ac:picMk id="221" creationId="{7268798A-79C4-1691-BBEE-E89912ABB536}"/>
          </ac:picMkLst>
        </pc:picChg>
        <pc:picChg chg="del">
          <ac:chgData name="Carmen Fernandez Casal" userId="8eab5370-896e-4253-b717-dd33ece302a8" providerId="ADAL" clId="{6060FDFC-B111-48CD-BD54-389E283BF00A}" dt="2025-05-13T17:52:19.624" v="12977" actId="478"/>
          <ac:picMkLst>
            <pc:docMk/>
            <pc:sldMk cId="3684479695" sldId="2147482559"/>
            <ac:picMk id="229" creationId="{8CBBB04E-CDD0-26A9-7C34-7AC8F3AC6567}"/>
          </ac:picMkLst>
        </pc:picChg>
        <pc:picChg chg="add del mod">
          <ac:chgData name="Carmen Fernandez Casal" userId="8eab5370-896e-4253-b717-dd33ece302a8" providerId="ADAL" clId="{6060FDFC-B111-48CD-BD54-389E283BF00A}" dt="2025-05-13T18:27:20.231" v="13973" actId="478"/>
          <ac:picMkLst>
            <pc:docMk/>
            <pc:sldMk cId="3684479695" sldId="2147482559"/>
            <ac:picMk id="280" creationId="{30D40A77-810C-86CA-5979-F67F57E9A845}"/>
          </ac:picMkLst>
        </pc:picChg>
        <pc:cxnChg chg="del">
          <ac:chgData name="Carmen Fernandez Casal" userId="8eab5370-896e-4253-b717-dd33ece302a8" providerId="ADAL" clId="{6060FDFC-B111-48CD-BD54-389E283BF00A}" dt="2025-05-13T17:48:50.935" v="12892" actId="478"/>
          <ac:cxnSpMkLst>
            <pc:docMk/>
            <pc:sldMk cId="3684479695" sldId="2147482559"/>
            <ac:cxnSpMk id="25" creationId="{88F2E700-0EEE-D972-EB52-22F395250681}"/>
          </ac:cxnSpMkLst>
        </pc:cxnChg>
        <pc:cxnChg chg="mod">
          <ac:chgData name="Carmen Fernandez Casal" userId="8eab5370-896e-4253-b717-dd33ece302a8" providerId="ADAL" clId="{6060FDFC-B111-48CD-BD54-389E283BF00A}" dt="2025-05-13T18:26:47.613" v="13850" actId="478"/>
          <ac:cxnSpMkLst>
            <pc:docMk/>
            <pc:sldMk cId="3684479695" sldId="2147482559"/>
            <ac:cxnSpMk id="51" creationId="{959BA31A-07A2-6A4C-9753-BBDB41AF9EB0}"/>
          </ac:cxnSpMkLst>
        </pc:cxnChg>
        <pc:cxnChg chg="mod">
          <ac:chgData name="Carmen Fernandez Casal" userId="8eab5370-896e-4253-b717-dd33ece302a8" providerId="ADAL" clId="{6060FDFC-B111-48CD-BD54-389E283BF00A}" dt="2025-05-13T18:26:47.613" v="13850" actId="478"/>
          <ac:cxnSpMkLst>
            <pc:docMk/>
            <pc:sldMk cId="3684479695" sldId="2147482559"/>
            <ac:cxnSpMk id="53" creationId="{AAE6DDF9-22EB-7A14-DFDC-3E5D716FA624}"/>
          </ac:cxnSpMkLst>
        </pc:cxnChg>
        <pc:cxnChg chg="mod">
          <ac:chgData name="Carmen Fernandez Casal" userId="8eab5370-896e-4253-b717-dd33ece302a8" providerId="ADAL" clId="{6060FDFC-B111-48CD-BD54-389E283BF00A}" dt="2025-05-13T18:26:47.613" v="13850" actId="478"/>
          <ac:cxnSpMkLst>
            <pc:docMk/>
            <pc:sldMk cId="3684479695" sldId="2147482559"/>
            <ac:cxnSpMk id="61" creationId="{4F6D02F8-7D15-7C54-1524-AC08CBFDC994}"/>
          </ac:cxnSpMkLst>
        </pc:cxnChg>
        <pc:cxnChg chg="mod">
          <ac:chgData name="Carmen Fernandez Casal" userId="8eab5370-896e-4253-b717-dd33ece302a8" providerId="ADAL" clId="{6060FDFC-B111-48CD-BD54-389E283BF00A}" dt="2025-05-13T18:26:47.613" v="13850" actId="478"/>
          <ac:cxnSpMkLst>
            <pc:docMk/>
            <pc:sldMk cId="3684479695" sldId="2147482559"/>
            <ac:cxnSpMk id="196" creationId="{F8396FDF-E902-A349-C63D-2148F390DB10}"/>
          </ac:cxnSpMkLst>
        </pc:cxnChg>
        <pc:cxnChg chg="mod">
          <ac:chgData name="Carmen Fernandez Casal" userId="8eab5370-896e-4253-b717-dd33ece302a8" providerId="ADAL" clId="{6060FDFC-B111-48CD-BD54-389E283BF00A}" dt="2025-05-13T18:26:47.613" v="13850" actId="478"/>
          <ac:cxnSpMkLst>
            <pc:docMk/>
            <pc:sldMk cId="3684479695" sldId="2147482559"/>
            <ac:cxnSpMk id="197" creationId="{B4D4C043-7638-B0C7-0454-C3025926ACB2}"/>
          </ac:cxnSpMkLst>
        </pc:cxnChg>
        <pc:cxnChg chg="del">
          <ac:chgData name="Carmen Fernandez Casal" userId="8eab5370-896e-4253-b717-dd33ece302a8" providerId="ADAL" clId="{6060FDFC-B111-48CD-BD54-389E283BF00A}" dt="2025-05-13T18:32:15.473" v="14425" actId="478"/>
          <ac:cxnSpMkLst>
            <pc:docMk/>
            <pc:sldMk cId="3684479695" sldId="2147482559"/>
            <ac:cxnSpMk id="311" creationId="{5BCA626E-820F-3215-C4D5-0133E25B637C}"/>
          </ac:cxnSpMkLst>
        </pc:cxnChg>
        <pc:cxnChg chg="del">
          <ac:chgData name="Carmen Fernandez Casal" userId="8eab5370-896e-4253-b717-dd33ece302a8" providerId="ADAL" clId="{6060FDFC-B111-48CD-BD54-389E283BF00A}" dt="2025-05-13T18:32:15.473" v="14425" actId="478"/>
          <ac:cxnSpMkLst>
            <pc:docMk/>
            <pc:sldMk cId="3684479695" sldId="2147482559"/>
            <ac:cxnSpMk id="313" creationId="{B1F64B06-4E46-98AE-A4CC-DD4BDFD90D36}"/>
          </ac:cxnSpMkLst>
        </pc:cxnChg>
      </pc:sldChg>
      <pc:sldChg chg="add del">
        <pc:chgData name="Carmen Fernandez Casal" userId="8eab5370-896e-4253-b717-dd33ece302a8" providerId="ADAL" clId="{6060FDFC-B111-48CD-BD54-389E283BF00A}" dt="2025-04-29T16:14:57.006" v="145" actId="47"/>
        <pc:sldMkLst>
          <pc:docMk/>
          <pc:sldMk cId="1525765581" sldId="2147482560"/>
        </pc:sldMkLst>
      </pc:sldChg>
      <pc:sldChg chg="modSp mod">
        <pc:chgData name="Carmen Fernandez Casal" userId="8eab5370-896e-4253-b717-dd33ece302a8" providerId="ADAL" clId="{6060FDFC-B111-48CD-BD54-389E283BF00A}" dt="2025-05-12T20:18:55.538" v="12736" actId="20577"/>
        <pc:sldMkLst>
          <pc:docMk/>
          <pc:sldMk cId="473804894" sldId="2147482561"/>
        </pc:sldMkLst>
        <pc:spChg chg="mod">
          <ac:chgData name="Carmen Fernandez Casal" userId="8eab5370-896e-4253-b717-dd33ece302a8" providerId="ADAL" clId="{6060FDFC-B111-48CD-BD54-389E283BF00A}" dt="2025-05-12T20:18:55.538" v="12736" actId="20577"/>
          <ac:spMkLst>
            <pc:docMk/>
            <pc:sldMk cId="473804894" sldId="2147482561"/>
            <ac:spMk id="90" creationId="{77CA3C9F-44B3-FC3E-E3EF-71B5EDC68BD6}"/>
          </ac:spMkLst>
        </pc:spChg>
      </pc:sldChg>
      <pc:sldChg chg="modSp mod">
        <pc:chgData name="Carmen Fernandez Casal" userId="8eab5370-896e-4253-b717-dd33ece302a8" providerId="ADAL" clId="{6060FDFC-B111-48CD-BD54-389E283BF00A}" dt="2025-05-12T20:18:44.868" v="12732" actId="20577"/>
        <pc:sldMkLst>
          <pc:docMk/>
          <pc:sldMk cId="54939763" sldId="2147482564"/>
        </pc:sldMkLst>
        <pc:spChg chg="mod">
          <ac:chgData name="Carmen Fernandez Casal" userId="8eab5370-896e-4253-b717-dd33ece302a8" providerId="ADAL" clId="{6060FDFC-B111-48CD-BD54-389E283BF00A}" dt="2025-05-12T20:18:44.868" v="12732" actId="20577"/>
          <ac:spMkLst>
            <pc:docMk/>
            <pc:sldMk cId="54939763" sldId="2147482564"/>
            <ac:spMk id="5" creationId="{615BB313-002A-9A6D-F530-E4217661F289}"/>
          </ac:spMkLst>
        </pc:spChg>
      </pc:sldChg>
      <pc:sldChg chg="modSp del mod">
        <pc:chgData name="Carmen Fernandez Casal" userId="8eab5370-896e-4253-b717-dd33ece302a8" providerId="ADAL" clId="{6060FDFC-B111-48CD-BD54-389E283BF00A}" dt="2025-04-29T16:15:02.095" v="147" actId="47"/>
        <pc:sldMkLst>
          <pc:docMk/>
          <pc:sldMk cId="3379308118" sldId="2147482565"/>
        </pc:sldMkLst>
      </pc:sldChg>
      <pc:sldChg chg="add del">
        <pc:chgData name="Carmen Fernandez Casal" userId="8eab5370-896e-4253-b717-dd33ece302a8" providerId="ADAL" clId="{6060FDFC-B111-48CD-BD54-389E283BF00A}" dt="2025-04-29T16:18:31.585" v="195" actId="47"/>
        <pc:sldMkLst>
          <pc:docMk/>
          <pc:sldMk cId="2017049707" sldId="2147482566"/>
        </pc:sldMkLst>
      </pc:sldChg>
      <pc:sldChg chg="add del">
        <pc:chgData name="Carmen Fernandez Casal" userId="8eab5370-896e-4253-b717-dd33ece302a8" providerId="ADAL" clId="{6060FDFC-B111-48CD-BD54-389E283BF00A}" dt="2025-04-29T16:18:23.557" v="191" actId="47"/>
        <pc:sldMkLst>
          <pc:docMk/>
          <pc:sldMk cId="2278427908" sldId="2147482567"/>
        </pc:sldMkLst>
      </pc:sldChg>
      <pc:sldChg chg="add del ord">
        <pc:chgData name="Carmen Fernandez Casal" userId="8eab5370-896e-4253-b717-dd33ece302a8" providerId="ADAL" clId="{6060FDFC-B111-48CD-BD54-389E283BF00A}" dt="2025-04-29T16:14:29.347" v="140"/>
        <pc:sldMkLst>
          <pc:docMk/>
          <pc:sldMk cId="2132780756" sldId="2147482568"/>
        </pc:sldMkLst>
      </pc:sldChg>
      <pc:sldChg chg="delSp modSp add del mod">
        <pc:chgData name="Carmen Fernandez Casal" userId="8eab5370-896e-4253-b717-dd33ece302a8" providerId="ADAL" clId="{6060FDFC-B111-48CD-BD54-389E283BF00A}" dt="2025-04-29T16:16:56.101" v="168" actId="47"/>
        <pc:sldMkLst>
          <pc:docMk/>
          <pc:sldMk cId="3489311454" sldId="2147482568"/>
        </pc:sldMkLst>
      </pc:sldChg>
      <pc:sldChg chg="delSp modSp add del mod ord">
        <pc:chgData name="Carmen Fernandez Casal" userId="8eab5370-896e-4253-b717-dd33ece302a8" providerId="ADAL" clId="{6060FDFC-B111-48CD-BD54-389E283BF00A}" dt="2025-05-13T18:01:01.798" v="12980" actId="47"/>
        <pc:sldMkLst>
          <pc:docMk/>
          <pc:sldMk cId="1625693307" sldId="2147482569"/>
        </pc:sldMkLst>
        <pc:spChg chg="del mod">
          <ac:chgData name="Carmen Fernandez Casal" userId="8eab5370-896e-4253-b717-dd33ece302a8" providerId="ADAL" clId="{6060FDFC-B111-48CD-BD54-389E283BF00A}" dt="2025-05-12T17:10:09.899" v="10622" actId="478"/>
          <ac:spMkLst>
            <pc:docMk/>
            <pc:sldMk cId="1625693307" sldId="2147482569"/>
            <ac:spMk id="2" creationId="{11A47F5B-EA3E-E268-7E0C-B60DABB99906}"/>
          </ac:spMkLst>
        </pc:spChg>
        <pc:spChg chg="mod">
          <ac:chgData name="Carmen Fernandez Casal" userId="8eab5370-896e-4253-b717-dd33ece302a8" providerId="ADAL" clId="{6060FDFC-B111-48CD-BD54-389E283BF00A}" dt="2025-05-12T17:10:16.684" v="10642" actId="1035"/>
          <ac:spMkLst>
            <pc:docMk/>
            <pc:sldMk cId="1625693307" sldId="2147482569"/>
            <ac:spMk id="4" creationId="{F1BD8D2F-A11F-ACC3-95EB-4E4FC3B4962D}"/>
          </ac:spMkLst>
        </pc:spChg>
        <pc:spChg chg="mod">
          <ac:chgData name="Carmen Fernandez Casal" userId="8eab5370-896e-4253-b717-dd33ece302a8" providerId="ADAL" clId="{6060FDFC-B111-48CD-BD54-389E283BF00A}" dt="2025-05-12T17:10:03.827" v="10620" actId="6549"/>
          <ac:spMkLst>
            <pc:docMk/>
            <pc:sldMk cId="1625693307" sldId="2147482569"/>
            <ac:spMk id="15" creationId="{89F01B04-E7C4-0084-D15A-4A4F547450E3}"/>
          </ac:spMkLst>
        </pc:spChg>
        <pc:spChg chg="mod">
          <ac:chgData name="Carmen Fernandez Casal" userId="8eab5370-896e-4253-b717-dd33ece302a8" providerId="ADAL" clId="{6060FDFC-B111-48CD-BD54-389E283BF00A}" dt="2025-05-12T17:10:16.684" v="10642" actId="1035"/>
          <ac:spMkLst>
            <pc:docMk/>
            <pc:sldMk cId="1625693307" sldId="2147482569"/>
            <ac:spMk id="27" creationId="{BD5BD49F-13CA-87FC-1C1A-15D191D1225E}"/>
          </ac:spMkLst>
        </pc:spChg>
        <pc:spChg chg="mod">
          <ac:chgData name="Carmen Fernandez Casal" userId="8eab5370-896e-4253-b717-dd33ece302a8" providerId="ADAL" clId="{6060FDFC-B111-48CD-BD54-389E283BF00A}" dt="2025-05-12T17:10:16.684" v="10642" actId="1035"/>
          <ac:spMkLst>
            <pc:docMk/>
            <pc:sldMk cId="1625693307" sldId="2147482569"/>
            <ac:spMk id="28" creationId="{6205165D-D425-C3BF-D511-FF2903C2D78B}"/>
          </ac:spMkLst>
        </pc:spChg>
        <pc:spChg chg="mod">
          <ac:chgData name="Carmen Fernandez Casal" userId="8eab5370-896e-4253-b717-dd33ece302a8" providerId="ADAL" clId="{6060FDFC-B111-48CD-BD54-389E283BF00A}" dt="2025-05-12T17:10:16.684" v="10642" actId="1035"/>
          <ac:spMkLst>
            <pc:docMk/>
            <pc:sldMk cId="1625693307" sldId="2147482569"/>
            <ac:spMk id="29" creationId="{A771C6EA-DE21-1A77-A109-65A14490F217}"/>
          </ac:spMkLst>
        </pc:spChg>
        <pc:spChg chg="mod">
          <ac:chgData name="Carmen Fernandez Casal" userId="8eab5370-896e-4253-b717-dd33ece302a8" providerId="ADAL" clId="{6060FDFC-B111-48CD-BD54-389E283BF00A}" dt="2025-05-12T17:10:16.684" v="10642" actId="1035"/>
          <ac:spMkLst>
            <pc:docMk/>
            <pc:sldMk cId="1625693307" sldId="2147482569"/>
            <ac:spMk id="30" creationId="{DDDCBF44-6E89-4D10-9DB5-2EB7E089ED5D}"/>
          </ac:spMkLst>
        </pc:spChg>
        <pc:spChg chg="mod">
          <ac:chgData name="Carmen Fernandez Casal" userId="8eab5370-896e-4253-b717-dd33ece302a8" providerId="ADAL" clId="{6060FDFC-B111-48CD-BD54-389E283BF00A}" dt="2025-05-12T17:10:16.684" v="10642" actId="1035"/>
          <ac:spMkLst>
            <pc:docMk/>
            <pc:sldMk cId="1625693307" sldId="2147482569"/>
            <ac:spMk id="31" creationId="{EF06E05E-DA4C-5A47-9FF4-3D12BFBB7D2F}"/>
          </ac:spMkLst>
        </pc:spChg>
        <pc:picChg chg="mod">
          <ac:chgData name="Carmen Fernandez Casal" userId="8eab5370-896e-4253-b717-dd33ece302a8" providerId="ADAL" clId="{6060FDFC-B111-48CD-BD54-389E283BF00A}" dt="2025-05-12T17:10:12.457" v="10624" actId="1076"/>
          <ac:picMkLst>
            <pc:docMk/>
            <pc:sldMk cId="1625693307" sldId="2147482569"/>
            <ac:picMk id="6" creationId="{4C593A54-BBE9-1BFE-B114-105D1E353F74}"/>
          </ac:picMkLst>
        </pc:picChg>
      </pc:sldChg>
      <pc:sldChg chg="modSp add del mod ord">
        <pc:chgData name="Carmen Fernandez Casal" userId="8eab5370-896e-4253-b717-dd33ece302a8" providerId="ADAL" clId="{6060FDFC-B111-48CD-BD54-389E283BF00A}" dt="2025-05-12T17:11:38.922" v="10651" actId="47"/>
        <pc:sldMkLst>
          <pc:docMk/>
          <pc:sldMk cId="3697108581" sldId="2147482570"/>
        </pc:sldMkLst>
      </pc:sldChg>
      <pc:sldChg chg="modSp add del mod">
        <pc:chgData name="Carmen Fernandez Casal" userId="8eab5370-896e-4253-b717-dd33ece302a8" providerId="ADAL" clId="{6060FDFC-B111-48CD-BD54-389E283BF00A}" dt="2025-05-12T17:11:46.057" v="10652" actId="47"/>
        <pc:sldMkLst>
          <pc:docMk/>
          <pc:sldMk cId="197964963" sldId="2147482571"/>
        </pc:sldMkLst>
      </pc:sldChg>
      <pc:sldChg chg="addSp delSp modSp new mod">
        <pc:chgData name="Carmen Fernandez Casal" userId="8eab5370-896e-4253-b717-dd33ece302a8" providerId="ADAL" clId="{6060FDFC-B111-48CD-BD54-389E283BF00A}" dt="2025-05-04T16:23:28.493" v="4786" actId="207"/>
        <pc:sldMkLst>
          <pc:docMk/>
          <pc:sldMk cId="2271003236" sldId="2147482572"/>
        </pc:sldMkLst>
        <pc:spChg chg="add mod">
          <ac:chgData name="Carmen Fernandez Casal" userId="8eab5370-896e-4253-b717-dd33ece302a8" providerId="ADAL" clId="{6060FDFC-B111-48CD-BD54-389E283BF00A}" dt="2025-05-02T15:58:01.518" v="2109" actId="20577"/>
          <ac:spMkLst>
            <pc:docMk/>
            <pc:sldMk cId="2271003236" sldId="2147482572"/>
            <ac:spMk id="2" creationId="{D6E12A51-7FD9-FFF5-B249-538FC44D9759}"/>
          </ac:spMkLst>
        </pc:spChg>
        <pc:spChg chg="add mod">
          <ac:chgData name="Carmen Fernandez Casal" userId="8eab5370-896e-4253-b717-dd33ece302a8" providerId="ADAL" clId="{6060FDFC-B111-48CD-BD54-389E283BF00A}" dt="2025-04-29T16:19:58.861" v="214" actId="20577"/>
          <ac:spMkLst>
            <pc:docMk/>
            <pc:sldMk cId="2271003236" sldId="2147482572"/>
            <ac:spMk id="3" creationId="{CC820C9B-5120-7872-BCD4-4AC866CB5FD4}"/>
          </ac:spMkLst>
        </pc:spChg>
        <pc:spChg chg="add mod">
          <ac:chgData name="Carmen Fernandez Casal" userId="8eab5370-896e-4253-b717-dd33ece302a8" providerId="ADAL" clId="{6060FDFC-B111-48CD-BD54-389E283BF00A}" dt="2025-05-04T16:23:28.493" v="4786" actId="207"/>
          <ac:spMkLst>
            <pc:docMk/>
            <pc:sldMk cId="2271003236" sldId="2147482572"/>
            <ac:spMk id="6" creationId="{D3A8A193-27DF-0B87-FB12-8923CEE9E834}"/>
          </ac:spMkLst>
        </pc:spChg>
        <pc:spChg chg="add mod">
          <ac:chgData name="Carmen Fernandez Casal" userId="8eab5370-896e-4253-b717-dd33ece302a8" providerId="ADAL" clId="{6060FDFC-B111-48CD-BD54-389E283BF00A}" dt="2025-05-02T15:46:42.776" v="1653" actId="164"/>
          <ac:spMkLst>
            <pc:docMk/>
            <pc:sldMk cId="2271003236" sldId="2147482572"/>
            <ac:spMk id="12" creationId="{7A205A23-6B3D-390C-B1E1-DCD0535C37D4}"/>
          </ac:spMkLst>
        </pc:spChg>
        <pc:spChg chg="add mod">
          <ac:chgData name="Carmen Fernandez Casal" userId="8eab5370-896e-4253-b717-dd33ece302a8" providerId="ADAL" clId="{6060FDFC-B111-48CD-BD54-389E283BF00A}" dt="2025-05-02T15:59:02.868" v="2149" actId="20577"/>
          <ac:spMkLst>
            <pc:docMk/>
            <pc:sldMk cId="2271003236" sldId="2147482572"/>
            <ac:spMk id="18" creationId="{C0C35E4D-DCD3-2703-FC89-0DA2070258B1}"/>
          </ac:spMkLst>
        </pc:spChg>
        <pc:spChg chg="add mod">
          <ac:chgData name="Carmen Fernandez Casal" userId="8eab5370-896e-4253-b717-dd33ece302a8" providerId="ADAL" clId="{6060FDFC-B111-48CD-BD54-389E283BF00A}" dt="2025-05-04T16:19:07.806" v="4669" actId="554"/>
          <ac:spMkLst>
            <pc:docMk/>
            <pc:sldMk cId="2271003236" sldId="2147482572"/>
            <ac:spMk id="19" creationId="{DC953F00-DBA4-28FD-1B12-96F66071C2E7}"/>
          </ac:spMkLst>
        </pc:spChg>
        <pc:spChg chg="add mod">
          <ac:chgData name="Carmen Fernandez Casal" userId="8eab5370-896e-4253-b717-dd33ece302a8" providerId="ADAL" clId="{6060FDFC-B111-48CD-BD54-389E283BF00A}" dt="2025-05-04T16:19:12.908" v="4684" actId="1035"/>
          <ac:spMkLst>
            <pc:docMk/>
            <pc:sldMk cId="2271003236" sldId="2147482572"/>
            <ac:spMk id="22" creationId="{671252A2-B39B-287D-DF76-F62E691D3E67}"/>
          </ac:spMkLst>
        </pc:spChg>
        <pc:spChg chg="add mod">
          <ac:chgData name="Carmen Fernandez Casal" userId="8eab5370-896e-4253-b717-dd33ece302a8" providerId="ADAL" clId="{6060FDFC-B111-48CD-BD54-389E283BF00A}" dt="2025-05-04T16:19:12.908" v="4684" actId="1035"/>
          <ac:spMkLst>
            <pc:docMk/>
            <pc:sldMk cId="2271003236" sldId="2147482572"/>
            <ac:spMk id="23" creationId="{27B6DC82-0C9E-7174-A13F-238919D6ADF4}"/>
          </ac:spMkLst>
        </pc:spChg>
        <pc:spChg chg="add mod">
          <ac:chgData name="Carmen Fernandez Casal" userId="8eab5370-896e-4253-b717-dd33ece302a8" providerId="ADAL" clId="{6060FDFC-B111-48CD-BD54-389E283BF00A}" dt="2025-05-04T16:16:34.480" v="4609" actId="555"/>
          <ac:spMkLst>
            <pc:docMk/>
            <pc:sldMk cId="2271003236" sldId="2147482572"/>
            <ac:spMk id="24" creationId="{848BE5F0-70EA-F133-56F7-EE18B3169DC1}"/>
          </ac:spMkLst>
        </pc:spChg>
        <pc:spChg chg="add mod">
          <ac:chgData name="Carmen Fernandez Casal" userId="8eab5370-896e-4253-b717-dd33ece302a8" providerId="ADAL" clId="{6060FDFC-B111-48CD-BD54-389E283BF00A}" dt="2025-05-04T16:16:39.166" v="4623" actId="1036"/>
          <ac:spMkLst>
            <pc:docMk/>
            <pc:sldMk cId="2271003236" sldId="2147482572"/>
            <ac:spMk id="25" creationId="{6948C749-B9AB-E25F-1DC4-D9360874CE97}"/>
          </ac:spMkLst>
        </pc:spChg>
        <pc:grpChg chg="add mod">
          <ac:chgData name="Carmen Fernandez Casal" userId="8eab5370-896e-4253-b717-dd33ece302a8" providerId="ADAL" clId="{6060FDFC-B111-48CD-BD54-389E283BF00A}" dt="2025-05-04T16:18:48.043" v="4668" actId="1035"/>
          <ac:grpSpMkLst>
            <pc:docMk/>
            <pc:sldMk cId="2271003236" sldId="2147482572"/>
            <ac:grpSpMk id="17" creationId="{A45070B9-7D00-8AC1-4460-21B5EA45DEDB}"/>
          </ac:grpSpMkLst>
        </pc:grpChg>
        <pc:picChg chg="add mod">
          <ac:chgData name="Carmen Fernandez Casal" userId="8eab5370-896e-4253-b717-dd33ece302a8" providerId="ADAL" clId="{6060FDFC-B111-48CD-BD54-389E283BF00A}" dt="2025-05-02T15:46:42.776" v="1653" actId="164"/>
          <ac:picMkLst>
            <pc:docMk/>
            <pc:sldMk cId="2271003236" sldId="2147482572"/>
            <ac:picMk id="16" creationId="{A050E521-DA8B-F762-67FB-E798A623CB28}"/>
          </ac:picMkLst>
        </pc:picChg>
        <pc:cxnChg chg="add mod">
          <ac:chgData name="Carmen Fernandez Casal" userId="8eab5370-896e-4253-b717-dd33ece302a8" providerId="ADAL" clId="{6060FDFC-B111-48CD-BD54-389E283BF00A}" dt="2025-04-29T16:20:02.839" v="216" actId="1076"/>
          <ac:cxnSpMkLst>
            <pc:docMk/>
            <pc:sldMk cId="2271003236" sldId="2147482572"/>
            <ac:cxnSpMk id="4" creationId="{236BAB9C-4483-13EB-18A9-85FF3AC6DA4A}"/>
          </ac:cxnSpMkLst>
        </pc:cxnChg>
      </pc:sldChg>
      <pc:sldChg chg="modSp add del mod">
        <pc:chgData name="Carmen Fernandez Casal" userId="8eab5370-896e-4253-b717-dd33ece302a8" providerId="ADAL" clId="{6060FDFC-B111-48CD-BD54-389E283BF00A}" dt="2025-05-12T17:12:49.983" v="10664" actId="47"/>
        <pc:sldMkLst>
          <pc:docMk/>
          <pc:sldMk cId="1319678383" sldId="2147482573"/>
        </pc:sldMkLst>
      </pc:sldChg>
      <pc:sldChg chg="add">
        <pc:chgData name="Carmen Fernandez Casal" userId="8eab5370-896e-4253-b717-dd33ece302a8" providerId="ADAL" clId="{6060FDFC-B111-48CD-BD54-389E283BF00A}" dt="2025-05-04T17:45:22.473" v="7015"/>
        <pc:sldMkLst>
          <pc:docMk/>
          <pc:sldMk cId="988605573" sldId="2147482574"/>
        </pc:sldMkLst>
      </pc:sldChg>
      <pc:sldChg chg="addSp modSp new del mod modShow">
        <pc:chgData name="Carmen Fernandez Casal" userId="8eab5370-896e-4253-b717-dd33ece302a8" providerId="ADAL" clId="{6060FDFC-B111-48CD-BD54-389E283BF00A}" dt="2025-05-04T17:45:19.102" v="7014" actId="2696"/>
        <pc:sldMkLst>
          <pc:docMk/>
          <pc:sldMk cId="4173417811" sldId="2147482574"/>
        </pc:sldMkLst>
      </pc:sldChg>
      <pc:sldChg chg="modSp add del mod">
        <pc:chgData name="Carmen Fernandez Casal" userId="8eab5370-896e-4253-b717-dd33ece302a8" providerId="ADAL" clId="{6060FDFC-B111-48CD-BD54-389E283BF00A}" dt="2025-05-02T15:02:54.029" v="602"/>
        <pc:sldMkLst>
          <pc:docMk/>
          <pc:sldMk cId="816713012" sldId="2147482575"/>
        </pc:sldMkLst>
      </pc:sldChg>
      <pc:sldChg chg="addSp delSp modSp add del mod">
        <pc:chgData name="Carmen Fernandez Casal" userId="8eab5370-896e-4253-b717-dd33ece302a8" providerId="ADAL" clId="{6060FDFC-B111-48CD-BD54-389E283BF00A}" dt="2025-05-04T10:45:50.830" v="3492" actId="47"/>
        <pc:sldMkLst>
          <pc:docMk/>
          <pc:sldMk cId="841154653" sldId="2147482575"/>
        </pc:sldMkLst>
      </pc:sldChg>
      <pc:sldChg chg="modSp add del mod modShow">
        <pc:chgData name="Carmen Fernandez Casal" userId="8eab5370-896e-4253-b717-dd33ece302a8" providerId="ADAL" clId="{6060FDFC-B111-48CD-BD54-389E283BF00A}" dt="2025-05-04T17:45:19.102" v="7014" actId="2696"/>
        <pc:sldMkLst>
          <pc:docMk/>
          <pc:sldMk cId="229899770" sldId="2147482576"/>
        </pc:sldMkLst>
      </pc:sldChg>
      <pc:sldChg chg="add">
        <pc:chgData name="Carmen Fernandez Casal" userId="8eab5370-896e-4253-b717-dd33ece302a8" providerId="ADAL" clId="{6060FDFC-B111-48CD-BD54-389E283BF00A}" dt="2025-05-04T17:45:22.473" v="7015"/>
        <pc:sldMkLst>
          <pc:docMk/>
          <pc:sldMk cId="4092872610" sldId="2147482576"/>
        </pc:sldMkLst>
      </pc:sldChg>
      <pc:sldChg chg="del">
        <pc:chgData name="Carmen Fernandez Casal" userId="8eab5370-896e-4253-b717-dd33ece302a8" providerId="ADAL" clId="{6060FDFC-B111-48CD-BD54-389E283BF00A}" dt="2025-05-04T17:44:52.532" v="7009" actId="47"/>
        <pc:sldMkLst>
          <pc:docMk/>
          <pc:sldMk cId="1831074116" sldId="2147482577"/>
        </pc:sldMkLst>
      </pc:sldChg>
      <pc:sldChg chg="addSp delSp modSp add del mod ord">
        <pc:chgData name="Carmen Fernandez Casal" userId="8eab5370-896e-4253-b717-dd33ece302a8" providerId="ADAL" clId="{6060FDFC-B111-48CD-BD54-389E283BF00A}" dt="2025-05-04T10:36:24.532" v="2846" actId="47"/>
        <pc:sldMkLst>
          <pc:docMk/>
          <pc:sldMk cId="41046141" sldId="2147482578"/>
        </pc:sldMkLst>
      </pc:sldChg>
      <pc:sldChg chg="addSp delSp modSp add mod">
        <pc:chgData name="Carmen Fernandez Casal" userId="8eab5370-896e-4253-b717-dd33ece302a8" providerId="ADAL" clId="{6060FDFC-B111-48CD-BD54-389E283BF00A}" dt="2025-05-08T13:26:37.010" v="10515" actId="27918"/>
        <pc:sldMkLst>
          <pc:docMk/>
          <pc:sldMk cId="2109647564" sldId="2147482579"/>
        </pc:sldMkLst>
        <pc:spChg chg="mod">
          <ac:chgData name="Carmen Fernandez Casal" userId="8eab5370-896e-4253-b717-dd33ece302a8" providerId="ADAL" clId="{6060FDFC-B111-48CD-BD54-389E283BF00A}" dt="2025-05-04T10:41:22.313" v="3026" actId="20577"/>
          <ac:spMkLst>
            <pc:docMk/>
            <pc:sldMk cId="2109647564" sldId="2147482579"/>
            <ac:spMk id="2" creationId="{A5A318F1-55C6-5C2F-1D91-BCEE95BABD45}"/>
          </ac:spMkLst>
        </pc:spChg>
        <pc:spChg chg="add mod">
          <ac:chgData name="Carmen Fernandez Casal" userId="8eab5370-896e-4253-b717-dd33ece302a8" providerId="ADAL" clId="{6060FDFC-B111-48CD-BD54-389E283BF00A}" dt="2025-05-04T16:15:27.235" v="4566" actId="555"/>
          <ac:spMkLst>
            <pc:docMk/>
            <pc:sldMk cId="2109647564" sldId="2147482579"/>
            <ac:spMk id="30" creationId="{954C5990-69CF-F2AC-AD40-1E799D7A88F8}"/>
          </ac:spMkLst>
        </pc:spChg>
        <pc:spChg chg="add mod">
          <ac:chgData name="Carmen Fernandez Casal" userId="8eab5370-896e-4253-b717-dd33ece302a8" providerId="ADAL" clId="{6060FDFC-B111-48CD-BD54-389E283BF00A}" dt="2025-05-04T10:40:20.242" v="3006" actId="1036"/>
          <ac:spMkLst>
            <pc:docMk/>
            <pc:sldMk cId="2109647564" sldId="2147482579"/>
            <ac:spMk id="34" creationId="{4B812001-3B4A-F57D-6CEF-D51E34F93C9A}"/>
          </ac:spMkLst>
        </pc:spChg>
        <pc:spChg chg="add mod">
          <ac:chgData name="Carmen Fernandez Casal" userId="8eab5370-896e-4253-b717-dd33ece302a8" providerId="ADAL" clId="{6060FDFC-B111-48CD-BD54-389E283BF00A}" dt="2025-05-04T10:40:26.061" v="3007" actId="1076"/>
          <ac:spMkLst>
            <pc:docMk/>
            <pc:sldMk cId="2109647564" sldId="2147482579"/>
            <ac:spMk id="35" creationId="{30DC6CCF-B701-0CD4-D766-0B2600272813}"/>
          </ac:spMkLst>
        </pc:spChg>
        <pc:spChg chg="add mod">
          <ac:chgData name="Carmen Fernandez Casal" userId="8eab5370-896e-4253-b717-dd33ece302a8" providerId="ADAL" clId="{6060FDFC-B111-48CD-BD54-389E283BF00A}" dt="2025-05-04T10:42:51.179" v="3431" actId="20577"/>
          <ac:spMkLst>
            <pc:docMk/>
            <pc:sldMk cId="2109647564" sldId="2147482579"/>
            <ac:spMk id="37" creationId="{92000570-A92D-E6E0-C97A-74B3C8500B36}"/>
          </ac:spMkLst>
        </pc:spChg>
        <pc:spChg chg="add mod">
          <ac:chgData name="Carmen Fernandez Casal" userId="8eab5370-896e-4253-b717-dd33ece302a8" providerId="ADAL" clId="{6060FDFC-B111-48CD-BD54-389E283BF00A}" dt="2025-05-04T16:23:24.935" v="4785" actId="207"/>
          <ac:spMkLst>
            <pc:docMk/>
            <pc:sldMk cId="2109647564" sldId="2147482579"/>
            <ac:spMk id="42" creationId="{48815143-EB17-1DC8-2854-5C85CAFEA0CF}"/>
          </ac:spMkLst>
        </pc:spChg>
        <pc:spChg chg="mod">
          <ac:chgData name="Carmen Fernandez Casal" userId="8eab5370-896e-4253-b717-dd33ece302a8" providerId="ADAL" clId="{6060FDFC-B111-48CD-BD54-389E283BF00A}" dt="2025-05-04T16:19:44.291" v="4689"/>
          <ac:spMkLst>
            <pc:docMk/>
            <pc:sldMk cId="2109647564" sldId="2147482579"/>
            <ac:spMk id="44" creationId="{7D923920-BF6C-13E5-E60B-FA09B4A7BE08}"/>
          </ac:spMkLst>
        </pc:spChg>
        <pc:spChg chg="add mod">
          <ac:chgData name="Carmen Fernandez Casal" userId="8eab5370-896e-4253-b717-dd33ece302a8" providerId="ADAL" clId="{6060FDFC-B111-48CD-BD54-389E283BF00A}" dt="2025-05-04T16:20:45.639" v="4728"/>
          <ac:spMkLst>
            <pc:docMk/>
            <pc:sldMk cId="2109647564" sldId="2147482579"/>
            <ac:spMk id="46" creationId="{38DE7112-4A40-4D22-500F-46CFFD848325}"/>
          </ac:spMkLst>
        </pc:spChg>
        <pc:grpChg chg="add mod">
          <ac:chgData name="Carmen Fernandez Casal" userId="8eab5370-896e-4253-b717-dd33ece302a8" providerId="ADAL" clId="{6060FDFC-B111-48CD-BD54-389E283BF00A}" dt="2025-05-04T16:19:44.291" v="4689"/>
          <ac:grpSpMkLst>
            <pc:docMk/>
            <pc:sldMk cId="2109647564" sldId="2147482579"/>
            <ac:grpSpMk id="43" creationId="{35B1D7F4-4FE6-1F33-2BAC-6AF1F55852F7}"/>
          </ac:grpSpMkLst>
        </pc:grpChg>
        <pc:graphicFrameChg chg="add mod">
          <ac:chgData name="Carmen Fernandez Casal" userId="8eab5370-896e-4253-b717-dd33ece302a8" providerId="ADAL" clId="{6060FDFC-B111-48CD-BD54-389E283BF00A}" dt="2025-05-04T16:15:43.785" v="4594" actId="1036"/>
          <ac:graphicFrameMkLst>
            <pc:docMk/>
            <pc:sldMk cId="2109647564" sldId="2147482579"/>
            <ac:graphicFrameMk id="5" creationId="{48B24121-465D-F179-253E-5F328D8D638D}"/>
          </ac:graphicFrameMkLst>
        </pc:graphicFrameChg>
        <pc:picChg chg="mod">
          <ac:chgData name="Carmen Fernandez Casal" userId="8eab5370-896e-4253-b717-dd33ece302a8" providerId="ADAL" clId="{6060FDFC-B111-48CD-BD54-389E283BF00A}" dt="2025-05-04T16:19:56.810" v="4690" actId="14826"/>
          <ac:picMkLst>
            <pc:docMk/>
            <pc:sldMk cId="2109647564" sldId="2147482579"/>
            <ac:picMk id="45" creationId="{F3836DA5-BBD6-59E3-51A6-3513B96F7A3A}"/>
          </ac:picMkLst>
        </pc:picChg>
        <pc:cxnChg chg="add mod">
          <ac:chgData name="Carmen Fernandez Casal" userId="8eab5370-896e-4253-b717-dd33ece302a8" providerId="ADAL" clId="{6060FDFC-B111-48CD-BD54-389E283BF00A}" dt="2025-05-04T16:15:43.785" v="4594" actId="1036"/>
          <ac:cxnSpMkLst>
            <pc:docMk/>
            <pc:sldMk cId="2109647564" sldId="2147482579"/>
            <ac:cxnSpMk id="8" creationId="{B625610E-6736-5546-5196-4461BC87B079}"/>
          </ac:cxnSpMkLst>
        </pc:cxnChg>
        <pc:cxnChg chg="add mod">
          <ac:chgData name="Carmen Fernandez Casal" userId="8eab5370-896e-4253-b717-dd33ece302a8" providerId="ADAL" clId="{6060FDFC-B111-48CD-BD54-389E283BF00A}" dt="2025-05-04T16:15:43.785" v="4594" actId="1036"/>
          <ac:cxnSpMkLst>
            <pc:docMk/>
            <pc:sldMk cId="2109647564" sldId="2147482579"/>
            <ac:cxnSpMk id="9" creationId="{A6C62CE1-950F-63D9-36A0-C8287B089E66}"/>
          </ac:cxnSpMkLst>
        </pc:cxnChg>
      </pc:sldChg>
      <pc:sldChg chg="addSp delSp modSp add mod ord">
        <pc:chgData name="Carmen Fernandez Casal" userId="8eab5370-896e-4253-b717-dd33ece302a8" providerId="ADAL" clId="{6060FDFC-B111-48CD-BD54-389E283BF00A}" dt="2025-05-06T21:18:46" v="9346" actId="20577"/>
        <pc:sldMkLst>
          <pc:docMk/>
          <pc:sldMk cId="1364124734" sldId="2147482580"/>
        </pc:sldMkLst>
        <pc:spChg chg="mod">
          <ac:chgData name="Carmen Fernandez Casal" userId="8eab5370-896e-4253-b717-dd33ece302a8" providerId="ADAL" clId="{6060FDFC-B111-48CD-BD54-389E283BF00A}" dt="2025-05-04T10:45:20.821" v="3491" actId="20577"/>
          <ac:spMkLst>
            <pc:docMk/>
            <pc:sldMk cId="1364124734" sldId="2147482580"/>
            <ac:spMk id="2" creationId="{EF48C104-BEAB-0237-A808-9B25DD54A067}"/>
          </ac:spMkLst>
        </pc:spChg>
        <pc:spChg chg="add mod">
          <ac:chgData name="Carmen Fernandez Casal" userId="8eab5370-896e-4253-b717-dd33ece302a8" providerId="ADAL" clId="{6060FDFC-B111-48CD-BD54-389E283BF00A}" dt="2025-05-04T16:15:57.517" v="4596"/>
          <ac:spMkLst>
            <pc:docMk/>
            <pc:sldMk cId="1364124734" sldId="2147482580"/>
            <ac:spMk id="7" creationId="{C5A66AD8-5916-FEAE-7D12-F9402D5BA87D}"/>
          </ac:spMkLst>
        </pc:spChg>
        <pc:spChg chg="add mod">
          <ac:chgData name="Carmen Fernandez Casal" userId="8eab5370-896e-4253-b717-dd33ece302a8" providerId="ADAL" clId="{6060FDFC-B111-48CD-BD54-389E283BF00A}" dt="2025-05-04T16:15:59.669" v="4597" actId="20577"/>
          <ac:spMkLst>
            <pc:docMk/>
            <pc:sldMk cId="1364124734" sldId="2147482580"/>
            <ac:spMk id="11" creationId="{7E95A8E6-A3E9-08DF-A736-830DFE91A9FA}"/>
          </ac:spMkLst>
        </pc:spChg>
        <pc:spChg chg="add mod">
          <ac:chgData name="Carmen Fernandez Casal" userId="8eab5370-896e-4253-b717-dd33ece302a8" providerId="ADAL" clId="{6060FDFC-B111-48CD-BD54-389E283BF00A}" dt="2025-05-04T16:23:37.971" v="4787" actId="12788"/>
          <ac:spMkLst>
            <pc:docMk/>
            <pc:sldMk cId="1364124734" sldId="2147482580"/>
            <ac:spMk id="12" creationId="{E241B2CA-7E0D-4831-3307-31FF75516988}"/>
          </ac:spMkLst>
        </pc:spChg>
        <pc:spChg chg="mod">
          <ac:chgData name="Carmen Fernandez Casal" userId="8eab5370-896e-4253-b717-dd33ece302a8" providerId="ADAL" clId="{6060FDFC-B111-48CD-BD54-389E283BF00A}" dt="2025-05-04T16:21:24.326" v="4733"/>
          <ac:spMkLst>
            <pc:docMk/>
            <pc:sldMk cId="1364124734" sldId="2147482580"/>
            <ac:spMk id="14" creationId="{B0823FA8-632B-D842-79F9-850DDE083344}"/>
          </ac:spMkLst>
        </pc:spChg>
        <pc:spChg chg="mod">
          <ac:chgData name="Carmen Fernandez Casal" userId="8eab5370-896e-4253-b717-dd33ece302a8" providerId="ADAL" clId="{6060FDFC-B111-48CD-BD54-389E283BF00A}" dt="2025-05-04T16:15:00.924" v="4545" actId="555"/>
          <ac:spMkLst>
            <pc:docMk/>
            <pc:sldMk cId="1364124734" sldId="2147482580"/>
            <ac:spMk id="30" creationId="{B2C2413E-9624-9D46-40A0-F9DD1315A775}"/>
          </ac:spMkLst>
        </pc:spChg>
        <pc:spChg chg="mod">
          <ac:chgData name="Carmen Fernandez Casal" userId="8eab5370-896e-4253-b717-dd33ece302a8" providerId="ADAL" clId="{6060FDFC-B111-48CD-BD54-389E283BF00A}" dt="2025-05-06T21:18:46" v="9346" actId="20577"/>
          <ac:spMkLst>
            <pc:docMk/>
            <pc:sldMk cId="1364124734" sldId="2147482580"/>
            <ac:spMk id="37" creationId="{E2EBD9A4-7AF1-8F66-DA69-0BD87CF98138}"/>
          </ac:spMkLst>
        </pc:spChg>
        <pc:grpChg chg="add mod">
          <ac:chgData name="Carmen Fernandez Casal" userId="8eab5370-896e-4253-b717-dd33ece302a8" providerId="ADAL" clId="{6060FDFC-B111-48CD-BD54-389E283BF00A}" dt="2025-05-04T16:23:37.971" v="4787" actId="12788"/>
          <ac:grpSpMkLst>
            <pc:docMk/>
            <pc:sldMk cId="1364124734" sldId="2147482580"/>
            <ac:grpSpMk id="13" creationId="{B1252CB7-F720-5C4F-8F50-2FB53E960434}"/>
          </ac:grpSpMkLst>
        </pc:grpChg>
        <pc:graphicFrameChg chg="add mod">
          <ac:chgData name="Carmen Fernandez Casal" userId="8eab5370-896e-4253-b717-dd33ece302a8" providerId="ADAL" clId="{6060FDFC-B111-48CD-BD54-389E283BF00A}" dt="2025-05-04T16:15:06.010" v="4556" actId="1036"/>
          <ac:graphicFrameMkLst>
            <pc:docMk/>
            <pc:sldMk cId="1364124734" sldId="2147482580"/>
            <ac:graphicFrameMk id="6" creationId="{C0C8AEB4-12DC-E7D3-86E7-C4E9C54376EE}"/>
          </ac:graphicFrameMkLst>
        </pc:graphicFrameChg>
        <pc:picChg chg="mod">
          <ac:chgData name="Carmen Fernandez Casal" userId="8eab5370-896e-4253-b717-dd33ece302a8" providerId="ADAL" clId="{6060FDFC-B111-48CD-BD54-389E283BF00A}" dt="2025-05-04T16:22:50.956" v="4781" actId="14826"/>
          <ac:picMkLst>
            <pc:docMk/>
            <pc:sldMk cId="1364124734" sldId="2147482580"/>
            <ac:picMk id="15" creationId="{BF106D11-24D4-7AA9-FF3C-DE1E5D3D8315}"/>
          </ac:picMkLst>
        </pc:picChg>
        <pc:cxnChg chg="mod">
          <ac:chgData name="Carmen Fernandez Casal" userId="8eab5370-896e-4253-b717-dd33ece302a8" providerId="ADAL" clId="{6060FDFC-B111-48CD-BD54-389E283BF00A}" dt="2025-05-04T16:15:06.010" v="4556" actId="1036"/>
          <ac:cxnSpMkLst>
            <pc:docMk/>
            <pc:sldMk cId="1364124734" sldId="2147482580"/>
            <ac:cxnSpMk id="8" creationId="{5ED7D9D7-A6BB-618A-322B-2CFD44D1DBE6}"/>
          </ac:cxnSpMkLst>
        </pc:cxnChg>
        <pc:cxnChg chg="mod">
          <ac:chgData name="Carmen Fernandez Casal" userId="8eab5370-896e-4253-b717-dd33ece302a8" providerId="ADAL" clId="{6060FDFC-B111-48CD-BD54-389E283BF00A}" dt="2025-05-04T16:15:06.010" v="4556" actId="1036"/>
          <ac:cxnSpMkLst>
            <pc:docMk/>
            <pc:sldMk cId="1364124734" sldId="2147482580"/>
            <ac:cxnSpMk id="9" creationId="{30210FF1-775E-BC0B-FC93-C2B872E63E3A}"/>
          </ac:cxnSpMkLst>
        </pc:cxnChg>
      </pc:sldChg>
      <pc:sldChg chg="addSp delSp modSp add mod ord">
        <pc:chgData name="Carmen Fernandez Casal" userId="8eab5370-896e-4253-b717-dd33ece302a8" providerId="ADAL" clId="{6060FDFC-B111-48CD-BD54-389E283BF00A}" dt="2025-05-06T21:18:42.182" v="9345" actId="20577"/>
        <pc:sldMkLst>
          <pc:docMk/>
          <pc:sldMk cId="919194026" sldId="2147482581"/>
        </pc:sldMkLst>
        <pc:spChg chg="mod">
          <ac:chgData name="Carmen Fernandez Casal" userId="8eab5370-896e-4253-b717-dd33ece302a8" providerId="ADAL" clId="{6060FDFC-B111-48CD-BD54-389E283BF00A}" dt="2025-05-04T16:09:12.459" v="4483" actId="20577"/>
          <ac:spMkLst>
            <pc:docMk/>
            <pc:sldMk cId="919194026" sldId="2147482581"/>
            <ac:spMk id="2" creationId="{4E238022-990A-FDC1-2AE4-46FFC96F3743}"/>
          </ac:spMkLst>
        </pc:spChg>
        <pc:spChg chg="add mod">
          <ac:chgData name="Carmen Fernandez Casal" userId="8eab5370-896e-4253-b717-dd33ece302a8" providerId="ADAL" clId="{6060FDFC-B111-48CD-BD54-389E283BF00A}" dt="2025-05-06T21:18:42.182" v="9345" actId="20577"/>
          <ac:spMkLst>
            <pc:docMk/>
            <pc:sldMk cId="919194026" sldId="2147482581"/>
            <ac:spMk id="6" creationId="{0109023F-57FE-BEEE-7DD0-86FFE82D1695}"/>
          </ac:spMkLst>
        </pc:spChg>
        <pc:spChg chg="add mod">
          <ac:chgData name="Carmen Fernandez Casal" userId="8eab5370-896e-4253-b717-dd33ece302a8" providerId="ADAL" clId="{6060FDFC-B111-48CD-BD54-389E283BF00A}" dt="2025-05-04T16:05:14.317" v="4419" actId="1035"/>
          <ac:spMkLst>
            <pc:docMk/>
            <pc:sldMk cId="919194026" sldId="2147482581"/>
            <ac:spMk id="7" creationId="{4A30B8EF-9D3B-6336-64DE-D6B119885EE3}"/>
          </ac:spMkLst>
        </pc:spChg>
        <pc:spChg chg="add mod">
          <ac:chgData name="Carmen Fernandez Casal" userId="8eab5370-896e-4253-b717-dd33ece302a8" providerId="ADAL" clId="{6060FDFC-B111-48CD-BD54-389E283BF00A}" dt="2025-05-04T16:05:14.317" v="4419" actId="1035"/>
          <ac:spMkLst>
            <pc:docMk/>
            <pc:sldMk cId="919194026" sldId="2147482581"/>
            <ac:spMk id="8" creationId="{FE290C40-7168-FD78-64A2-EB56F7947497}"/>
          </ac:spMkLst>
        </pc:spChg>
        <pc:spChg chg="add mod">
          <ac:chgData name="Carmen Fernandez Casal" userId="8eab5370-896e-4253-b717-dd33ece302a8" providerId="ADAL" clId="{6060FDFC-B111-48CD-BD54-389E283BF00A}" dt="2025-05-04T16:06:47.734" v="4441" actId="1036"/>
          <ac:spMkLst>
            <pc:docMk/>
            <pc:sldMk cId="919194026" sldId="2147482581"/>
            <ac:spMk id="9" creationId="{B525A4F2-1C4C-18FC-085D-4944214C6A44}"/>
          </ac:spMkLst>
        </pc:spChg>
        <pc:spChg chg="add mod">
          <ac:chgData name="Carmen Fernandez Casal" userId="8eab5370-896e-4253-b717-dd33ece302a8" providerId="ADAL" clId="{6060FDFC-B111-48CD-BD54-389E283BF00A}" dt="2025-05-04T16:06:47.734" v="4441" actId="1036"/>
          <ac:spMkLst>
            <pc:docMk/>
            <pc:sldMk cId="919194026" sldId="2147482581"/>
            <ac:spMk id="10" creationId="{C7C36ED7-9537-74CB-92C0-B8B1B7FB4E2A}"/>
          </ac:spMkLst>
        </pc:spChg>
        <pc:spChg chg="mod">
          <ac:chgData name="Carmen Fernandez Casal" userId="8eab5370-896e-4253-b717-dd33ece302a8" providerId="ADAL" clId="{6060FDFC-B111-48CD-BD54-389E283BF00A}" dt="2025-05-04T16:06:11.533" v="4427"/>
          <ac:spMkLst>
            <pc:docMk/>
            <pc:sldMk cId="919194026" sldId="2147482581"/>
            <ac:spMk id="14" creationId="{45DA6826-290E-9FD1-E71D-5B80F019572E}"/>
          </ac:spMkLst>
        </pc:spChg>
        <pc:spChg chg="mod">
          <ac:chgData name="Carmen Fernandez Casal" userId="8eab5370-896e-4253-b717-dd33ece302a8" providerId="ADAL" clId="{6060FDFC-B111-48CD-BD54-389E283BF00A}" dt="2025-05-04T16:06:41.290" v="4435" actId="571"/>
          <ac:spMkLst>
            <pc:docMk/>
            <pc:sldMk cId="919194026" sldId="2147482581"/>
            <ac:spMk id="17" creationId="{0771C9BB-A77E-D1A1-F40B-759EF2C15ACB}"/>
          </ac:spMkLst>
        </pc:spChg>
        <pc:grpChg chg="add mod">
          <ac:chgData name="Carmen Fernandez Casal" userId="8eab5370-896e-4253-b717-dd33ece302a8" providerId="ADAL" clId="{6060FDFC-B111-48CD-BD54-389E283BF00A}" dt="2025-05-04T16:06:38.327" v="4434" actId="1076"/>
          <ac:grpSpMkLst>
            <pc:docMk/>
            <pc:sldMk cId="919194026" sldId="2147482581"/>
            <ac:grpSpMk id="13" creationId="{5F7B6660-0257-3035-352B-1A1B9926F6B5}"/>
          </ac:grpSpMkLst>
        </pc:grpChg>
        <pc:grpChg chg="add mod">
          <ac:chgData name="Carmen Fernandez Casal" userId="8eab5370-896e-4253-b717-dd33ece302a8" providerId="ADAL" clId="{6060FDFC-B111-48CD-BD54-389E283BF00A}" dt="2025-05-04T16:06:47.734" v="4441" actId="1036"/>
          <ac:grpSpMkLst>
            <pc:docMk/>
            <pc:sldMk cId="919194026" sldId="2147482581"/>
            <ac:grpSpMk id="16" creationId="{A669DC83-C958-3AD8-3537-2DBD1F774CB4}"/>
          </ac:grpSpMkLst>
        </pc:grpChg>
        <pc:picChg chg="mod">
          <ac:chgData name="Carmen Fernandez Casal" userId="8eab5370-896e-4253-b717-dd33ece302a8" providerId="ADAL" clId="{6060FDFC-B111-48CD-BD54-389E283BF00A}" dt="2025-05-04T16:06:27.844" v="4431" actId="14826"/>
          <ac:picMkLst>
            <pc:docMk/>
            <pc:sldMk cId="919194026" sldId="2147482581"/>
            <ac:picMk id="15" creationId="{FB58079A-41FA-F410-FF87-65C8337A35F1}"/>
          </ac:picMkLst>
        </pc:picChg>
        <pc:picChg chg="mod">
          <ac:chgData name="Carmen Fernandez Casal" userId="8eab5370-896e-4253-b717-dd33ece302a8" providerId="ADAL" clId="{6060FDFC-B111-48CD-BD54-389E283BF00A}" dt="2025-05-04T16:07:50.235" v="4442" actId="14826"/>
          <ac:picMkLst>
            <pc:docMk/>
            <pc:sldMk cId="919194026" sldId="2147482581"/>
            <ac:picMk id="18" creationId="{4CF29270-968B-2714-FC1F-576B786EC7E0}"/>
          </ac:picMkLst>
        </pc:picChg>
      </pc:sldChg>
      <pc:sldChg chg="addSp delSp modSp add del mod">
        <pc:chgData name="Carmen Fernandez Casal" userId="8eab5370-896e-4253-b717-dd33ece302a8" providerId="ADAL" clId="{6060FDFC-B111-48CD-BD54-389E283BF00A}" dt="2025-05-04T17:10:56.102" v="6120" actId="47"/>
        <pc:sldMkLst>
          <pc:docMk/>
          <pc:sldMk cId="2133109743" sldId="2147482582"/>
        </pc:sldMkLst>
      </pc:sldChg>
      <pc:sldChg chg="addSp modSp add mod">
        <pc:chgData name="Carmen Fernandez Casal" userId="8eab5370-896e-4253-b717-dd33ece302a8" providerId="ADAL" clId="{6060FDFC-B111-48CD-BD54-389E283BF00A}" dt="2025-05-04T17:27:11.835" v="6527" actId="20577"/>
        <pc:sldMkLst>
          <pc:docMk/>
          <pc:sldMk cId="663549903" sldId="2147482583"/>
        </pc:sldMkLst>
      </pc:sldChg>
      <pc:sldChg chg="addSp delSp modSp add del mod">
        <pc:chgData name="Carmen Fernandez Casal" userId="8eab5370-896e-4253-b717-dd33ece302a8" providerId="ADAL" clId="{6060FDFC-B111-48CD-BD54-389E283BF00A}" dt="2025-05-04T17:23:38.552" v="6443" actId="47"/>
        <pc:sldMkLst>
          <pc:docMk/>
          <pc:sldMk cId="890037374" sldId="2147482584"/>
        </pc:sldMkLst>
      </pc:sldChg>
      <pc:sldChg chg="add del">
        <pc:chgData name="Carmen Fernandez Casal" userId="8eab5370-896e-4253-b717-dd33ece302a8" providerId="ADAL" clId="{6060FDFC-B111-48CD-BD54-389E283BF00A}" dt="2025-05-04T16:10:21.873" v="4523"/>
        <pc:sldMkLst>
          <pc:docMk/>
          <pc:sldMk cId="3865515698" sldId="2147482584"/>
        </pc:sldMkLst>
      </pc:sldChg>
      <pc:sldChg chg="add del mod modShow">
        <pc:chgData name="Carmen Fernandez Casal" userId="8eab5370-896e-4253-b717-dd33ece302a8" providerId="ADAL" clId="{6060FDFC-B111-48CD-BD54-389E283BF00A}" dt="2025-05-04T17:45:11.513" v="7012" actId="2696"/>
        <pc:sldMkLst>
          <pc:docMk/>
          <pc:sldMk cId="1109415624" sldId="2147482585"/>
        </pc:sldMkLst>
      </pc:sldChg>
      <pc:sldChg chg="add">
        <pc:chgData name="Carmen Fernandez Casal" userId="8eab5370-896e-4253-b717-dd33ece302a8" providerId="ADAL" clId="{6060FDFC-B111-48CD-BD54-389E283BF00A}" dt="2025-05-04T17:45:15.124" v="7013"/>
        <pc:sldMkLst>
          <pc:docMk/>
          <pc:sldMk cId="3203248365" sldId="2147482585"/>
        </pc:sldMkLst>
      </pc:sldChg>
      <pc:sldChg chg="add del mod modShow">
        <pc:chgData name="Carmen Fernandez Casal" userId="8eab5370-896e-4253-b717-dd33ece302a8" providerId="ADAL" clId="{6060FDFC-B111-48CD-BD54-389E283BF00A}" dt="2025-05-04T17:45:11.513" v="7012" actId="2696"/>
        <pc:sldMkLst>
          <pc:docMk/>
          <pc:sldMk cId="961867708" sldId="2147482586"/>
        </pc:sldMkLst>
      </pc:sldChg>
      <pc:sldChg chg="add">
        <pc:chgData name="Carmen Fernandez Casal" userId="8eab5370-896e-4253-b717-dd33ece302a8" providerId="ADAL" clId="{6060FDFC-B111-48CD-BD54-389E283BF00A}" dt="2025-05-04T17:45:15.124" v="7013"/>
        <pc:sldMkLst>
          <pc:docMk/>
          <pc:sldMk cId="1314125654" sldId="2147482586"/>
        </pc:sldMkLst>
      </pc:sldChg>
      <pc:sldChg chg="addSp delSp modSp add mod">
        <pc:chgData name="Carmen Fernandez Casal" userId="8eab5370-896e-4253-b717-dd33ece302a8" providerId="ADAL" clId="{6060FDFC-B111-48CD-BD54-389E283BF00A}" dt="2025-05-06T21:18:39.900" v="9344" actId="20577"/>
        <pc:sldMkLst>
          <pc:docMk/>
          <pc:sldMk cId="3843510123" sldId="2147482587"/>
        </pc:sldMkLst>
        <pc:spChg chg="mod">
          <ac:chgData name="Carmen Fernandez Casal" userId="8eab5370-896e-4253-b717-dd33ece302a8" providerId="ADAL" clId="{6060FDFC-B111-48CD-BD54-389E283BF00A}" dt="2025-05-04T17:23:48.329" v="6468" actId="20577"/>
          <ac:spMkLst>
            <pc:docMk/>
            <pc:sldMk cId="3843510123" sldId="2147482587"/>
            <ac:spMk id="2" creationId="{8F79613A-FDCA-53AD-2DBA-7B99F62DD23D}"/>
          </ac:spMkLst>
        </pc:spChg>
        <pc:spChg chg="mod">
          <ac:chgData name="Carmen Fernandez Casal" userId="8eab5370-896e-4253-b717-dd33ece302a8" providerId="ADAL" clId="{6060FDFC-B111-48CD-BD54-389E283BF00A}" dt="2025-05-06T21:18:39.900" v="9344" actId="20577"/>
          <ac:spMkLst>
            <pc:docMk/>
            <pc:sldMk cId="3843510123" sldId="2147482587"/>
            <ac:spMk id="6" creationId="{1CF8952A-7A32-C04A-AB0F-7F37AA10B445}"/>
          </ac:spMkLst>
        </pc:spChg>
        <pc:spChg chg="add mod">
          <ac:chgData name="Carmen Fernandez Casal" userId="8eab5370-896e-4253-b717-dd33ece302a8" providerId="ADAL" clId="{6060FDFC-B111-48CD-BD54-389E283BF00A}" dt="2025-05-05T16:48:46.269" v="7706" actId="1035"/>
          <ac:spMkLst>
            <pc:docMk/>
            <pc:sldMk cId="3843510123" sldId="2147482587"/>
            <ac:spMk id="9" creationId="{312BEFA0-5859-EA42-E7EB-2C036F37019E}"/>
          </ac:spMkLst>
        </pc:spChg>
        <pc:spChg chg="add mod">
          <ac:chgData name="Carmen Fernandez Casal" userId="8eab5370-896e-4253-b717-dd33ece302a8" providerId="ADAL" clId="{6060FDFC-B111-48CD-BD54-389E283BF00A}" dt="2025-05-05T16:48:50.666" v="7717" actId="1035"/>
          <ac:spMkLst>
            <pc:docMk/>
            <pc:sldMk cId="3843510123" sldId="2147482587"/>
            <ac:spMk id="13" creationId="{6251368D-9710-B041-4D03-BBD4C65A63A0}"/>
          </ac:spMkLst>
        </pc:spChg>
        <pc:graphicFrameChg chg="add mod modGraphic">
          <ac:chgData name="Carmen Fernandez Casal" userId="8eab5370-896e-4253-b717-dd33ece302a8" providerId="ADAL" clId="{6060FDFC-B111-48CD-BD54-389E283BF00A}" dt="2025-05-05T19:43:00.312" v="8086" actId="14734"/>
          <ac:graphicFrameMkLst>
            <pc:docMk/>
            <pc:sldMk cId="3843510123" sldId="2147482587"/>
            <ac:graphicFrameMk id="7" creationId="{4BA3ADC4-98A4-EEB2-E109-4F0385A93FCD}"/>
          </ac:graphicFrameMkLst>
        </pc:graphicFrameChg>
      </pc:sldChg>
      <pc:sldChg chg="addSp delSp modSp add mod">
        <pc:chgData name="Carmen Fernandez Casal" userId="8eab5370-896e-4253-b717-dd33ece302a8" providerId="ADAL" clId="{6060FDFC-B111-48CD-BD54-389E283BF00A}" dt="2025-05-06T21:18:30.926" v="9341" actId="20577"/>
        <pc:sldMkLst>
          <pc:docMk/>
          <pc:sldMk cId="1700535556" sldId="2147482588"/>
        </pc:sldMkLst>
        <pc:spChg chg="mod">
          <ac:chgData name="Carmen Fernandez Casal" userId="8eab5370-896e-4253-b717-dd33ece302a8" providerId="ADAL" clId="{6060FDFC-B111-48CD-BD54-389E283BF00A}" dt="2025-05-04T17:34:54.813" v="6662" actId="20577"/>
          <ac:spMkLst>
            <pc:docMk/>
            <pc:sldMk cId="1700535556" sldId="2147482588"/>
            <ac:spMk id="2" creationId="{2DE5B227-B5A6-8C52-924B-0741E7486338}"/>
          </ac:spMkLst>
        </pc:spChg>
        <pc:spChg chg="mod">
          <ac:chgData name="Carmen Fernandez Casal" userId="8eab5370-896e-4253-b717-dd33ece302a8" providerId="ADAL" clId="{6060FDFC-B111-48CD-BD54-389E283BF00A}" dt="2025-05-06T21:18:30.926" v="9341" actId="20577"/>
          <ac:spMkLst>
            <pc:docMk/>
            <pc:sldMk cId="1700535556" sldId="2147482588"/>
            <ac:spMk id="6" creationId="{B5DA314D-E8FB-5B0F-FEA7-7652D80FAC83}"/>
          </ac:spMkLst>
        </pc:spChg>
        <pc:spChg chg="add mod">
          <ac:chgData name="Carmen Fernandez Casal" userId="8eab5370-896e-4253-b717-dd33ece302a8" providerId="ADAL" clId="{6060FDFC-B111-48CD-BD54-389E283BF00A}" dt="2025-05-05T16:45:15.309" v="7605" actId="404"/>
          <ac:spMkLst>
            <pc:docMk/>
            <pc:sldMk cId="1700535556" sldId="2147482588"/>
            <ac:spMk id="9" creationId="{29722DC2-8808-0D18-B285-AD99EA50A779}"/>
          </ac:spMkLst>
        </pc:spChg>
        <pc:spChg chg="add mod">
          <ac:chgData name="Carmen Fernandez Casal" userId="8eab5370-896e-4253-b717-dd33ece302a8" providerId="ADAL" clId="{6060FDFC-B111-48CD-BD54-389E283BF00A}" dt="2025-05-04T17:47:25.481" v="7063" actId="14861"/>
          <ac:spMkLst>
            <pc:docMk/>
            <pc:sldMk cId="1700535556" sldId="2147482588"/>
            <ac:spMk id="10" creationId="{57E9AA27-4860-5208-9054-319AE987428E}"/>
          </ac:spMkLst>
        </pc:spChg>
      </pc:sldChg>
      <pc:sldChg chg="addSp delSp modSp add mod modCm">
        <pc:chgData name="Carmen Fernandez Casal" userId="8eab5370-896e-4253-b717-dd33ece302a8" providerId="ADAL" clId="{6060FDFC-B111-48CD-BD54-389E283BF00A}" dt="2025-05-13T11:28:34.879" v="12775" actId="6549"/>
        <pc:sldMkLst>
          <pc:docMk/>
          <pc:sldMk cId="3965097231" sldId="2147482589"/>
        </pc:sldMkLst>
        <pc:spChg chg="mod">
          <ac:chgData name="Carmen Fernandez Casal" userId="8eab5370-896e-4253-b717-dd33ece302a8" providerId="ADAL" clId="{6060FDFC-B111-48CD-BD54-389E283BF00A}" dt="2025-05-13T11:28:34.879" v="12775" actId="6549"/>
          <ac:spMkLst>
            <pc:docMk/>
            <pc:sldMk cId="3965097231" sldId="2147482589"/>
            <ac:spMk id="2" creationId="{97184671-303E-8B61-712A-7C1AD8FFF976}"/>
          </ac:spMkLst>
        </pc:spChg>
        <pc:spChg chg="mod">
          <ac:chgData name="Carmen Fernandez Casal" userId="8eab5370-896e-4253-b717-dd33ece302a8" providerId="ADAL" clId="{6060FDFC-B111-48CD-BD54-389E283BF00A}" dt="2025-05-06T21:18:27.724" v="9340" actId="20577"/>
          <ac:spMkLst>
            <pc:docMk/>
            <pc:sldMk cId="3965097231" sldId="2147482589"/>
            <ac:spMk id="6" creationId="{E44A917B-17CB-71FE-0F22-495CD69014E8}"/>
          </ac:spMkLst>
        </pc:spChg>
        <pc:spChg chg="mod">
          <ac:chgData name="Carmen Fernandez Casal" userId="8eab5370-896e-4253-b717-dd33ece302a8" providerId="ADAL" clId="{6060FDFC-B111-48CD-BD54-389E283BF00A}" dt="2025-05-06T21:31:40.317" v="10051" actId="12788"/>
          <ac:spMkLst>
            <pc:docMk/>
            <pc:sldMk cId="3965097231" sldId="2147482589"/>
            <ac:spMk id="9" creationId="{326C2A42-139C-37C8-3253-91B185876E8B}"/>
          </ac:spMkLst>
        </pc:spChg>
        <pc:spChg chg="add mod">
          <ac:chgData name="Carmen Fernandez Casal" userId="8eab5370-896e-4253-b717-dd33ece302a8" providerId="ADAL" clId="{6060FDFC-B111-48CD-BD54-389E283BF00A}" dt="2025-05-06T21:06:32.973" v="9109" actId="20577"/>
          <ac:spMkLst>
            <pc:docMk/>
            <pc:sldMk cId="3965097231" sldId="2147482589"/>
            <ac:spMk id="13" creationId="{61F33F06-A3D7-AFAC-9F1A-C2D6B63BF520}"/>
          </ac:spMkLst>
        </pc:spChg>
        <pc:spChg chg="add mod">
          <ac:chgData name="Carmen Fernandez Casal" userId="8eab5370-896e-4253-b717-dd33ece302a8" providerId="ADAL" clId="{6060FDFC-B111-48CD-BD54-389E283BF00A}" dt="2025-05-12T20:33:50.217" v="12762" actId="13926"/>
          <ac:spMkLst>
            <pc:docMk/>
            <pc:sldMk cId="3965097231" sldId="2147482589"/>
            <ac:spMk id="18" creationId="{63DAD049-3E57-7C31-8389-FC5722A8C4CD}"/>
          </ac:spMkLst>
        </pc:spChg>
        <pc:spChg chg="add mod">
          <ac:chgData name="Carmen Fernandez Casal" userId="8eab5370-896e-4253-b717-dd33ece302a8" providerId="ADAL" clId="{6060FDFC-B111-48CD-BD54-389E283BF00A}" dt="2025-05-06T21:33:10.967" v="10150" actId="1035"/>
          <ac:spMkLst>
            <pc:docMk/>
            <pc:sldMk cId="3965097231" sldId="2147482589"/>
            <ac:spMk id="21" creationId="{202E6606-5702-7EAB-63D7-53DB892DAEFA}"/>
          </ac:spMkLst>
        </pc:spChg>
        <pc:spChg chg="add mod">
          <ac:chgData name="Carmen Fernandez Casal" userId="8eab5370-896e-4253-b717-dd33ece302a8" providerId="ADAL" clId="{6060FDFC-B111-48CD-BD54-389E283BF00A}" dt="2025-05-06T21:49:52.758" v="10514" actId="404"/>
          <ac:spMkLst>
            <pc:docMk/>
            <pc:sldMk cId="3965097231" sldId="2147482589"/>
            <ac:spMk id="24" creationId="{9C428531-520A-5728-58A2-CF5BB083FA1E}"/>
          </ac:spMkLst>
        </pc:spChg>
        <pc:spChg chg="add mod">
          <ac:chgData name="Carmen Fernandez Casal" userId="8eab5370-896e-4253-b717-dd33ece302a8" providerId="ADAL" clId="{6060FDFC-B111-48CD-BD54-389E283BF00A}" dt="2025-05-06T21:34:47.485" v="10210" actId="14100"/>
          <ac:spMkLst>
            <pc:docMk/>
            <pc:sldMk cId="3965097231" sldId="2147482589"/>
            <ac:spMk id="25" creationId="{3EB123A8-2BF4-1DAE-BD7B-F62ED90BE6E1}"/>
          </ac:spMkLst>
        </pc:spChg>
        <pc:spChg chg="add mod ord">
          <ac:chgData name="Carmen Fernandez Casal" userId="8eab5370-896e-4253-b717-dd33ece302a8" providerId="ADAL" clId="{6060FDFC-B111-48CD-BD54-389E283BF00A}" dt="2025-05-06T21:34:29.796" v="10208" actId="12788"/>
          <ac:spMkLst>
            <pc:docMk/>
            <pc:sldMk cId="3965097231" sldId="2147482589"/>
            <ac:spMk id="26" creationId="{2F8647FB-8D5D-E1CC-A4C1-65A8CD45802C}"/>
          </ac:spMkLst>
        </pc:spChg>
        <pc:graphicFrameChg chg="add mod">
          <ac:chgData name="Carmen Fernandez Casal" userId="8eab5370-896e-4253-b717-dd33ece302a8" providerId="ADAL" clId="{6060FDFC-B111-48CD-BD54-389E283BF00A}" dt="2025-05-06T21:16:54.564" v="9284" actId="14100"/>
          <ac:graphicFrameMkLst>
            <pc:docMk/>
            <pc:sldMk cId="3965097231" sldId="2147482589"/>
            <ac:graphicFrameMk id="23" creationId="{8F3DC447-E492-8FDE-0C88-9031A2C39043}"/>
          </ac:graphicFrameMkLst>
        </pc:graphicFrameChg>
        <pc:picChg chg="add mod">
          <ac:chgData name="Carmen Fernandez Casal" userId="8eab5370-896e-4253-b717-dd33ece302a8" providerId="ADAL" clId="{6060FDFC-B111-48CD-BD54-389E283BF00A}" dt="2025-05-06T21:32:56.676" v="10140" actId="555"/>
          <ac:picMkLst>
            <pc:docMk/>
            <pc:sldMk cId="3965097231" sldId="2147482589"/>
            <ac:picMk id="17" creationId="{A76CC524-3564-F57F-3E08-1224602377CC}"/>
          </ac:picMkLst>
        </pc:picChg>
        <pc:picChg chg="add mod">
          <ac:chgData name="Carmen Fernandez Casal" userId="8eab5370-896e-4253-b717-dd33ece302a8" providerId="ADAL" clId="{6060FDFC-B111-48CD-BD54-389E283BF00A}" dt="2025-05-06T21:33:07.332" v="10147" actId="1035"/>
          <ac:picMkLst>
            <pc:docMk/>
            <pc:sldMk cId="3965097231" sldId="2147482589"/>
            <ac:picMk id="20" creationId="{21021D04-0A3F-C116-9391-32BCA2450E83}"/>
          </ac:picMkLst>
        </pc:picChg>
        <pc:cxnChg chg="add mod">
          <ac:chgData name="Carmen Fernandez Casal" userId="8eab5370-896e-4253-b717-dd33ece302a8" providerId="ADAL" clId="{6060FDFC-B111-48CD-BD54-389E283BF00A}" dt="2025-05-06T21:34:29.796" v="10208" actId="12788"/>
          <ac:cxnSpMkLst>
            <pc:docMk/>
            <pc:sldMk cId="3965097231" sldId="2147482589"/>
            <ac:cxnSpMk id="28" creationId="{4694A52A-2541-6F6C-CC74-8AECCCE05EE2}"/>
          </ac:cxnSpMkLst>
        </pc:cxnChg>
        <pc:extLst>
          <p:ext xmlns:p="http://schemas.openxmlformats.org/presentationml/2006/main" uri="{D6D511B9-2390-475A-947B-AFAB55BFBCF1}">
            <pc226:cmChg xmlns:pc226="http://schemas.microsoft.com/office/powerpoint/2022/06/main/command" chg="mod">
              <pc226:chgData name="Carmen Fernandez Casal" userId="8eab5370-896e-4253-b717-dd33ece302a8" providerId="ADAL" clId="{6060FDFC-B111-48CD-BD54-389E283BF00A}" dt="2025-05-05T19:48:25.443" v="8289" actId="6549"/>
              <pc2:cmMkLst xmlns:pc2="http://schemas.microsoft.com/office/powerpoint/2019/9/main/command">
                <pc:docMk/>
                <pc:sldMk cId="3965097231" sldId="2147482589"/>
                <pc2:cmMk id="{6799EBBE-AD89-41E5-8339-57405BA9D942}"/>
              </pc2:cmMkLst>
            </pc226:cmChg>
          </p:ext>
        </pc:extLst>
      </pc:sldChg>
      <pc:sldChg chg="addSp delSp modSp add mod">
        <pc:chgData name="Carmen Fernandez Casal" userId="8eab5370-896e-4253-b717-dd33ece302a8" providerId="ADAL" clId="{6060FDFC-B111-48CD-BD54-389E283BF00A}" dt="2025-05-06T21:18:36.330" v="9342" actId="6549"/>
        <pc:sldMkLst>
          <pc:docMk/>
          <pc:sldMk cId="1059051790" sldId="2147482591"/>
        </pc:sldMkLst>
        <pc:spChg chg="mod">
          <ac:chgData name="Carmen Fernandez Casal" userId="8eab5370-896e-4253-b717-dd33ece302a8" providerId="ADAL" clId="{6060FDFC-B111-48CD-BD54-389E283BF00A}" dt="2025-05-05T16:05:29.761" v="7140" actId="20577"/>
          <ac:spMkLst>
            <pc:docMk/>
            <pc:sldMk cId="1059051790" sldId="2147482591"/>
            <ac:spMk id="2" creationId="{2465FDF1-5E33-C5E9-F440-A56870C93F58}"/>
          </ac:spMkLst>
        </pc:spChg>
        <pc:spChg chg="mod">
          <ac:chgData name="Carmen Fernandez Casal" userId="8eab5370-896e-4253-b717-dd33ece302a8" providerId="ADAL" clId="{6060FDFC-B111-48CD-BD54-389E283BF00A}" dt="2025-05-06T21:18:36.330" v="9342" actId="6549"/>
          <ac:spMkLst>
            <pc:docMk/>
            <pc:sldMk cId="1059051790" sldId="2147482591"/>
            <ac:spMk id="6" creationId="{E9F26D7B-D8F4-DB2D-AB44-9733049BF70F}"/>
          </ac:spMkLst>
        </pc:spChg>
        <pc:spChg chg="add mod">
          <ac:chgData name="Carmen Fernandez Casal" userId="8eab5370-896e-4253-b717-dd33ece302a8" providerId="ADAL" clId="{6060FDFC-B111-48CD-BD54-389E283BF00A}" dt="2025-05-05T16:28:10.999" v="7429" actId="14100"/>
          <ac:spMkLst>
            <pc:docMk/>
            <pc:sldMk cId="1059051790" sldId="2147482591"/>
            <ac:spMk id="8" creationId="{E416A52E-F34B-AB19-AB14-0555F3C62FCA}"/>
          </ac:spMkLst>
        </pc:spChg>
        <pc:spChg chg="add mod">
          <ac:chgData name="Carmen Fernandez Casal" userId="8eab5370-896e-4253-b717-dd33ece302a8" providerId="ADAL" clId="{6060FDFC-B111-48CD-BD54-389E283BF00A}" dt="2025-05-05T16:28:08.021" v="7428" actId="113"/>
          <ac:spMkLst>
            <pc:docMk/>
            <pc:sldMk cId="1059051790" sldId="2147482591"/>
            <ac:spMk id="10" creationId="{C9377CB1-CEE9-A78B-4FEF-8B329527BA0B}"/>
          </ac:spMkLst>
        </pc:spChg>
        <pc:spChg chg="mod topLvl">
          <ac:chgData name="Carmen Fernandez Casal" userId="8eab5370-896e-4253-b717-dd33ece302a8" providerId="ADAL" clId="{6060FDFC-B111-48CD-BD54-389E283BF00A}" dt="2025-05-05T16:28:15.243" v="7431" actId="478"/>
          <ac:spMkLst>
            <pc:docMk/>
            <pc:sldMk cId="1059051790" sldId="2147482591"/>
            <ac:spMk id="12" creationId="{6C63274A-E6AA-45AB-190B-F87626E98E29}"/>
          </ac:spMkLst>
        </pc:spChg>
        <pc:grpChg chg="add del mod">
          <ac:chgData name="Carmen Fernandez Casal" userId="8eab5370-896e-4253-b717-dd33ece302a8" providerId="ADAL" clId="{6060FDFC-B111-48CD-BD54-389E283BF00A}" dt="2025-05-05T16:28:15.243" v="7431" actId="478"/>
          <ac:grpSpMkLst>
            <pc:docMk/>
            <pc:sldMk cId="1059051790" sldId="2147482591"/>
            <ac:grpSpMk id="11" creationId="{332BBBE4-75C5-6CF1-1743-8B0AA5AAEEBC}"/>
          </ac:grpSpMkLst>
        </pc:grpChg>
        <pc:picChg chg="add del mod topLvl">
          <ac:chgData name="Carmen Fernandez Casal" userId="8eab5370-896e-4253-b717-dd33ece302a8" providerId="ADAL" clId="{6060FDFC-B111-48CD-BD54-389E283BF00A}" dt="2025-05-05T16:29:18.265" v="7433" actId="14826"/>
          <ac:picMkLst>
            <pc:docMk/>
            <pc:sldMk cId="1059051790" sldId="2147482591"/>
            <ac:picMk id="14" creationId="{9A715605-C153-750A-FE88-E966E88EE7CB}"/>
          </ac:picMkLst>
        </pc:picChg>
      </pc:sldChg>
      <pc:sldChg chg="modSp add del mod">
        <pc:chgData name="Carmen Fernandez Casal" userId="8eab5370-896e-4253-b717-dd33ece302a8" providerId="ADAL" clId="{6060FDFC-B111-48CD-BD54-389E283BF00A}" dt="2025-05-12T17:13:25.015" v="10671" actId="47"/>
        <pc:sldMkLst>
          <pc:docMk/>
          <pc:sldMk cId="3588178655" sldId="2147482592"/>
        </pc:sldMkLst>
      </pc:sldChg>
      <pc:sldChg chg="addSp modSp new mod">
        <pc:chgData name="Carmen Fernandez Casal" userId="8eab5370-896e-4253-b717-dd33ece302a8" providerId="ADAL" clId="{6060FDFC-B111-48CD-BD54-389E283BF00A}" dt="2025-05-12T20:19:17.481" v="12741" actId="20577"/>
        <pc:sldMkLst>
          <pc:docMk/>
          <pc:sldMk cId="3755864918" sldId="2147482593"/>
        </pc:sldMkLst>
        <pc:spChg chg="add mod">
          <ac:chgData name="Carmen Fernandez Casal" userId="8eab5370-896e-4253-b717-dd33ece302a8" providerId="ADAL" clId="{6060FDFC-B111-48CD-BD54-389E283BF00A}" dt="2025-05-05T16:20:00.346" v="7280" actId="20577"/>
          <ac:spMkLst>
            <pc:docMk/>
            <pc:sldMk cId="3755864918" sldId="2147482593"/>
            <ac:spMk id="2" creationId="{867E2CA7-7353-271B-EFC9-DDFE953DB1F3}"/>
          </ac:spMkLst>
        </pc:spChg>
        <pc:spChg chg="add mod">
          <ac:chgData name="Carmen Fernandez Casal" userId="8eab5370-896e-4253-b717-dd33ece302a8" providerId="ADAL" clId="{6060FDFC-B111-48CD-BD54-389E283BF00A}" dt="2025-05-05T16:19:06.526" v="7246" actId="20577"/>
          <ac:spMkLst>
            <pc:docMk/>
            <pc:sldMk cId="3755864918" sldId="2147482593"/>
            <ac:spMk id="4" creationId="{062C7476-381C-CE29-7EAF-B0FAFA5DECE4}"/>
          </ac:spMkLst>
        </pc:spChg>
        <pc:spChg chg="mod">
          <ac:chgData name="Carmen Fernandez Casal" userId="8eab5370-896e-4253-b717-dd33ece302a8" providerId="ADAL" clId="{6060FDFC-B111-48CD-BD54-389E283BF00A}" dt="2025-05-12T20:19:17.481" v="12741" actId="20577"/>
          <ac:spMkLst>
            <pc:docMk/>
            <pc:sldMk cId="3755864918" sldId="2147482593"/>
            <ac:spMk id="6" creationId="{E352ABF4-E17E-5147-BBF6-3EE579BEB428}"/>
          </ac:spMkLst>
        </pc:spChg>
        <pc:cxnChg chg="add mod">
          <ac:chgData name="Carmen Fernandez Casal" userId="8eab5370-896e-4253-b717-dd33ece302a8" providerId="ADAL" clId="{6060FDFC-B111-48CD-BD54-389E283BF00A}" dt="2025-05-05T16:19:03.920" v="7244"/>
          <ac:cxnSpMkLst>
            <pc:docMk/>
            <pc:sldMk cId="3755864918" sldId="2147482593"/>
            <ac:cxnSpMk id="3" creationId="{229E902D-C4B3-7BF2-CC36-E84ED51A6DBB}"/>
          </ac:cxnSpMkLst>
        </pc:cxnChg>
      </pc:sldChg>
      <pc:sldChg chg="addSp delSp modSp add mod">
        <pc:chgData name="Carmen Fernandez Casal" userId="8eab5370-896e-4253-b717-dd33ece302a8" providerId="ADAL" clId="{6060FDFC-B111-48CD-BD54-389E283BF00A}" dt="2025-05-12T20:04:34.552" v="12435" actId="478"/>
        <pc:sldMkLst>
          <pc:docMk/>
          <pc:sldMk cId="3752019305" sldId="2147482594"/>
        </pc:sldMkLst>
        <pc:spChg chg="mod">
          <ac:chgData name="Carmen Fernandez Casal" userId="8eab5370-896e-4253-b717-dd33ece302a8" providerId="ADAL" clId="{6060FDFC-B111-48CD-BD54-389E283BF00A}" dt="2025-05-06T21:09:07.527" v="9196" actId="20577"/>
          <ac:spMkLst>
            <pc:docMk/>
            <pc:sldMk cId="3752019305" sldId="2147482594"/>
            <ac:spMk id="2" creationId="{FCF74ECD-E341-712C-A1F9-18B80EE7ABDD}"/>
          </ac:spMkLst>
        </pc:spChg>
        <pc:spChg chg="add mod">
          <ac:chgData name="Carmen Fernandez Casal" userId="8eab5370-896e-4253-b717-dd33ece302a8" providerId="ADAL" clId="{6060FDFC-B111-48CD-BD54-389E283BF00A}" dt="2025-05-12T20:04:31.989" v="12434" actId="20577"/>
          <ac:spMkLst>
            <pc:docMk/>
            <pc:sldMk cId="3752019305" sldId="2147482594"/>
            <ac:spMk id="6" creationId="{7E36CFC7-7291-020C-ED07-7595FAB94E72}"/>
          </ac:spMkLst>
        </pc:spChg>
        <pc:spChg chg="add del mod">
          <ac:chgData name="Carmen Fernandez Casal" userId="8eab5370-896e-4253-b717-dd33ece302a8" providerId="ADAL" clId="{6060FDFC-B111-48CD-BD54-389E283BF00A}" dt="2025-05-12T20:04:34.552" v="12435" actId="478"/>
          <ac:spMkLst>
            <pc:docMk/>
            <pc:sldMk cId="3752019305" sldId="2147482594"/>
            <ac:spMk id="11" creationId="{90C1309C-37F6-0F27-4C3C-FF4ECE003D1F}"/>
          </ac:spMkLst>
        </pc:spChg>
        <pc:spChg chg="add mod">
          <ac:chgData name="Carmen Fernandez Casal" userId="8eab5370-896e-4253-b717-dd33ece302a8" providerId="ADAL" clId="{6060FDFC-B111-48CD-BD54-389E283BF00A}" dt="2025-05-06T21:37:39.947" v="10452" actId="1035"/>
          <ac:spMkLst>
            <pc:docMk/>
            <pc:sldMk cId="3752019305" sldId="2147482594"/>
            <ac:spMk id="12" creationId="{A8B4EB6F-54B1-9B00-B239-C4B3B0659976}"/>
          </ac:spMkLst>
        </pc:spChg>
        <pc:spChg chg="add mod">
          <ac:chgData name="Carmen Fernandez Casal" userId="8eab5370-896e-4253-b717-dd33ece302a8" providerId="ADAL" clId="{6060FDFC-B111-48CD-BD54-389E283BF00A}" dt="2025-05-06T21:37:39.947" v="10452" actId="1035"/>
          <ac:spMkLst>
            <pc:docMk/>
            <pc:sldMk cId="3752019305" sldId="2147482594"/>
            <ac:spMk id="13" creationId="{B78297EF-F696-D7A1-C69A-04AB70C59720}"/>
          </ac:spMkLst>
        </pc:spChg>
        <pc:spChg chg="add mod ord">
          <ac:chgData name="Carmen Fernandez Casal" userId="8eab5370-896e-4253-b717-dd33ece302a8" providerId="ADAL" clId="{6060FDFC-B111-48CD-BD54-389E283BF00A}" dt="2025-05-06T21:39:00.236" v="10512" actId="12788"/>
          <ac:spMkLst>
            <pc:docMk/>
            <pc:sldMk cId="3752019305" sldId="2147482594"/>
            <ac:spMk id="15" creationId="{CD453433-967E-1413-001F-4F15CC794569}"/>
          </ac:spMkLst>
        </pc:spChg>
        <pc:spChg chg="add mod">
          <ac:chgData name="Carmen Fernandez Casal" userId="8eab5370-896e-4253-b717-dd33ece302a8" providerId="ADAL" clId="{6060FDFC-B111-48CD-BD54-389E283BF00A}" dt="2025-05-06T21:37:39.947" v="10452" actId="1035"/>
          <ac:spMkLst>
            <pc:docMk/>
            <pc:sldMk cId="3752019305" sldId="2147482594"/>
            <ac:spMk id="16" creationId="{16280ADE-4A70-1D77-8ADD-CA58EFCE57D3}"/>
          </ac:spMkLst>
        </pc:spChg>
        <pc:spChg chg="add mod">
          <ac:chgData name="Carmen Fernandez Casal" userId="8eab5370-896e-4253-b717-dd33ece302a8" providerId="ADAL" clId="{6060FDFC-B111-48CD-BD54-389E283BF00A}" dt="2025-05-06T21:37:39.947" v="10452" actId="1035"/>
          <ac:spMkLst>
            <pc:docMk/>
            <pc:sldMk cId="3752019305" sldId="2147482594"/>
            <ac:spMk id="17" creationId="{B6952017-4E18-2567-CDED-460D78E74E72}"/>
          </ac:spMkLst>
        </pc:spChg>
        <pc:spChg chg="add mod ord">
          <ac:chgData name="Carmen Fernandez Casal" userId="8eab5370-896e-4253-b717-dd33ece302a8" providerId="ADAL" clId="{6060FDFC-B111-48CD-BD54-389E283BF00A}" dt="2025-05-06T21:39:00.236" v="10512" actId="12788"/>
          <ac:spMkLst>
            <pc:docMk/>
            <pc:sldMk cId="3752019305" sldId="2147482594"/>
            <ac:spMk id="19" creationId="{D23FE4B3-591A-105D-543B-9DF95E8DAE5C}"/>
          </ac:spMkLst>
        </pc:spChg>
        <pc:spChg chg="add mod">
          <ac:chgData name="Carmen Fernandez Casal" userId="8eab5370-896e-4253-b717-dd33ece302a8" providerId="ADAL" clId="{6060FDFC-B111-48CD-BD54-389E283BF00A}" dt="2025-05-06T21:37:42.614" v="10460" actId="1036"/>
          <ac:spMkLst>
            <pc:docMk/>
            <pc:sldMk cId="3752019305" sldId="2147482594"/>
            <ac:spMk id="24" creationId="{EDC19610-8C95-A77C-14EA-D28CD3132C59}"/>
          </ac:spMkLst>
        </pc:spChg>
        <pc:spChg chg="add mod">
          <ac:chgData name="Carmen Fernandez Casal" userId="8eab5370-896e-4253-b717-dd33ece302a8" providerId="ADAL" clId="{6060FDFC-B111-48CD-BD54-389E283BF00A}" dt="2025-05-06T21:39:00.236" v="10512" actId="12788"/>
          <ac:spMkLst>
            <pc:docMk/>
            <pc:sldMk cId="3752019305" sldId="2147482594"/>
            <ac:spMk id="25" creationId="{ECCA877E-D449-E33C-F908-D3CDAB42FC24}"/>
          </ac:spMkLst>
        </pc:spChg>
        <pc:spChg chg="add mod">
          <ac:chgData name="Carmen Fernandez Casal" userId="8eab5370-896e-4253-b717-dd33ece302a8" providerId="ADAL" clId="{6060FDFC-B111-48CD-BD54-389E283BF00A}" dt="2025-05-06T21:39:00.236" v="10512" actId="12788"/>
          <ac:spMkLst>
            <pc:docMk/>
            <pc:sldMk cId="3752019305" sldId="2147482594"/>
            <ac:spMk id="27" creationId="{A7E07596-F8BA-1808-96D9-8B4F88C47003}"/>
          </ac:spMkLst>
        </pc:spChg>
        <pc:spChg chg="add mod">
          <ac:chgData name="Carmen Fernandez Casal" userId="8eab5370-896e-4253-b717-dd33ece302a8" providerId="ADAL" clId="{6060FDFC-B111-48CD-BD54-389E283BF00A}" dt="2025-05-06T21:39:00.236" v="10512" actId="12788"/>
          <ac:spMkLst>
            <pc:docMk/>
            <pc:sldMk cId="3752019305" sldId="2147482594"/>
            <ac:spMk id="28" creationId="{851836C3-F9AD-0D82-A4A1-3810E13F4303}"/>
          </ac:spMkLst>
        </pc:spChg>
        <pc:spChg chg="add mod">
          <ac:chgData name="Carmen Fernandez Casal" userId="8eab5370-896e-4253-b717-dd33ece302a8" providerId="ADAL" clId="{6060FDFC-B111-48CD-BD54-389E283BF00A}" dt="2025-05-06T21:39:00.236" v="10512" actId="12788"/>
          <ac:spMkLst>
            <pc:docMk/>
            <pc:sldMk cId="3752019305" sldId="2147482594"/>
            <ac:spMk id="30" creationId="{D454EEBC-2AC9-DE0F-64F8-57C93D075F10}"/>
          </ac:spMkLst>
        </pc:spChg>
        <pc:picChg chg="add mod ord">
          <ac:chgData name="Carmen Fernandez Casal" userId="8eab5370-896e-4253-b717-dd33ece302a8" providerId="ADAL" clId="{6060FDFC-B111-48CD-BD54-389E283BF00A}" dt="2025-05-06T21:36:58.056" v="10403" actId="166"/>
          <ac:picMkLst>
            <pc:docMk/>
            <pc:sldMk cId="3752019305" sldId="2147482594"/>
            <ac:picMk id="14" creationId="{389356AC-5BEF-765C-1595-5566B639A53B}"/>
          </ac:picMkLst>
        </pc:picChg>
        <pc:picChg chg="add mod">
          <ac:chgData name="Carmen Fernandez Casal" userId="8eab5370-896e-4253-b717-dd33ece302a8" providerId="ADAL" clId="{6060FDFC-B111-48CD-BD54-389E283BF00A}" dt="2025-05-06T21:08:54.720" v="9181" actId="1036"/>
          <ac:picMkLst>
            <pc:docMk/>
            <pc:sldMk cId="3752019305" sldId="2147482594"/>
            <ac:picMk id="18" creationId="{E872C07F-993F-3EC4-8C3A-07A805853AC3}"/>
          </ac:picMkLst>
        </pc:picChg>
        <pc:cxnChg chg="add mod">
          <ac:chgData name="Carmen Fernandez Casal" userId="8eab5370-896e-4253-b717-dd33ece302a8" providerId="ADAL" clId="{6060FDFC-B111-48CD-BD54-389E283BF00A}" dt="2025-05-06T21:39:00.236" v="10512" actId="12788"/>
          <ac:cxnSpMkLst>
            <pc:docMk/>
            <pc:sldMk cId="3752019305" sldId="2147482594"/>
            <ac:cxnSpMk id="26" creationId="{69E46ED4-258C-9001-7DA6-667B5E3722E0}"/>
          </ac:cxnSpMkLst>
        </pc:cxnChg>
        <pc:cxnChg chg="add mod">
          <ac:chgData name="Carmen Fernandez Casal" userId="8eab5370-896e-4253-b717-dd33ece302a8" providerId="ADAL" clId="{6060FDFC-B111-48CD-BD54-389E283BF00A}" dt="2025-05-06T21:39:00.236" v="10512" actId="12788"/>
          <ac:cxnSpMkLst>
            <pc:docMk/>
            <pc:sldMk cId="3752019305" sldId="2147482594"/>
            <ac:cxnSpMk id="29" creationId="{2CF2CF25-0445-E795-FA91-C6EEACC08407}"/>
          </ac:cxnSpMkLst>
        </pc:cxnChg>
      </pc:sldChg>
      <pc:sldChg chg="addSp delSp modSp add del mod ord">
        <pc:chgData name="Carmen Fernandez Casal" userId="8eab5370-896e-4253-b717-dd33ece302a8" providerId="ADAL" clId="{6060FDFC-B111-48CD-BD54-389E283BF00A}" dt="2025-05-13T17:59:05.769" v="12979" actId="47"/>
        <pc:sldMkLst>
          <pc:docMk/>
          <pc:sldMk cId="459560712" sldId="2147482595"/>
        </pc:sldMkLst>
        <pc:spChg chg="mod">
          <ac:chgData name="Carmen Fernandez Casal" userId="8eab5370-896e-4253-b717-dd33ece302a8" providerId="ADAL" clId="{6060FDFC-B111-48CD-BD54-389E283BF00A}" dt="2025-05-12T20:04:47.663" v="12436" actId="108"/>
          <ac:spMkLst>
            <pc:docMk/>
            <pc:sldMk cId="459560712" sldId="2147482595"/>
            <ac:spMk id="37" creationId="{6338598C-AC37-F763-8923-F22BF2BFE555}"/>
          </ac:spMkLst>
        </pc:spChg>
      </pc:sldChg>
      <pc:sldChg chg="addSp delSp modSp add mod ord modCm">
        <pc:chgData name="Carmen Fernandez Casal" userId="8eab5370-896e-4253-b717-dd33ece302a8" providerId="ADAL" clId="{6060FDFC-B111-48CD-BD54-389E283BF00A}" dt="2025-05-13T11:29:12.485" v="12806" actId="20577"/>
        <pc:sldMkLst>
          <pc:docMk/>
          <pc:sldMk cId="66189199" sldId="2147482596"/>
        </pc:sldMkLst>
        <pc:spChg chg="mod">
          <ac:chgData name="Carmen Fernandez Casal" userId="8eab5370-896e-4253-b717-dd33ece302a8" providerId="ADAL" clId="{6060FDFC-B111-48CD-BD54-389E283BF00A}" dt="2025-05-13T11:29:03.055" v="12793" actId="6549"/>
          <ac:spMkLst>
            <pc:docMk/>
            <pc:sldMk cId="66189199" sldId="2147482596"/>
            <ac:spMk id="2" creationId="{E1D99DF8-C727-7790-D9A0-F2551510FC66}"/>
          </ac:spMkLst>
        </pc:spChg>
        <pc:spChg chg="mod">
          <ac:chgData name="Carmen Fernandez Casal" userId="8eab5370-896e-4253-b717-dd33ece302a8" providerId="ADAL" clId="{6060FDFC-B111-48CD-BD54-389E283BF00A}" dt="2025-05-13T11:28:52.644" v="12779" actId="20577"/>
          <ac:spMkLst>
            <pc:docMk/>
            <pc:sldMk cId="66189199" sldId="2147482596"/>
            <ac:spMk id="3" creationId="{FEB13CC3-8B98-5583-7B9F-F6837D5B7805}"/>
          </ac:spMkLst>
        </pc:spChg>
        <pc:spChg chg="add mod">
          <ac:chgData name="Carmen Fernandez Casal" userId="8eab5370-896e-4253-b717-dd33ece302a8" providerId="ADAL" clId="{6060FDFC-B111-48CD-BD54-389E283BF00A}" dt="2025-05-06T21:18:21.845" v="9338" actId="20577"/>
          <ac:spMkLst>
            <pc:docMk/>
            <pc:sldMk cId="66189199" sldId="2147482596"/>
            <ac:spMk id="5" creationId="{D4337CBE-502A-834C-65EB-D35DA95B120C}"/>
          </ac:spMkLst>
        </pc:spChg>
        <pc:spChg chg="add mod">
          <ac:chgData name="Carmen Fernandez Casal" userId="8eab5370-896e-4253-b717-dd33ece302a8" providerId="ADAL" clId="{6060FDFC-B111-48CD-BD54-389E283BF00A}" dt="2025-05-06T21:24:34.052" v="9692" actId="12789"/>
          <ac:spMkLst>
            <pc:docMk/>
            <pc:sldMk cId="66189199" sldId="2147482596"/>
            <ac:spMk id="7" creationId="{24FC7A27-76BA-6A48-C404-02D8FFF98DF3}"/>
          </ac:spMkLst>
        </pc:spChg>
        <pc:spChg chg="mod">
          <ac:chgData name="Carmen Fernandez Casal" userId="8eab5370-896e-4253-b717-dd33ece302a8" providerId="ADAL" clId="{6060FDFC-B111-48CD-BD54-389E283BF00A}" dt="2025-05-13T11:29:12.485" v="12806" actId="20577"/>
          <ac:spMkLst>
            <pc:docMk/>
            <pc:sldMk cId="66189199" sldId="2147482596"/>
            <ac:spMk id="11" creationId="{29C796F3-ADE3-7561-AB48-BCF1BC512F60}"/>
          </ac:spMkLst>
        </pc:spChg>
        <pc:graphicFrameChg chg="mod">
          <ac:chgData name="Carmen Fernandez Casal" userId="8eab5370-896e-4253-b717-dd33ece302a8" providerId="ADAL" clId="{6060FDFC-B111-48CD-BD54-389E283BF00A}" dt="2025-05-06T21:24:34.052" v="9692" actId="12789"/>
          <ac:graphicFrameMkLst>
            <pc:docMk/>
            <pc:sldMk cId="66189199" sldId="2147482596"/>
            <ac:graphicFrameMk id="8" creationId="{87C7C8C4-6864-3197-84CE-7B0766524800}"/>
          </ac:graphicFrameMkLst>
        </pc:graphicFrameChg>
        <pc:cxnChg chg="mod">
          <ac:chgData name="Carmen Fernandez Casal" userId="8eab5370-896e-4253-b717-dd33ece302a8" providerId="ADAL" clId="{6060FDFC-B111-48CD-BD54-389E283BF00A}" dt="2025-05-06T21:10:42.364" v="9250" actId="552"/>
          <ac:cxnSpMkLst>
            <pc:docMk/>
            <pc:sldMk cId="66189199" sldId="2147482596"/>
            <ac:cxnSpMk id="4" creationId="{A2DB8254-2BFC-643C-9FA9-C1DBCD279FB5}"/>
          </ac:cxnSpMkLst>
        </pc:cxnChg>
        <pc:extLst>
          <p:ext xmlns:p="http://schemas.openxmlformats.org/presentationml/2006/main" uri="{D6D511B9-2390-475A-947B-AFAB55BFBCF1}">
            <pc226:cmChg xmlns:pc226="http://schemas.microsoft.com/office/powerpoint/2022/06/main/command" chg="mod">
              <pc226:chgData name="Carmen Fernandez Casal" userId="8eab5370-896e-4253-b717-dd33ece302a8" providerId="ADAL" clId="{6060FDFC-B111-48CD-BD54-389E283BF00A}" dt="2025-05-13T11:29:03.055" v="12793" actId="6549"/>
              <pc2:cmMkLst xmlns:pc2="http://schemas.microsoft.com/office/powerpoint/2019/9/main/command">
                <pc:docMk/>
                <pc:sldMk cId="66189199" sldId="2147482596"/>
                <pc2:cmMk id="{F7874800-3514-4F0B-888E-68FBC9D94247}"/>
              </pc2:cmMkLst>
            </pc226:cmChg>
          </p:ext>
        </pc:extLst>
      </pc:sldChg>
      <pc:sldChg chg="add del">
        <pc:chgData name="Carmen Fernandez Casal" userId="8eab5370-896e-4253-b717-dd33ece302a8" providerId="ADAL" clId="{6060FDFC-B111-48CD-BD54-389E283BF00A}" dt="2025-05-05T19:59:06.936" v="8328" actId="47"/>
        <pc:sldMkLst>
          <pc:docMk/>
          <pc:sldMk cId="1082718426" sldId="2147482597"/>
        </pc:sldMkLst>
      </pc:sldChg>
      <pc:sldChg chg="addSp delSp modSp mod">
        <pc:chgData name="Carmen Fernandez Casal" userId="8eab5370-896e-4253-b717-dd33ece302a8" providerId="ADAL" clId="{6060FDFC-B111-48CD-BD54-389E283BF00A}" dt="2025-05-12T20:21:06.997" v="12745" actId="6549"/>
        <pc:sldMkLst>
          <pc:docMk/>
          <pc:sldMk cId="918206966" sldId="2147482598"/>
        </pc:sldMkLst>
        <pc:spChg chg="add mod">
          <ac:chgData name="Carmen Fernandez Casal" userId="8eab5370-896e-4253-b717-dd33ece302a8" providerId="ADAL" clId="{6060FDFC-B111-48CD-BD54-389E283BF00A}" dt="2025-05-12T20:21:06.997" v="12745" actId="6549"/>
          <ac:spMkLst>
            <pc:docMk/>
            <pc:sldMk cId="918206966" sldId="2147482598"/>
            <ac:spMk id="7" creationId="{B4280D70-B3DC-9278-6258-5919EF21247F}"/>
          </ac:spMkLst>
        </pc:spChg>
        <pc:spChg chg="del mod">
          <ac:chgData name="Carmen Fernandez Casal" userId="8eab5370-896e-4253-b717-dd33ece302a8" providerId="ADAL" clId="{6060FDFC-B111-48CD-BD54-389E283BF00A}" dt="2025-05-12T20:12:07.214" v="12720" actId="478"/>
          <ac:spMkLst>
            <pc:docMk/>
            <pc:sldMk cId="918206966" sldId="2147482598"/>
            <ac:spMk id="27" creationId="{37402B26-7BBC-10AD-66E3-A4A6D7D127A2}"/>
          </ac:spMkLst>
        </pc:spChg>
      </pc:sldChg>
      <pc:sldChg chg="modSp mod">
        <pc:chgData name="Carmen Fernandez Casal" userId="8eab5370-896e-4253-b717-dd33ece302a8" providerId="ADAL" clId="{6060FDFC-B111-48CD-BD54-389E283BF00A}" dt="2025-05-12T20:18:58.145" v="12737" actId="20577"/>
        <pc:sldMkLst>
          <pc:docMk/>
          <pc:sldMk cId="2262725393" sldId="2147482599"/>
        </pc:sldMkLst>
        <pc:spChg chg="mod">
          <ac:chgData name="Carmen Fernandez Casal" userId="8eab5370-896e-4253-b717-dd33ece302a8" providerId="ADAL" clId="{6060FDFC-B111-48CD-BD54-389E283BF00A}" dt="2025-05-12T20:18:58.145" v="12737" actId="20577"/>
          <ac:spMkLst>
            <pc:docMk/>
            <pc:sldMk cId="2262725393" sldId="2147482599"/>
            <ac:spMk id="10" creationId="{A6319E7A-4FA1-446E-8B4B-6E8E70D6B827}"/>
          </ac:spMkLst>
        </pc:spChg>
        <pc:spChg chg="mod">
          <ac:chgData name="Carmen Fernandez Casal" userId="8eab5370-896e-4253-b717-dd33ece302a8" providerId="ADAL" clId="{6060FDFC-B111-48CD-BD54-389E283BF00A}" dt="2025-05-08T14:10:07.726" v="10525" actId="20577"/>
          <ac:spMkLst>
            <pc:docMk/>
            <pc:sldMk cId="2262725393" sldId="2147482599"/>
            <ac:spMk id="39" creationId="{3D1A04AD-9619-2054-A167-716E406A3B54}"/>
          </ac:spMkLst>
        </pc:spChg>
      </pc:sldChg>
      <pc:sldChg chg="modSp mod">
        <pc:chgData name="Carmen Fernandez Casal" userId="8eab5370-896e-4253-b717-dd33ece302a8" providerId="ADAL" clId="{6060FDFC-B111-48CD-BD54-389E283BF00A}" dt="2025-05-12T20:18:48.588" v="12733" actId="20577"/>
        <pc:sldMkLst>
          <pc:docMk/>
          <pc:sldMk cId="1139429206" sldId="2147482600"/>
        </pc:sldMkLst>
        <pc:spChg chg="mod">
          <ac:chgData name="Carmen Fernandez Casal" userId="8eab5370-896e-4253-b717-dd33ece302a8" providerId="ADAL" clId="{6060FDFC-B111-48CD-BD54-389E283BF00A}" dt="2025-05-12T20:18:48.588" v="12733" actId="20577"/>
          <ac:spMkLst>
            <pc:docMk/>
            <pc:sldMk cId="1139429206" sldId="2147482600"/>
            <ac:spMk id="5" creationId="{09C37979-D8CC-1854-9FD5-B3829B12BE63}"/>
          </ac:spMkLst>
        </pc:spChg>
      </pc:sldChg>
      <pc:sldChg chg="modSp mod">
        <pc:chgData name="Carmen Fernandez Casal" userId="8eab5370-896e-4253-b717-dd33ece302a8" providerId="ADAL" clId="{6060FDFC-B111-48CD-BD54-389E283BF00A}" dt="2025-05-12T20:21:10.480" v="12746" actId="20577"/>
        <pc:sldMkLst>
          <pc:docMk/>
          <pc:sldMk cId="758034783" sldId="2147482601"/>
        </pc:sldMkLst>
        <pc:spChg chg="mod">
          <ac:chgData name="Carmen Fernandez Casal" userId="8eab5370-896e-4253-b717-dd33ece302a8" providerId="ADAL" clId="{6060FDFC-B111-48CD-BD54-389E283BF00A}" dt="2025-05-12T20:21:10.480" v="12746" actId="20577"/>
          <ac:spMkLst>
            <pc:docMk/>
            <pc:sldMk cId="758034783" sldId="2147482601"/>
            <ac:spMk id="27" creationId="{A0449CFB-CB5C-D047-2A6F-785C3B8CD07D}"/>
          </ac:spMkLst>
        </pc:spChg>
      </pc:sldChg>
      <pc:sldChg chg="addSp modSp mod">
        <pc:chgData name="Carmen Fernandez Casal" userId="8eab5370-896e-4253-b717-dd33ece302a8" providerId="ADAL" clId="{6060FDFC-B111-48CD-BD54-389E283BF00A}" dt="2025-05-12T17:28:29.890" v="11130" actId="1076"/>
        <pc:sldMkLst>
          <pc:docMk/>
          <pc:sldMk cId="2875083049" sldId="2147482603"/>
        </pc:sldMkLst>
        <pc:spChg chg="mod">
          <ac:chgData name="Carmen Fernandez Casal" userId="8eab5370-896e-4253-b717-dd33ece302a8" providerId="ADAL" clId="{6060FDFC-B111-48CD-BD54-389E283BF00A}" dt="2025-05-12T17:26:50.948" v="11110" actId="14100"/>
          <ac:spMkLst>
            <pc:docMk/>
            <pc:sldMk cId="2875083049" sldId="2147482603"/>
            <ac:spMk id="9" creationId="{5C4D1430-08AC-0C08-CED4-B3A3E7E4EB25}"/>
          </ac:spMkLst>
        </pc:spChg>
        <pc:spChg chg="add mod ord">
          <ac:chgData name="Carmen Fernandez Casal" userId="8eab5370-896e-4253-b717-dd33ece302a8" providerId="ADAL" clId="{6060FDFC-B111-48CD-BD54-389E283BF00A}" dt="2025-05-12T17:28:29.890" v="11130" actId="1076"/>
          <ac:spMkLst>
            <pc:docMk/>
            <pc:sldMk cId="2875083049" sldId="2147482603"/>
            <ac:spMk id="12" creationId="{593FDAE5-7F4E-4963-6EB6-619E56E9053F}"/>
          </ac:spMkLst>
        </pc:spChg>
        <pc:grpChg chg="add mod">
          <ac:chgData name="Carmen Fernandez Casal" userId="8eab5370-896e-4253-b717-dd33ece302a8" providerId="ADAL" clId="{6060FDFC-B111-48CD-BD54-389E283BF00A}" dt="2025-05-12T17:26:50.948" v="11110" actId="14100"/>
          <ac:grpSpMkLst>
            <pc:docMk/>
            <pc:sldMk cId="2875083049" sldId="2147482603"/>
            <ac:grpSpMk id="7" creationId="{2D0D642B-9132-2862-1711-C30C5D209B2C}"/>
          </ac:grpSpMkLst>
        </pc:grpChg>
        <pc:picChg chg="mod">
          <ac:chgData name="Carmen Fernandez Casal" userId="8eab5370-896e-4253-b717-dd33ece302a8" providerId="ADAL" clId="{6060FDFC-B111-48CD-BD54-389E283BF00A}" dt="2025-05-12T17:26:50.948" v="11110" actId="14100"/>
          <ac:picMkLst>
            <pc:docMk/>
            <pc:sldMk cId="2875083049" sldId="2147482603"/>
            <ac:picMk id="1026" creationId="{44BF8B6F-272F-20F7-60E9-788274C8729C}"/>
          </ac:picMkLst>
        </pc:picChg>
      </pc:sldChg>
      <pc:sldChg chg="addSp delSp modSp mod">
        <pc:chgData name="Carmen Fernandez Casal" userId="8eab5370-896e-4253-b717-dd33ece302a8" providerId="ADAL" clId="{6060FDFC-B111-48CD-BD54-389E283BF00A}" dt="2025-05-12T20:21:24.607" v="12749" actId="20577"/>
        <pc:sldMkLst>
          <pc:docMk/>
          <pc:sldMk cId="4131125572" sldId="2147482612"/>
        </pc:sldMkLst>
        <pc:spChg chg="mod">
          <ac:chgData name="Carmen Fernandez Casal" userId="8eab5370-896e-4253-b717-dd33ece302a8" providerId="ADAL" clId="{6060FDFC-B111-48CD-BD54-389E283BF00A}" dt="2025-05-12T14:44:59.932" v="10575" actId="20577"/>
          <ac:spMkLst>
            <pc:docMk/>
            <pc:sldMk cId="4131125572" sldId="2147482612"/>
            <ac:spMk id="2" creationId="{025839E4-A15B-D6F9-E1BC-6D1C8F790D5B}"/>
          </ac:spMkLst>
        </pc:spChg>
        <pc:spChg chg="mod">
          <ac:chgData name="Carmen Fernandez Casal" userId="8eab5370-896e-4253-b717-dd33ece302a8" providerId="ADAL" clId="{6060FDFC-B111-48CD-BD54-389E283BF00A}" dt="2025-05-12T14:45:06.920" v="10576" actId="13926"/>
          <ac:spMkLst>
            <pc:docMk/>
            <pc:sldMk cId="4131125572" sldId="2147482612"/>
            <ac:spMk id="3" creationId="{A3A5CB2D-1F11-3ADD-EDCB-3AD4A46235E6}"/>
          </ac:spMkLst>
        </pc:spChg>
        <pc:spChg chg="mod">
          <ac:chgData name="Carmen Fernandez Casal" userId="8eab5370-896e-4253-b717-dd33ece302a8" providerId="ADAL" clId="{6060FDFC-B111-48CD-BD54-389E283BF00A}" dt="2025-05-12T20:21:24.607" v="12749" actId="20577"/>
          <ac:spMkLst>
            <pc:docMk/>
            <pc:sldMk cId="4131125572" sldId="2147482612"/>
            <ac:spMk id="4" creationId="{6714A796-1EB7-6CD2-2ABE-CD8A250BC076}"/>
          </ac:spMkLst>
        </pc:spChg>
        <pc:spChg chg="mod">
          <ac:chgData name="Carmen Fernandez Casal" userId="8eab5370-896e-4253-b717-dd33ece302a8" providerId="ADAL" clId="{6060FDFC-B111-48CD-BD54-389E283BF00A}" dt="2025-05-12T17:22:16.175" v="11028" actId="555"/>
          <ac:spMkLst>
            <pc:docMk/>
            <pc:sldMk cId="4131125572" sldId="2147482612"/>
            <ac:spMk id="8" creationId="{7D9AF8EF-015A-5F78-47A0-AB1F8E280A5F}"/>
          </ac:spMkLst>
        </pc:spChg>
        <pc:spChg chg="mod">
          <ac:chgData name="Carmen Fernandez Casal" userId="8eab5370-896e-4253-b717-dd33ece302a8" providerId="ADAL" clId="{6060FDFC-B111-48CD-BD54-389E283BF00A}" dt="2025-05-12T17:22:16.175" v="11028" actId="555"/>
          <ac:spMkLst>
            <pc:docMk/>
            <pc:sldMk cId="4131125572" sldId="2147482612"/>
            <ac:spMk id="10" creationId="{D992F921-8434-732E-66BE-EA80DCD2265B}"/>
          </ac:spMkLst>
        </pc:spChg>
        <pc:spChg chg="mod">
          <ac:chgData name="Carmen Fernandez Casal" userId="8eab5370-896e-4253-b717-dd33ece302a8" providerId="ADAL" clId="{6060FDFC-B111-48CD-BD54-389E283BF00A}" dt="2025-05-12T17:22:04.181" v="11025" actId="1076"/>
          <ac:spMkLst>
            <pc:docMk/>
            <pc:sldMk cId="4131125572" sldId="2147482612"/>
            <ac:spMk id="11" creationId="{6916966B-2732-FF5D-62E9-E677A69096AB}"/>
          </ac:spMkLst>
        </pc:spChg>
        <pc:spChg chg="add mod">
          <ac:chgData name="Carmen Fernandez Casal" userId="8eab5370-896e-4253-b717-dd33ece302a8" providerId="ADAL" clId="{6060FDFC-B111-48CD-BD54-389E283BF00A}" dt="2025-05-12T17:20:23.608" v="10906"/>
          <ac:spMkLst>
            <pc:docMk/>
            <pc:sldMk cId="4131125572" sldId="2147482612"/>
            <ac:spMk id="17" creationId="{DE892673-B13D-9011-E0F4-48309FB16815}"/>
          </ac:spMkLst>
        </pc:spChg>
        <pc:graphicFrameChg chg="add mod">
          <ac:chgData name="Carmen Fernandez Casal" userId="8eab5370-896e-4253-b717-dd33ece302a8" providerId="ADAL" clId="{6060FDFC-B111-48CD-BD54-389E283BF00A}" dt="2025-05-12T17:17:41.699" v="10695"/>
          <ac:graphicFrameMkLst>
            <pc:docMk/>
            <pc:sldMk cId="4131125572" sldId="2147482612"/>
            <ac:graphicFrameMk id="5" creationId="{0AA63102-776C-1212-6960-F7F6F7D6799F}"/>
          </ac:graphicFrameMkLst>
        </pc:graphicFrameChg>
        <pc:graphicFrameChg chg="del mod modGraphic">
          <ac:chgData name="Carmen Fernandez Casal" userId="8eab5370-896e-4253-b717-dd33ece302a8" providerId="ADAL" clId="{6060FDFC-B111-48CD-BD54-389E283BF00A}" dt="2025-05-12T17:22:27.970" v="11033" actId="478"/>
          <ac:graphicFrameMkLst>
            <pc:docMk/>
            <pc:sldMk cId="4131125572" sldId="2147482612"/>
            <ac:graphicFrameMk id="6" creationId="{BD06259F-6020-8111-4FF9-393E79DCB05E}"/>
          </ac:graphicFrameMkLst>
        </pc:graphicFrameChg>
        <pc:graphicFrameChg chg="del mod modGraphic">
          <ac:chgData name="Carmen Fernandez Casal" userId="8eab5370-896e-4253-b717-dd33ece302a8" providerId="ADAL" clId="{6060FDFC-B111-48CD-BD54-389E283BF00A}" dt="2025-05-12T17:22:30.500" v="11034" actId="478"/>
          <ac:graphicFrameMkLst>
            <pc:docMk/>
            <pc:sldMk cId="4131125572" sldId="2147482612"/>
            <ac:graphicFrameMk id="7" creationId="{061BC48B-4289-17F6-92CC-4E9D6340A822}"/>
          </ac:graphicFrameMkLst>
        </pc:graphicFrameChg>
        <pc:graphicFrameChg chg="add del mod">
          <ac:chgData name="Carmen Fernandez Casal" userId="8eab5370-896e-4253-b717-dd33ece302a8" providerId="ADAL" clId="{6060FDFC-B111-48CD-BD54-389E283BF00A}" dt="2025-05-12T17:19:05.860" v="10803" actId="478"/>
          <ac:graphicFrameMkLst>
            <pc:docMk/>
            <pc:sldMk cId="4131125572" sldId="2147482612"/>
            <ac:graphicFrameMk id="13" creationId="{4BC0AECB-0E06-6734-5A3F-71B986F57F1D}"/>
          </ac:graphicFrameMkLst>
        </pc:graphicFrameChg>
        <pc:graphicFrameChg chg="add mod">
          <ac:chgData name="Carmen Fernandez Casal" userId="8eab5370-896e-4253-b717-dd33ece302a8" providerId="ADAL" clId="{6060FDFC-B111-48CD-BD54-389E283BF00A}" dt="2025-05-12T17:19:10.252" v="10804"/>
          <ac:graphicFrameMkLst>
            <pc:docMk/>
            <pc:sldMk cId="4131125572" sldId="2147482612"/>
            <ac:graphicFrameMk id="14" creationId="{4AA129A3-1DA9-014C-506C-5D0700C3D1D1}"/>
          </ac:graphicFrameMkLst>
        </pc:graphicFrameChg>
        <pc:graphicFrameChg chg="add mod">
          <ac:chgData name="Carmen Fernandez Casal" userId="8eab5370-896e-4253-b717-dd33ece302a8" providerId="ADAL" clId="{6060FDFC-B111-48CD-BD54-389E283BF00A}" dt="2025-05-12T17:20:23.608" v="10906"/>
          <ac:graphicFrameMkLst>
            <pc:docMk/>
            <pc:sldMk cId="4131125572" sldId="2147482612"/>
            <ac:graphicFrameMk id="16" creationId="{20F31452-776F-F985-06DE-4FDDA95D8701}"/>
          </ac:graphicFrameMkLst>
        </pc:graphicFrameChg>
        <pc:graphicFrameChg chg="add del mod modGraphic">
          <ac:chgData name="Carmen Fernandez Casal" userId="8eab5370-896e-4253-b717-dd33ece302a8" providerId="ADAL" clId="{6060FDFC-B111-48CD-BD54-389E283BF00A}" dt="2025-05-12T17:21:08.656" v="11006" actId="478"/>
          <ac:graphicFrameMkLst>
            <pc:docMk/>
            <pc:sldMk cId="4131125572" sldId="2147482612"/>
            <ac:graphicFrameMk id="20" creationId="{E69C9EB1-8E07-A13E-FB69-25F37EF65DC6}"/>
          </ac:graphicFrameMkLst>
        </pc:graphicFrameChg>
        <pc:graphicFrameChg chg="add mod">
          <ac:chgData name="Carmen Fernandez Casal" userId="8eab5370-896e-4253-b717-dd33ece302a8" providerId="ADAL" clId="{6060FDFC-B111-48CD-BD54-389E283BF00A}" dt="2025-05-12T17:21:10.578" v="11007"/>
          <ac:graphicFrameMkLst>
            <pc:docMk/>
            <pc:sldMk cId="4131125572" sldId="2147482612"/>
            <ac:graphicFrameMk id="21" creationId="{3D08B9C3-D7A9-67F4-B21E-B4C2C7B3E4C0}"/>
          </ac:graphicFrameMkLst>
        </pc:graphicFrameChg>
        <pc:picChg chg="add mod">
          <ac:chgData name="Carmen Fernandez Casal" userId="8eab5370-896e-4253-b717-dd33ece302a8" providerId="ADAL" clId="{6060FDFC-B111-48CD-BD54-389E283BF00A}" dt="2025-05-12T17:22:21.455" v="11032" actId="1036"/>
          <ac:picMkLst>
            <pc:docMk/>
            <pc:sldMk cId="4131125572" sldId="2147482612"/>
            <ac:picMk id="12" creationId="{F57D64A4-2B04-FC7D-841A-3591ED63A88A}"/>
          </ac:picMkLst>
        </pc:picChg>
        <pc:picChg chg="add del mod">
          <ac:chgData name="Carmen Fernandez Casal" userId="8eab5370-896e-4253-b717-dd33ece302a8" providerId="ADAL" clId="{6060FDFC-B111-48CD-BD54-389E283BF00A}" dt="2025-05-12T17:20:22.868" v="10905" actId="478"/>
          <ac:picMkLst>
            <pc:docMk/>
            <pc:sldMk cId="4131125572" sldId="2147482612"/>
            <ac:picMk id="15" creationId="{9EBCD6EF-8FC1-7571-373C-AA1FF6436982}"/>
          </ac:picMkLst>
        </pc:picChg>
        <pc:picChg chg="add del mod modCrop">
          <ac:chgData name="Carmen Fernandez Casal" userId="8eab5370-896e-4253-b717-dd33ece302a8" providerId="ADAL" clId="{6060FDFC-B111-48CD-BD54-389E283BF00A}" dt="2025-05-12T17:20:48.856" v="11002" actId="478"/>
          <ac:picMkLst>
            <pc:docMk/>
            <pc:sldMk cId="4131125572" sldId="2147482612"/>
            <ac:picMk id="18" creationId="{C5DE4E72-DF92-9B09-076D-B11EB1A0FBF1}"/>
          </ac:picMkLst>
        </pc:picChg>
        <pc:picChg chg="add mod">
          <ac:chgData name="Carmen Fernandez Casal" userId="8eab5370-896e-4253-b717-dd33ece302a8" providerId="ADAL" clId="{6060FDFC-B111-48CD-BD54-389E283BF00A}" dt="2025-05-12T17:22:21.455" v="11032" actId="1036"/>
          <ac:picMkLst>
            <pc:docMk/>
            <pc:sldMk cId="4131125572" sldId="2147482612"/>
            <ac:picMk id="22" creationId="{6A6C0461-DD07-1675-AF06-62BDAC2934A6}"/>
          </ac:picMkLst>
        </pc:picChg>
        <pc:cxnChg chg="add mod">
          <ac:chgData name="Carmen Fernandez Casal" userId="8eab5370-896e-4253-b717-dd33ece302a8" providerId="ADAL" clId="{6060FDFC-B111-48CD-BD54-389E283BF00A}" dt="2025-05-12T17:23:10.978" v="11070" actId="693"/>
          <ac:cxnSpMkLst>
            <pc:docMk/>
            <pc:sldMk cId="4131125572" sldId="2147482612"/>
            <ac:cxnSpMk id="24" creationId="{70106F81-C881-A44C-A441-45D1E9AFC9A6}"/>
          </ac:cxnSpMkLst>
        </pc:cxnChg>
      </pc:sldChg>
      <pc:sldChg chg="modSp mod">
        <pc:chgData name="Carmen Fernandez Casal" userId="8eab5370-896e-4253-b717-dd33ece302a8" providerId="ADAL" clId="{6060FDFC-B111-48CD-BD54-389E283BF00A}" dt="2025-05-12T20:21:16.115" v="12748" actId="6549"/>
        <pc:sldMkLst>
          <pc:docMk/>
          <pc:sldMk cId="2858400574" sldId="2147482613"/>
        </pc:sldMkLst>
        <pc:spChg chg="mod">
          <ac:chgData name="Carmen Fernandez Casal" userId="8eab5370-896e-4253-b717-dd33ece302a8" providerId="ADAL" clId="{6060FDFC-B111-48CD-BD54-389E283BF00A}" dt="2025-05-12T20:14:00.042" v="12731" actId="1036"/>
          <ac:spMkLst>
            <pc:docMk/>
            <pc:sldMk cId="2858400574" sldId="2147482613"/>
            <ac:spMk id="6" creationId="{4297E170-BD69-477D-620A-DD7169597C64}"/>
          </ac:spMkLst>
        </pc:spChg>
        <pc:spChg chg="mod">
          <ac:chgData name="Carmen Fernandez Casal" userId="8eab5370-896e-4253-b717-dd33ece302a8" providerId="ADAL" clId="{6060FDFC-B111-48CD-BD54-389E283BF00A}" dt="2025-05-12T20:14:00.042" v="12731" actId="1036"/>
          <ac:spMkLst>
            <pc:docMk/>
            <pc:sldMk cId="2858400574" sldId="2147482613"/>
            <ac:spMk id="7" creationId="{0F29C71E-8D3C-901F-C7D9-567874535EAB}"/>
          </ac:spMkLst>
        </pc:spChg>
        <pc:spChg chg="mod">
          <ac:chgData name="Carmen Fernandez Casal" userId="8eab5370-896e-4253-b717-dd33ece302a8" providerId="ADAL" clId="{6060FDFC-B111-48CD-BD54-389E283BF00A}" dt="2025-05-12T20:21:16.115" v="12748" actId="6549"/>
          <ac:spMkLst>
            <pc:docMk/>
            <pc:sldMk cId="2858400574" sldId="2147482613"/>
            <ac:spMk id="8" creationId="{9B19222C-6E1E-EBBC-BBFE-C46151508DFB}"/>
          </ac:spMkLst>
        </pc:spChg>
        <pc:spChg chg="mod">
          <ac:chgData name="Carmen Fernandez Casal" userId="8eab5370-896e-4253-b717-dd33ece302a8" providerId="ADAL" clId="{6060FDFC-B111-48CD-BD54-389E283BF00A}" dt="2025-05-12T20:14:00.042" v="12731" actId="1036"/>
          <ac:spMkLst>
            <pc:docMk/>
            <pc:sldMk cId="2858400574" sldId="2147482613"/>
            <ac:spMk id="11" creationId="{7E6C73FD-E53A-D643-322C-11E1C7D54833}"/>
          </ac:spMkLst>
        </pc:spChg>
        <pc:spChg chg="mod">
          <ac:chgData name="Carmen Fernandez Casal" userId="8eab5370-896e-4253-b717-dd33ece302a8" providerId="ADAL" clId="{6060FDFC-B111-48CD-BD54-389E283BF00A}" dt="2025-05-12T20:14:00.042" v="12731" actId="1036"/>
          <ac:spMkLst>
            <pc:docMk/>
            <pc:sldMk cId="2858400574" sldId="2147482613"/>
            <ac:spMk id="12" creationId="{EEB0FF59-59EC-26E8-1E27-7F38934DB513}"/>
          </ac:spMkLst>
        </pc:spChg>
        <pc:spChg chg="mod">
          <ac:chgData name="Carmen Fernandez Casal" userId="8eab5370-896e-4253-b717-dd33ece302a8" providerId="ADAL" clId="{6060FDFC-B111-48CD-BD54-389E283BF00A}" dt="2025-05-12T20:14:00.042" v="12731" actId="1036"/>
          <ac:spMkLst>
            <pc:docMk/>
            <pc:sldMk cId="2858400574" sldId="2147482613"/>
            <ac:spMk id="14" creationId="{DFB9BEB9-9FE3-3E17-A81F-D7C75553CC02}"/>
          </ac:spMkLst>
        </pc:spChg>
        <pc:spChg chg="mod">
          <ac:chgData name="Carmen Fernandez Casal" userId="8eab5370-896e-4253-b717-dd33ece302a8" providerId="ADAL" clId="{6060FDFC-B111-48CD-BD54-389E283BF00A}" dt="2025-05-12T20:14:00.042" v="12731" actId="1036"/>
          <ac:spMkLst>
            <pc:docMk/>
            <pc:sldMk cId="2858400574" sldId="2147482613"/>
            <ac:spMk id="15" creationId="{7FFA3351-9D0F-083B-C50D-91C1A1CAE245}"/>
          </ac:spMkLst>
        </pc:spChg>
        <pc:spChg chg="mod">
          <ac:chgData name="Carmen Fernandez Casal" userId="8eab5370-896e-4253-b717-dd33ece302a8" providerId="ADAL" clId="{6060FDFC-B111-48CD-BD54-389E283BF00A}" dt="2025-05-12T20:14:00.042" v="12731" actId="1036"/>
          <ac:spMkLst>
            <pc:docMk/>
            <pc:sldMk cId="2858400574" sldId="2147482613"/>
            <ac:spMk id="16" creationId="{70122747-3BF6-6767-F85A-5656FA343121}"/>
          </ac:spMkLst>
        </pc:spChg>
        <pc:spChg chg="mod">
          <ac:chgData name="Carmen Fernandez Casal" userId="8eab5370-896e-4253-b717-dd33ece302a8" providerId="ADAL" clId="{6060FDFC-B111-48CD-BD54-389E283BF00A}" dt="2025-05-12T20:14:00.042" v="12731" actId="1036"/>
          <ac:spMkLst>
            <pc:docMk/>
            <pc:sldMk cId="2858400574" sldId="2147482613"/>
            <ac:spMk id="17" creationId="{0CD0E732-A490-43F0-5771-4A44688A2A4E}"/>
          </ac:spMkLst>
        </pc:spChg>
      </pc:sldChg>
      <pc:sldChg chg="addSp modSp mod">
        <pc:chgData name="Carmen Fernandez Casal" userId="8eab5370-896e-4253-b717-dd33ece302a8" providerId="ADAL" clId="{6060FDFC-B111-48CD-BD54-389E283BF00A}" dt="2025-05-12T17:28:46.644" v="11134" actId="167"/>
        <pc:sldMkLst>
          <pc:docMk/>
          <pc:sldMk cId="1420790168" sldId="2147482615"/>
        </pc:sldMkLst>
        <pc:spChg chg="add mod ord">
          <ac:chgData name="Carmen Fernandez Casal" userId="8eab5370-896e-4253-b717-dd33ece302a8" providerId="ADAL" clId="{6060FDFC-B111-48CD-BD54-389E283BF00A}" dt="2025-05-12T17:28:46.644" v="11134" actId="167"/>
          <ac:spMkLst>
            <pc:docMk/>
            <pc:sldMk cId="1420790168" sldId="2147482615"/>
            <ac:spMk id="12" creationId="{B9E0BB44-8997-E588-A52D-E961522F3697}"/>
          </ac:spMkLst>
        </pc:spChg>
        <pc:spChg chg="mod">
          <ac:chgData name="Carmen Fernandez Casal" userId="8eab5370-896e-4253-b717-dd33ece302a8" providerId="ADAL" clId="{6060FDFC-B111-48CD-BD54-389E283BF00A}" dt="2025-05-12T17:27:17.430" v="11116" actId="14100"/>
          <ac:spMkLst>
            <pc:docMk/>
            <pc:sldMk cId="1420790168" sldId="2147482615"/>
            <ac:spMk id="17" creationId="{409A8262-8547-6931-81FB-3D287BF9D020}"/>
          </ac:spMkLst>
        </pc:spChg>
        <pc:grpChg chg="add mod">
          <ac:chgData name="Carmen Fernandez Casal" userId="8eab5370-896e-4253-b717-dd33ece302a8" providerId="ADAL" clId="{6060FDFC-B111-48CD-BD54-389E283BF00A}" dt="2025-05-12T17:27:17.430" v="11116" actId="14100"/>
          <ac:grpSpMkLst>
            <pc:docMk/>
            <pc:sldMk cId="1420790168" sldId="2147482615"/>
            <ac:grpSpMk id="11" creationId="{925B9B70-2D54-8450-D84A-118014DB6E49}"/>
          </ac:grpSpMkLst>
        </pc:grpChg>
        <pc:picChg chg="mod">
          <ac:chgData name="Carmen Fernandez Casal" userId="8eab5370-896e-4253-b717-dd33ece302a8" providerId="ADAL" clId="{6060FDFC-B111-48CD-BD54-389E283BF00A}" dt="2025-05-12T17:27:17.430" v="11116" actId="14100"/>
          <ac:picMkLst>
            <pc:docMk/>
            <pc:sldMk cId="1420790168" sldId="2147482615"/>
            <ac:picMk id="9" creationId="{AAF397AA-96D6-DB9D-7F06-452759294DBD}"/>
          </ac:picMkLst>
        </pc:picChg>
      </pc:sldChg>
      <pc:sldChg chg="addSp modSp mod">
        <pc:chgData name="Carmen Fernandez Casal" userId="8eab5370-896e-4253-b717-dd33ece302a8" providerId="ADAL" clId="{6060FDFC-B111-48CD-BD54-389E283BF00A}" dt="2025-05-12T17:29:03.305" v="11137" actId="167"/>
        <pc:sldMkLst>
          <pc:docMk/>
          <pc:sldMk cId="1863037888" sldId="2147482616"/>
        </pc:sldMkLst>
        <pc:spChg chg="add mod ord">
          <ac:chgData name="Carmen Fernandez Casal" userId="8eab5370-896e-4253-b717-dd33ece302a8" providerId="ADAL" clId="{6060FDFC-B111-48CD-BD54-389E283BF00A}" dt="2025-05-12T17:29:03.305" v="11137" actId="167"/>
          <ac:spMkLst>
            <pc:docMk/>
            <pc:sldMk cId="1863037888" sldId="2147482616"/>
            <ac:spMk id="12" creationId="{2FA48563-5ADD-D358-1D45-A32535DE8F99}"/>
          </ac:spMkLst>
        </pc:spChg>
        <pc:spChg chg="mod">
          <ac:chgData name="Carmen Fernandez Casal" userId="8eab5370-896e-4253-b717-dd33ece302a8" providerId="ADAL" clId="{6060FDFC-B111-48CD-BD54-389E283BF00A}" dt="2025-05-12T17:27:09.525" v="11114" actId="14100"/>
          <ac:spMkLst>
            <pc:docMk/>
            <pc:sldMk cId="1863037888" sldId="2147482616"/>
            <ac:spMk id="17" creationId="{CCF1C344-DE9A-5484-13BC-2BDB946798A4}"/>
          </ac:spMkLst>
        </pc:spChg>
        <pc:grpChg chg="add mod">
          <ac:chgData name="Carmen Fernandez Casal" userId="8eab5370-896e-4253-b717-dd33ece302a8" providerId="ADAL" clId="{6060FDFC-B111-48CD-BD54-389E283BF00A}" dt="2025-05-12T17:27:09.525" v="11114" actId="14100"/>
          <ac:grpSpMkLst>
            <pc:docMk/>
            <pc:sldMk cId="1863037888" sldId="2147482616"/>
            <ac:grpSpMk id="11" creationId="{855CA62B-3975-F42F-C83C-4C46FC5C1597}"/>
          </ac:grpSpMkLst>
        </pc:grpChg>
        <pc:picChg chg="mod">
          <ac:chgData name="Carmen Fernandez Casal" userId="8eab5370-896e-4253-b717-dd33ece302a8" providerId="ADAL" clId="{6060FDFC-B111-48CD-BD54-389E283BF00A}" dt="2025-05-12T17:27:09.525" v="11114" actId="14100"/>
          <ac:picMkLst>
            <pc:docMk/>
            <pc:sldMk cId="1863037888" sldId="2147482616"/>
            <ac:picMk id="7" creationId="{7693C5E0-B24D-B802-33B1-64826656B065}"/>
          </ac:picMkLst>
        </pc:picChg>
      </pc:sldChg>
      <pc:sldChg chg="addSp modSp mod">
        <pc:chgData name="Carmen Fernandez Casal" userId="8eab5370-896e-4253-b717-dd33ece302a8" providerId="ADAL" clId="{6060FDFC-B111-48CD-BD54-389E283BF00A}" dt="2025-05-12T17:29:09.050" v="11139" actId="167"/>
        <pc:sldMkLst>
          <pc:docMk/>
          <pc:sldMk cId="1756056964" sldId="2147482617"/>
        </pc:sldMkLst>
        <pc:spChg chg="add mod ord">
          <ac:chgData name="Carmen Fernandez Casal" userId="8eab5370-896e-4253-b717-dd33ece302a8" providerId="ADAL" clId="{6060FDFC-B111-48CD-BD54-389E283BF00A}" dt="2025-05-12T17:29:09.050" v="11139" actId="167"/>
          <ac:spMkLst>
            <pc:docMk/>
            <pc:sldMk cId="1756056964" sldId="2147482617"/>
            <ac:spMk id="8" creationId="{662A17F2-EAB5-8D12-0E2F-FC8F32AE88CA}"/>
          </ac:spMkLst>
        </pc:spChg>
        <pc:spChg chg="mod">
          <ac:chgData name="Carmen Fernandez Casal" userId="8eab5370-896e-4253-b717-dd33ece302a8" providerId="ADAL" clId="{6060FDFC-B111-48CD-BD54-389E283BF00A}" dt="2025-05-12T17:27:36.202" v="11119" actId="14100"/>
          <ac:spMkLst>
            <pc:docMk/>
            <pc:sldMk cId="1756056964" sldId="2147482617"/>
            <ac:spMk id="17" creationId="{E22A0A6F-19DA-F1B4-E84D-95CB19762EDC}"/>
          </ac:spMkLst>
        </pc:spChg>
        <pc:grpChg chg="add mod">
          <ac:chgData name="Carmen Fernandez Casal" userId="8eab5370-896e-4253-b717-dd33ece302a8" providerId="ADAL" clId="{6060FDFC-B111-48CD-BD54-389E283BF00A}" dt="2025-05-12T17:27:36.202" v="11119" actId="14100"/>
          <ac:grpSpMkLst>
            <pc:docMk/>
            <pc:sldMk cId="1756056964" sldId="2147482617"/>
            <ac:grpSpMk id="7" creationId="{98134B97-B58A-9531-8FEE-F6B4B3C9964A}"/>
          </ac:grpSpMkLst>
        </pc:grpChg>
        <pc:picChg chg="mod">
          <ac:chgData name="Carmen Fernandez Casal" userId="8eab5370-896e-4253-b717-dd33ece302a8" providerId="ADAL" clId="{6060FDFC-B111-48CD-BD54-389E283BF00A}" dt="2025-05-12T17:27:36.202" v="11119" actId="14100"/>
          <ac:picMkLst>
            <pc:docMk/>
            <pc:sldMk cId="1756056964" sldId="2147482617"/>
            <ac:picMk id="9" creationId="{C70A3728-5139-E159-5D4C-C60FEF66D62A}"/>
          </ac:picMkLst>
        </pc:picChg>
      </pc:sldChg>
      <pc:sldChg chg="addSp modSp mod">
        <pc:chgData name="Carmen Fernandez Casal" userId="8eab5370-896e-4253-b717-dd33ece302a8" providerId="ADAL" clId="{6060FDFC-B111-48CD-BD54-389E283BF00A}" dt="2025-05-12T17:29:15.078" v="11141" actId="167"/>
        <pc:sldMkLst>
          <pc:docMk/>
          <pc:sldMk cId="3307782242" sldId="2147482618"/>
        </pc:sldMkLst>
        <pc:spChg chg="add mod ord">
          <ac:chgData name="Carmen Fernandez Casal" userId="8eab5370-896e-4253-b717-dd33ece302a8" providerId="ADAL" clId="{6060FDFC-B111-48CD-BD54-389E283BF00A}" dt="2025-05-12T17:29:15.078" v="11141" actId="167"/>
          <ac:spMkLst>
            <pc:docMk/>
            <pc:sldMk cId="3307782242" sldId="2147482618"/>
            <ac:spMk id="12" creationId="{C5DF9B1E-4809-6150-6D41-4EF47380F539}"/>
          </ac:spMkLst>
        </pc:spChg>
        <pc:spChg chg="mod">
          <ac:chgData name="Carmen Fernandez Casal" userId="8eab5370-896e-4253-b717-dd33ece302a8" providerId="ADAL" clId="{6060FDFC-B111-48CD-BD54-389E283BF00A}" dt="2025-05-12T17:27:46.043" v="11122" actId="14100"/>
          <ac:spMkLst>
            <pc:docMk/>
            <pc:sldMk cId="3307782242" sldId="2147482618"/>
            <ac:spMk id="17" creationId="{C30F6769-BD51-D51E-AF38-D027B6B5E573}"/>
          </ac:spMkLst>
        </pc:spChg>
        <pc:grpChg chg="add mod">
          <ac:chgData name="Carmen Fernandez Casal" userId="8eab5370-896e-4253-b717-dd33ece302a8" providerId="ADAL" clId="{6060FDFC-B111-48CD-BD54-389E283BF00A}" dt="2025-05-12T17:27:46.043" v="11122" actId="14100"/>
          <ac:grpSpMkLst>
            <pc:docMk/>
            <pc:sldMk cId="3307782242" sldId="2147482618"/>
            <ac:grpSpMk id="11" creationId="{3DC8BE2D-B062-B666-15BA-0B29F5FFA0C5}"/>
          </ac:grpSpMkLst>
        </pc:grpChg>
        <pc:picChg chg="mod">
          <ac:chgData name="Carmen Fernandez Casal" userId="8eab5370-896e-4253-b717-dd33ece302a8" providerId="ADAL" clId="{6060FDFC-B111-48CD-BD54-389E283BF00A}" dt="2025-05-12T17:27:46.043" v="11122" actId="14100"/>
          <ac:picMkLst>
            <pc:docMk/>
            <pc:sldMk cId="3307782242" sldId="2147482618"/>
            <ac:picMk id="4" creationId="{D2C1E57E-AD10-3F4A-89C2-44A3CADE9568}"/>
          </ac:picMkLst>
        </pc:picChg>
      </pc:sldChg>
      <pc:sldChg chg="addSp modSp mod">
        <pc:chgData name="Carmen Fernandez Casal" userId="8eab5370-896e-4253-b717-dd33ece302a8" providerId="ADAL" clId="{6060FDFC-B111-48CD-BD54-389E283BF00A}" dt="2025-05-12T17:29:20.916" v="11143" actId="167"/>
        <pc:sldMkLst>
          <pc:docMk/>
          <pc:sldMk cId="2317241286" sldId="2147482619"/>
        </pc:sldMkLst>
        <pc:spChg chg="add mod ord">
          <ac:chgData name="Carmen Fernandez Casal" userId="8eab5370-896e-4253-b717-dd33ece302a8" providerId="ADAL" clId="{6060FDFC-B111-48CD-BD54-389E283BF00A}" dt="2025-05-12T17:29:20.916" v="11143" actId="167"/>
          <ac:spMkLst>
            <pc:docMk/>
            <pc:sldMk cId="2317241286" sldId="2147482619"/>
            <ac:spMk id="8" creationId="{19768145-8789-EA5D-66E5-EEABF80C8F64}"/>
          </ac:spMkLst>
        </pc:spChg>
        <pc:spChg chg="mod">
          <ac:chgData name="Carmen Fernandez Casal" userId="8eab5370-896e-4253-b717-dd33ece302a8" providerId="ADAL" clId="{6060FDFC-B111-48CD-BD54-389E283BF00A}" dt="2025-05-12T17:27:59.687" v="11125" actId="14100"/>
          <ac:spMkLst>
            <pc:docMk/>
            <pc:sldMk cId="2317241286" sldId="2147482619"/>
            <ac:spMk id="17" creationId="{9A4ED240-797A-57FF-75FE-D2978CBCA93F}"/>
          </ac:spMkLst>
        </pc:spChg>
        <pc:grpChg chg="add mod">
          <ac:chgData name="Carmen Fernandez Casal" userId="8eab5370-896e-4253-b717-dd33ece302a8" providerId="ADAL" clId="{6060FDFC-B111-48CD-BD54-389E283BF00A}" dt="2025-05-12T17:27:59.687" v="11125" actId="14100"/>
          <ac:grpSpMkLst>
            <pc:docMk/>
            <pc:sldMk cId="2317241286" sldId="2147482619"/>
            <ac:grpSpMk id="7" creationId="{305D7C33-5273-A363-9705-EF9F4D934A23}"/>
          </ac:grpSpMkLst>
        </pc:grpChg>
        <pc:picChg chg="mod">
          <ac:chgData name="Carmen Fernandez Casal" userId="8eab5370-896e-4253-b717-dd33ece302a8" providerId="ADAL" clId="{6060FDFC-B111-48CD-BD54-389E283BF00A}" dt="2025-05-12T17:27:59.687" v="11125" actId="14100"/>
          <ac:picMkLst>
            <pc:docMk/>
            <pc:sldMk cId="2317241286" sldId="2147482619"/>
            <ac:picMk id="9" creationId="{369595CE-321A-FBB9-3EE0-62F2FEC6B830}"/>
          </ac:picMkLst>
        </pc:picChg>
      </pc:sldChg>
      <pc:sldChg chg="modSp mod">
        <pc:chgData name="Carmen Fernandez Casal" userId="8eab5370-896e-4253-b717-dd33ece302a8" providerId="ADAL" clId="{6060FDFC-B111-48CD-BD54-389E283BF00A}" dt="2025-05-12T20:19:21.973" v="12742" actId="20577"/>
        <pc:sldMkLst>
          <pc:docMk/>
          <pc:sldMk cId="1923733466" sldId="2147482620"/>
        </pc:sldMkLst>
        <pc:spChg chg="mod">
          <ac:chgData name="Carmen Fernandez Casal" userId="8eab5370-896e-4253-b717-dd33ece302a8" providerId="ADAL" clId="{6060FDFC-B111-48CD-BD54-389E283BF00A}" dt="2025-05-12T20:19:21.973" v="12742" actId="20577"/>
          <ac:spMkLst>
            <pc:docMk/>
            <pc:sldMk cId="1923733466" sldId="2147482620"/>
            <ac:spMk id="6" creationId="{2B0E60CF-0291-76F8-3204-77B4FFDB778C}"/>
          </ac:spMkLst>
        </pc:spChg>
      </pc:sldChg>
      <pc:sldChg chg="modSp mod">
        <pc:chgData name="Carmen Fernandez Casal" userId="8eab5370-896e-4253-b717-dd33ece302a8" providerId="ADAL" clId="{6060FDFC-B111-48CD-BD54-389E283BF00A}" dt="2025-05-12T20:21:12.969" v="12747" actId="20577"/>
        <pc:sldMkLst>
          <pc:docMk/>
          <pc:sldMk cId="408008183" sldId="2147482621"/>
        </pc:sldMkLst>
        <pc:spChg chg="mod">
          <ac:chgData name="Carmen Fernandez Casal" userId="8eab5370-896e-4253-b717-dd33ece302a8" providerId="ADAL" clId="{6060FDFC-B111-48CD-BD54-389E283BF00A}" dt="2025-05-12T20:21:12.969" v="12747" actId="20577"/>
          <ac:spMkLst>
            <pc:docMk/>
            <pc:sldMk cId="408008183" sldId="2147482621"/>
            <ac:spMk id="8" creationId="{9525983D-7796-155B-E049-BF3D3552C632}"/>
          </ac:spMkLst>
        </pc:spChg>
      </pc:sldChg>
      <pc:sldChg chg="del">
        <pc:chgData name="Carmen Fernandez Casal" userId="8eab5370-896e-4253-b717-dd33ece302a8" providerId="ADAL" clId="{6060FDFC-B111-48CD-BD54-389E283BF00A}" dt="2025-05-12T20:06:30.604" v="12437" actId="47"/>
        <pc:sldMkLst>
          <pc:docMk/>
          <pc:sldMk cId="434533823" sldId="2147482622"/>
        </pc:sldMkLst>
      </pc:sldChg>
      <pc:sldChg chg="addSp delSp modSp mod">
        <pc:chgData name="Carmen Fernandez Casal" userId="8eab5370-896e-4253-b717-dd33ece302a8" providerId="ADAL" clId="{6060FDFC-B111-48CD-BD54-389E283BF00A}" dt="2025-05-12T20:19:30.211" v="12743" actId="20577"/>
        <pc:sldMkLst>
          <pc:docMk/>
          <pc:sldMk cId="980367329" sldId="2147482623"/>
        </pc:sldMkLst>
        <pc:spChg chg="add mod">
          <ac:chgData name="Carmen Fernandez Casal" userId="8eab5370-896e-4253-b717-dd33ece302a8" providerId="ADAL" clId="{6060FDFC-B111-48CD-BD54-389E283BF00A}" dt="2025-05-12T20:19:30.211" v="12743" actId="20577"/>
          <ac:spMkLst>
            <pc:docMk/>
            <pc:sldMk cId="980367329" sldId="2147482623"/>
            <ac:spMk id="6" creationId="{32F4CB49-2E0B-C6E7-155D-5DE18A62B4FB}"/>
          </ac:spMkLst>
        </pc:spChg>
        <pc:spChg chg="del mod">
          <ac:chgData name="Carmen Fernandez Casal" userId="8eab5370-896e-4253-b717-dd33ece302a8" providerId="ADAL" clId="{6060FDFC-B111-48CD-BD54-389E283BF00A}" dt="2025-05-12T20:10:53.666" v="12712" actId="478"/>
          <ac:spMkLst>
            <pc:docMk/>
            <pc:sldMk cId="980367329" sldId="2147482623"/>
            <ac:spMk id="8" creationId="{149DA4E6-BA85-D723-7876-E6F4BDBAB1C4}"/>
          </ac:spMkLst>
        </pc:spChg>
      </pc:sldChg>
      <pc:sldChg chg="modSp del mod">
        <pc:chgData name="Carmen Fernandez Casal" userId="8eab5370-896e-4253-b717-dd33ece302a8" providerId="ADAL" clId="{6060FDFC-B111-48CD-BD54-389E283BF00A}" dt="2025-05-12T20:06:31.688" v="12438" actId="47"/>
        <pc:sldMkLst>
          <pc:docMk/>
          <pc:sldMk cId="2855601107" sldId="2147482624"/>
        </pc:sldMkLst>
        <pc:spChg chg="mod">
          <ac:chgData name="Carmen Fernandez Casal" userId="8eab5370-896e-4253-b717-dd33ece302a8" providerId="ADAL" clId="{6060FDFC-B111-48CD-BD54-389E283BF00A}" dt="2025-05-12T18:18:11.514" v="12303" actId="20577"/>
          <ac:spMkLst>
            <pc:docMk/>
            <pc:sldMk cId="2855601107" sldId="2147482624"/>
            <ac:spMk id="9" creationId="{288CFE02-0924-3B8B-4F0C-3F16C09CD321}"/>
          </ac:spMkLst>
        </pc:spChg>
      </pc:sldChg>
      <pc:sldChg chg="addSp delSp modSp mod">
        <pc:chgData name="Carmen Fernandez Casal" userId="8eab5370-896e-4253-b717-dd33ece302a8" providerId="ADAL" clId="{6060FDFC-B111-48CD-BD54-389E283BF00A}" dt="2025-05-12T20:06:39.639" v="12444" actId="20577"/>
        <pc:sldMkLst>
          <pc:docMk/>
          <pc:sldMk cId="2705967137" sldId="2147482625"/>
        </pc:sldMkLst>
        <pc:spChg chg="mod">
          <ac:chgData name="Carmen Fernandez Casal" userId="8eab5370-896e-4253-b717-dd33ece302a8" providerId="ADAL" clId="{6060FDFC-B111-48CD-BD54-389E283BF00A}" dt="2025-05-12T20:06:39.639" v="12444" actId="20577"/>
          <ac:spMkLst>
            <pc:docMk/>
            <pc:sldMk cId="2705967137" sldId="2147482625"/>
            <ac:spMk id="2" creationId="{DEBF6FCA-B1E9-BC79-3C3F-10ADA5329522}"/>
          </ac:spMkLst>
        </pc:spChg>
        <pc:spChg chg="mod">
          <ac:chgData name="Carmen Fernandez Casal" userId="8eab5370-896e-4253-b717-dd33ece302a8" providerId="ADAL" clId="{6060FDFC-B111-48CD-BD54-389E283BF00A}" dt="2025-05-12T18:08:58.374" v="11958" actId="1076"/>
          <ac:spMkLst>
            <pc:docMk/>
            <pc:sldMk cId="2705967137" sldId="2147482625"/>
            <ac:spMk id="5" creationId="{C121000E-6425-D568-615A-C989B8BA4039}"/>
          </ac:spMkLst>
        </pc:spChg>
        <pc:spChg chg="del">
          <ac:chgData name="Carmen Fernandez Casal" userId="8eab5370-896e-4253-b717-dd33ece302a8" providerId="ADAL" clId="{6060FDFC-B111-48CD-BD54-389E283BF00A}" dt="2025-05-12T17:40:36.492" v="11409" actId="478"/>
          <ac:spMkLst>
            <pc:docMk/>
            <pc:sldMk cId="2705967137" sldId="2147482625"/>
            <ac:spMk id="6" creationId="{25C4127E-C50F-CB51-A8F9-388B663C58B1}"/>
          </ac:spMkLst>
        </pc:spChg>
        <pc:spChg chg="add mod">
          <ac:chgData name="Carmen Fernandez Casal" userId="8eab5370-896e-4253-b717-dd33ece302a8" providerId="ADAL" clId="{6060FDFC-B111-48CD-BD54-389E283BF00A}" dt="2025-05-12T18:08:07.082" v="11918" actId="207"/>
          <ac:spMkLst>
            <pc:docMk/>
            <pc:sldMk cId="2705967137" sldId="2147482625"/>
            <ac:spMk id="6" creationId="{AA53BDD0-8C6C-1E1D-066A-3C8EEA7C76FA}"/>
          </ac:spMkLst>
        </pc:spChg>
        <pc:spChg chg="add mod">
          <ac:chgData name="Carmen Fernandez Casal" userId="8eab5370-896e-4253-b717-dd33ece302a8" providerId="ADAL" clId="{6060FDFC-B111-48CD-BD54-389E283BF00A}" dt="2025-05-12T18:12:21.245" v="12043" actId="14100"/>
          <ac:spMkLst>
            <pc:docMk/>
            <pc:sldMk cId="2705967137" sldId="2147482625"/>
            <ac:spMk id="7" creationId="{C0D8FA7F-8D46-12B2-560C-3EF0BD26EF5B}"/>
          </ac:spMkLst>
        </pc:spChg>
        <pc:spChg chg="add mod ord">
          <ac:chgData name="Carmen Fernandez Casal" userId="8eab5370-896e-4253-b717-dd33ece302a8" providerId="ADAL" clId="{6060FDFC-B111-48CD-BD54-389E283BF00A}" dt="2025-05-12T18:13:30.503" v="12088" actId="1582"/>
          <ac:spMkLst>
            <pc:docMk/>
            <pc:sldMk cId="2705967137" sldId="2147482625"/>
            <ac:spMk id="8" creationId="{1280DEEF-F35A-6516-F775-873A0CC0AC4B}"/>
          </ac:spMkLst>
        </pc:spChg>
        <pc:spChg chg="add mod ord">
          <ac:chgData name="Carmen Fernandez Casal" userId="8eab5370-896e-4253-b717-dd33ece302a8" providerId="ADAL" clId="{6060FDFC-B111-48CD-BD54-389E283BF00A}" dt="2025-05-12T18:15:25.985" v="12301" actId="12788"/>
          <ac:spMkLst>
            <pc:docMk/>
            <pc:sldMk cId="2705967137" sldId="2147482625"/>
            <ac:spMk id="10" creationId="{3E864529-596A-D301-80DB-F356B6EAD40E}"/>
          </ac:spMkLst>
        </pc:spChg>
        <pc:spChg chg="add mod">
          <ac:chgData name="Carmen Fernandez Casal" userId="8eab5370-896e-4253-b717-dd33ece302a8" providerId="ADAL" clId="{6060FDFC-B111-48CD-BD54-389E283BF00A}" dt="2025-05-12T17:46:22.258" v="11541" actId="207"/>
          <ac:spMkLst>
            <pc:docMk/>
            <pc:sldMk cId="2705967137" sldId="2147482625"/>
            <ac:spMk id="16" creationId="{91A8199F-CBD2-4C61-3F47-832AAC328DBB}"/>
          </ac:spMkLst>
        </pc:spChg>
        <pc:spChg chg="add mod">
          <ac:chgData name="Carmen Fernandez Casal" userId="8eab5370-896e-4253-b717-dd33ece302a8" providerId="ADAL" clId="{6060FDFC-B111-48CD-BD54-389E283BF00A}" dt="2025-05-12T17:46:22.258" v="11541" actId="207"/>
          <ac:spMkLst>
            <pc:docMk/>
            <pc:sldMk cId="2705967137" sldId="2147482625"/>
            <ac:spMk id="17" creationId="{55C3F5E4-C88A-C2FA-A6A3-9B391F0B32BA}"/>
          </ac:spMkLst>
        </pc:spChg>
        <pc:spChg chg="add mod">
          <ac:chgData name="Carmen Fernandez Casal" userId="8eab5370-896e-4253-b717-dd33ece302a8" providerId="ADAL" clId="{6060FDFC-B111-48CD-BD54-389E283BF00A}" dt="2025-05-12T17:46:22.258" v="11541" actId="207"/>
          <ac:spMkLst>
            <pc:docMk/>
            <pc:sldMk cId="2705967137" sldId="2147482625"/>
            <ac:spMk id="18" creationId="{9E0A87E1-8F4B-DA67-1025-FCE9C8F33AD3}"/>
          </ac:spMkLst>
        </pc:spChg>
        <pc:spChg chg="add mod">
          <ac:chgData name="Carmen Fernandez Casal" userId="8eab5370-896e-4253-b717-dd33ece302a8" providerId="ADAL" clId="{6060FDFC-B111-48CD-BD54-389E283BF00A}" dt="2025-05-12T17:46:22.258" v="11541" actId="207"/>
          <ac:spMkLst>
            <pc:docMk/>
            <pc:sldMk cId="2705967137" sldId="2147482625"/>
            <ac:spMk id="19" creationId="{EB2C153F-3886-4064-EACA-39D4841DA7B9}"/>
          </ac:spMkLst>
        </pc:spChg>
        <pc:spChg chg="add mod ord">
          <ac:chgData name="Carmen Fernandez Casal" userId="8eab5370-896e-4253-b717-dd33ece302a8" providerId="ADAL" clId="{6060FDFC-B111-48CD-BD54-389E283BF00A}" dt="2025-05-12T17:49:17.111" v="11577" actId="164"/>
          <ac:spMkLst>
            <pc:docMk/>
            <pc:sldMk cId="2705967137" sldId="2147482625"/>
            <ac:spMk id="22" creationId="{4373D51C-E125-30D3-A868-61A0174B0BEE}"/>
          </ac:spMkLst>
        </pc:spChg>
        <pc:spChg chg="add mod">
          <ac:chgData name="Carmen Fernandez Casal" userId="8eab5370-896e-4253-b717-dd33ece302a8" providerId="ADAL" clId="{6060FDFC-B111-48CD-BD54-389E283BF00A}" dt="2025-05-12T18:13:42.906" v="12089" actId="207"/>
          <ac:spMkLst>
            <pc:docMk/>
            <pc:sldMk cId="2705967137" sldId="2147482625"/>
            <ac:spMk id="29" creationId="{52A99EB5-4C42-4C02-A7A1-A755A2737C05}"/>
          </ac:spMkLst>
        </pc:spChg>
        <pc:spChg chg="add del">
          <ac:chgData name="Carmen Fernandez Casal" userId="8eab5370-896e-4253-b717-dd33ece302a8" providerId="ADAL" clId="{6060FDFC-B111-48CD-BD54-389E283BF00A}" dt="2025-05-12T17:52:25.886" v="11718" actId="478"/>
          <ac:spMkLst>
            <pc:docMk/>
            <pc:sldMk cId="2705967137" sldId="2147482625"/>
            <ac:spMk id="30" creationId="{5C3D6682-1B2E-531D-9EBA-59B906A11673}"/>
          </ac:spMkLst>
        </pc:spChg>
        <pc:spChg chg="del mod topLvl">
          <ac:chgData name="Carmen Fernandez Casal" userId="8eab5370-896e-4253-b717-dd33ece302a8" providerId="ADAL" clId="{6060FDFC-B111-48CD-BD54-389E283BF00A}" dt="2025-05-12T17:52:58.105" v="11722" actId="478"/>
          <ac:spMkLst>
            <pc:docMk/>
            <pc:sldMk cId="2705967137" sldId="2147482625"/>
            <ac:spMk id="32" creationId="{EC02EFB1-29E0-F6A8-87A5-51E2530EF56B}"/>
          </ac:spMkLst>
        </pc:spChg>
        <pc:spChg chg="mod">
          <ac:chgData name="Carmen Fernandez Casal" userId="8eab5370-896e-4253-b717-dd33ece302a8" providerId="ADAL" clId="{6060FDFC-B111-48CD-BD54-389E283BF00A}" dt="2025-05-12T17:54:28.017" v="11769" actId="1076"/>
          <ac:spMkLst>
            <pc:docMk/>
            <pc:sldMk cId="2705967137" sldId="2147482625"/>
            <ac:spMk id="34" creationId="{2FC0A537-9C48-D5E9-0763-3B63F5F1F879}"/>
          </ac:spMkLst>
        </pc:spChg>
        <pc:spChg chg="mod">
          <ac:chgData name="Carmen Fernandez Casal" userId="8eab5370-896e-4253-b717-dd33ece302a8" providerId="ADAL" clId="{6060FDFC-B111-48CD-BD54-389E283BF00A}" dt="2025-05-12T17:54:37.669" v="11784" actId="1037"/>
          <ac:spMkLst>
            <pc:docMk/>
            <pc:sldMk cId="2705967137" sldId="2147482625"/>
            <ac:spMk id="35" creationId="{AA03E2A9-F6FD-E681-85C3-5D8A347C1CB5}"/>
          </ac:spMkLst>
        </pc:spChg>
        <pc:spChg chg="mod">
          <ac:chgData name="Carmen Fernandez Casal" userId="8eab5370-896e-4253-b717-dd33ece302a8" providerId="ADAL" clId="{6060FDFC-B111-48CD-BD54-389E283BF00A}" dt="2025-05-12T17:53:50.943" v="11743" actId="12789"/>
          <ac:spMkLst>
            <pc:docMk/>
            <pc:sldMk cId="2705967137" sldId="2147482625"/>
            <ac:spMk id="42" creationId="{C0C7E3EE-59D8-7F19-37B7-9B2FBC7E17AD}"/>
          </ac:spMkLst>
        </pc:spChg>
        <pc:spChg chg="mod">
          <ac:chgData name="Carmen Fernandez Casal" userId="8eab5370-896e-4253-b717-dd33ece302a8" providerId="ADAL" clId="{6060FDFC-B111-48CD-BD54-389E283BF00A}" dt="2025-05-12T17:53:50.943" v="11743" actId="12789"/>
          <ac:spMkLst>
            <pc:docMk/>
            <pc:sldMk cId="2705967137" sldId="2147482625"/>
            <ac:spMk id="43" creationId="{B2A677EC-C737-A478-2129-44C8B80C53CE}"/>
          </ac:spMkLst>
        </pc:spChg>
        <pc:spChg chg="add del mod">
          <ac:chgData name="Carmen Fernandez Casal" userId="8eab5370-896e-4253-b717-dd33ece302a8" providerId="ADAL" clId="{6060FDFC-B111-48CD-BD54-389E283BF00A}" dt="2025-05-12T17:58:10.194" v="11839" actId="478"/>
          <ac:spMkLst>
            <pc:docMk/>
            <pc:sldMk cId="2705967137" sldId="2147482625"/>
            <ac:spMk id="44" creationId="{DBD92AC8-ED2E-DCB1-3CF4-98208AC28575}"/>
          </ac:spMkLst>
        </pc:spChg>
        <pc:spChg chg="add del mod">
          <ac:chgData name="Carmen Fernandez Casal" userId="8eab5370-896e-4253-b717-dd33ece302a8" providerId="ADAL" clId="{6060FDFC-B111-48CD-BD54-389E283BF00A}" dt="2025-05-12T17:55:55.592" v="11806" actId="478"/>
          <ac:spMkLst>
            <pc:docMk/>
            <pc:sldMk cId="2705967137" sldId="2147482625"/>
            <ac:spMk id="45" creationId="{2B19E607-16AC-140A-E5FF-0FDB3ACAF4ED}"/>
          </ac:spMkLst>
        </pc:spChg>
        <pc:spChg chg="add mod">
          <ac:chgData name="Carmen Fernandez Casal" userId="8eab5370-896e-4253-b717-dd33ece302a8" providerId="ADAL" clId="{6060FDFC-B111-48CD-BD54-389E283BF00A}" dt="2025-05-12T17:57:53.609" v="11835" actId="1076"/>
          <ac:spMkLst>
            <pc:docMk/>
            <pc:sldMk cId="2705967137" sldId="2147482625"/>
            <ac:spMk id="46" creationId="{CA1314D7-6799-2E38-ECF5-73C814D2C312}"/>
          </ac:spMkLst>
        </pc:spChg>
        <pc:spChg chg="add del mod">
          <ac:chgData name="Carmen Fernandez Casal" userId="8eab5370-896e-4253-b717-dd33ece302a8" providerId="ADAL" clId="{6060FDFC-B111-48CD-BD54-389E283BF00A}" dt="2025-05-12T17:58:24.866" v="11844" actId="478"/>
          <ac:spMkLst>
            <pc:docMk/>
            <pc:sldMk cId="2705967137" sldId="2147482625"/>
            <ac:spMk id="47" creationId="{E81C8348-DC67-5779-0EBE-FE262B041405}"/>
          </ac:spMkLst>
        </pc:spChg>
        <pc:spChg chg="add mod ord">
          <ac:chgData name="Carmen Fernandez Casal" userId="8eab5370-896e-4253-b717-dd33ece302a8" providerId="ADAL" clId="{6060FDFC-B111-48CD-BD54-389E283BF00A}" dt="2025-05-12T18:13:42.906" v="12089" actId="207"/>
          <ac:spMkLst>
            <pc:docMk/>
            <pc:sldMk cId="2705967137" sldId="2147482625"/>
            <ac:spMk id="48" creationId="{5A9485F2-AFB8-608F-630E-D5C6A89F5517}"/>
          </ac:spMkLst>
        </pc:spChg>
        <pc:spChg chg="add del mod">
          <ac:chgData name="Carmen Fernandez Casal" userId="8eab5370-896e-4253-b717-dd33ece302a8" providerId="ADAL" clId="{6060FDFC-B111-48CD-BD54-389E283BF00A}" dt="2025-05-12T17:59:45.532" v="11858" actId="478"/>
          <ac:spMkLst>
            <pc:docMk/>
            <pc:sldMk cId="2705967137" sldId="2147482625"/>
            <ac:spMk id="49" creationId="{DFA0172E-1304-4A99-F01C-9BA766B2C55A}"/>
          </ac:spMkLst>
        </pc:spChg>
        <pc:spChg chg="add mod">
          <ac:chgData name="Carmen Fernandez Casal" userId="8eab5370-896e-4253-b717-dd33ece302a8" providerId="ADAL" clId="{6060FDFC-B111-48CD-BD54-389E283BF00A}" dt="2025-05-12T18:08:04.908" v="11917" actId="207"/>
          <ac:spMkLst>
            <pc:docMk/>
            <pc:sldMk cId="2705967137" sldId="2147482625"/>
            <ac:spMk id="53" creationId="{6E2BB6C7-3FA9-9063-DE1C-5D9DF7C4FA17}"/>
          </ac:spMkLst>
        </pc:spChg>
        <pc:grpChg chg="add mod">
          <ac:chgData name="Carmen Fernandez Casal" userId="8eab5370-896e-4253-b717-dd33ece302a8" providerId="ADAL" clId="{6060FDFC-B111-48CD-BD54-389E283BF00A}" dt="2025-05-12T17:46:22.258" v="11541" actId="207"/>
          <ac:grpSpMkLst>
            <pc:docMk/>
            <pc:sldMk cId="2705967137" sldId="2147482625"/>
            <ac:grpSpMk id="20" creationId="{072B7615-A0CC-6771-0197-543578D879B4}"/>
          </ac:grpSpMkLst>
        </pc:grpChg>
        <pc:grpChg chg="add mod">
          <ac:chgData name="Carmen Fernandez Casal" userId="8eab5370-896e-4253-b717-dd33ece302a8" providerId="ADAL" clId="{6060FDFC-B111-48CD-BD54-389E283BF00A}" dt="2025-05-12T17:49:17.111" v="11577" actId="164"/>
          <ac:grpSpMkLst>
            <pc:docMk/>
            <pc:sldMk cId="2705967137" sldId="2147482625"/>
            <ac:grpSpMk id="21" creationId="{15D99C9B-C29C-0B1E-B99E-05A3A23DB587}"/>
          </ac:grpSpMkLst>
        </pc:grpChg>
        <pc:grpChg chg="add mod">
          <ac:chgData name="Carmen Fernandez Casal" userId="8eab5370-896e-4253-b717-dd33ece302a8" providerId="ADAL" clId="{6060FDFC-B111-48CD-BD54-389E283BF00A}" dt="2025-05-12T17:57:46.410" v="11833" actId="1076"/>
          <ac:grpSpMkLst>
            <pc:docMk/>
            <pc:sldMk cId="2705967137" sldId="2147482625"/>
            <ac:grpSpMk id="27" creationId="{A26EF87D-C067-E306-1DA3-9BD142A73DF6}"/>
          </ac:grpSpMkLst>
        </pc:grpChg>
        <pc:grpChg chg="add del mod">
          <ac:chgData name="Carmen Fernandez Casal" userId="8eab5370-896e-4253-b717-dd33ece302a8" providerId="ADAL" clId="{6060FDFC-B111-48CD-BD54-389E283BF00A}" dt="2025-05-12T17:52:54.676" v="11721" actId="165"/>
          <ac:grpSpMkLst>
            <pc:docMk/>
            <pc:sldMk cId="2705967137" sldId="2147482625"/>
            <ac:grpSpMk id="31" creationId="{833A8836-AC09-03F1-2D1F-5F21A172B59A}"/>
          </ac:grpSpMkLst>
        </pc:grpChg>
        <pc:grpChg chg="mod topLvl">
          <ac:chgData name="Carmen Fernandez Casal" userId="8eab5370-896e-4253-b717-dd33ece302a8" providerId="ADAL" clId="{6060FDFC-B111-48CD-BD54-389E283BF00A}" dt="2025-05-12T18:09:02.606" v="11970" actId="1036"/>
          <ac:grpSpMkLst>
            <pc:docMk/>
            <pc:sldMk cId="2705967137" sldId="2147482625"/>
            <ac:grpSpMk id="33" creationId="{2E2E3AE1-789B-D10A-7EC2-03E509F013CC}"/>
          </ac:grpSpMkLst>
        </pc:grpChg>
        <pc:grpChg chg="mod">
          <ac:chgData name="Carmen Fernandez Casal" userId="8eab5370-896e-4253-b717-dd33ece302a8" providerId="ADAL" clId="{6060FDFC-B111-48CD-BD54-389E283BF00A}" dt="2025-05-12T17:52:54.676" v="11721" actId="165"/>
          <ac:grpSpMkLst>
            <pc:docMk/>
            <pc:sldMk cId="2705967137" sldId="2147482625"/>
            <ac:grpSpMk id="36" creationId="{E29226B5-B4A6-DD73-41E5-04857E1178B6}"/>
          </ac:grpSpMkLst>
        </pc:grpChg>
        <pc:picChg chg="add mod">
          <ac:chgData name="Carmen Fernandez Casal" userId="8eab5370-896e-4253-b717-dd33ece302a8" providerId="ADAL" clId="{6060FDFC-B111-48CD-BD54-389E283BF00A}" dt="2025-05-12T17:46:22.258" v="11541" actId="207"/>
          <ac:picMkLst>
            <pc:docMk/>
            <pc:sldMk cId="2705967137" sldId="2147482625"/>
            <ac:picMk id="9" creationId="{C9CE6EA1-7D48-BE4C-0BB7-DB8DEC057735}"/>
          </ac:picMkLst>
        </pc:picChg>
        <pc:picChg chg="add mod">
          <ac:chgData name="Carmen Fernandez Casal" userId="8eab5370-896e-4253-b717-dd33ece302a8" providerId="ADAL" clId="{6060FDFC-B111-48CD-BD54-389E283BF00A}" dt="2025-05-12T17:46:22.258" v="11541" actId="207"/>
          <ac:picMkLst>
            <pc:docMk/>
            <pc:sldMk cId="2705967137" sldId="2147482625"/>
            <ac:picMk id="12" creationId="{52A3792A-91E5-BFD5-D273-AF0C5ACE6938}"/>
          </ac:picMkLst>
        </pc:picChg>
        <pc:picChg chg="add del mod">
          <ac:chgData name="Carmen Fernandez Casal" userId="8eab5370-896e-4253-b717-dd33ece302a8" providerId="ADAL" clId="{6060FDFC-B111-48CD-BD54-389E283BF00A}" dt="2025-05-12T17:48:48.678" v="11573" actId="478"/>
          <ac:picMkLst>
            <pc:docMk/>
            <pc:sldMk cId="2705967137" sldId="2147482625"/>
            <ac:picMk id="24" creationId="{1590AD77-5FAF-8ABB-FDD0-C4282897632F}"/>
          </ac:picMkLst>
        </pc:picChg>
        <pc:picChg chg="mod ord">
          <ac:chgData name="Carmen Fernandez Casal" userId="8eab5370-896e-4253-b717-dd33ece302a8" providerId="ADAL" clId="{6060FDFC-B111-48CD-BD54-389E283BF00A}" dt="2025-05-12T18:15:25.985" v="12301" actId="12788"/>
          <ac:picMkLst>
            <pc:docMk/>
            <pc:sldMk cId="2705967137" sldId="2147482625"/>
            <ac:picMk id="28" creationId="{F388BE6D-189E-BD2E-AEC4-30B61324A9B2}"/>
          </ac:picMkLst>
        </pc:picChg>
        <pc:picChg chg="mod">
          <ac:chgData name="Carmen Fernandez Casal" userId="8eab5370-896e-4253-b717-dd33ece302a8" providerId="ADAL" clId="{6060FDFC-B111-48CD-BD54-389E283BF00A}" dt="2025-05-12T18:15:09.155" v="12299" actId="208"/>
          <ac:picMkLst>
            <pc:docMk/>
            <pc:sldMk cId="2705967137" sldId="2147482625"/>
            <ac:picMk id="31" creationId="{B219AEC8-BE6C-9730-FFFF-FFC481424B83}"/>
          </ac:picMkLst>
        </pc:picChg>
        <pc:picChg chg="mod">
          <ac:chgData name="Carmen Fernandez Casal" userId="8eab5370-896e-4253-b717-dd33ece302a8" providerId="ADAL" clId="{6060FDFC-B111-48CD-BD54-389E283BF00A}" dt="2025-05-12T17:52:54.676" v="11721" actId="165"/>
          <ac:picMkLst>
            <pc:docMk/>
            <pc:sldMk cId="2705967137" sldId="2147482625"/>
            <ac:picMk id="37" creationId="{8ABBD3A2-C4D2-E59B-5194-23C038142F87}"/>
          </ac:picMkLst>
        </pc:picChg>
        <pc:picChg chg="mod">
          <ac:chgData name="Carmen Fernandez Casal" userId="8eab5370-896e-4253-b717-dd33ece302a8" providerId="ADAL" clId="{6060FDFC-B111-48CD-BD54-389E283BF00A}" dt="2025-05-12T17:52:54.676" v="11721" actId="165"/>
          <ac:picMkLst>
            <pc:docMk/>
            <pc:sldMk cId="2705967137" sldId="2147482625"/>
            <ac:picMk id="39" creationId="{5ECDE3B8-9026-C25E-A72E-7001A67DB212}"/>
          </ac:picMkLst>
        </pc:picChg>
        <pc:picChg chg="del mod">
          <ac:chgData name="Carmen Fernandez Casal" userId="8eab5370-896e-4253-b717-dd33ece302a8" providerId="ADAL" clId="{6060FDFC-B111-48CD-BD54-389E283BF00A}" dt="2025-05-12T18:17:19.383" v="12302" actId="478"/>
          <ac:picMkLst>
            <pc:docMk/>
            <pc:sldMk cId="2705967137" sldId="2147482625"/>
            <ac:picMk id="2050" creationId="{7730BCAB-E1E5-0F3D-43E5-011BEE6FCA56}"/>
          </ac:picMkLst>
        </pc:picChg>
        <pc:picChg chg="mod">
          <ac:chgData name="Carmen Fernandez Casal" userId="8eab5370-896e-4253-b717-dd33ece302a8" providerId="ADAL" clId="{6060FDFC-B111-48CD-BD54-389E283BF00A}" dt="2025-05-12T18:15:09.155" v="12299" actId="208"/>
          <ac:picMkLst>
            <pc:docMk/>
            <pc:sldMk cId="2705967137" sldId="2147482625"/>
            <ac:picMk id="2059" creationId="{DD34A04D-B41D-1C3D-18AE-D60BCF04BF34}"/>
          </ac:picMkLst>
        </pc:picChg>
        <pc:cxnChg chg="add mod">
          <ac:chgData name="Carmen Fernandez Casal" userId="8eab5370-896e-4253-b717-dd33ece302a8" providerId="ADAL" clId="{6060FDFC-B111-48CD-BD54-389E283BF00A}" dt="2025-05-12T17:45:28.290" v="11533" actId="208"/>
          <ac:cxnSpMkLst>
            <pc:docMk/>
            <pc:sldMk cId="2705967137" sldId="2147482625"/>
            <ac:cxnSpMk id="11" creationId="{2C7F04AA-6515-AFAC-E866-6C75C171C420}"/>
          </ac:cxnSpMkLst>
        </pc:cxnChg>
        <pc:cxnChg chg="add mod">
          <ac:chgData name="Carmen Fernandez Casal" userId="8eab5370-896e-4253-b717-dd33ece302a8" providerId="ADAL" clId="{6060FDFC-B111-48CD-BD54-389E283BF00A}" dt="2025-05-12T17:46:22.258" v="11541" actId="207"/>
          <ac:cxnSpMkLst>
            <pc:docMk/>
            <pc:sldMk cId="2705967137" sldId="2147482625"/>
            <ac:cxnSpMk id="14" creationId="{C34785D9-E2C1-C9F0-A195-E2AA12413873}"/>
          </ac:cxnSpMkLst>
        </pc:cxnChg>
        <pc:cxnChg chg="add mod">
          <ac:chgData name="Carmen Fernandez Casal" userId="8eab5370-896e-4253-b717-dd33ece302a8" providerId="ADAL" clId="{6060FDFC-B111-48CD-BD54-389E283BF00A}" dt="2025-05-12T17:46:22.258" v="11541" actId="207"/>
          <ac:cxnSpMkLst>
            <pc:docMk/>
            <pc:sldMk cId="2705967137" sldId="2147482625"/>
            <ac:cxnSpMk id="15" creationId="{ECD4BC58-16DA-F44D-ED1B-F25824A31924}"/>
          </ac:cxnSpMkLst>
        </pc:cxnChg>
        <pc:cxnChg chg="add del mod">
          <ac:chgData name="Carmen Fernandez Casal" userId="8eab5370-896e-4253-b717-dd33ece302a8" providerId="ADAL" clId="{6060FDFC-B111-48CD-BD54-389E283BF00A}" dt="2025-05-12T17:52:27.759" v="11719" actId="478"/>
          <ac:cxnSpMkLst>
            <pc:docMk/>
            <pc:sldMk cId="2705967137" sldId="2147482625"/>
            <ac:cxnSpMk id="26" creationId="{C45C73E9-C9E2-35AE-2A96-5F582DCB8592}"/>
          </ac:cxnSpMkLst>
        </pc:cxnChg>
        <pc:cxnChg chg="add del">
          <ac:chgData name="Carmen Fernandez Casal" userId="8eab5370-896e-4253-b717-dd33ece302a8" providerId="ADAL" clId="{6060FDFC-B111-48CD-BD54-389E283BF00A}" dt="2025-05-12T18:00:06.518" v="11860" actId="478"/>
          <ac:cxnSpMkLst>
            <pc:docMk/>
            <pc:sldMk cId="2705967137" sldId="2147482625"/>
            <ac:cxnSpMk id="51" creationId="{A4D7B63E-FB89-044B-1131-419656F9696A}"/>
          </ac:cxnSpMkLst>
        </pc:cxnChg>
        <pc:cxnChg chg="mod">
          <ac:chgData name="Carmen Fernandez Casal" userId="8eab5370-896e-4253-b717-dd33ece302a8" providerId="ADAL" clId="{6060FDFC-B111-48CD-BD54-389E283BF00A}" dt="2025-05-12T18:11:11.387" v="11991" actId="11530"/>
          <ac:cxnSpMkLst>
            <pc:docMk/>
            <pc:sldMk cId="2705967137" sldId="2147482625"/>
            <ac:cxnSpMk id="2051" creationId="{B2279868-01ED-E05C-5767-FA9A724747A0}"/>
          </ac:cxnSpMkLst>
        </pc:cxnChg>
      </pc:sldChg>
      <pc:sldChg chg="delSp modSp mod">
        <pc:chgData name="Carmen Fernandez Casal" userId="8eab5370-896e-4253-b717-dd33ece302a8" providerId="ADAL" clId="{6060FDFC-B111-48CD-BD54-389E283BF00A}" dt="2025-05-12T20:20:45.220" v="12744" actId="20577"/>
        <pc:sldMkLst>
          <pc:docMk/>
          <pc:sldMk cId="1506109221" sldId="2147482626"/>
        </pc:sldMkLst>
        <pc:spChg chg="mod">
          <ac:chgData name="Carmen Fernandez Casal" userId="8eab5370-896e-4253-b717-dd33ece302a8" providerId="ADAL" clId="{6060FDFC-B111-48CD-BD54-389E283BF00A}" dt="2025-05-12T20:20:45.220" v="12744" actId="20577"/>
          <ac:spMkLst>
            <pc:docMk/>
            <pc:sldMk cId="1506109221" sldId="2147482626"/>
            <ac:spMk id="8" creationId="{CD0A6741-F31A-BCEE-EC3F-1A922AE126FA}"/>
          </ac:spMkLst>
        </pc:spChg>
        <pc:spChg chg="mod">
          <ac:chgData name="Carmen Fernandez Casal" userId="8eab5370-896e-4253-b717-dd33ece302a8" providerId="ADAL" clId="{6060FDFC-B111-48CD-BD54-389E283BF00A}" dt="2025-05-11T21:57:18.753" v="10532" actId="1076"/>
          <ac:spMkLst>
            <pc:docMk/>
            <pc:sldMk cId="1506109221" sldId="2147482626"/>
            <ac:spMk id="13" creationId="{4D2EA87F-FEAB-650B-2828-E704BF09EBC1}"/>
          </ac:spMkLst>
        </pc:spChg>
      </pc:sldChg>
      <pc:sldChg chg="addSp delSp modSp mod">
        <pc:chgData name="Carmen Fernandez Casal" userId="8eab5370-896e-4253-b717-dd33ece302a8" providerId="ADAL" clId="{6060FDFC-B111-48CD-BD54-389E283BF00A}" dt="2025-05-12T20:11:22.524" v="12714" actId="478"/>
        <pc:sldMkLst>
          <pc:docMk/>
          <pc:sldMk cId="925948538" sldId="2147482627"/>
        </pc:sldMkLst>
        <pc:spChg chg="add mod">
          <ac:chgData name="Carmen Fernandez Casal" userId="8eab5370-896e-4253-b717-dd33ece302a8" providerId="ADAL" clId="{6060FDFC-B111-48CD-BD54-389E283BF00A}" dt="2025-05-12T20:10:28.296" v="12709" actId="1076"/>
          <ac:spMkLst>
            <pc:docMk/>
            <pc:sldMk cId="925948538" sldId="2147482627"/>
            <ac:spMk id="7" creationId="{751CC826-88A3-0B72-D278-689E7C1FEFCD}"/>
          </ac:spMkLst>
        </pc:spChg>
        <pc:spChg chg="del mod">
          <ac:chgData name="Carmen Fernandez Casal" userId="8eab5370-896e-4253-b717-dd33ece302a8" providerId="ADAL" clId="{6060FDFC-B111-48CD-BD54-389E283BF00A}" dt="2025-05-12T20:11:22.524" v="12714" actId="478"/>
          <ac:spMkLst>
            <pc:docMk/>
            <pc:sldMk cId="925948538" sldId="2147482627"/>
            <ac:spMk id="29" creationId="{5CE4F5FB-BEED-1522-2830-CAE25FFB59D2}"/>
          </ac:spMkLst>
        </pc:spChg>
      </pc:sldChg>
      <pc:sldChg chg="addSp delSp modSp mod">
        <pc:chgData name="Carmen Fernandez Casal" userId="8eab5370-896e-4253-b717-dd33ece302a8" providerId="ADAL" clId="{6060FDFC-B111-48CD-BD54-389E283BF00A}" dt="2025-05-13T17:47:06.810" v="12808" actId="478"/>
        <pc:sldMkLst>
          <pc:docMk/>
          <pc:sldMk cId="1237165465" sldId="2147482629"/>
        </pc:sldMkLst>
        <pc:spChg chg="mod">
          <ac:chgData name="Carmen Fernandez Casal" userId="8eab5370-896e-4253-b717-dd33ece302a8" providerId="ADAL" clId="{6060FDFC-B111-48CD-BD54-389E283BF00A}" dt="2025-05-12T14:45:26.689" v="10607" actId="20577"/>
          <ac:spMkLst>
            <pc:docMk/>
            <pc:sldMk cId="1237165465" sldId="2147482629"/>
            <ac:spMk id="2" creationId="{231D05DF-D15C-8C70-1AF9-3EBB522E35AC}"/>
          </ac:spMkLst>
        </pc:spChg>
        <pc:spChg chg="mod">
          <ac:chgData name="Carmen Fernandez Casal" userId="8eab5370-896e-4253-b717-dd33ece302a8" providerId="ADAL" clId="{6060FDFC-B111-48CD-BD54-389E283BF00A}" dt="2025-05-12T14:45:18.708" v="10578" actId="20577"/>
          <ac:spMkLst>
            <pc:docMk/>
            <pc:sldMk cId="1237165465" sldId="2147482629"/>
            <ac:spMk id="3" creationId="{9A27328F-1EE6-A6D7-60EA-79DA241F7343}"/>
          </ac:spMkLst>
        </pc:spChg>
        <pc:spChg chg="mod">
          <ac:chgData name="Carmen Fernandez Casal" userId="8eab5370-896e-4253-b717-dd33ece302a8" providerId="ADAL" clId="{6060FDFC-B111-48CD-BD54-389E283BF00A}" dt="2025-05-12T20:21:29.162" v="12751" actId="20577"/>
          <ac:spMkLst>
            <pc:docMk/>
            <pc:sldMk cId="1237165465" sldId="2147482629"/>
            <ac:spMk id="4" creationId="{42901E07-566F-EA2F-EDD8-A10FE2C989D7}"/>
          </ac:spMkLst>
        </pc:spChg>
        <pc:spChg chg="mod">
          <ac:chgData name="Carmen Fernandez Casal" userId="8eab5370-896e-4253-b717-dd33ece302a8" providerId="ADAL" clId="{6060FDFC-B111-48CD-BD54-389E283BF00A}" dt="2025-05-12T17:24:25.099" v="11084" actId="1076"/>
          <ac:spMkLst>
            <pc:docMk/>
            <pc:sldMk cId="1237165465" sldId="2147482629"/>
            <ac:spMk id="5" creationId="{49F3394D-63C5-AF84-68D0-8AA477280239}"/>
          </ac:spMkLst>
        </pc:spChg>
        <pc:spChg chg="mod">
          <ac:chgData name="Carmen Fernandez Casal" userId="8eab5370-896e-4253-b717-dd33ece302a8" providerId="ADAL" clId="{6060FDFC-B111-48CD-BD54-389E283BF00A}" dt="2025-05-12T17:23:22.944" v="11071" actId="1076"/>
          <ac:spMkLst>
            <pc:docMk/>
            <pc:sldMk cId="1237165465" sldId="2147482629"/>
            <ac:spMk id="8" creationId="{35B0AFB5-0161-2146-DE94-54C70FE47E60}"/>
          </ac:spMkLst>
        </pc:spChg>
        <pc:spChg chg="add del">
          <ac:chgData name="Carmen Fernandez Casal" userId="8eab5370-896e-4253-b717-dd33ece302a8" providerId="ADAL" clId="{6060FDFC-B111-48CD-BD54-389E283BF00A}" dt="2025-05-13T17:47:06.810" v="12808" actId="478"/>
          <ac:spMkLst>
            <pc:docMk/>
            <pc:sldMk cId="1237165465" sldId="2147482629"/>
            <ac:spMk id="9" creationId="{2B2C1A08-3586-9841-DDFF-2AF6B1D15B64}"/>
          </ac:spMkLst>
        </pc:spChg>
        <pc:spChg chg="del">
          <ac:chgData name="Carmen Fernandez Casal" userId="8eab5370-896e-4253-b717-dd33ece302a8" providerId="ADAL" clId="{6060FDFC-B111-48CD-BD54-389E283BF00A}" dt="2025-05-12T17:23:37.475" v="11074" actId="478"/>
          <ac:spMkLst>
            <pc:docMk/>
            <pc:sldMk cId="1237165465" sldId="2147482629"/>
            <ac:spMk id="9" creationId="{A940BEA0-8ECF-E28E-590B-1711BF3DDF25}"/>
          </ac:spMkLst>
        </pc:spChg>
        <pc:graphicFrameChg chg="del mod">
          <ac:chgData name="Carmen Fernandez Casal" userId="8eab5370-896e-4253-b717-dd33ece302a8" providerId="ADAL" clId="{6060FDFC-B111-48CD-BD54-389E283BF00A}" dt="2025-05-12T17:24:15.537" v="11082" actId="478"/>
          <ac:graphicFrameMkLst>
            <pc:docMk/>
            <pc:sldMk cId="1237165465" sldId="2147482629"/>
            <ac:graphicFrameMk id="6" creationId="{4A76B106-8CFC-6957-FDD9-737C86A8AAE4}"/>
          </ac:graphicFrameMkLst>
        </pc:graphicFrameChg>
        <pc:graphicFrameChg chg="add del mod">
          <ac:chgData name="Carmen Fernandez Casal" userId="8eab5370-896e-4253-b717-dd33ece302a8" providerId="ADAL" clId="{6060FDFC-B111-48CD-BD54-389E283BF00A}" dt="2025-05-12T17:24:01.673" v="11078" actId="478"/>
          <ac:graphicFrameMkLst>
            <pc:docMk/>
            <pc:sldMk cId="1237165465" sldId="2147482629"/>
            <ac:graphicFrameMk id="12" creationId="{6AB858E9-47EE-50B4-09EC-9C7D6F20C705}"/>
          </ac:graphicFrameMkLst>
        </pc:graphicFrameChg>
        <pc:graphicFrameChg chg="add mod modGraphic">
          <ac:chgData name="Carmen Fernandez Casal" userId="8eab5370-896e-4253-b717-dd33ece302a8" providerId="ADAL" clId="{6060FDFC-B111-48CD-BD54-389E283BF00A}" dt="2025-05-12T17:24:28.455" v="11085" actId="14100"/>
          <ac:graphicFrameMkLst>
            <pc:docMk/>
            <pc:sldMk cId="1237165465" sldId="2147482629"/>
            <ac:graphicFrameMk id="14" creationId="{F4308548-0A3C-192A-A4EC-FC3B00972215}"/>
          </ac:graphicFrameMkLst>
        </pc:graphicFrameChg>
        <pc:picChg chg="mod">
          <ac:chgData name="Carmen Fernandez Casal" userId="8eab5370-896e-4253-b717-dd33ece302a8" providerId="ADAL" clId="{6060FDFC-B111-48CD-BD54-389E283BF00A}" dt="2025-05-12T17:25:23.293" v="11095" actId="1076"/>
          <ac:picMkLst>
            <pc:docMk/>
            <pc:sldMk cId="1237165465" sldId="2147482629"/>
            <ac:picMk id="13" creationId="{05EB5CB7-DE7C-37C4-BE63-874CBD951A24}"/>
          </ac:picMkLst>
        </pc:picChg>
        <pc:picChg chg="mod">
          <ac:chgData name="Carmen Fernandez Casal" userId="8eab5370-896e-4253-b717-dd33ece302a8" providerId="ADAL" clId="{6060FDFC-B111-48CD-BD54-389E283BF00A}" dt="2025-05-12T17:25:19.799" v="11094" actId="1076"/>
          <ac:picMkLst>
            <pc:docMk/>
            <pc:sldMk cId="1237165465" sldId="2147482629"/>
            <ac:picMk id="15" creationId="{C232E9E1-4DFF-799F-98D2-79E21547EF9E}"/>
          </ac:picMkLst>
        </pc:picChg>
      </pc:sldChg>
      <pc:sldChg chg="modSp mod">
        <pc:chgData name="Carmen Fernandez Casal" userId="8eab5370-896e-4253-b717-dd33ece302a8" providerId="ADAL" clId="{6060FDFC-B111-48CD-BD54-389E283BF00A}" dt="2025-05-12T20:19:06.980" v="12738" actId="20577"/>
        <pc:sldMkLst>
          <pc:docMk/>
          <pc:sldMk cId="1911351029" sldId="2147482630"/>
        </pc:sldMkLst>
        <pc:spChg chg="mod">
          <ac:chgData name="Carmen Fernandez Casal" userId="8eab5370-896e-4253-b717-dd33ece302a8" providerId="ADAL" clId="{6060FDFC-B111-48CD-BD54-389E283BF00A}" dt="2025-05-12T20:19:06.980" v="12738" actId="20577"/>
          <ac:spMkLst>
            <pc:docMk/>
            <pc:sldMk cId="1911351029" sldId="2147482630"/>
            <ac:spMk id="2" creationId="{6207447E-32B2-44DA-E48A-316584E36E75}"/>
          </ac:spMkLst>
        </pc:spChg>
      </pc:sldChg>
      <pc:sldChg chg="modSp add del mod">
        <pc:chgData name="Carmen Fernandez Casal" userId="8eab5370-896e-4253-b717-dd33ece302a8" providerId="ADAL" clId="{6060FDFC-B111-48CD-BD54-389E283BF00A}" dt="2025-05-12T17:14:00.542" v="10678" actId="47"/>
        <pc:sldMkLst>
          <pc:docMk/>
          <pc:sldMk cId="4075676894" sldId="2147482632"/>
        </pc:sldMkLst>
        <pc:spChg chg="mod">
          <ac:chgData name="Carmen Fernandez Casal" userId="8eab5370-896e-4253-b717-dd33ece302a8" providerId="ADAL" clId="{6060FDFC-B111-48CD-BD54-389E283BF00A}" dt="2025-05-12T14:44:47.785" v="10540" actId="108"/>
          <ac:spMkLst>
            <pc:docMk/>
            <pc:sldMk cId="4075676894" sldId="2147482632"/>
            <ac:spMk id="15" creationId="{1A651EAE-5C23-E915-6ABD-54E1F1CCA6A3}"/>
          </ac:spMkLst>
        </pc:spChg>
        <pc:spChg chg="mod">
          <ac:chgData name="Carmen Fernandez Casal" userId="8eab5370-896e-4253-b717-dd33ece302a8" providerId="ADAL" clId="{6060FDFC-B111-48CD-BD54-389E283BF00A}" dt="2025-05-12T14:44:42.572" v="10539" actId="108"/>
          <ac:spMkLst>
            <pc:docMk/>
            <pc:sldMk cId="4075676894" sldId="2147482632"/>
            <ac:spMk id="30" creationId="{C3B623E5-726D-9AEA-7E0F-7C74DA42EAC1}"/>
          </ac:spMkLst>
        </pc:spChg>
        <pc:spChg chg="mod">
          <ac:chgData name="Carmen Fernandez Casal" userId="8eab5370-896e-4253-b717-dd33ece302a8" providerId="ADAL" clId="{6060FDFC-B111-48CD-BD54-389E283BF00A}" dt="2025-05-12T14:44:36.472" v="10538" actId="108"/>
          <ac:spMkLst>
            <pc:docMk/>
            <pc:sldMk cId="4075676894" sldId="2147482632"/>
            <ac:spMk id="31" creationId="{89921531-1F57-8951-5BA4-E243EE2F64A4}"/>
          </ac:spMkLst>
        </pc:spChg>
      </pc:sldChg>
      <pc:sldChg chg="modSp add mod">
        <pc:chgData name="Carmen Fernandez Casal" userId="8eab5370-896e-4253-b717-dd33ece302a8" providerId="ADAL" clId="{6060FDFC-B111-48CD-BD54-389E283BF00A}" dt="2025-05-12T17:11:34.378" v="10650" actId="108"/>
        <pc:sldMkLst>
          <pc:docMk/>
          <pc:sldMk cId="1070255163" sldId="2147482633"/>
        </pc:sldMkLst>
        <pc:spChg chg="mod">
          <ac:chgData name="Carmen Fernandez Casal" userId="8eab5370-896e-4253-b717-dd33ece302a8" providerId="ADAL" clId="{6060FDFC-B111-48CD-BD54-389E283BF00A}" dt="2025-05-12T17:11:34.378" v="10650" actId="108"/>
          <ac:spMkLst>
            <pc:docMk/>
            <pc:sldMk cId="1070255163" sldId="2147482633"/>
            <ac:spMk id="4" creationId="{8E1D05CE-4204-A983-AE61-724EF7A9BA9A}"/>
          </ac:spMkLst>
        </pc:spChg>
        <pc:spChg chg="mod">
          <ac:chgData name="Carmen Fernandez Casal" userId="8eab5370-896e-4253-b717-dd33ece302a8" providerId="ADAL" clId="{6060FDFC-B111-48CD-BD54-389E283BF00A}" dt="2025-05-12T17:11:03.322" v="10646" actId="108"/>
          <ac:spMkLst>
            <pc:docMk/>
            <pc:sldMk cId="1070255163" sldId="2147482633"/>
            <ac:spMk id="15" creationId="{685BA89F-5E3C-5DA0-D1C7-73B64E11791D}"/>
          </ac:spMkLst>
        </pc:spChg>
        <pc:spChg chg="mod">
          <ac:chgData name="Carmen Fernandez Casal" userId="8eab5370-896e-4253-b717-dd33ece302a8" providerId="ADAL" clId="{6060FDFC-B111-48CD-BD54-389E283BF00A}" dt="2025-05-12T17:11:34.378" v="10650" actId="108"/>
          <ac:spMkLst>
            <pc:docMk/>
            <pc:sldMk cId="1070255163" sldId="2147482633"/>
            <ac:spMk id="28" creationId="{EA72123F-134D-BB4D-9AEE-5142E1069EE6}"/>
          </ac:spMkLst>
        </pc:spChg>
        <pc:spChg chg="mod">
          <ac:chgData name="Carmen Fernandez Casal" userId="8eab5370-896e-4253-b717-dd33ece302a8" providerId="ADAL" clId="{6060FDFC-B111-48CD-BD54-389E283BF00A}" dt="2025-05-12T17:11:34.378" v="10650" actId="108"/>
          <ac:spMkLst>
            <pc:docMk/>
            <pc:sldMk cId="1070255163" sldId="2147482633"/>
            <ac:spMk id="29" creationId="{966BF530-9F3A-3129-467D-5805C32091B4}"/>
          </ac:spMkLst>
        </pc:spChg>
        <pc:spChg chg="mod">
          <ac:chgData name="Carmen Fernandez Casal" userId="8eab5370-896e-4253-b717-dd33ece302a8" providerId="ADAL" clId="{6060FDFC-B111-48CD-BD54-389E283BF00A}" dt="2025-05-12T17:11:34.378" v="10650" actId="108"/>
          <ac:spMkLst>
            <pc:docMk/>
            <pc:sldMk cId="1070255163" sldId="2147482633"/>
            <ac:spMk id="30" creationId="{E101AFB0-AB5D-BCC6-0345-3C6A19DBD9AB}"/>
          </ac:spMkLst>
        </pc:spChg>
        <pc:spChg chg="mod">
          <ac:chgData name="Carmen Fernandez Casal" userId="8eab5370-896e-4253-b717-dd33ece302a8" providerId="ADAL" clId="{6060FDFC-B111-48CD-BD54-389E283BF00A}" dt="2025-05-12T17:11:34.378" v="10650" actId="108"/>
          <ac:spMkLst>
            <pc:docMk/>
            <pc:sldMk cId="1070255163" sldId="2147482633"/>
            <ac:spMk id="31" creationId="{A11B7784-CC0E-DB1D-514B-1AE674885F6A}"/>
          </ac:spMkLst>
        </pc:spChg>
        <pc:picChg chg="mod">
          <ac:chgData name="Carmen Fernandez Casal" userId="8eab5370-896e-4253-b717-dd33ece302a8" providerId="ADAL" clId="{6060FDFC-B111-48CD-BD54-389E283BF00A}" dt="2025-05-12T17:11:16.377" v="10648" actId="1076"/>
          <ac:picMkLst>
            <pc:docMk/>
            <pc:sldMk cId="1070255163" sldId="2147482633"/>
            <ac:picMk id="6" creationId="{76F433DE-D894-DF0C-A09B-0898538A8E7C}"/>
          </ac:picMkLst>
        </pc:picChg>
      </pc:sldChg>
      <pc:sldChg chg="modSp add mod">
        <pc:chgData name="Carmen Fernandez Casal" userId="8eab5370-896e-4253-b717-dd33ece302a8" providerId="ADAL" clId="{6060FDFC-B111-48CD-BD54-389E283BF00A}" dt="2025-05-12T17:12:43.317" v="10663" actId="108"/>
        <pc:sldMkLst>
          <pc:docMk/>
          <pc:sldMk cId="1302239133" sldId="2147482634"/>
        </pc:sldMkLst>
        <pc:spChg chg="mod">
          <ac:chgData name="Carmen Fernandez Casal" userId="8eab5370-896e-4253-b717-dd33ece302a8" providerId="ADAL" clId="{6060FDFC-B111-48CD-BD54-389E283BF00A}" dt="2025-05-12T17:12:43.317" v="10663" actId="108"/>
          <ac:spMkLst>
            <pc:docMk/>
            <pc:sldMk cId="1302239133" sldId="2147482634"/>
            <ac:spMk id="4" creationId="{87DA3D3D-AAC5-14C4-8825-52ABB6A6EA1A}"/>
          </ac:spMkLst>
        </pc:spChg>
        <pc:spChg chg="mod">
          <ac:chgData name="Carmen Fernandez Casal" userId="8eab5370-896e-4253-b717-dd33ece302a8" providerId="ADAL" clId="{6060FDFC-B111-48CD-BD54-389E283BF00A}" dt="2025-05-12T17:12:06.807" v="10657" actId="108"/>
          <ac:spMkLst>
            <pc:docMk/>
            <pc:sldMk cId="1302239133" sldId="2147482634"/>
            <ac:spMk id="15" creationId="{0F14C785-7F62-F2C5-089C-EDF1BF0962D5}"/>
          </ac:spMkLst>
        </pc:spChg>
        <pc:spChg chg="mod">
          <ac:chgData name="Carmen Fernandez Casal" userId="8eab5370-896e-4253-b717-dd33ece302a8" providerId="ADAL" clId="{6060FDFC-B111-48CD-BD54-389E283BF00A}" dt="2025-05-12T17:12:43.317" v="10663" actId="108"/>
          <ac:spMkLst>
            <pc:docMk/>
            <pc:sldMk cId="1302239133" sldId="2147482634"/>
            <ac:spMk id="27" creationId="{3443B5F7-D060-DACA-401F-92CC102BB3F8}"/>
          </ac:spMkLst>
        </pc:spChg>
        <pc:spChg chg="mod">
          <ac:chgData name="Carmen Fernandez Casal" userId="8eab5370-896e-4253-b717-dd33ece302a8" providerId="ADAL" clId="{6060FDFC-B111-48CD-BD54-389E283BF00A}" dt="2025-05-12T17:12:35.588" v="10662" actId="108"/>
          <ac:spMkLst>
            <pc:docMk/>
            <pc:sldMk cId="1302239133" sldId="2147482634"/>
            <ac:spMk id="29" creationId="{D179F603-1387-B6EF-F180-3464EC12EDC9}"/>
          </ac:spMkLst>
        </pc:spChg>
        <pc:spChg chg="mod">
          <ac:chgData name="Carmen Fernandez Casal" userId="8eab5370-896e-4253-b717-dd33ece302a8" providerId="ADAL" clId="{6060FDFC-B111-48CD-BD54-389E283BF00A}" dt="2025-05-12T17:12:43.317" v="10663" actId="108"/>
          <ac:spMkLst>
            <pc:docMk/>
            <pc:sldMk cId="1302239133" sldId="2147482634"/>
            <ac:spMk id="30" creationId="{2FBAE264-8969-5312-859E-A56D379C1877}"/>
          </ac:spMkLst>
        </pc:spChg>
        <pc:spChg chg="mod">
          <ac:chgData name="Carmen Fernandez Casal" userId="8eab5370-896e-4253-b717-dd33ece302a8" providerId="ADAL" clId="{6060FDFC-B111-48CD-BD54-389E283BF00A}" dt="2025-05-12T17:12:43.317" v="10663" actId="108"/>
          <ac:spMkLst>
            <pc:docMk/>
            <pc:sldMk cId="1302239133" sldId="2147482634"/>
            <ac:spMk id="31" creationId="{F7C3F523-3959-E233-20F6-3E9806815948}"/>
          </ac:spMkLst>
        </pc:spChg>
      </pc:sldChg>
      <pc:sldChg chg="modSp add mod">
        <pc:chgData name="Carmen Fernandez Casal" userId="8eab5370-896e-4253-b717-dd33ece302a8" providerId="ADAL" clId="{6060FDFC-B111-48CD-BD54-389E283BF00A}" dt="2025-05-12T17:13:17.024" v="10669" actId="108"/>
        <pc:sldMkLst>
          <pc:docMk/>
          <pc:sldMk cId="1261576180" sldId="2147482635"/>
        </pc:sldMkLst>
        <pc:spChg chg="mod">
          <ac:chgData name="Carmen Fernandez Casal" userId="8eab5370-896e-4253-b717-dd33ece302a8" providerId="ADAL" clId="{6060FDFC-B111-48CD-BD54-389E283BF00A}" dt="2025-05-12T17:13:17.024" v="10669" actId="108"/>
          <ac:spMkLst>
            <pc:docMk/>
            <pc:sldMk cId="1261576180" sldId="2147482635"/>
            <ac:spMk id="15" creationId="{B45EE694-F0AB-5E54-BE17-90E9755A79DC}"/>
          </ac:spMkLst>
        </pc:spChg>
        <pc:spChg chg="mod">
          <ac:chgData name="Carmen Fernandez Casal" userId="8eab5370-896e-4253-b717-dd33ece302a8" providerId="ADAL" clId="{6060FDFC-B111-48CD-BD54-389E283BF00A}" dt="2025-05-12T17:13:10.219" v="10668" actId="108"/>
          <ac:spMkLst>
            <pc:docMk/>
            <pc:sldMk cId="1261576180" sldId="2147482635"/>
            <ac:spMk id="28" creationId="{250B3769-2BF7-DF0C-6D8E-61B410C96F99}"/>
          </ac:spMkLst>
        </pc:spChg>
        <pc:spChg chg="mod">
          <ac:chgData name="Carmen Fernandez Casal" userId="8eab5370-896e-4253-b717-dd33ece302a8" providerId="ADAL" clId="{6060FDFC-B111-48CD-BD54-389E283BF00A}" dt="2025-05-12T17:13:06.782" v="10667" actId="108"/>
          <ac:spMkLst>
            <pc:docMk/>
            <pc:sldMk cId="1261576180" sldId="2147482635"/>
            <ac:spMk id="29" creationId="{C826D9A2-0B9B-4585-2707-1CCD7084712E}"/>
          </ac:spMkLst>
        </pc:spChg>
      </pc:sldChg>
      <pc:sldChg chg="add del">
        <pc:chgData name="Carmen Fernandez Casal" userId="8eab5370-896e-4253-b717-dd33ece302a8" providerId="ADAL" clId="{6060FDFC-B111-48CD-BD54-389E283BF00A}" dt="2025-05-12T17:11:54.010" v="10655"/>
        <pc:sldMkLst>
          <pc:docMk/>
          <pc:sldMk cId="2363725271" sldId="2147482635"/>
        </pc:sldMkLst>
      </pc:sldChg>
      <pc:sldChg chg="modSp add mod">
        <pc:chgData name="Carmen Fernandez Casal" userId="8eab5370-896e-4253-b717-dd33ece302a8" providerId="ADAL" clId="{6060FDFC-B111-48CD-BD54-389E283BF00A}" dt="2025-05-12T17:13:46.350" v="10676" actId="108"/>
        <pc:sldMkLst>
          <pc:docMk/>
          <pc:sldMk cId="699803607" sldId="2147482636"/>
        </pc:sldMkLst>
        <pc:spChg chg="mod">
          <ac:chgData name="Carmen Fernandez Casal" userId="8eab5370-896e-4253-b717-dd33ece302a8" providerId="ADAL" clId="{6060FDFC-B111-48CD-BD54-389E283BF00A}" dt="2025-05-12T17:13:46.350" v="10676" actId="108"/>
          <ac:spMkLst>
            <pc:docMk/>
            <pc:sldMk cId="699803607" sldId="2147482636"/>
            <ac:spMk id="15" creationId="{DECEF5E1-6EB4-13C0-A33E-21C602AAC610}"/>
          </ac:spMkLst>
        </pc:spChg>
        <pc:spChg chg="mod">
          <ac:chgData name="Carmen Fernandez Casal" userId="8eab5370-896e-4253-b717-dd33ece302a8" providerId="ADAL" clId="{6060FDFC-B111-48CD-BD54-389E283BF00A}" dt="2025-05-12T17:13:40.275" v="10675" actId="108"/>
          <ac:spMkLst>
            <pc:docMk/>
            <pc:sldMk cId="699803607" sldId="2147482636"/>
            <ac:spMk id="29" creationId="{B82F908F-2DE2-93E1-8819-CEBF9034A905}"/>
          </ac:spMkLst>
        </pc:spChg>
        <pc:spChg chg="mod">
          <ac:chgData name="Carmen Fernandez Casal" userId="8eab5370-896e-4253-b717-dd33ece302a8" providerId="ADAL" clId="{6060FDFC-B111-48CD-BD54-389E283BF00A}" dt="2025-05-12T17:13:36.245" v="10674" actId="108"/>
          <ac:spMkLst>
            <pc:docMk/>
            <pc:sldMk cId="699803607" sldId="2147482636"/>
            <ac:spMk id="30" creationId="{E0B616B7-BB10-BEB0-F943-24F2CE5FDB38}"/>
          </ac:spMkLst>
        </pc:spChg>
        <pc:picChg chg="mod">
          <ac:chgData name="Carmen Fernandez Casal" userId="8eab5370-896e-4253-b717-dd33ece302a8" providerId="ADAL" clId="{6060FDFC-B111-48CD-BD54-389E283BF00A}" dt="2025-05-12T17:13:32.434" v="10673" actId="108"/>
          <ac:picMkLst>
            <pc:docMk/>
            <pc:sldMk cId="699803607" sldId="2147482636"/>
            <ac:picMk id="6" creationId="{5C9C83FA-7D58-6E43-0065-51119D37A823}"/>
          </ac:picMkLst>
        </pc:picChg>
      </pc:sldChg>
      <pc:sldChg chg="modSp add mod">
        <pc:chgData name="Carmen Fernandez Casal" userId="8eab5370-896e-4253-b717-dd33ece302a8" providerId="ADAL" clId="{6060FDFC-B111-48CD-BD54-389E283BF00A}" dt="2025-05-12T17:14:26.008" v="10683" actId="108"/>
        <pc:sldMkLst>
          <pc:docMk/>
          <pc:sldMk cId="2797500100" sldId="2147482637"/>
        </pc:sldMkLst>
        <pc:spChg chg="mod">
          <ac:chgData name="Carmen Fernandez Casal" userId="8eab5370-896e-4253-b717-dd33ece302a8" providerId="ADAL" clId="{6060FDFC-B111-48CD-BD54-389E283BF00A}" dt="2025-05-12T17:14:26.008" v="10683" actId="108"/>
          <ac:spMkLst>
            <pc:docMk/>
            <pc:sldMk cId="2797500100" sldId="2147482637"/>
            <ac:spMk id="15" creationId="{BB4D2B24-72E6-A68B-940E-34E9DCD62263}"/>
          </ac:spMkLst>
        </pc:spChg>
        <pc:spChg chg="mod">
          <ac:chgData name="Carmen Fernandez Casal" userId="8eab5370-896e-4253-b717-dd33ece302a8" providerId="ADAL" clId="{6060FDFC-B111-48CD-BD54-389E283BF00A}" dt="2025-05-12T17:14:18.369" v="10682" actId="108"/>
          <ac:spMkLst>
            <pc:docMk/>
            <pc:sldMk cId="2797500100" sldId="2147482637"/>
            <ac:spMk id="30" creationId="{77177AC9-99B7-595F-0F68-6337FE9135CB}"/>
          </ac:spMkLst>
        </pc:spChg>
        <pc:spChg chg="mod">
          <ac:chgData name="Carmen Fernandez Casal" userId="8eab5370-896e-4253-b717-dd33ece302a8" providerId="ADAL" clId="{6060FDFC-B111-48CD-BD54-389E283BF00A}" dt="2025-05-12T17:14:08.960" v="10680" actId="108"/>
          <ac:spMkLst>
            <pc:docMk/>
            <pc:sldMk cId="2797500100" sldId="2147482637"/>
            <ac:spMk id="31" creationId="{D525D46F-E8FF-AAB5-20E2-009C3DF0A29F}"/>
          </ac:spMkLst>
        </pc:spChg>
      </pc:sldChg>
      <pc:sldChg chg="modSp add mod">
        <pc:chgData name="Carmen Fernandez Casal" userId="8eab5370-896e-4253-b717-dd33ece302a8" providerId="ADAL" clId="{6060FDFC-B111-48CD-BD54-389E283BF00A}" dt="2025-05-12T17:15:02.283" v="10689" actId="108"/>
        <pc:sldMkLst>
          <pc:docMk/>
          <pc:sldMk cId="4154884282" sldId="2147482638"/>
        </pc:sldMkLst>
        <pc:spChg chg="mod">
          <ac:chgData name="Carmen Fernandez Casal" userId="8eab5370-896e-4253-b717-dd33ece302a8" providerId="ADAL" clId="{6060FDFC-B111-48CD-BD54-389E283BF00A}" dt="2025-05-12T17:14:45.417" v="10686" actId="108"/>
          <ac:spMkLst>
            <pc:docMk/>
            <pc:sldMk cId="4154884282" sldId="2147482638"/>
            <ac:spMk id="4" creationId="{1429C445-7C50-08FC-9D2F-6A07D352D454}"/>
          </ac:spMkLst>
        </pc:spChg>
        <pc:spChg chg="mod">
          <ac:chgData name="Carmen Fernandez Casal" userId="8eab5370-896e-4253-b717-dd33ece302a8" providerId="ADAL" clId="{6060FDFC-B111-48CD-BD54-389E283BF00A}" dt="2025-05-12T17:15:02.283" v="10689" actId="108"/>
          <ac:spMkLst>
            <pc:docMk/>
            <pc:sldMk cId="4154884282" sldId="2147482638"/>
            <ac:spMk id="15" creationId="{E60BA1FD-1868-398D-A7C3-8AC813C21E16}"/>
          </ac:spMkLst>
        </pc:spChg>
        <pc:spChg chg="mod">
          <ac:chgData name="Carmen Fernandez Casal" userId="8eab5370-896e-4253-b717-dd33ece302a8" providerId="ADAL" clId="{6060FDFC-B111-48CD-BD54-389E283BF00A}" dt="2025-05-12T17:14:58.474" v="10688" actId="108"/>
          <ac:spMkLst>
            <pc:docMk/>
            <pc:sldMk cId="4154884282" sldId="2147482638"/>
            <ac:spMk id="31" creationId="{B16B255A-DD9B-A4FB-FA64-66CAC7E760E5}"/>
          </ac:spMkLst>
        </pc:spChg>
        <pc:picChg chg="mod">
          <ac:chgData name="Carmen Fernandez Casal" userId="8eab5370-896e-4253-b717-dd33ece302a8" providerId="ADAL" clId="{6060FDFC-B111-48CD-BD54-389E283BF00A}" dt="2025-05-12T17:14:52.238" v="10687" actId="108"/>
          <ac:picMkLst>
            <pc:docMk/>
            <pc:sldMk cId="4154884282" sldId="2147482638"/>
            <ac:picMk id="6" creationId="{39EE8C04-9E30-2768-9285-6ABC5D9655C0}"/>
          </ac:picMkLst>
        </pc:picChg>
      </pc:sldChg>
      <pc:sldChg chg="modSp mod">
        <pc:chgData name="Carmen Fernandez Casal" userId="8eab5370-896e-4253-b717-dd33ece302a8" providerId="ADAL" clId="{6060FDFC-B111-48CD-BD54-389E283BF00A}" dt="2025-05-12T20:08:29.538" v="12614" actId="1037"/>
        <pc:sldMkLst>
          <pc:docMk/>
          <pc:sldMk cId="2397531578" sldId="2147482639"/>
        </pc:sldMkLst>
        <pc:spChg chg="mod">
          <ac:chgData name="Carmen Fernandez Casal" userId="8eab5370-896e-4253-b717-dd33ece302a8" providerId="ADAL" clId="{6060FDFC-B111-48CD-BD54-389E283BF00A}" dt="2025-05-12T20:06:34.395" v="12440" actId="20577"/>
          <ac:spMkLst>
            <pc:docMk/>
            <pc:sldMk cId="2397531578" sldId="2147482639"/>
            <ac:spMk id="2" creationId="{142F28E0-E8BC-04A8-B261-DC625055ED4B}"/>
          </ac:spMkLst>
        </pc:spChg>
        <pc:spChg chg="mod">
          <ac:chgData name="Carmen Fernandez Casal" userId="8eab5370-896e-4253-b717-dd33ece302a8" providerId="ADAL" clId="{6060FDFC-B111-48CD-BD54-389E283BF00A}" dt="2025-05-12T20:07:24.603" v="12472" actId="14100"/>
          <ac:spMkLst>
            <pc:docMk/>
            <pc:sldMk cId="2397531578" sldId="2147482639"/>
            <ac:spMk id="5" creationId="{9FAC8539-31D7-BF42-88CF-5D9B7D2BAD60}"/>
          </ac:spMkLst>
        </pc:spChg>
        <pc:spChg chg="mod">
          <ac:chgData name="Carmen Fernandez Casal" userId="8eab5370-896e-4253-b717-dd33ece302a8" providerId="ADAL" clId="{6060FDFC-B111-48CD-BD54-389E283BF00A}" dt="2025-05-12T20:00:27.039" v="12304" actId="554"/>
          <ac:spMkLst>
            <pc:docMk/>
            <pc:sldMk cId="2397531578" sldId="2147482639"/>
            <ac:spMk id="6" creationId="{84077303-C9FA-D497-1E35-F512B74D0CD5}"/>
          </ac:spMkLst>
        </pc:spChg>
        <pc:spChg chg="mod">
          <ac:chgData name="Carmen Fernandez Casal" userId="8eab5370-896e-4253-b717-dd33ece302a8" providerId="ADAL" clId="{6060FDFC-B111-48CD-BD54-389E283BF00A}" dt="2025-05-12T20:00:41.557" v="12306" actId="14100"/>
          <ac:spMkLst>
            <pc:docMk/>
            <pc:sldMk cId="2397531578" sldId="2147482639"/>
            <ac:spMk id="7" creationId="{38A51EE9-95BB-BAC1-6330-1C9ACC366E62}"/>
          </ac:spMkLst>
        </pc:spChg>
        <pc:spChg chg="mod">
          <ac:chgData name="Carmen Fernandez Casal" userId="8eab5370-896e-4253-b717-dd33ece302a8" providerId="ADAL" clId="{6060FDFC-B111-48CD-BD54-389E283BF00A}" dt="2025-05-12T20:08:29.538" v="12614" actId="1037"/>
          <ac:spMkLst>
            <pc:docMk/>
            <pc:sldMk cId="2397531578" sldId="2147482639"/>
            <ac:spMk id="8" creationId="{AB749855-5D0E-9152-5984-4F4B96E8A4C2}"/>
          </ac:spMkLst>
        </pc:spChg>
        <pc:spChg chg="mod">
          <ac:chgData name="Carmen Fernandez Casal" userId="8eab5370-896e-4253-b717-dd33ece302a8" providerId="ADAL" clId="{6060FDFC-B111-48CD-BD54-389E283BF00A}" dt="2025-05-12T20:02:27.685" v="12311" actId="1076"/>
          <ac:spMkLst>
            <pc:docMk/>
            <pc:sldMk cId="2397531578" sldId="2147482639"/>
            <ac:spMk id="12" creationId="{2EAFCDEE-99DC-6317-1E47-406E0F46BD79}"/>
          </ac:spMkLst>
        </pc:spChg>
      </pc:sldChg>
      <pc:sldChg chg="modSp mod">
        <pc:chgData name="Carmen Fernandez Casal" userId="8eab5370-896e-4253-b717-dd33ece302a8" providerId="ADAL" clId="{6060FDFC-B111-48CD-BD54-389E283BF00A}" dt="2025-05-12T20:19:09.961" v="12739" actId="20577"/>
        <pc:sldMkLst>
          <pc:docMk/>
          <pc:sldMk cId="107964468" sldId="2147482640"/>
        </pc:sldMkLst>
        <pc:spChg chg="mod">
          <ac:chgData name="Carmen Fernandez Casal" userId="8eab5370-896e-4253-b717-dd33ece302a8" providerId="ADAL" clId="{6060FDFC-B111-48CD-BD54-389E283BF00A}" dt="2025-05-12T20:19:09.961" v="12739" actId="20577"/>
          <ac:spMkLst>
            <pc:docMk/>
            <pc:sldMk cId="107964468" sldId="2147482640"/>
            <ac:spMk id="2" creationId="{7D8E198A-817E-5DBB-37D7-D1E401F377AB}"/>
          </ac:spMkLst>
        </pc:spChg>
      </pc:sldChg>
      <pc:sldChg chg="modSp mod">
        <pc:chgData name="Carmen Fernandez Casal" userId="8eab5370-896e-4253-b717-dd33ece302a8" providerId="ADAL" clId="{6060FDFC-B111-48CD-BD54-389E283BF00A}" dt="2025-05-12T20:19:12.309" v="12740" actId="20577"/>
        <pc:sldMkLst>
          <pc:docMk/>
          <pc:sldMk cId="509301475" sldId="2147482641"/>
        </pc:sldMkLst>
        <pc:spChg chg="mod">
          <ac:chgData name="Carmen Fernandez Casal" userId="8eab5370-896e-4253-b717-dd33ece302a8" providerId="ADAL" clId="{6060FDFC-B111-48CD-BD54-389E283BF00A}" dt="2025-05-12T20:19:12.309" v="12740" actId="20577"/>
          <ac:spMkLst>
            <pc:docMk/>
            <pc:sldMk cId="509301475" sldId="2147482641"/>
            <ac:spMk id="2" creationId="{2275A4E7-3CE1-A912-72E8-D10D7DB19D9E}"/>
          </ac:spMkLst>
        </pc:spChg>
      </pc:sldChg>
      <pc:sldChg chg="add">
        <pc:chgData name="Carmen Fernandez Casal" userId="8eab5370-896e-4253-b717-dd33ece302a8" providerId="ADAL" clId="{6060FDFC-B111-48CD-BD54-389E283BF00A}" dt="2025-05-13T17:59:04.341" v="12978"/>
        <pc:sldMkLst>
          <pc:docMk/>
          <pc:sldMk cId="1547640249" sldId="2147482653"/>
        </pc:sldMkLst>
      </pc:sldChg>
      <pc:sldMasterChg chg="modSldLayout">
        <pc:chgData name="Carmen Fernandez Casal" userId="8eab5370-896e-4253-b717-dd33ece302a8" providerId="ADAL" clId="{6060FDFC-B111-48CD-BD54-389E283BF00A}" dt="2025-05-02T15:53:02.568" v="1862" actId="478"/>
        <pc:sldMasterMkLst>
          <pc:docMk/>
          <pc:sldMasterMk cId="1924672096" sldId="2147483678"/>
        </pc:sldMasterMkLst>
        <pc:sldLayoutChg chg="delSp">
          <pc:chgData name="Carmen Fernandez Casal" userId="8eab5370-896e-4253-b717-dd33ece302a8" providerId="ADAL" clId="{6060FDFC-B111-48CD-BD54-389E283BF00A}" dt="2025-05-02T15:53:02.568" v="1862" actId="478"/>
          <pc:sldLayoutMkLst>
            <pc:docMk/>
            <pc:sldMasterMk cId="1924672096" sldId="2147483678"/>
            <pc:sldLayoutMk cId="1889581193" sldId="2147483680"/>
          </pc:sldLayoutMkLst>
        </pc:sldLayoutChg>
      </pc:sldMasterChg>
    </pc:docChg>
  </pc:docChgLst>
  <pc:docChgLst>
    <pc:chgData name="Lucia Garcia De Santos" userId="ce5b23a2-8529-4c99-88c2-4f31ecbd374c" providerId="ADAL" clId="{3DD7BFFB-CA5B-4CF6-935A-4B56456A246B}"/>
    <pc:docChg chg="undo redo custSel addSld delSld modSld sldOrd delSection modSection">
      <pc:chgData name="Lucia Garcia De Santos" userId="ce5b23a2-8529-4c99-88c2-4f31ecbd374c" providerId="ADAL" clId="{3DD7BFFB-CA5B-4CF6-935A-4B56456A246B}" dt="2025-05-13T18:33:43.098" v="11437" actId="20577"/>
      <pc:docMkLst>
        <pc:docMk/>
      </pc:docMkLst>
      <pc:sldChg chg="modSp add del mod">
        <pc:chgData name="Lucia Garcia De Santos" userId="ce5b23a2-8529-4c99-88c2-4f31ecbd374c" providerId="ADAL" clId="{3DD7BFFB-CA5B-4CF6-935A-4B56456A246B}" dt="2025-05-11T08:09:33.903" v="1843" actId="47"/>
        <pc:sldMkLst>
          <pc:docMk/>
          <pc:sldMk cId="3434839438" sldId="262"/>
        </pc:sldMkLst>
      </pc:sldChg>
      <pc:sldChg chg="addSp delSp modSp mod">
        <pc:chgData name="Lucia Garcia De Santos" userId="ce5b23a2-8529-4c99-88c2-4f31ecbd374c" providerId="ADAL" clId="{3DD7BFFB-CA5B-4CF6-935A-4B56456A246B}" dt="2025-05-13T18:33:43.098" v="11437" actId="20577"/>
        <pc:sldMkLst>
          <pc:docMk/>
          <pc:sldMk cId="3684479695" sldId="2147482559"/>
        </pc:sldMkLst>
        <pc:spChg chg="add mod">
          <ac:chgData name="Lucia Garcia De Santos" userId="ce5b23a2-8529-4c99-88c2-4f31ecbd374c" providerId="ADAL" clId="{3DD7BFFB-CA5B-4CF6-935A-4B56456A246B}" dt="2025-05-13T18:33:43.098" v="11437" actId="20577"/>
          <ac:spMkLst>
            <pc:docMk/>
            <pc:sldMk cId="3684479695" sldId="2147482559"/>
            <ac:spMk id="3" creationId="{388E50B8-484E-EF2D-ECB8-5FFAF8B1DD9A}"/>
          </ac:spMkLst>
        </pc:spChg>
        <pc:spChg chg="add del">
          <ac:chgData name="Lucia Garcia De Santos" userId="ce5b23a2-8529-4c99-88c2-4f31ecbd374c" providerId="ADAL" clId="{3DD7BFFB-CA5B-4CF6-935A-4B56456A246B}" dt="2025-05-13T18:29:50.999" v="11142" actId="478"/>
          <ac:spMkLst>
            <pc:docMk/>
            <pc:sldMk cId="3684479695" sldId="2147482559"/>
            <ac:spMk id="5" creationId="{2F56E54D-16F1-37C5-E2EA-A470555765D8}"/>
          </ac:spMkLst>
        </pc:spChg>
        <pc:spChg chg="mod">
          <ac:chgData name="Lucia Garcia De Santos" userId="ce5b23a2-8529-4c99-88c2-4f31ecbd374c" providerId="ADAL" clId="{3DD7BFFB-CA5B-4CF6-935A-4B56456A246B}" dt="2025-05-13T18:22:06.351" v="10791" actId="1036"/>
          <ac:spMkLst>
            <pc:docMk/>
            <pc:sldMk cId="3684479695" sldId="2147482559"/>
            <ac:spMk id="13" creationId="{50B0A1CF-B80C-33AA-3BF8-94E0E7FDD310}"/>
          </ac:spMkLst>
        </pc:spChg>
        <pc:spChg chg="mod">
          <ac:chgData name="Lucia Garcia De Santos" userId="ce5b23a2-8529-4c99-88c2-4f31ecbd374c" providerId="ADAL" clId="{3DD7BFFB-CA5B-4CF6-935A-4B56456A246B}" dt="2025-05-13T18:22:06.351" v="10791" actId="1036"/>
          <ac:spMkLst>
            <pc:docMk/>
            <pc:sldMk cId="3684479695" sldId="2147482559"/>
            <ac:spMk id="17" creationId="{9E43C692-8CDE-A00A-9C34-46DE0C01785F}"/>
          </ac:spMkLst>
        </pc:spChg>
        <pc:spChg chg="add del mod">
          <ac:chgData name="Lucia Garcia De Santos" userId="ce5b23a2-8529-4c99-88c2-4f31ecbd374c" providerId="ADAL" clId="{3DD7BFFB-CA5B-4CF6-935A-4B56456A246B}" dt="2025-05-13T18:26:51.235" v="11119" actId="478"/>
          <ac:spMkLst>
            <pc:docMk/>
            <pc:sldMk cId="3684479695" sldId="2147482559"/>
            <ac:spMk id="18" creationId="{248BE3E8-8DF6-855B-1EBC-4292E937EE0B}"/>
          </ac:spMkLst>
        </pc:spChg>
        <pc:spChg chg="add del">
          <ac:chgData name="Lucia Garcia De Santos" userId="ce5b23a2-8529-4c99-88c2-4f31ecbd374c" providerId="ADAL" clId="{3DD7BFFB-CA5B-4CF6-935A-4B56456A246B}" dt="2025-05-13T18:21:48.661" v="10762" actId="22"/>
          <ac:spMkLst>
            <pc:docMk/>
            <pc:sldMk cId="3684479695" sldId="2147482559"/>
            <ac:spMk id="20" creationId="{5EC3292B-0F30-57B7-F30B-7F2EEFBFCB20}"/>
          </ac:spMkLst>
        </pc:spChg>
        <pc:spChg chg="add del mod">
          <ac:chgData name="Lucia Garcia De Santos" userId="ce5b23a2-8529-4c99-88c2-4f31ecbd374c" providerId="ADAL" clId="{3DD7BFFB-CA5B-4CF6-935A-4B56456A246B}" dt="2025-05-13T18:25:34.251" v="10930" actId="478"/>
          <ac:spMkLst>
            <pc:docMk/>
            <pc:sldMk cId="3684479695" sldId="2147482559"/>
            <ac:spMk id="22" creationId="{7AD8611F-518A-C0D4-15E1-7BFB4B1CD3F6}"/>
          </ac:spMkLst>
        </pc:spChg>
        <pc:grpChg chg="mod">
          <ac:chgData name="Lucia Garcia De Santos" userId="ce5b23a2-8529-4c99-88c2-4f31ecbd374c" providerId="ADAL" clId="{3DD7BFFB-CA5B-4CF6-935A-4B56456A246B}" dt="2025-05-13T18:22:06.351" v="10791" actId="1036"/>
          <ac:grpSpMkLst>
            <pc:docMk/>
            <pc:sldMk cId="3684479695" sldId="2147482559"/>
            <ac:grpSpMk id="10" creationId="{5652A67B-7B90-F33F-DA9E-8355FF4DD77A}"/>
          </ac:grpSpMkLst>
        </pc:grpChg>
        <pc:grpChg chg="mod">
          <ac:chgData name="Lucia Garcia De Santos" userId="ce5b23a2-8529-4c99-88c2-4f31ecbd374c" providerId="ADAL" clId="{3DD7BFFB-CA5B-4CF6-935A-4B56456A246B}" dt="2025-05-13T18:22:06.351" v="10791" actId="1036"/>
          <ac:grpSpMkLst>
            <pc:docMk/>
            <pc:sldMk cId="3684479695" sldId="2147482559"/>
            <ac:grpSpMk id="14" creationId="{705C1429-0850-3D2E-C614-BC885F32EAF7}"/>
          </ac:grpSpMkLst>
        </pc:grpChg>
        <pc:picChg chg="add del mod modCrop">
          <ac:chgData name="Lucia Garcia De Santos" userId="ce5b23a2-8529-4c99-88c2-4f31ecbd374c" providerId="ADAL" clId="{3DD7BFFB-CA5B-4CF6-935A-4B56456A246B}" dt="2025-05-13T18:27:04.170" v="11120" actId="478"/>
          <ac:picMkLst>
            <pc:docMk/>
            <pc:sldMk cId="3684479695" sldId="2147482559"/>
            <ac:picMk id="4" creationId="{6AA55B5B-70BD-F1EC-0FF9-96BB582350A8}"/>
          </ac:picMkLst>
        </pc:picChg>
      </pc:sldChg>
      <pc:sldChg chg="del">
        <pc:chgData name="Lucia Garcia De Santos" userId="ce5b23a2-8529-4c99-88c2-4f31ecbd374c" providerId="ADAL" clId="{3DD7BFFB-CA5B-4CF6-935A-4B56456A246B}" dt="2025-05-13T10:43:56.080" v="10591" actId="47"/>
        <pc:sldMkLst>
          <pc:docMk/>
          <pc:sldMk cId="988605573" sldId="2147482574"/>
        </pc:sldMkLst>
      </pc:sldChg>
      <pc:sldChg chg="del">
        <pc:chgData name="Lucia Garcia De Santos" userId="ce5b23a2-8529-4c99-88c2-4f31ecbd374c" providerId="ADAL" clId="{3DD7BFFB-CA5B-4CF6-935A-4B56456A246B}" dt="2025-05-13T10:43:56.080" v="10591" actId="47"/>
        <pc:sldMkLst>
          <pc:docMk/>
          <pc:sldMk cId="4092872610" sldId="2147482576"/>
        </pc:sldMkLst>
      </pc:sldChg>
      <pc:sldChg chg="del">
        <pc:chgData name="Lucia Garcia De Santos" userId="ce5b23a2-8529-4c99-88c2-4f31ecbd374c" providerId="ADAL" clId="{3DD7BFFB-CA5B-4CF6-935A-4B56456A246B}" dt="2025-05-13T10:43:56.080" v="10591" actId="47"/>
        <pc:sldMkLst>
          <pc:docMk/>
          <pc:sldMk cId="663549903" sldId="2147482583"/>
        </pc:sldMkLst>
      </pc:sldChg>
      <pc:sldChg chg="del">
        <pc:chgData name="Lucia Garcia De Santos" userId="ce5b23a2-8529-4c99-88c2-4f31ecbd374c" providerId="ADAL" clId="{3DD7BFFB-CA5B-4CF6-935A-4B56456A246B}" dt="2025-05-13T10:43:56.080" v="10591" actId="47"/>
        <pc:sldMkLst>
          <pc:docMk/>
          <pc:sldMk cId="3203248365" sldId="2147482585"/>
        </pc:sldMkLst>
      </pc:sldChg>
      <pc:sldChg chg="del">
        <pc:chgData name="Lucia Garcia De Santos" userId="ce5b23a2-8529-4c99-88c2-4f31ecbd374c" providerId="ADAL" clId="{3DD7BFFB-CA5B-4CF6-935A-4B56456A246B}" dt="2025-05-13T10:43:56.080" v="10591" actId="47"/>
        <pc:sldMkLst>
          <pc:docMk/>
          <pc:sldMk cId="1314125654" sldId="2147482586"/>
        </pc:sldMkLst>
      </pc:sldChg>
      <pc:sldChg chg="modSp">
        <pc:chgData name="Lucia Garcia De Santos" userId="ce5b23a2-8529-4c99-88c2-4f31ecbd374c" providerId="ADAL" clId="{3DD7BFFB-CA5B-4CF6-935A-4B56456A246B}" dt="2025-05-12T19:23:00.926" v="10567" actId="20577"/>
        <pc:sldMkLst>
          <pc:docMk/>
          <pc:sldMk cId="1700535556" sldId="2147482588"/>
        </pc:sldMkLst>
        <pc:spChg chg="mod">
          <ac:chgData name="Lucia Garcia De Santos" userId="ce5b23a2-8529-4c99-88c2-4f31ecbd374c" providerId="ADAL" clId="{3DD7BFFB-CA5B-4CF6-935A-4B56456A246B}" dt="2025-05-12T19:23:00.926" v="10567" actId="20577"/>
          <ac:spMkLst>
            <pc:docMk/>
            <pc:sldMk cId="1700535556" sldId="2147482588"/>
            <ac:spMk id="9" creationId="{29722DC2-8808-0D18-B285-AD99EA50A779}"/>
          </ac:spMkLst>
        </pc:spChg>
      </pc:sldChg>
      <pc:sldChg chg="ord">
        <pc:chgData name="Lucia Garcia De Santos" userId="ce5b23a2-8529-4c99-88c2-4f31ecbd374c" providerId="ADAL" clId="{3DD7BFFB-CA5B-4CF6-935A-4B56456A246B}" dt="2025-05-12T08:28:44.535" v="8197"/>
        <pc:sldMkLst>
          <pc:docMk/>
          <pc:sldMk cId="2225197433" sldId="2147482590"/>
        </pc:sldMkLst>
      </pc:sldChg>
      <pc:sldChg chg="modSp mod">
        <pc:chgData name="Lucia Garcia De Santos" userId="ce5b23a2-8529-4c99-88c2-4f31ecbd374c" providerId="ADAL" clId="{3DD7BFFB-CA5B-4CF6-935A-4B56456A246B}" dt="2025-05-12T19:08:41.942" v="10525" actId="948"/>
        <pc:sldMkLst>
          <pc:docMk/>
          <pc:sldMk cId="3755864918" sldId="2147482593"/>
        </pc:sldMkLst>
        <pc:spChg chg="mod">
          <ac:chgData name="Lucia Garcia De Santos" userId="ce5b23a2-8529-4c99-88c2-4f31ecbd374c" providerId="ADAL" clId="{3DD7BFFB-CA5B-4CF6-935A-4B56456A246B}" dt="2025-05-12T19:08:41.942" v="10525" actId="948"/>
          <ac:spMkLst>
            <pc:docMk/>
            <pc:sldMk cId="3755864918" sldId="2147482593"/>
            <ac:spMk id="8" creationId="{2C2CACE6-D721-7D1E-EDB4-0E7D615D0832}"/>
          </ac:spMkLst>
        </pc:spChg>
      </pc:sldChg>
      <pc:sldChg chg="del">
        <pc:chgData name="Lucia Garcia De Santos" userId="ce5b23a2-8529-4c99-88c2-4f31ecbd374c" providerId="ADAL" clId="{3DD7BFFB-CA5B-4CF6-935A-4B56456A246B}" dt="2025-05-13T10:43:56.080" v="10591" actId="47"/>
        <pc:sldMkLst>
          <pc:docMk/>
          <pc:sldMk cId="3227843776" sldId="2147482597"/>
        </pc:sldMkLst>
      </pc:sldChg>
      <pc:sldChg chg="modSp mod">
        <pc:chgData name="Lucia Garcia De Santos" userId="ce5b23a2-8529-4c99-88c2-4f31ecbd374c" providerId="ADAL" clId="{3DD7BFFB-CA5B-4CF6-935A-4B56456A246B}" dt="2025-05-10T17:46:56.755" v="45" actId="20577"/>
        <pc:sldMkLst>
          <pc:docMk/>
          <pc:sldMk cId="918206966" sldId="2147482598"/>
        </pc:sldMkLst>
        <pc:spChg chg="mod">
          <ac:chgData name="Lucia Garcia De Santos" userId="ce5b23a2-8529-4c99-88c2-4f31ecbd374c" providerId="ADAL" clId="{3DD7BFFB-CA5B-4CF6-935A-4B56456A246B}" dt="2025-05-10T17:46:56.755" v="45" actId="20577"/>
          <ac:spMkLst>
            <pc:docMk/>
            <pc:sldMk cId="918206966" sldId="2147482598"/>
            <ac:spMk id="12" creationId="{F90CAFDE-0D11-7F0F-A56B-CD3D8AFE3140}"/>
          </ac:spMkLst>
        </pc:spChg>
      </pc:sldChg>
      <pc:sldChg chg="addSp delSp modSp mod">
        <pc:chgData name="Lucia Garcia De Santos" userId="ce5b23a2-8529-4c99-88c2-4f31ecbd374c" providerId="ADAL" clId="{3DD7BFFB-CA5B-4CF6-935A-4B56456A246B}" dt="2025-05-10T18:53:41.734" v="341" actId="20577"/>
        <pc:sldMkLst>
          <pc:docMk/>
          <pc:sldMk cId="758034783" sldId="2147482601"/>
        </pc:sldMkLst>
        <pc:spChg chg="mod">
          <ac:chgData name="Lucia Garcia De Santos" userId="ce5b23a2-8529-4c99-88c2-4f31ecbd374c" providerId="ADAL" clId="{3DD7BFFB-CA5B-4CF6-935A-4B56456A246B}" dt="2025-05-10T18:50:37.850" v="65" actId="1036"/>
          <ac:spMkLst>
            <pc:docMk/>
            <pc:sldMk cId="758034783" sldId="2147482601"/>
            <ac:spMk id="27" creationId="{A0449CFB-CB5C-D047-2A6F-785C3B8CD07D}"/>
          </ac:spMkLst>
        </pc:spChg>
        <pc:spChg chg="add del mod">
          <ac:chgData name="Lucia Garcia De Santos" userId="ce5b23a2-8529-4c99-88c2-4f31ecbd374c" providerId="ADAL" clId="{3DD7BFFB-CA5B-4CF6-935A-4B56456A246B}" dt="2025-05-10T18:53:41.734" v="341" actId="20577"/>
          <ac:spMkLst>
            <pc:docMk/>
            <pc:sldMk cId="758034783" sldId="2147482601"/>
            <ac:spMk id="40" creationId="{4F1C96B0-97D2-4CB8-215B-5229867E610C}"/>
          </ac:spMkLst>
        </pc:spChg>
        <pc:spChg chg="mod">
          <ac:chgData name="Lucia Garcia De Santos" userId="ce5b23a2-8529-4c99-88c2-4f31ecbd374c" providerId="ADAL" clId="{3DD7BFFB-CA5B-4CF6-935A-4B56456A246B}" dt="2025-05-10T18:50:41.925" v="77" actId="1035"/>
          <ac:spMkLst>
            <pc:docMk/>
            <pc:sldMk cId="758034783" sldId="2147482601"/>
            <ac:spMk id="41" creationId="{342113F6-1DF4-5780-6261-0D59FD3D9E7B}"/>
          </ac:spMkLst>
        </pc:spChg>
        <pc:spChg chg="mod">
          <ac:chgData name="Lucia Garcia De Santos" userId="ce5b23a2-8529-4c99-88c2-4f31ecbd374c" providerId="ADAL" clId="{3DD7BFFB-CA5B-4CF6-935A-4B56456A246B}" dt="2025-05-10T18:50:41.925" v="77" actId="1035"/>
          <ac:spMkLst>
            <pc:docMk/>
            <pc:sldMk cId="758034783" sldId="2147482601"/>
            <ac:spMk id="42" creationId="{A44F17CD-0833-A2CD-CEB5-5C3A632E0E45}"/>
          </ac:spMkLst>
        </pc:spChg>
        <pc:spChg chg="mod">
          <ac:chgData name="Lucia Garcia De Santos" userId="ce5b23a2-8529-4c99-88c2-4f31ecbd374c" providerId="ADAL" clId="{3DD7BFFB-CA5B-4CF6-935A-4B56456A246B}" dt="2025-05-10T18:50:41.925" v="77" actId="1035"/>
          <ac:spMkLst>
            <pc:docMk/>
            <pc:sldMk cId="758034783" sldId="2147482601"/>
            <ac:spMk id="43" creationId="{114864E9-B265-D74E-2291-6A4BB258381C}"/>
          </ac:spMkLst>
        </pc:spChg>
        <pc:spChg chg="mod">
          <ac:chgData name="Lucia Garcia De Santos" userId="ce5b23a2-8529-4c99-88c2-4f31ecbd374c" providerId="ADAL" clId="{3DD7BFFB-CA5B-4CF6-935A-4B56456A246B}" dt="2025-05-10T18:52:29.209" v="316" actId="113"/>
          <ac:spMkLst>
            <pc:docMk/>
            <pc:sldMk cId="758034783" sldId="2147482601"/>
            <ac:spMk id="44" creationId="{0F43E7E6-00C3-03A0-BBA2-DDC3C7383AF9}"/>
          </ac:spMkLst>
        </pc:spChg>
        <pc:spChg chg="mod">
          <ac:chgData name="Lucia Garcia De Santos" userId="ce5b23a2-8529-4c99-88c2-4f31ecbd374c" providerId="ADAL" clId="{3DD7BFFB-CA5B-4CF6-935A-4B56456A246B}" dt="2025-05-10T18:50:41.925" v="77" actId="1035"/>
          <ac:spMkLst>
            <pc:docMk/>
            <pc:sldMk cId="758034783" sldId="2147482601"/>
            <ac:spMk id="45" creationId="{E9336F1F-500E-DC49-0F67-AF9CBD6063B6}"/>
          </ac:spMkLst>
        </pc:spChg>
        <pc:spChg chg="mod">
          <ac:chgData name="Lucia Garcia De Santos" userId="ce5b23a2-8529-4c99-88c2-4f31ecbd374c" providerId="ADAL" clId="{3DD7BFFB-CA5B-4CF6-935A-4B56456A246B}" dt="2025-05-10T18:50:41.925" v="77" actId="1035"/>
          <ac:spMkLst>
            <pc:docMk/>
            <pc:sldMk cId="758034783" sldId="2147482601"/>
            <ac:spMk id="47" creationId="{864E0280-396B-F129-1249-4D96BAE456E3}"/>
          </ac:spMkLst>
        </pc:spChg>
        <pc:spChg chg="mod">
          <ac:chgData name="Lucia Garcia De Santos" userId="ce5b23a2-8529-4c99-88c2-4f31ecbd374c" providerId="ADAL" clId="{3DD7BFFB-CA5B-4CF6-935A-4B56456A246B}" dt="2025-05-10T18:50:41.925" v="77" actId="1035"/>
          <ac:spMkLst>
            <pc:docMk/>
            <pc:sldMk cId="758034783" sldId="2147482601"/>
            <ac:spMk id="48" creationId="{126F5FD5-C290-CA8E-66FF-05F5970C899F}"/>
          </ac:spMkLst>
        </pc:spChg>
        <pc:spChg chg="mod">
          <ac:chgData name="Lucia Garcia De Santos" userId="ce5b23a2-8529-4c99-88c2-4f31ecbd374c" providerId="ADAL" clId="{3DD7BFFB-CA5B-4CF6-935A-4B56456A246B}" dt="2025-05-10T18:50:41.925" v="77" actId="1035"/>
          <ac:spMkLst>
            <pc:docMk/>
            <pc:sldMk cId="758034783" sldId="2147482601"/>
            <ac:spMk id="49" creationId="{7A359347-A366-7078-80EA-34C09F1EDCE6}"/>
          </ac:spMkLst>
        </pc:spChg>
      </pc:sldChg>
      <pc:sldChg chg="addSp delSp modSp new del mod">
        <pc:chgData name="Lucia Garcia De Santos" userId="ce5b23a2-8529-4c99-88c2-4f31ecbd374c" providerId="ADAL" clId="{3DD7BFFB-CA5B-4CF6-935A-4B56456A246B}" dt="2025-05-11T10:16:34.153" v="2465" actId="47"/>
        <pc:sldMkLst>
          <pc:docMk/>
          <pc:sldMk cId="3970955520" sldId="2147482602"/>
        </pc:sldMkLst>
      </pc:sldChg>
      <pc:sldChg chg="addSp delSp modSp add mod">
        <pc:chgData name="Lucia Garcia De Santos" userId="ce5b23a2-8529-4c99-88c2-4f31ecbd374c" providerId="ADAL" clId="{3DD7BFFB-CA5B-4CF6-935A-4B56456A246B}" dt="2025-05-13T17:25:47.085" v="10597" actId="478"/>
        <pc:sldMkLst>
          <pc:docMk/>
          <pc:sldMk cId="2875083049" sldId="2147482603"/>
        </pc:sldMkLst>
        <pc:spChg chg="del">
          <ac:chgData name="Lucia Garcia De Santos" userId="ce5b23a2-8529-4c99-88c2-4f31ecbd374c" providerId="ADAL" clId="{3DD7BFFB-CA5B-4CF6-935A-4B56456A246B}" dt="2025-05-13T17:24:42.999" v="10593" actId="478"/>
          <ac:spMkLst>
            <pc:docMk/>
            <pc:sldMk cId="2875083049" sldId="2147482603"/>
            <ac:spMk id="3" creationId="{F0934472-ECE1-3676-0309-8CCE0CCB20A4}"/>
          </ac:spMkLst>
        </pc:spChg>
        <pc:spChg chg="mod topLvl">
          <ac:chgData name="Lucia Garcia De Santos" userId="ce5b23a2-8529-4c99-88c2-4f31ecbd374c" providerId="ADAL" clId="{3DD7BFFB-CA5B-4CF6-935A-4B56456A246B}" dt="2025-05-11T10:26:35.426" v="2767" actId="1076"/>
          <ac:spMkLst>
            <pc:docMk/>
            <pc:sldMk cId="2875083049" sldId="2147482603"/>
            <ac:spMk id="30" creationId="{1DF66B58-CEF3-C1F3-0360-0567DA0A51F9}"/>
          </ac:spMkLst>
        </pc:spChg>
        <pc:spChg chg="add mod">
          <ac:chgData name="Lucia Garcia De Santos" userId="ce5b23a2-8529-4c99-88c2-4f31ecbd374c" providerId="ADAL" clId="{3DD7BFFB-CA5B-4CF6-935A-4B56456A246B}" dt="2025-05-13T17:24:43.249" v="10594"/>
          <ac:spMkLst>
            <pc:docMk/>
            <pc:sldMk cId="2875083049" sldId="2147482603"/>
            <ac:spMk id="48" creationId="{CAB83956-3F6E-4021-5303-74E98189BF56}"/>
          </ac:spMkLst>
        </pc:spChg>
        <pc:picChg chg="add del mod">
          <ac:chgData name="Lucia Garcia De Santos" userId="ce5b23a2-8529-4c99-88c2-4f31ecbd374c" providerId="ADAL" clId="{3DD7BFFB-CA5B-4CF6-935A-4B56456A246B}" dt="2025-05-12T17:53:26.460" v="9399" actId="478"/>
          <ac:picMkLst>
            <pc:docMk/>
            <pc:sldMk cId="2875083049" sldId="2147482603"/>
            <ac:picMk id="47" creationId="{AAA94B56-3132-BD09-7A91-7BE6A03A4F4B}"/>
          </ac:picMkLst>
        </pc:picChg>
        <pc:picChg chg="add del mod">
          <ac:chgData name="Lucia Garcia De Santos" userId="ce5b23a2-8529-4c99-88c2-4f31ecbd374c" providerId="ADAL" clId="{3DD7BFFB-CA5B-4CF6-935A-4B56456A246B}" dt="2025-05-13T17:25:47.085" v="10597" actId="478"/>
          <ac:picMkLst>
            <pc:docMk/>
            <pc:sldMk cId="2875083049" sldId="2147482603"/>
            <ac:picMk id="50" creationId="{2D453254-B489-52A0-ADC6-EEE29A6AC43B}"/>
          </ac:picMkLst>
        </pc:picChg>
        <pc:picChg chg="mod">
          <ac:chgData name="Lucia Garcia De Santos" userId="ce5b23a2-8529-4c99-88c2-4f31ecbd374c" providerId="ADAL" clId="{3DD7BFFB-CA5B-4CF6-935A-4B56456A246B}" dt="2025-05-11T10:28:09.276" v="2813" actId="1036"/>
          <ac:picMkLst>
            <pc:docMk/>
            <pc:sldMk cId="2875083049" sldId="2147482603"/>
            <ac:picMk id="1026" creationId="{44BF8B6F-272F-20F7-60E9-788274C8729C}"/>
          </ac:picMkLst>
        </pc:picChg>
        <pc:picChg chg="add mod">
          <ac:chgData name="Lucia Garcia De Santos" userId="ce5b23a2-8529-4c99-88c2-4f31ecbd374c" providerId="ADAL" clId="{3DD7BFFB-CA5B-4CF6-935A-4B56456A246B}" dt="2025-05-12T17:53:25.264" v="9398" actId="553"/>
          <ac:picMkLst>
            <pc:docMk/>
            <pc:sldMk cId="2875083049" sldId="2147482603"/>
            <ac:picMk id="2050" creationId="{E7951806-F379-9BB8-B7CD-8AB98DF4BACE}"/>
          </ac:picMkLst>
        </pc:picChg>
        <pc:picChg chg="add mod">
          <ac:chgData name="Lucia Garcia De Santos" userId="ce5b23a2-8529-4c99-88c2-4f31ecbd374c" providerId="ADAL" clId="{3DD7BFFB-CA5B-4CF6-935A-4B56456A246B}" dt="2025-05-12T17:52:39.965" v="9393" actId="14826"/>
          <ac:picMkLst>
            <pc:docMk/>
            <pc:sldMk cId="2875083049" sldId="2147482603"/>
            <ac:picMk id="2052" creationId="{14C632D0-9DCA-4DC8-BB3B-C71F874D24D4}"/>
          </ac:picMkLst>
        </pc:picChg>
      </pc:sldChg>
      <pc:sldChg chg="addSp delSp modSp add mod">
        <pc:chgData name="Lucia Garcia De Santos" userId="ce5b23a2-8529-4c99-88c2-4f31ecbd374c" providerId="ADAL" clId="{3DD7BFFB-CA5B-4CF6-935A-4B56456A246B}" dt="2025-05-11T14:28:05.801" v="6406"/>
        <pc:sldMkLst>
          <pc:docMk/>
          <pc:sldMk cId="4030291906" sldId="2147482604"/>
        </pc:sldMkLst>
      </pc:sldChg>
      <pc:sldChg chg="addSp new mod">
        <pc:chgData name="Lucia Garcia De Santos" userId="ce5b23a2-8529-4c99-88c2-4f31ecbd374c" providerId="ADAL" clId="{3DD7BFFB-CA5B-4CF6-935A-4B56456A246B}" dt="2025-05-11T10:44:39.143" v="3158" actId="11529"/>
        <pc:sldMkLst>
          <pc:docMk/>
          <pc:sldMk cId="993250379" sldId="2147482605"/>
        </pc:sldMkLst>
      </pc:sldChg>
      <pc:sldChg chg="addSp delSp modSp add mod">
        <pc:chgData name="Lucia Garcia De Santos" userId="ce5b23a2-8529-4c99-88c2-4f31ecbd374c" providerId="ADAL" clId="{3DD7BFFB-CA5B-4CF6-935A-4B56456A246B}" dt="2025-05-11T14:28:01.217" v="6404"/>
        <pc:sldMkLst>
          <pc:docMk/>
          <pc:sldMk cId="2867194752" sldId="2147482606"/>
        </pc:sldMkLst>
      </pc:sldChg>
      <pc:sldChg chg="addSp delSp modSp del mod">
        <pc:chgData name="Lucia Garcia De Santos" userId="ce5b23a2-8529-4c99-88c2-4f31ecbd374c" providerId="ADAL" clId="{3DD7BFFB-CA5B-4CF6-935A-4B56456A246B}" dt="2025-05-11T17:44:10.286" v="7222" actId="47"/>
        <pc:sldMkLst>
          <pc:docMk/>
          <pc:sldMk cId="3262079446" sldId="2147482607"/>
        </pc:sldMkLst>
      </pc:sldChg>
      <pc:sldChg chg="addSp delSp modSp del mod">
        <pc:chgData name="Lucia Garcia De Santos" userId="ce5b23a2-8529-4c99-88c2-4f31ecbd374c" providerId="ADAL" clId="{3DD7BFFB-CA5B-4CF6-935A-4B56456A246B}" dt="2025-05-11T15:21:52.366" v="6979" actId="47"/>
        <pc:sldMkLst>
          <pc:docMk/>
          <pc:sldMk cId="3366046144" sldId="2147482608"/>
        </pc:sldMkLst>
      </pc:sldChg>
      <pc:sldChg chg="addSp delSp modSp add mod">
        <pc:chgData name="Lucia Garcia De Santos" userId="ce5b23a2-8529-4c99-88c2-4f31ecbd374c" providerId="ADAL" clId="{3DD7BFFB-CA5B-4CF6-935A-4B56456A246B}" dt="2025-05-11T14:28:36.655" v="6417" actId="1035"/>
        <pc:sldMkLst>
          <pc:docMk/>
          <pc:sldMk cId="2940274176" sldId="2147482609"/>
        </pc:sldMkLst>
      </pc:sldChg>
      <pc:sldChg chg="addSp delSp modSp add mod">
        <pc:chgData name="Lucia Garcia De Santos" userId="ce5b23a2-8529-4c99-88c2-4f31ecbd374c" providerId="ADAL" clId="{3DD7BFFB-CA5B-4CF6-935A-4B56456A246B}" dt="2025-05-11T14:27:53.617" v="6400"/>
        <pc:sldMkLst>
          <pc:docMk/>
          <pc:sldMk cId="3472712308" sldId="2147482610"/>
        </pc:sldMkLst>
      </pc:sldChg>
      <pc:sldChg chg="addSp delSp modSp add mod">
        <pc:chgData name="Lucia Garcia De Santos" userId="ce5b23a2-8529-4c99-88c2-4f31ecbd374c" providerId="ADAL" clId="{3DD7BFFB-CA5B-4CF6-935A-4B56456A246B}" dt="2025-05-11T14:27:39.766" v="6393" actId="1038"/>
        <pc:sldMkLst>
          <pc:docMk/>
          <pc:sldMk cId="2487946201" sldId="2147482611"/>
        </pc:sldMkLst>
      </pc:sldChg>
      <pc:sldChg chg="addSp delSp modSp add mod">
        <pc:chgData name="Lucia Garcia De Santos" userId="ce5b23a2-8529-4c99-88c2-4f31ecbd374c" providerId="ADAL" clId="{3DD7BFFB-CA5B-4CF6-935A-4B56456A246B}" dt="2025-05-13T18:28:15.830" v="11139" actId="20577"/>
        <pc:sldMkLst>
          <pc:docMk/>
          <pc:sldMk cId="4131125572" sldId="2147482612"/>
        </pc:sldMkLst>
        <pc:spChg chg="mod">
          <ac:chgData name="Lucia Garcia De Santos" userId="ce5b23a2-8529-4c99-88c2-4f31ecbd374c" providerId="ADAL" clId="{3DD7BFFB-CA5B-4CF6-935A-4B56456A246B}" dt="2025-05-11T12:29:20.367" v="5582" actId="20577"/>
          <ac:spMkLst>
            <pc:docMk/>
            <pc:sldMk cId="4131125572" sldId="2147482612"/>
            <ac:spMk id="2" creationId="{025839E4-A15B-D6F9-E1BC-6D1C8F790D5B}"/>
          </ac:spMkLst>
        </pc:spChg>
        <pc:spChg chg="add mod">
          <ac:chgData name="Lucia Garcia De Santos" userId="ce5b23a2-8529-4c99-88c2-4f31ecbd374c" providerId="ADAL" clId="{3DD7BFFB-CA5B-4CF6-935A-4B56456A246B}" dt="2025-05-13T18:28:15.830" v="11139" actId="20577"/>
          <ac:spMkLst>
            <pc:docMk/>
            <pc:sldMk cId="4131125572" sldId="2147482612"/>
            <ac:spMk id="4" creationId="{6714A796-1EB7-6CD2-2ABE-CD8A250BC076}"/>
          </ac:spMkLst>
        </pc:spChg>
      </pc:sldChg>
      <pc:sldChg chg="new del">
        <pc:chgData name="Lucia Garcia De Santos" userId="ce5b23a2-8529-4c99-88c2-4f31ecbd374c" providerId="ADAL" clId="{3DD7BFFB-CA5B-4CF6-935A-4B56456A246B}" dt="2025-05-11T12:29:13.417" v="5562" actId="47"/>
        <pc:sldMkLst>
          <pc:docMk/>
          <pc:sldMk cId="4292338103" sldId="2147482612"/>
        </pc:sldMkLst>
      </pc:sldChg>
      <pc:sldChg chg="addSp delSp modSp add mod">
        <pc:chgData name="Lucia Garcia De Santos" userId="ce5b23a2-8529-4c99-88c2-4f31ecbd374c" providerId="ADAL" clId="{3DD7BFFB-CA5B-4CF6-935A-4B56456A246B}" dt="2025-05-11T21:52:57.754" v="7536" actId="14100"/>
        <pc:sldMkLst>
          <pc:docMk/>
          <pc:sldMk cId="2858400574" sldId="2147482613"/>
        </pc:sldMkLst>
        <pc:spChg chg="mod">
          <ac:chgData name="Lucia Garcia De Santos" userId="ce5b23a2-8529-4c99-88c2-4f31ecbd374c" providerId="ADAL" clId="{3DD7BFFB-CA5B-4CF6-935A-4B56456A246B}" dt="2025-05-11T17:44:53.966" v="7229" actId="1582"/>
          <ac:spMkLst>
            <pc:docMk/>
            <pc:sldMk cId="2858400574" sldId="2147482613"/>
            <ac:spMk id="6" creationId="{4297E170-BD69-477D-620A-DD7169597C64}"/>
          </ac:spMkLst>
        </pc:spChg>
        <pc:spChg chg="mod">
          <ac:chgData name="Lucia Garcia De Santos" userId="ce5b23a2-8529-4c99-88c2-4f31ecbd374c" providerId="ADAL" clId="{3DD7BFFB-CA5B-4CF6-935A-4B56456A246B}" dt="2025-05-11T21:52:51.020" v="7535" actId="14100"/>
          <ac:spMkLst>
            <pc:docMk/>
            <pc:sldMk cId="2858400574" sldId="2147482613"/>
            <ac:spMk id="7" creationId="{0F29C71E-8D3C-901F-C7D9-567874535EAB}"/>
          </ac:spMkLst>
        </pc:spChg>
        <pc:spChg chg="add mod">
          <ac:chgData name="Lucia Garcia De Santos" userId="ce5b23a2-8529-4c99-88c2-4f31ecbd374c" providerId="ADAL" clId="{3DD7BFFB-CA5B-4CF6-935A-4B56456A246B}" dt="2025-05-11T17:44:55.380" v="7230" actId="1582"/>
          <ac:spMkLst>
            <pc:docMk/>
            <pc:sldMk cId="2858400574" sldId="2147482613"/>
            <ac:spMk id="11" creationId="{7E6C73FD-E53A-D643-322C-11E1C7D54833}"/>
          </ac:spMkLst>
        </pc:spChg>
        <pc:spChg chg="mod">
          <ac:chgData name="Lucia Garcia De Santos" userId="ce5b23a2-8529-4c99-88c2-4f31ecbd374c" providerId="ADAL" clId="{3DD7BFFB-CA5B-4CF6-935A-4B56456A246B}" dt="2025-05-11T21:52:57.754" v="7536" actId="14100"/>
          <ac:spMkLst>
            <pc:docMk/>
            <pc:sldMk cId="2858400574" sldId="2147482613"/>
            <ac:spMk id="12" creationId="{EEB0FF59-59EC-26E8-1E27-7F38934DB513}"/>
          </ac:spMkLst>
        </pc:spChg>
        <pc:spChg chg="add mod">
          <ac:chgData name="Lucia Garcia De Santos" userId="ce5b23a2-8529-4c99-88c2-4f31ecbd374c" providerId="ADAL" clId="{3DD7BFFB-CA5B-4CF6-935A-4B56456A246B}" dt="2025-05-11T17:44:48.655" v="7227" actId="1582"/>
          <ac:spMkLst>
            <pc:docMk/>
            <pc:sldMk cId="2858400574" sldId="2147482613"/>
            <ac:spMk id="14" creationId="{DFB9BEB9-9FE3-3E17-A81F-D7C75553CC02}"/>
          </ac:spMkLst>
        </pc:spChg>
        <pc:spChg chg="add mod">
          <ac:chgData name="Lucia Garcia De Santos" userId="ce5b23a2-8529-4c99-88c2-4f31ecbd374c" providerId="ADAL" clId="{3DD7BFFB-CA5B-4CF6-935A-4B56456A246B}" dt="2025-05-11T17:44:52.365" v="7228" actId="1582"/>
          <ac:spMkLst>
            <pc:docMk/>
            <pc:sldMk cId="2858400574" sldId="2147482613"/>
            <ac:spMk id="15" creationId="{7FFA3351-9D0F-083B-C50D-91C1A1CAE245}"/>
          </ac:spMkLst>
        </pc:spChg>
        <pc:spChg chg="mod">
          <ac:chgData name="Lucia Garcia De Santos" userId="ce5b23a2-8529-4c99-88c2-4f31ecbd374c" providerId="ADAL" clId="{3DD7BFFB-CA5B-4CF6-935A-4B56456A246B}" dt="2025-05-11T21:52:57.754" v="7536" actId="14100"/>
          <ac:spMkLst>
            <pc:docMk/>
            <pc:sldMk cId="2858400574" sldId="2147482613"/>
            <ac:spMk id="16" creationId="{70122747-3BF6-6767-F85A-5656FA343121}"/>
          </ac:spMkLst>
        </pc:spChg>
        <pc:spChg chg="mod">
          <ac:chgData name="Lucia Garcia De Santos" userId="ce5b23a2-8529-4c99-88c2-4f31ecbd374c" providerId="ADAL" clId="{3DD7BFFB-CA5B-4CF6-935A-4B56456A246B}" dt="2025-05-11T21:52:57.754" v="7536" actId="14100"/>
          <ac:spMkLst>
            <pc:docMk/>
            <pc:sldMk cId="2858400574" sldId="2147482613"/>
            <ac:spMk id="17" creationId="{0CD0E732-A490-43F0-5771-4A44688A2A4E}"/>
          </ac:spMkLst>
        </pc:spChg>
      </pc:sldChg>
      <pc:sldChg chg="addSp delSp modSp add del mod">
        <pc:chgData name="Lucia Garcia De Santos" userId="ce5b23a2-8529-4c99-88c2-4f31ecbd374c" providerId="ADAL" clId="{3DD7BFFB-CA5B-4CF6-935A-4B56456A246B}" dt="2025-05-11T15:12:15.767" v="6852" actId="47"/>
        <pc:sldMkLst>
          <pc:docMk/>
          <pc:sldMk cId="3277078707" sldId="2147482613"/>
        </pc:sldMkLst>
      </pc:sldChg>
      <pc:sldChg chg="addSp delSp modSp add del mod">
        <pc:chgData name="Lucia Garcia De Santos" userId="ce5b23a2-8529-4c99-88c2-4f31ecbd374c" providerId="ADAL" clId="{3DD7BFFB-CA5B-4CF6-935A-4B56456A246B}" dt="2025-05-11T17:49:02.406" v="7387" actId="47"/>
        <pc:sldMkLst>
          <pc:docMk/>
          <pc:sldMk cId="3977467357" sldId="2147482614"/>
        </pc:sldMkLst>
      </pc:sldChg>
      <pc:sldChg chg="modSp mod">
        <pc:chgData name="Lucia Garcia De Santos" userId="ce5b23a2-8529-4c99-88c2-4f31ecbd374c" providerId="ADAL" clId="{3DD7BFFB-CA5B-4CF6-935A-4B56456A246B}" dt="2025-05-12T17:53:56.984" v="9401" actId="14826"/>
        <pc:sldMkLst>
          <pc:docMk/>
          <pc:sldMk cId="1420790168" sldId="2147482615"/>
        </pc:sldMkLst>
        <pc:spChg chg="mod">
          <ac:chgData name="Lucia Garcia De Santos" userId="ce5b23a2-8529-4c99-88c2-4f31ecbd374c" providerId="ADAL" clId="{3DD7BFFB-CA5B-4CF6-935A-4B56456A246B}" dt="2025-05-11T22:05:49.757" v="8191" actId="20577"/>
          <ac:spMkLst>
            <pc:docMk/>
            <pc:sldMk cId="1420790168" sldId="2147482615"/>
            <ac:spMk id="30" creationId="{32E66DEB-8D73-1997-A226-57BAABDC3D18}"/>
          </ac:spMkLst>
        </pc:spChg>
        <pc:picChg chg="mod">
          <ac:chgData name="Lucia Garcia De Santos" userId="ce5b23a2-8529-4c99-88c2-4f31ecbd374c" providerId="ADAL" clId="{3DD7BFFB-CA5B-4CF6-935A-4B56456A246B}" dt="2025-05-12T17:53:56.984" v="9401" actId="14826"/>
          <ac:picMkLst>
            <pc:docMk/>
            <pc:sldMk cId="1420790168" sldId="2147482615"/>
            <ac:picMk id="4" creationId="{3947D044-8BCC-B5D5-EA03-4BC8935E3B64}"/>
          </ac:picMkLst>
        </pc:picChg>
      </pc:sldChg>
      <pc:sldChg chg="modSp">
        <pc:chgData name="Lucia Garcia De Santos" userId="ce5b23a2-8529-4c99-88c2-4f31ecbd374c" providerId="ADAL" clId="{3DD7BFFB-CA5B-4CF6-935A-4B56456A246B}" dt="2025-05-12T17:54:16.864" v="9402" actId="14826"/>
        <pc:sldMkLst>
          <pc:docMk/>
          <pc:sldMk cId="1863037888" sldId="2147482616"/>
        </pc:sldMkLst>
        <pc:picChg chg="mod">
          <ac:chgData name="Lucia Garcia De Santos" userId="ce5b23a2-8529-4c99-88c2-4f31ecbd374c" providerId="ADAL" clId="{3DD7BFFB-CA5B-4CF6-935A-4B56456A246B}" dt="2025-05-12T17:54:16.864" v="9402" actId="14826"/>
          <ac:picMkLst>
            <pc:docMk/>
            <pc:sldMk cId="1863037888" sldId="2147482616"/>
            <ac:picMk id="4" creationId="{35CBD093-B44E-DF1B-608A-BD3A6221A547}"/>
          </ac:picMkLst>
        </pc:picChg>
      </pc:sldChg>
      <pc:sldChg chg="modSp">
        <pc:chgData name="Lucia Garcia De Santos" userId="ce5b23a2-8529-4c99-88c2-4f31ecbd374c" providerId="ADAL" clId="{3DD7BFFB-CA5B-4CF6-935A-4B56456A246B}" dt="2025-05-12T17:55:19.923" v="9406" actId="14826"/>
        <pc:sldMkLst>
          <pc:docMk/>
          <pc:sldMk cId="1756056964" sldId="2147482617"/>
        </pc:sldMkLst>
        <pc:picChg chg="mod">
          <ac:chgData name="Lucia Garcia De Santos" userId="ce5b23a2-8529-4c99-88c2-4f31ecbd374c" providerId="ADAL" clId="{3DD7BFFB-CA5B-4CF6-935A-4B56456A246B}" dt="2025-05-12T17:55:19.923" v="9406" actId="14826"/>
          <ac:picMkLst>
            <pc:docMk/>
            <pc:sldMk cId="1756056964" sldId="2147482617"/>
            <ac:picMk id="11" creationId="{1A96DA94-2D09-2A20-8FCD-69242C36074B}"/>
          </ac:picMkLst>
        </pc:picChg>
      </pc:sldChg>
      <pc:sldChg chg="modSp">
        <pc:chgData name="Lucia Garcia De Santos" userId="ce5b23a2-8529-4c99-88c2-4f31ecbd374c" providerId="ADAL" clId="{3DD7BFFB-CA5B-4CF6-935A-4B56456A246B}" dt="2025-05-12T17:55:41.053" v="9407" actId="14826"/>
        <pc:sldMkLst>
          <pc:docMk/>
          <pc:sldMk cId="3307782242" sldId="2147482618"/>
        </pc:sldMkLst>
        <pc:picChg chg="mod">
          <ac:chgData name="Lucia Garcia De Santos" userId="ce5b23a2-8529-4c99-88c2-4f31ecbd374c" providerId="ADAL" clId="{3DD7BFFB-CA5B-4CF6-935A-4B56456A246B}" dt="2025-05-12T17:55:41.053" v="9407" actId="14826"/>
          <ac:picMkLst>
            <pc:docMk/>
            <pc:sldMk cId="3307782242" sldId="2147482618"/>
            <ac:picMk id="5" creationId="{0B28064E-B00A-EF27-248E-FAFDB15886E2}"/>
          </ac:picMkLst>
        </pc:picChg>
      </pc:sldChg>
      <pc:sldChg chg="modSp">
        <pc:chgData name="Lucia Garcia De Santos" userId="ce5b23a2-8529-4c99-88c2-4f31ecbd374c" providerId="ADAL" clId="{3DD7BFFB-CA5B-4CF6-935A-4B56456A246B}" dt="2025-05-12T17:55:59.843" v="9408" actId="14826"/>
        <pc:sldMkLst>
          <pc:docMk/>
          <pc:sldMk cId="2317241286" sldId="2147482619"/>
        </pc:sldMkLst>
        <pc:picChg chg="mod">
          <ac:chgData name="Lucia Garcia De Santos" userId="ce5b23a2-8529-4c99-88c2-4f31ecbd374c" providerId="ADAL" clId="{3DD7BFFB-CA5B-4CF6-935A-4B56456A246B}" dt="2025-05-12T17:55:59.843" v="9408" actId="14826"/>
          <ac:picMkLst>
            <pc:docMk/>
            <pc:sldMk cId="2317241286" sldId="2147482619"/>
            <ac:picMk id="11" creationId="{F01E073D-7B86-B724-CA3C-919B172A1622}"/>
          </ac:picMkLst>
        </pc:picChg>
      </pc:sldChg>
      <pc:sldChg chg="addSp delSp modSp add mod">
        <pc:chgData name="Lucia Garcia De Santos" userId="ce5b23a2-8529-4c99-88c2-4f31ecbd374c" providerId="ADAL" clId="{3DD7BFFB-CA5B-4CF6-935A-4B56456A246B}" dt="2025-05-11T19:29:42.716" v="7531" actId="478"/>
        <pc:sldMkLst>
          <pc:docMk/>
          <pc:sldMk cId="408008183" sldId="2147482621"/>
        </pc:sldMkLst>
        <pc:spChg chg="mod topLvl">
          <ac:chgData name="Lucia Garcia De Santos" userId="ce5b23a2-8529-4c99-88c2-4f31ecbd374c" providerId="ADAL" clId="{3DD7BFFB-CA5B-4CF6-935A-4B56456A246B}" dt="2025-05-11T17:48:58.772" v="7386" actId="1036"/>
          <ac:spMkLst>
            <pc:docMk/>
            <pc:sldMk cId="408008183" sldId="2147482621"/>
            <ac:spMk id="19" creationId="{A932E880-22F0-9908-9E84-F11713F1EBD8}"/>
          </ac:spMkLst>
        </pc:spChg>
        <pc:spChg chg="mod topLvl">
          <ac:chgData name="Lucia Garcia De Santos" userId="ce5b23a2-8529-4c99-88c2-4f31ecbd374c" providerId="ADAL" clId="{3DD7BFFB-CA5B-4CF6-935A-4B56456A246B}" dt="2025-05-11T17:58:42.220" v="7510" actId="1038"/>
          <ac:spMkLst>
            <pc:docMk/>
            <pc:sldMk cId="408008183" sldId="2147482621"/>
            <ac:spMk id="21" creationId="{97C20B4A-7473-DB33-A5C6-F25306261E60}"/>
          </ac:spMkLst>
        </pc:spChg>
        <pc:picChg chg="add mod">
          <ac:chgData name="Lucia Garcia De Santos" userId="ce5b23a2-8529-4c99-88c2-4f31ecbd374c" providerId="ADAL" clId="{3DD7BFFB-CA5B-4CF6-935A-4B56456A246B}" dt="2025-05-11T17:58:56.833" v="7530" actId="1076"/>
          <ac:picMkLst>
            <pc:docMk/>
            <pc:sldMk cId="408008183" sldId="2147482621"/>
            <ac:picMk id="9218" creationId="{50C4B08B-FB48-4136-5AD2-5FB6C0FA816F}"/>
          </ac:picMkLst>
        </pc:picChg>
        <pc:picChg chg="add mod">
          <ac:chgData name="Lucia Garcia De Santos" userId="ce5b23a2-8529-4c99-88c2-4f31ecbd374c" providerId="ADAL" clId="{3DD7BFFB-CA5B-4CF6-935A-4B56456A246B}" dt="2025-05-11T17:58:54.901" v="7529" actId="1076"/>
          <ac:picMkLst>
            <pc:docMk/>
            <pc:sldMk cId="408008183" sldId="2147482621"/>
            <ac:picMk id="9224" creationId="{1DADFAEF-6E7E-FA20-13A2-EAAF9DD5B878}"/>
          </ac:picMkLst>
        </pc:picChg>
        <pc:picChg chg="add mod">
          <ac:chgData name="Lucia Garcia De Santos" userId="ce5b23a2-8529-4c99-88c2-4f31ecbd374c" providerId="ADAL" clId="{3DD7BFFB-CA5B-4CF6-935A-4B56456A246B}" dt="2025-05-11T17:58:53.115" v="7528" actId="1037"/>
          <ac:picMkLst>
            <pc:docMk/>
            <pc:sldMk cId="408008183" sldId="2147482621"/>
            <ac:picMk id="9228" creationId="{212B2FC5-8551-0174-8362-DBBD35410191}"/>
          </ac:picMkLst>
        </pc:picChg>
        <pc:picChg chg="add mod">
          <ac:chgData name="Lucia Garcia De Santos" userId="ce5b23a2-8529-4c99-88c2-4f31ecbd374c" providerId="ADAL" clId="{3DD7BFFB-CA5B-4CF6-935A-4B56456A246B}" dt="2025-05-11T17:58:49.437" v="7522" actId="1038"/>
          <ac:picMkLst>
            <pc:docMk/>
            <pc:sldMk cId="408008183" sldId="2147482621"/>
            <ac:picMk id="9230" creationId="{3E4BFCF7-CC0A-203A-BC74-DE7E6F5E16EC}"/>
          </ac:picMkLst>
        </pc:picChg>
      </pc:sldChg>
      <pc:sldChg chg="addSp delSp modSp mod">
        <pc:chgData name="Lucia Garcia De Santos" userId="ce5b23a2-8529-4c99-88c2-4f31ecbd374c" providerId="ADAL" clId="{3DD7BFFB-CA5B-4CF6-935A-4B56456A246B}" dt="2025-05-12T18:18:27.163" v="9690"/>
        <pc:sldMkLst>
          <pc:docMk/>
          <pc:sldMk cId="434533823" sldId="2147482622"/>
        </pc:sldMkLst>
        <pc:spChg chg="add mod">
          <ac:chgData name="Lucia Garcia De Santos" userId="ce5b23a2-8529-4c99-88c2-4f31ecbd374c" providerId="ADAL" clId="{3DD7BFFB-CA5B-4CF6-935A-4B56456A246B}" dt="2025-05-12T18:18:27.163" v="9690"/>
          <ac:spMkLst>
            <pc:docMk/>
            <pc:sldMk cId="434533823" sldId="2147482622"/>
            <ac:spMk id="8" creationId="{F122D8F7-4139-8966-E3D6-B4CC29CA879E}"/>
          </ac:spMkLst>
        </pc:spChg>
        <pc:spChg chg="del">
          <ac:chgData name="Lucia Garcia De Santos" userId="ce5b23a2-8529-4c99-88c2-4f31ecbd374c" providerId="ADAL" clId="{3DD7BFFB-CA5B-4CF6-935A-4B56456A246B}" dt="2025-05-12T18:18:26.740" v="9689" actId="478"/>
          <ac:spMkLst>
            <pc:docMk/>
            <pc:sldMk cId="434533823" sldId="2147482622"/>
            <ac:spMk id="9" creationId="{781B3859-F14A-3AF1-245E-CD92FFEA050C}"/>
          </ac:spMkLst>
        </pc:spChg>
      </pc:sldChg>
      <pc:sldChg chg="addSp delSp modSp mod">
        <pc:chgData name="Lucia Garcia De Santos" userId="ce5b23a2-8529-4c99-88c2-4f31ecbd374c" providerId="ADAL" clId="{3DD7BFFB-CA5B-4CF6-935A-4B56456A246B}" dt="2025-05-12T18:20:03.901" v="9740" actId="478"/>
        <pc:sldMkLst>
          <pc:docMk/>
          <pc:sldMk cId="2705967137" sldId="2147482625"/>
        </pc:sldMkLst>
        <pc:spChg chg="mod">
          <ac:chgData name="Lucia Garcia De Santos" userId="ce5b23a2-8529-4c99-88c2-4f31ecbd374c" providerId="ADAL" clId="{3DD7BFFB-CA5B-4CF6-935A-4B56456A246B}" dt="2025-05-12T18:14:19.247" v="9646" actId="1035"/>
          <ac:spMkLst>
            <pc:docMk/>
            <pc:sldMk cId="2705967137" sldId="2147482625"/>
            <ac:spMk id="6" creationId="{AA53BDD0-8C6C-1E1D-066A-3C8EEA7C76FA}"/>
          </ac:spMkLst>
        </pc:spChg>
        <pc:spChg chg="mod">
          <ac:chgData name="Lucia Garcia De Santos" userId="ce5b23a2-8529-4c99-88c2-4f31ecbd374c" providerId="ADAL" clId="{3DD7BFFB-CA5B-4CF6-935A-4B56456A246B}" dt="2025-05-12T18:13:59.487" v="9626" actId="1035"/>
          <ac:spMkLst>
            <pc:docMk/>
            <pc:sldMk cId="2705967137" sldId="2147482625"/>
            <ac:spMk id="7" creationId="{C0D8FA7F-8D46-12B2-560C-3EF0BD26EF5B}"/>
          </ac:spMkLst>
        </pc:spChg>
        <pc:spChg chg="add mod">
          <ac:chgData name="Lucia Garcia De Santos" userId="ce5b23a2-8529-4c99-88c2-4f31ecbd374c" providerId="ADAL" clId="{3DD7BFFB-CA5B-4CF6-935A-4B56456A246B}" dt="2025-05-12T18:11:10.937" v="9591" actId="1038"/>
          <ac:spMkLst>
            <pc:docMk/>
            <pc:sldMk cId="2705967137" sldId="2147482625"/>
            <ac:spMk id="24" creationId="{B9EE4255-8FB2-3675-C4C8-BC6855763EFA}"/>
          </ac:spMkLst>
        </pc:spChg>
        <pc:spChg chg="mod">
          <ac:chgData name="Lucia Garcia De Santos" userId="ce5b23a2-8529-4c99-88c2-4f31ecbd374c" providerId="ADAL" clId="{3DD7BFFB-CA5B-4CF6-935A-4B56456A246B}" dt="2025-05-12T18:14:08.367" v="9627" actId="1076"/>
          <ac:spMkLst>
            <pc:docMk/>
            <pc:sldMk cId="2705967137" sldId="2147482625"/>
            <ac:spMk id="29" creationId="{52A99EB5-4C42-4C02-A7A1-A755A2737C05}"/>
          </ac:spMkLst>
        </pc:spChg>
        <pc:spChg chg="add del mod">
          <ac:chgData name="Lucia Garcia De Santos" userId="ce5b23a2-8529-4c99-88c2-4f31ecbd374c" providerId="ADAL" clId="{3DD7BFFB-CA5B-4CF6-935A-4B56456A246B}" dt="2025-05-12T18:15:39.156" v="9687" actId="478"/>
          <ac:spMkLst>
            <pc:docMk/>
            <pc:sldMk cId="2705967137" sldId="2147482625"/>
            <ac:spMk id="44" creationId="{1B222CEA-D259-A45C-5B4B-D74BF421D59C}"/>
          </ac:spMkLst>
        </pc:spChg>
        <pc:spChg chg="add del mod">
          <ac:chgData name="Lucia Garcia De Santos" userId="ce5b23a2-8529-4c99-88c2-4f31ecbd374c" providerId="ADAL" clId="{3DD7BFFB-CA5B-4CF6-935A-4B56456A246B}" dt="2025-05-12T18:20:03.901" v="9740" actId="478"/>
          <ac:spMkLst>
            <pc:docMk/>
            <pc:sldMk cId="2705967137" sldId="2147482625"/>
            <ac:spMk id="45" creationId="{FB616045-2A59-57E4-1463-230AB7154C10}"/>
          </ac:spMkLst>
        </pc:spChg>
        <pc:spChg chg="del mod">
          <ac:chgData name="Lucia Garcia De Santos" userId="ce5b23a2-8529-4c99-88c2-4f31ecbd374c" providerId="ADAL" clId="{3DD7BFFB-CA5B-4CF6-935A-4B56456A246B}" dt="2025-05-12T18:08:21.538" v="9487" actId="478"/>
          <ac:spMkLst>
            <pc:docMk/>
            <pc:sldMk cId="2705967137" sldId="2147482625"/>
            <ac:spMk id="46" creationId="{CA1314D7-6799-2E38-ECF5-73C814D2C312}"/>
          </ac:spMkLst>
        </pc:spChg>
        <pc:spChg chg="mod">
          <ac:chgData name="Lucia Garcia De Santos" userId="ce5b23a2-8529-4c99-88c2-4f31ecbd374c" providerId="ADAL" clId="{3DD7BFFB-CA5B-4CF6-935A-4B56456A246B}" dt="2025-05-12T18:14:30.557" v="9649" actId="404"/>
          <ac:spMkLst>
            <pc:docMk/>
            <pc:sldMk cId="2705967137" sldId="2147482625"/>
            <ac:spMk id="48" creationId="{5A9485F2-AFB8-608F-630E-D5C6A89F5517}"/>
          </ac:spMkLst>
        </pc:spChg>
        <pc:spChg chg="add del mod">
          <ac:chgData name="Lucia Garcia De Santos" userId="ce5b23a2-8529-4c99-88c2-4f31ecbd374c" providerId="ADAL" clId="{3DD7BFFB-CA5B-4CF6-935A-4B56456A246B}" dt="2025-05-12T18:02:43.990" v="9423" actId="478"/>
          <ac:spMkLst>
            <pc:docMk/>
            <pc:sldMk cId="2705967137" sldId="2147482625"/>
            <ac:spMk id="49" creationId="{0E618B9E-E099-9EAD-AFAC-D8CAF3B82826}"/>
          </ac:spMkLst>
        </pc:spChg>
        <pc:spChg chg="add del mod">
          <ac:chgData name="Lucia Garcia De Santos" userId="ce5b23a2-8529-4c99-88c2-4f31ecbd374c" providerId="ADAL" clId="{3DD7BFFB-CA5B-4CF6-935A-4B56456A246B}" dt="2025-05-12T18:04:01.529" v="9436" actId="478"/>
          <ac:spMkLst>
            <pc:docMk/>
            <pc:sldMk cId="2705967137" sldId="2147482625"/>
            <ac:spMk id="50" creationId="{7C7AE65D-F2FC-6D21-A7BB-C33039FE291B}"/>
          </ac:spMkLst>
        </pc:spChg>
        <pc:spChg chg="add del mod">
          <ac:chgData name="Lucia Garcia De Santos" userId="ce5b23a2-8529-4c99-88c2-4f31ecbd374c" providerId="ADAL" clId="{3DD7BFFB-CA5B-4CF6-935A-4B56456A246B}" dt="2025-05-12T18:05:21.719" v="9445" actId="478"/>
          <ac:spMkLst>
            <pc:docMk/>
            <pc:sldMk cId="2705967137" sldId="2147482625"/>
            <ac:spMk id="52" creationId="{CFD5D4C8-716E-75DB-AA05-2AE2EA758205}"/>
          </ac:spMkLst>
        </pc:spChg>
        <pc:spChg chg="add mod">
          <ac:chgData name="Lucia Garcia De Santos" userId="ce5b23a2-8529-4c99-88c2-4f31ecbd374c" providerId="ADAL" clId="{3DD7BFFB-CA5B-4CF6-935A-4B56456A246B}" dt="2025-05-12T18:08:14.228" v="9486" actId="14100"/>
          <ac:spMkLst>
            <pc:docMk/>
            <pc:sldMk cId="2705967137" sldId="2147482625"/>
            <ac:spMk id="2052" creationId="{CEE9EB24-DCFD-7FEA-E46C-46FA7E05EDA8}"/>
          </ac:spMkLst>
        </pc:spChg>
        <pc:spChg chg="add mod">
          <ac:chgData name="Lucia Garcia De Santos" userId="ce5b23a2-8529-4c99-88c2-4f31ecbd374c" providerId="ADAL" clId="{3DD7BFFB-CA5B-4CF6-935A-4B56456A246B}" dt="2025-05-12T18:13:59.487" v="9626" actId="1035"/>
          <ac:spMkLst>
            <pc:docMk/>
            <pc:sldMk cId="2705967137" sldId="2147482625"/>
            <ac:spMk id="2055" creationId="{3A78963E-0128-8BD5-DB34-9FDC787BF95C}"/>
          </ac:spMkLst>
        </pc:spChg>
        <pc:grpChg chg="mod">
          <ac:chgData name="Lucia Garcia De Santos" userId="ce5b23a2-8529-4c99-88c2-4f31ecbd374c" providerId="ADAL" clId="{3DD7BFFB-CA5B-4CF6-935A-4B56456A246B}" dt="2025-05-12T18:13:59.487" v="9626" actId="1035"/>
          <ac:grpSpMkLst>
            <pc:docMk/>
            <pc:sldMk cId="2705967137" sldId="2147482625"/>
            <ac:grpSpMk id="27" creationId="{A26EF87D-C067-E306-1DA3-9BD142A73DF6}"/>
          </ac:grpSpMkLst>
        </pc:grpChg>
        <pc:picChg chg="add mod">
          <ac:chgData name="Lucia Garcia De Santos" userId="ce5b23a2-8529-4c99-88c2-4f31ecbd374c" providerId="ADAL" clId="{3DD7BFFB-CA5B-4CF6-935A-4B56456A246B}" dt="2025-05-12T18:13:44.147" v="9609" actId="1076"/>
          <ac:picMkLst>
            <pc:docMk/>
            <pc:sldMk cId="2705967137" sldId="2147482625"/>
            <ac:picMk id="28" creationId="{F388BE6D-189E-BD2E-AEC4-30B61324A9B2}"/>
          </ac:picMkLst>
        </pc:picChg>
        <pc:picChg chg="add mod">
          <ac:chgData name="Lucia Garcia De Santos" userId="ce5b23a2-8529-4c99-88c2-4f31ecbd374c" providerId="ADAL" clId="{3DD7BFFB-CA5B-4CF6-935A-4B56456A246B}" dt="2025-05-12T18:14:19.247" v="9646" actId="1035"/>
          <ac:picMkLst>
            <pc:docMk/>
            <pc:sldMk cId="2705967137" sldId="2147482625"/>
            <ac:picMk id="31" creationId="{B219AEC8-BE6C-9730-FFFF-FFC481424B83}"/>
          </ac:picMkLst>
        </pc:picChg>
        <pc:picChg chg="add del mod">
          <ac:chgData name="Lucia Garcia De Santos" userId="ce5b23a2-8529-4c99-88c2-4f31ecbd374c" providerId="ADAL" clId="{3DD7BFFB-CA5B-4CF6-935A-4B56456A246B}" dt="2025-05-12T18:06:10.029" v="9450" actId="478"/>
          <ac:picMkLst>
            <pc:docMk/>
            <pc:sldMk cId="2705967137" sldId="2147482625"/>
            <ac:picMk id="55" creationId="{30FAAA06-97F6-2B31-3391-EDDC8A80A0DC}"/>
          </ac:picMkLst>
        </pc:picChg>
        <pc:picChg chg="add del mod">
          <ac:chgData name="Lucia Garcia De Santos" userId="ce5b23a2-8529-4c99-88c2-4f31ecbd374c" providerId="ADAL" clId="{3DD7BFFB-CA5B-4CF6-935A-4B56456A246B}" dt="2025-05-12T18:06:17.179" v="9454" actId="478"/>
          <ac:picMkLst>
            <pc:docMk/>
            <pc:sldMk cId="2705967137" sldId="2147482625"/>
            <ac:picMk id="57" creationId="{26251BC0-8485-E384-A4CD-75FB33DA9696}"/>
          </ac:picMkLst>
        </pc:picChg>
        <pc:picChg chg="mod">
          <ac:chgData name="Lucia Garcia De Santos" userId="ce5b23a2-8529-4c99-88c2-4f31ecbd374c" providerId="ADAL" clId="{3DD7BFFB-CA5B-4CF6-935A-4B56456A246B}" dt="2025-05-12T18:16:38.135" v="9688" actId="1076"/>
          <ac:picMkLst>
            <pc:docMk/>
            <pc:sldMk cId="2705967137" sldId="2147482625"/>
            <ac:picMk id="2050" creationId="{7730BCAB-E1E5-0F3D-43E5-011BEE6FCA56}"/>
          </ac:picMkLst>
        </pc:picChg>
        <pc:picChg chg="add mod">
          <ac:chgData name="Lucia Garcia De Santos" userId="ce5b23a2-8529-4c99-88c2-4f31ecbd374c" providerId="ADAL" clId="{3DD7BFFB-CA5B-4CF6-935A-4B56456A246B}" dt="2025-05-12T18:13:59.487" v="9626" actId="1035"/>
          <ac:picMkLst>
            <pc:docMk/>
            <pc:sldMk cId="2705967137" sldId="2147482625"/>
            <ac:picMk id="2059" creationId="{DD34A04D-B41D-1C3D-18AE-D60BCF04BF34}"/>
          </ac:picMkLst>
        </pc:picChg>
        <pc:cxnChg chg="add del mod">
          <ac:chgData name="Lucia Garcia De Santos" userId="ce5b23a2-8529-4c99-88c2-4f31ecbd374c" providerId="ADAL" clId="{3DD7BFFB-CA5B-4CF6-935A-4B56456A246B}" dt="2025-05-12T18:07:00.194" v="9462" actId="478"/>
          <ac:cxnSpMkLst>
            <pc:docMk/>
            <pc:sldMk cId="2705967137" sldId="2147482625"/>
            <ac:cxnSpMk id="59" creationId="{7C3831ED-9CB7-1F14-ABD6-AE9B32B13057}"/>
          </ac:cxnSpMkLst>
        </pc:cxnChg>
        <pc:cxnChg chg="add mod">
          <ac:chgData name="Lucia Garcia De Santos" userId="ce5b23a2-8529-4c99-88c2-4f31ecbd374c" providerId="ADAL" clId="{3DD7BFFB-CA5B-4CF6-935A-4B56456A246B}" dt="2025-05-12T18:14:10.937" v="9628" actId="14100"/>
          <ac:cxnSpMkLst>
            <pc:docMk/>
            <pc:sldMk cId="2705967137" sldId="2147482625"/>
            <ac:cxnSpMk id="2051" creationId="{B2279868-01ED-E05C-5767-FA9A724747A0}"/>
          </ac:cxnSpMkLst>
        </pc:cxnChg>
        <pc:cxnChg chg="add mod">
          <ac:chgData name="Lucia Garcia De Santos" userId="ce5b23a2-8529-4c99-88c2-4f31ecbd374c" providerId="ADAL" clId="{3DD7BFFB-CA5B-4CF6-935A-4B56456A246B}" dt="2025-05-12T18:13:59.487" v="9626" actId="1035"/>
          <ac:cxnSpMkLst>
            <pc:docMk/>
            <pc:sldMk cId="2705967137" sldId="2147482625"/>
            <ac:cxnSpMk id="2054" creationId="{052A544E-3AF6-9B04-C977-5406C5D35B78}"/>
          </ac:cxnSpMkLst>
        </pc:cxnChg>
      </pc:sldChg>
      <pc:sldChg chg="addSp delSp modSp mod">
        <pc:chgData name="Lucia Garcia De Santos" userId="ce5b23a2-8529-4c99-88c2-4f31ecbd374c" providerId="ADAL" clId="{3DD7BFFB-CA5B-4CF6-935A-4B56456A246B}" dt="2025-05-12T22:03:25.748" v="10568" actId="207"/>
        <pc:sldMkLst>
          <pc:docMk/>
          <pc:sldMk cId="1506109221" sldId="2147482626"/>
        </pc:sldMkLst>
        <pc:spChg chg="add del mod">
          <ac:chgData name="Lucia Garcia De Santos" userId="ce5b23a2-8529-4c99-88c2-4f31ecbd374c" providerId="ADAL" clId="{3DD7BFFB-CA5B-4CF6-935A-4B56456A246B}" dt="2025-05-12T16:31:59.377" v="8469" actId="478"/>
          <ac:spMkLst>
            <pc:docMk/>
            <pc:sldMk cId="1506109221" sldId="2147482626"/>
            <ac:spMk id="6" creationId="{9897D6E8-06FD-9903-5BA7-2476E6024725}"/>
          </ac:spMkLst>
        </pc:spChg>
        <pc:spChg chg="mod">
          <ac:chgData name="Lucia Garcia De Santos" userId="ce5b23a2-8529-4c99-88c2-4f31ecbd374c" providerId="ADAL" clId="{3DD7BFFB-CA5B-4CF6-935A-4B56456A246B}" dt="2025-05-12T18:15:19.276" v="9652" actId="20577"/>
          <ac:spMkLst>
            <pc:docMk/>
            <pc:sldMk cId="1506109221" sldId="2147482626"/>
            <ac:spMk id="8" creationId="{CD0A6741-F31A-BCEE-EC3F-1A922AE126FA}"/>
          </ac:spMkLst>
        </pc:spChg>
        <pc:spChg chg="add del mod">
          <ac:chgData name="Lucia Garcia De Santos" userId="ce5b23a2-8529-4c99-88c2-4f31ecbd374c" providerId="ADAL" clId="{3DD7BFFB-CA5B-4CF6-935A-4B56456A246B}" dt="2025-05-12T16:31:59.377" v="8469" actId="478"/>
          <ac:spMkLst>
            <pc:docMk/>
            <pc:sldMk cId="1506109221" sldId="2147482626"/>
            <ac:spMk id="9" creationId="{7BB615C4-ACD4-0788-5F2A-33492EBD7488}"/>
          </ac:spMkLst>
        </pc:spChg>
        <pc:spChg chg="mod">
          <ac:chgData name="Lucia Garcia De Santos" userId="ce5b23a2-8529-4c99-88c2-4f31ecbd374c" providerId="ADAL" clId="{3DD7BFFB-CA5B-4CF6-935A-4B56456A246B}" dt="2025-05-12T17:34:48.944" v="9139" actId="1076"/>
          <ac:spMkLst>
            <pc:docMk/>
            <pc:sldMk cId="1506109221" sldId="2147482626"/>
            <ac:spMk id="13" creationId="{4D2EA87F-FEAB-650B-2828-E704BF09EBC1}"/>
          </ac:spMkLst>
        </pc:spChg>
        <pc:spChg chg="del mod">
          <ac:chgData name="Lucia Garcia De Santos" userId="ce5b23a2-8529-4c99-88c2-4f31ecbd374c" providerId="ADAL" clId="{3DD7BFFB-CA5B-4CF6-935A-4B56456A246B}" dt="2025-05-12T17:49:40.607" v="9380" actId="478"/>
          <ac:spMkLst>
            <pc:docMk/>
            <pc:sldMk cId="1506109221" sldId="2147482626"/>
            <ac:spMk id="14" creationId="{E8A94061-2C88-5824-BFDD-A55840CC4582}"/>
          </ac:spMkLst>
        </pc:spChg>
        <pc:spChg chg="del">
          <ac:chgData name="Lucia Garcia De Santos" userId="ce5b23a2-8529-4c99-88c2-4f31ecbd374c" providerId="ADAL" clId="{3DD7BFFB-CA5B-4CF6-935A-4B56456A246B}" dt="2025-05-12T17:50:25.966" v="9391" actId="478"/>
          <ac:spMkLst>
            <pc:docMk/>
            <pc:sldMk cId="1506109221" sldId="2147482626"/>
            <ac:spMk id="15" creationId="{FED45276-668E-707A-F1AD-D236066DCCC1}"/>
          </ac:spMkLst>
        </pc:spChg>
        <pc:spChg chg="add del mod">
          <ac:chgData name="Lucia Garcia De Santos" userId="ce5b23a2-8529-4c99-88c2-4f31ecbd374c" providerId="ADAL" clId="{3DD7BFFB-CA5B-4CF6-935A-4B56456A246B}" dt="2025-05-12T16:31:59.377" v="8469" actId="478"/>
          <ac:spMkLst>
            <pc:docMk/>
            <pc:sldMk cId="1506109221" sldId="2147482626"/>
            <ac:spMk id="16" creationId="{70F5421D-F3A4-12E8-7D49-EAE8D4D08303}"/>
          </ac:spMkLst>
        </pc:spChg>
        <pc:spChg chg="add del mod">
          <ac:chgData name="Lucia Garcia De Santos" userId="ce5b23a2-8529-4c99-88c2-4f31ecbd374c" providerId="ADAL" clId="{3DD7BFFB-CA5B-4CF6-935A-4B56456A246B}" dt="2025-05-12T16:31:59.377" v="8469" actId="478"/>
          <ac:spMkLst>
            <pc:docMk/>
            <pc:sldMk cId="1506109221" sldId="2147482626"/>
            <ac:spMk id="17" creationId="{D3229FC5-6D88-DFBE-1B0B-529F14B96851}"/>
          </ac:spMkLst>
        </pc:spChg>
        <pc:spChg chg="add del mod">
          <ac:chgData name="Lucia Garcia De Santos" userId="ce5b23a2-8529-4c99-88c2-4f31ecbd374c" providerId="ADAL" clId="{3DD7BFFB-CA5B-4CF6-935A-4B56456A246B}" dt="2025-05-12T16:31:59.377" v="8469" actId="478"/>
          <ac:spMkLst>
            <pc:docMk/>
            <pc:sldMk cId="1506109221" sldId="2147482626"/>
            <ac:spMk id="18" creationId="{DD37D5B4-9172-8424-D629-5D9AA01CA51D}"/>
          </ac:spMkLst>
        </pc:spChg>
        <pc:spChg chg="add del mod">
          <ac:chgData name="Lucia Garcia De Santos" userId="ce5b23a2-8529-4c99-88c2-4f31ecbd374c" providerId="ADAL" clId="{3DD7BFFB-CA5B-4CF6-935A-4B56456A246B}" dt="2025-05-12T16:31:59.377" v="8469" actId="478"/>
          <ac:spMkLst>
            <pc:docMk/>
            <pc:sldMk cId="1506109221" sldId="2147482626"/>
            <ac:spMk id="19" creationId="{D0057593-443D-928B-1BAE-9ADC82577816}"/>
          </ac:spMkLst>
        </pc:spChg>
        <pc:spChg chg="add del mod">
          <ac:chgData name="Lucia Garcia De Santos" userId="ce5b23a2-8529-4c99-88c2-4f31ecbd374c" providerId="ADAL" clId="{3DD7BFFB-CA5B-4CF6-935A-4B56456A246B}" dt="2025-05-12T16:31:59.377" v="8469" actId="478"/>
          <ac:spMkLst>
            <pc:docMk/>
            <pc:sldMk cId="1506109221" sldId="2147482626"/>
            <ac:spMk id="20" creationId="{9DC59879-DD50-BB3D-C70F-8F4BB51DE4C5}"/>
          </ac:spMkLst>
        </pc:spChg>
        <pc:spChg chg="add del mod">
          <ac:chgData name="Lucia Garcia De Santos" userId="ce5b23a2-8529-4c99-88c2-4f31ecbd374c" providerId="ADAL" clId="{3DD7BFFB-CA5B-4CF6-935A-4B56456A246B}" dt="2025-05-12T16:31:59.377" v="8469" actId="478"/>
          <ac:spMkLst>
            <pc:docMk/>
            <pc:sldMk cId="1506109221" sldId="2147482626"/>
            <ac:spMk id="34" creationId="{F78AE002-07A6-07CB-7AFD-8791ED20D61C}"/>
          </ac:spMkLst>
        </pc:spChg>
        <pc:spChg chg="add del mod">
          <ac:chgData name="Lucia Garcia De Santos" userId="ce5b23a2-8529-4c99-88c2-4f31ecbd374c" providerId="ADAL" clId="{3DD7BFFB-CA5B-4CF6-935A-4B56456A246B}" dt="2025-05-12T16:31:59.377" v="8469" actId="478"/>
          <ac:spMkLst>
            <pc:docMk/>
            <pc:sldMk cId="1506109221" sldId="2147482626"/>
            <ac:spMk id="35" creationId="{792502ED-D0EF-C6E2-8189-85D161FD5D4A}"/>
          </ac:spMkLst>
        </pc:spChg>
        <pc:spChg chg="add del mod">
          <ac:chgData name="Lucia Garcia De Santos" userId="ce5b23a2-8529-4c99-88c2-4f31ecbd374c" providerId="ADAL" clId="{3DD7BFFB-CA5B-4CF6-935A-4B56456A246B}" dt="2025-05-12T16:31:59.377" v="8469" actId="478"/>
          <ac:spMkLst>
            <pc:docMk/>
            <pc:sldMk cId="1506109221" sldId="2147482626"/>
            <ac:spMk id="39" creationId="{04A179CA-5890-D5AF-1EC8-17F7B71EFA8E}"/>
          </ac:spMkLst>
        </pc:spChg>
        <pc:spChg chg="add mod ord">
          <ac:chgData name="Lucia Garcia De Santos" userId="ce5b23a2-8529-4c99-88c2-4f31ecbd374c" providerId="ADAL" clId="{3DD7BFFB-CA5B-4CF6-935A-4B56456A246B}" dt="2025-05-12T16:41:31.268" v="8582" actId="207"/>
          <ac:spMkLst>
            <pc:docMk/>
            <pc:sldMk cId="1506109221" sldId="2147482626"/>
            <ac:spMk id="48" creationId="{986252ED-F2E1-B71C-F2F1-52096B64B414}"/>
          </ac:spMkLst>
        </pc:spChg>
        <pc:spChg chg="add del mod ord">
          <ac:chgData name="Lucia Garcia De Santos" userId="ce5b23a2-8529-4c99-88c2-4f31ecbd374c" providerId="ADAL" clId="{3DD7BFFB-CA5B-4CF6-935A-4B56456A246B}" dt="2025-05-12T17:20:44.179" v="8638" actId="478"/>
          <ac:spMkLst>
            <pc:docMk/>
            <pc:sldMk cId="1506109221" sldId="2147482626"/>
            <ac:spMk id="49" creationId="{06DD5664-C188-3D45-3972-6D06BD0E5449}"/>
          </ac:spMkLst>
        </pc:spChg>
        <pc:spChg chg="add del mod ord">
          <ac:chgData name="Lucia Garcia De Santos" userId="ce5b23a2-8529-4c99-88c2-4f31ecbd374c" providerId="ADAL" clId="{3DD7BFFB-CA5B-4CF6-935A-4B56456A246B}" dt="2025-05-12T17:20:44.179" v="8638" actId="478"/>
          <ac:spMkLst>
            <pc:docMk/>
            <pc:sldMk cId="1506109221" sldId="2147482626"/>
            <ac:spMk id="50" creationId="{6463DAEC-C3D4-F558-656D-A87F6F435451}"/>
          </ac:spMkLst>
        </pc:spChg>
        <pc:spChg chg="add del mod ord">
          <ac:chgData name="Lucia Garcia De Santos" userId="ce5b23a2-8529-4c99-88c2-4f31ecbd374c" providerId="ADAL" clId="{3DD7BFFB-CA5B-4CF6-935A-4B56456A246B}" dt="2025-05-12T17:20:44.179" v="8638" actId="478"/>
          <ac:spMkLst>
            <pc:docMk/>
            <pc:sldMk cId="1506109221" sldId="2147482626"/>
            <ac:spMk id="51" creationId="{5475DA9F-45F0-3962-F7DF-506B7F55A7D3}"/>
          </ac:spMkLst>
        </pc:spChg>
        <pc:spChg chg="add del mod ord">
          <ac:chgData name="Lucia Garcia De Santos" userId="ce5b23a2-8529-4c99-88c2-4f31ecbd374c" providerId="ADAL" clId="{3DD7BFFB-CA5B-4CF6-935A-4B56456A246B}" dt="2025-05-12T17:20:44.179" v="8638" actId="478"/>
          <ac:spMkLst>
            <pc:docMk/>
            <pc:sldMk cId="1506109221" sldId="2147482626"/>
            <ac:spMk id="52" creationId="{B4C102F3-2880-7E90-8F86-137EC10C15B4}"/>
          </ac:spMkLst>
        </pc:spChg>
        <pc:spChg chg="add del mod ord">
          <ac:chgData name="Lucia Garcia De Santos" userId="ce5b23a2-8529-4c99-88c2-4f31ecbd374c" providerId="ADAL" clId="{3DD7BFFB-CA5B-4CF6-935A-4B56456A246B}" dt="2025-05-12T17:20:44.179" v="8638" actId="478"/>
          <ac:spMkLst>
            <pc:docMk/>
            <pc:sldMk cId="1506109221" sldId="2147482626"/>
            <ac:spMk id="53" creationId="{3A9386AF-8C57-CE3D-C643-DEE7465B124F}"/>
          </ac:spMkLst>
        </pc:spChg>
        <pc:spChg chg="add mod ord">
          <ac:chgData name="Lucia Garcia De Santos" userId="ce5b23a2-8529-4c99-88c2-4f31ecbd374c" providerId="ADAL" clId="{3DD7BFFB-CA5B-4CF6-935A-4B56456A246B}" dt="2025-05-12T16:39:16.673" v="8539" actId="2085"/>
          <ac:spMkLst>
            <pc:docMk/>
            <pc:sldMk cId="1506109221" sldId="2147482626"/>
            <ac:spMk id="54" creationId="{1AB8D717-1FFA-96C7-A4E7-D443C99FEC5E}"/>
          </ac:spMkLst>
        </pc:spChg>
        <pc:spChg chg="add del mod">
          <ac:chgData name="Lucia Garcia De Santos" userId="ce5b23a2-8529-4c99-88c2-4f31ecbd374c" providerId="ADAL" clId="{3DD7BFFB-CA5B-4CF6-935A-4B56456A246B}" dt="2025-05-12T17:20:44.179" v="8638" actId="478"/>
          <ac:spMkLst>
            <pc:docMk/>
            <pc:sldMk cId="1506109221" sldId="2147482626"/>
            <ac:spMk id="55" creationId="{CF9A3F19-CAE4-1056-80BA-A09001BD779B}"/>
          </ac:spMkLst>
        </pc:spChg>
        <pc:spChg chg="add del mod">
          <ac:chgData name="Lucia Garcia De Santos" userId="ce5b23a2-8529-4c99-88c2-4f31ecbd374c" providerId="ADAL" clId="{3DD7BFFB-CA5B-4CF6-935A-4B56456A246B}" dt="2025-05-12T17:20:44.179" v="8638" actId="478"/>
          <ac:spMkLst>
            <pc:docMk/>
            <pc:sldMk cId="1506109221" sldId="2147482626"/>
            <ac:spMk id="56" creationId="{5C82C97B-3DFE-8AE3-9974-A449B7B2E428}"/>
          </ac:spMkLst>
        </pc:spChg>
        <pc:spChg chg="add mod">
          <ac:chgData name="Lucia Garcia De Santos" userId="ce5b23a2-8529-4c99-88c2-4f31ecbd374c" providerId="ADAL" clId="{3DD7BFFB-CA5B-4CF6-935A-4B56456A246B}" dt="2025-05-12T16:38:16.074" v="8532" actId="207"/>
          <ac:spMkLst>
            <pc:docMk/>
            <pc:sldMk cId="1506109221" sldId="2147482626"/>
            <ac:spMk id="57" creationId="{61F37B10-9B6E-CBED-10AD-9FA8EAA89E96}"/>
          </ac:spMkLst>
        </pc:spChg>
        <pc:spChg chg="add mod">
          <ac:chgData name="Lucia Garcia De Santos" userId="ce5b23a2-8529-4c99-88c2-4f31ecbd374c" providerId="ADAL" clId="{3DD7BFFB-CA5B-4CF6-935A-4B56456A246B}" dt="2025-05-12T16:37:30.934" v="8526" actId="207"/>
          <ac:spMkLst>
            <pc:docMk/>
            <pc:sldMk cId="1506109221" sldId="2147482626"/>
            <ac:spMk id="58" creationId="{3C932245-A462-1046-A741-1437BBF37B1A}"/>
          </ac:spMkLst>
        </pc:spChg>
        <pc:spChg chg="add mod">
          <ac:chgData name="Lucia Garcia De Santos" userId="ce5b23a2-8529-4c99-88c2-4f31ecbd374c" providerId="ADAL" clId="{3DD7BFFB-CA5B-4CF6-935A-4B56456A246B}" dt="2025-05-12T16:37:43.114" v="8528" actId="207"/>
          <ac:spMkLst>
            <pc:docMk/>
            <pc:sldMk cId="1506109221" sldId="2147482626"/>
            <ac:spMk id="59" creationId="{D4124702-91E0-A1AC-3354-0208370074EE}"/>
          </ac:spMkLst>
        </pc:spChg>
        <pc:spChg chg="add del mod">
          <ac:chgData name="Lucia Garcia De Santos" userId="ce5b23a2-8529-4c99-88c2-4f31ecbd374c" providerId="ADAL" clId="{3DD7BFFB-CA5B-4CF6-935A-4B56456A246B}" dt="2025-05-12T17:20:44.179" v="8638" actId="478"/>
          <ac:spMkLst>
            <pc:docMk/>
            <pc:sldMk cId="1506109221" sldId="2147482626"/>
            <ac:spMk id="60" creationId="{7706A4B6-899F-1D28-083E-62F51D3D1C0C}"/>
          </ac:spMkLst>
        </pc:spChg>
        <pc:spChg chg="add mod">
          <ac:chgData name="Lucia Garcia De Santos" userId="ce5b23a2-8529-4c99-88c2-4f31ecbd374c" providerId="ADAL" clId="{3DD7BFFB-CA5B-4CF6-935A-4B56456A246B}" dt="2025-05-12T16:41:43.922" v="8583" actId="207"/>
          <ac:spMkLst>
            <pc:docMk/>
            <pc:sldMk cId="1506109221" sldId="2147482626"/>
            <ac:spMk id="61" creationId="{9E51362E-17C2-0408-390D-9801FCC6E41B}"/>
          </ac:spMkLst>
        </pc:spChg>
        <pc:spChg chg="add del mod">
          <ac:chgData name="Lucia Garcia De Santos" userId="ce5b23a2-8529-4c99-88c2-4f31ecbd374c" providerId="ADAL" clId="{3DD7BFFB-CA5B-4CF6-935A-4B56456A246B}" dt="2025-05-12T17:20:44.179" v="8638" actId="478"/>
          <ac:spMkLst>
            <pc:docMk/>
            <pc:sldMk cId="1506109221" sldId="2147482626"/>
            <ac:spMk id="62" creationId="{CF806003-E056-D83B-F32C-41A39EE86E5E}"/>
          </ac:spMkLst>
        </pc:spChg>
        <pc:spChg chg="add del mod">
          <ac:chgData name="Lucia Garcia De Santos" userId="ce5b23a2-8529-4c99-88c2-4f31ecbd374c" providerId="ADAL" clId="{3DD7BFFB-CA5B-4CF6-935A-4B56456A246B}" dt="2025-05-12T17:20:44.179" v="8638" actId="478"/>
          <ac:spMkLst>
            <pc:docMk/>
            <pc:sldMk cId="1506109221" sldId="2147482626"/>
            <ac:spMk id="63" creationId="{C6C38B5D-9D2C-A62C-4150-6C1C886769BF}"/>
          </ac:spMkLst>
        </pc:spChg>
        <pc:spChg chg="add mod">
          <ac:chgData name="Lucia Garcia De Santos" userId="ce5b23a2-8529-4c99-88c2-4f31ecbd374c" providerId="ADAL" clId="{3DD7BFFB-CA5B-4CF6-935A-4B56456A246B}" dt="2025-05-12T17:39:29.282" v="9200" actId="14100"/>
          <ac:spMkLst>
            <pc:docMk/>
            <pc:sldMk cId="1506109221" sldId="2147482626"/>
            <ac:spMk id="11264" creationId="{13158BE9-F076-A2BA-8529-36EFFBA29C8C}"/>
          </ac:spMkLst>
        </pc:spChg>
        <pc:spChg chg="add mod">
          <ac:chgData name="Lucia Garcia De Santos" userId="ce5b23a2-8529-4c99-88c2-4f31ecbd374c" providerId="ADAL" clId="{3DD7BFFB-CA5B-4CF6-935A-4B56456A246B}" dt="2025-05-12T17:45:46.081" v="9296" actId="3064"/>
          <ac:spMkLst>
            <pc:docMk/>
            <pc:sldMk cId="1506109221" sldId="2147482626"/>
            <ac:spMk id="11265" creationId="{A1C94CC9-95E8-AC44-DEDF-CA09D3175597}"/>
          </ac:spMkLst>
        </pc:spChg>
        <pc:spChg chg="add mod">
          <ac:chgData name="Lucia Garcia De Santos" userId="ce5b23a2-8529-4c99-88c2-4f31ecbd374c" providerId="ADAL" clId="{3DD7BFFB-CA5B-4CF6-935A-4B56456A246B}" dt="2025-05-12T17:49:46.997" v="9390" actId="1035"/>
          <ac:spMkLst>
            <pc:docMk/>
            <pc:sldMk cId="1506109221" sldId="2147482626"/>
            <ac:spMk id="11267" creationId="{C9C8F7EA-3661-C020-B626-F61CAD2272F1}"/>
          </ac:spMkLst>
        </pc:spChg>
        <pc:spChg chg="add mod">
          <ac:chgData name="Lucia Garcia De Santos" userId="ce5b23a2-8529-4c99-88c2-4f31ecbd374c" providerId="ADAL" clId="{3DD7BFFB-CA5B-4CF6-935A-4B56456A246B}" dt="2025-05-12T17:47:19.689" v="9332" actId="14100"/>
          <ac:spMkLst>
            <pc:docMk/>
            <pc:sldMk cId="1506109221" sldId="2147482626"/>
            <ac:spMk id="11268" creationId="{E46E9F2A-12FA-BB62-7C60-86CA13C8FD2E}"/>
          </ac:spMkLst>
        </pc:spChg>
        <pc:spChg chg="add mod">
          <ac:chgData name="Lucia Garcia De Santos" userId="ce5b23a2-8529-4c99-88c2-4f31ecbd374c" providerId="ADAL" clId="{3DD7BFFB-CA5B-4CF6-935A-4B56456A246B}" dt="2025-05-12T17:47:08.070" v="9325" actId="1038"/>
          <ac:spMkLst>
            <pc:docMk/>
            <pc:sldMk cId="1506109221" sldId="2147482626"/>
            <ac:spMk id="11269" creationId="{EF5345D9-B473-0357-402C-1ADD8D785792}"/>
          </ac:spMkLst>
        </pc:spChg>
        <pc:spChg chg="add mod">
          <ac:chgData name="Lucia Garcia De Santos" userId="ce5b23a2-8529-4c99-88c2-4f31ecbd374c" providerId="ADAL" clId="{3DD7BFFB-CA5B-4CF6-935A-4B56456A246B}" dt="2025-05-12T17:49:09.298" v="9362" actId="3064"/>
          <ac:spMkLst>
            <pc:docMk/>
            <pc:sldMk cId="1506109221" sldId="2147482626"/>
            <ac:spMk id="11270" creationId="{ACE9EF8F-7ED2-E490-D1D8-DDF664817ADD}"/>
          </ac:spMkLst>
        </pc:spChg>
        <pc:spChg chg="add mod">
          <ac:chgData name="Lucia Garcia De Santos" userId="ce5b23a2-8529-4c99-88c2-4f31ecbd374c" providerId="ADAL" clId="{3DD7BFFB-CA5B-4CF6-935A-4B56456A246B}" dt="2025-05-12T17:49:21.602" v="9370" actId="3064"/>
          <ac:spMkLst>
            <pc:docMk/>
            <pc:sldMk cId="1506109221" sldId="2147482626"/>
            <ac:spMk id="11271" creationId="{E141FE37-0BFE-1029-9229-5D53971D3D10}"/>
          </ac:spMkLst>
        </pc:spChg>
        <pc:spChg chg="add mod">
          <ac:chgData name="Lucia Garcia De Santos" userId="ce5b23a2-8529-4c99-88c2-4f31ecbd374c" providerId="ADAL" clId="{3DD7BFFB-CA5B-4CF6-935A-4B56456A246B}" dt="2025-05-12T17:45:16.601" v="9285" actId="404"/>
          <ac:spMkLst>
            <pc:docMk/>
            <pc:sldMk cId="1506109221" sldId="2147482626"/>
            <ac:spMk id="11279" creationId="{AD10DCAA-A8B4-5C7F-CADB-DE3E11D02514}"/>
          </ac:spMkLst>
        </pc:spChg>
        <pc:spChg chg="add mod">
          <ac:chgData name="Lucia Garcia De Santos" userId="ce5b23a2-8529-4c99-88c2-4f31ecbd374c" providerId="ADAL" clId="{3DD7BFFB-CA5B-4CF6-935A-4B56456A246B}" dt="2025-05-12T17:45:59.530" v="9300" actId="207"/>
          <ac:spMkLst>
            <pc:docMk/>
            <pc:sldMk cId="1506109221" sldId="2147482626"/>
            <ac:spMk id="11282" creationId="{FB7DA054-6ED3-8081-D78F-642B16D8D2B2}"/>
          </ac:spMkLst>
        </pc:spChg>
        <pc:spChg chg="add mod">
          <ac:chgData name="Lucia Garcia De Santos" userId="ce5b23a2-8529-4c99-88c2-4f31ecbd374c" providerId="ADAL" clId="{3DD7BFFB-CA5B-4CF6-935A-4B56456A246B}" dt="2025-05-12T17:47:08.070" v="9325" actId="1038"/>
          <ac:spMkLst>
            <pc:docMk/>
            <pc:sldMk cId="1506109221" sldId="2147482626"/>
            <ac:spMk id="11283" creationId="{AE1FD4DA-4E9A-D7B7-5E97-F042C9F0ABA4}"/>
          </ac:spMkLst>
        </pc:spChg>
        <pc:spChg chg="add mod">
          <ac:chgData name="Lucia Garcia De Santos" userId="ce5b23a2-8529-4c99-88c2-4f31ecbd374c" providerId="ADAL" clId="{3DD7BFFB-CA5B-4CF6-935A-4B56456A246B}" dt="2025-05-12T17:47:31.719" v="9337" actId="207"/>
          <ac:spMkLst>
            <pc:docMk/>
            <pc:sldMk cId="1506109221" sldId="2147482626"/>
            <ac:spMk id="11284" creationId="{E86AB761-5D1F-0474-9E26-AA6A083350F2}"/>
          </ac:spMkLst>
        </pc:spChg>
        <pc:spChg chg="add mod">
          <ac:chgData name="Lucia Garcia De Santos" userId="ce5b23a2-8529-4c99-88c2-4f31ecbd374c" providerId="ADAL" clId="{3DD7BFFB-CA5B-4CF6-935A-4B56456A246B}" dt="2025-05-12T17:49:46.997" v="9390" actId="1035"/>
          <ac:spMkLst>
            <pc:docMk/>
            <pc:sldMk cId="1506109221" sldId="2147482626"/>
            <ac:spMk id="11285" creationId="{3EABCC6D-8C59-296A-98AB-3EAA90507EDE}"/>
          </ac:spMkLst>
        </pc:spChg>
        <pc:spChg chg="add mod">
          <ac:chgData name="Lucia Garcia De Santos" userId="ce5b23a2-8529-4c99-88c2-4f31ecbd374c" providerId="ADAL" clId="{3DD7BFFB-CA5B-4CF6-935A-4B56456A246B}" dt="2025-05-12T17:49:24.357" v="9372" actId="1035"/>
          <ac:spMkLst>
            <pc:docMk/>
            <pc:sldMk cId="1506109221" sldId="2147482626"/>
            <ac:spMk id="11286" creationId="{1F2BD382-7331-F386-C9C0-85A041E5A638}"/>
          </ac:spMkLst>
        </pc:spChg>
        <pc:spChg chg="add mod">
          <ac:chgData name="Lucia Garcia De Santos" userId="ce5b23a2-8529-4c99-88c2-4f31ecbd374c" providerId="ADAL" clId="{3DD7BFFB-CA5B-4CF6-935A-4B56456A246B}" dt="2025-05-12T22:03:25.748" v="10568" actId="207"/>
          <ac:spMkLst>
            <pc:docMk/>
            <pc:sldMk cId="1506109221" sldId="2147482626"/>
            <ac:spMk id="11287" creationId="{08FF7957-0ED6-93A8-5F21-B633ABE1BA34}"/>
          </ac:spMkLst>
        </pc:spChg>
        <pc:picChg chg="add mod">
          <ac:chgData name="Lucia Garcia De Santos" userId="ce5b23a2-8529-4c99-88c2-4f31ecbd374c" providerId="ADAL" clId="{3DD7BFFB-CA5B-4CF6-935A-4B56456A246B}" dt="2025-05-12T16:12:46.824" v="8307" actId="1076"/>
          <ac:picMkLst>
            <pc:docMk/>
            <pc:sldMk cId="1506109221" sldId="2147482626"/>
            <ac:picMk id="11266" creationId="{EF5C9918-0EF0-7C8E-DB1A-951CD9A7A590}"/>
          </ac:picMkLst>
        </pc:picChg>
        <pc:picChg chg="add del mod">
          <ac:chgData name="Lucia Garcia De Santos" userId="ce5b23a2-8529-4c99-88c2-4f31ecbd374c" providerId="ADAL" clId="{3DD7BFFB-CA5B-4CF6-935A-4B56456A246B}" dt="2025-05-12T17:44:37.272" v="9269" actId="478"/>
          <ac:picMkLst>
            <pc:docMk/>
            <pc:sldMk cId="1506109221" sldId="2147482626"/>
            <ac:picMk id="11281" creationId="{7C6389BB-F692-4747-5A19-3D43A8B113E1}"/>
          </ac:picMkLst>
        </pc:picChg>
        <pc:cxnChg chg="add mod">
          <ac:chgData name="Lucia Garcia De Santos" userId="ce5b23a2-8529-4c99-88c2-4f31ecbd374c" providerId="ADAL" clId="{3DD7BFFB-CA5B-4CF6-935A-4B56456A246B}" dt="2025-05-12T16:25:17.871" v="8466" actId="1076"/>
          <ac:cxnSpMkLst>
            <pc:docMk/>
            <pc:sldMk cId="1506109221" sldId="2147482626"/>
            <ac:cxnSpMk id="22" creationId="{7E4C4344-DBED-FD7F-7AF7-28710B3A678A}"/>
          </ac:cxnSpMkLst>
        </pc:cxnChg>
        <pc:cxnChg chg="add mod">
          <ac:chgData name="Lucia Garcia De Santos" userId="ce5b23a2-8529-4c99-88c2-4f31ecbd374c" providerId="ADAL" clId="{3DD7BFFB-CA5B-4CF6-935A-4B56456A246B}" dt="2025-05-12T16:25:17.871" v="8466" actId="1076"/>
          <ac:cxnSpMkLst>
            <pc:docMk/>
            <pc:sldMk cId="1506109221" sldId="2147482626"/>
            <ac:cxnSpMk id="24" creationId="{46BD0F62-C669-258C-9CD1-6BDAD1F84E05}"/>
          </ac:cxnSpMkLst>
        </pc:cxnChg>
        <pc:cxnChg chg="add mod">
          <ac:chgData name="Lucia Garcia De Santos" userId="ce5b23a2-8529-4c99-88c2-4f31ecbd374c" providerId="ADAL" clId="{3DD7BFFB-CA5B-4CF6-935A-4B56456A246B}" dt="2025-05-12T16:25:14.601" v="8465" actId="1076"/>
          <ac:cxnSpMkLst>
            <pc:docMk/>
            <pc:sldMk cId="1506109221" sldId="2147482626"/>
            <ac:cxnSpMk id="26" creationId="{A3B063EB-587F-9842-E9C5-A1BEACE67D2D}"/>
          </ac:cxnSpMkLst>
        </pc:cxnChg>
        <pc:cxnChg chg="add mod">
          <ac:chgData name="Lucia Garcia De Santos" userId="ce5b23a2-8529-4c99-88c2-4f31ecbd374c" providerId="ADAL" clId="{3DD7BFFB-CA5B-4CF6-935A-4B56456A246B}" dt="2025-05-12T16:25:00.451" v="8442" actId="1076"/>
          <ac:cxnSpMkLst>
            <pc:docMk/>
            <pc:sldMk cId="1506109221" sldId="2147482626"/>
            <ac:cxnSpMk id="28" creationId="{B5AB767D-CC59-289F-30B1-810E53E73A8C}"/>
          </ac:cxnSpMkLst>
        </pc:cxnChg>
        <pc:cxnChg chg="add mod">
          <ac:chgData name="Lucia Garcia De Santos" userId="ce5b23a2-8529-4c99-88c2-4f31ecbd374c" providerId="ADAL" clId="{3DD7BFFB-CA5B-4CF6-935A-4B56456A246B}" dt="2025-05-12T16:13:10.164" v="8308" actId="1582"/>
          <ac:cxnSpMkLst>
            <pc:docMk/>
            <pc:sldMk cId="1506109221" sldId="2147482626"/>
            <ac:cxnSpMk id="30" creationId="{D8BD9A94-177E-7C5A-E127-399C8D7A2135}"/>
          </ac:cxnSpMkLst>
        </pc:cxnChg>
        <pc:cxnChg chg="add mod">
          <ac:chgData name="Lucia Garcia De Santos" userId="ce5b23a2-8529-4c99-88c2-4f31ecbd374c" providerId="ADAL" clId="{3DD7BFFB-CA5B-4CF6-935A-4B56456A246B}" dt="2025-05-12T16:13:10.164" v="8308" actId="1582"/>
          <ac:cxnSpMkLst>
            <pc:docMk/>
            <pc:sldMk cId="1506109221" sldId="2147482626"/>
            <ac:cxnSpMk id="32" creationId="{FB0F11C1-17A6-535C-4CCA-D0484C34FCAB}"/>
          </ac:cxnSpMkLst>
        </pc:cxnChg>
        <pc:cxnChg chg="add del mod">
          <ac:chgData name="Lucia Garcia De Santos" userId="ce5b23a2-8529-4c99-88c2-4f31ecbd374c" providerId="ADAL" clId="{3DD7BFFB-CA5B-4CF6-935A-4B56456A246B}" dt="2025-05-12T17:38:16.783" v="9184" actId="478"/>
          <ac:cxnSpMkLst>
            <pc:docMk/>
            <pc:sldMk cId="1506109221" sldId="2147482626"/>
            <ac:cxnSpMk id="11273" creationId="{5C1F5853-F310-2AFB-BAB4-1F1536B1BFF0}"/>
          </ac:cxnSpMkLst>
        </pc:cxnChg>
        <pc:cxnChg chg="add del mod">
          <ac:chgData name="Lucia Garcia De Santos" userId="ce5b23a2-8529-4c99-88c2-4f31ecbd374c" providerId="ADAL" clId="{3DD7BFFB-CA5B-4CF6-935A-4B56456A246B}" dt="2025-05-12T17:38:15.173" v="9183" actId="478"/>
          <ac:cxnSpMkLst>
            <pc:docMk/>
            <pc:sldMk cId="1506109221" sldId="2147482626"/>
            <ac:cxnSpMk id="11276" creationId="{4AFD80A4-AEA4-C7A5-77B4-926E1E6E5CCE}"/>
          </ac:cxnSpMkLst>
        </pc:cxnChg>
        <pc:cxnChg chg="add">
          <ac:chgData name="Lucia Garcia De Santos" userId="ce5b23a2-8529-4c99-88c2-4f31ecbd374c" providerId="ADAL" clId="{3DD7BFFB-CA5B-4CF6-935A-4B56456A246B}" dt="2025-05-12T17:38:12.113" v="9182" actId="11529"/>
          <ac:cxnSpMkLst>
            <pc:docMk/>
            <pc:sldMk cId="1506109221" sldId="2147482626"/>
            <ac:cxnSpMk id="11278" creationId="{66F9D486-7DD0-3533-4BE5-DFC7C934D536}"/>
          </ac:cxnSpMkLst>
        </pc:cxnChg>
      </pc:sldChg>
      <pc:sldChg chg="addSp delSp modSp mod">
        <pc:chgData name="Lucia Garcia De Santos" userId="ce5b23a2-8529-4c99-88c2-4f31ecbd374c" providerId="ADAL" clId="{3DD7BFFB-CA5B-4CF6-935A-4B56456A246B}" dt="2025-05-12T19:07:25.173" v="10519" actId="1076"/>
        <pc:sldMkLst>
          <pc:docMk/>
          <pc:sldMk cId="925948538" sldId="2147482627"/>
        </pc:sldMkLst>
        <pc:spChg chg="mod ord">
          <ac:chgData name="Lucia Garcia De Santos" userId="ce5b23a2-8529-4c99-88c2-4f31ecbd374c" providerId="ADAL" clId="{3DD7BFFB-CA5B-4CF6-935A-4B56456A246B}" dt="2025-05-12T19:01:07.634" v="10488" actId="1035"/>
          <ac:spMkLst>
            <pc:docMk/>
            <pc:sldMk cId="925948538" sldId="2147482627"/>
            <ac:spMk id="5" creationId="{197C01C6-1793-3FE4-9C0C-19CDF268A607}"/>
          </ac:spMkLst>
        </pc:spChg>
        <pc:spChg chg="mod">
          <ac:chgData name="Lucia Garcia De Santos" userId="ce5b23a2-8529-4c99-88c2-4f31ecbd374c" providerId="ADAL" clId="{3DD7BFFB-CA5B-4CF6-935A-4B56456A246B}" dt="2025-05-12T18:56:20.621" v="10305" actId="1076"/>
          <ac:spMkLst>
            <pc:docMk/>
            <pc:sldMk cId="925948538" sldId="2147482627"/>
            <ac:spMk id="6" creationId="{B70A9E2B-7686-12AD-78ED-1D17CD7A044C}"/>
          </ac:spMkLst>
        </pc:spChg>
        <pc:spChg chg="mod">
          <ac:chgData name="Lucia Garcia De Santos" userId="ce5b23a2-8529-4c99-88c2-4f31ecbd374c" providerId="ADAL" clId="{3DD7BFFB-CA5B-4CF6-935A-4B56456A246B}" dt="2025-05-12T18:58:12.975" v="10374" actId="14100"/>
          <ac:spMkLst>
            <pc:docMk/>
            <pc:sldMk cId="925948538" sldId="2147482627"/>
            <ac:spMk id="8" creationId="{412AF8E5-A0B4-965F-CEB1-07F6B81BF210}"/>
          </ac:spMkLst>
        </pc:spChg>
        <pc:spChg chg="ord">
          <ac:chgData name="Lucia Garcia De Santos" userId="ce5b23a2-8529-4c99-88c2-4f31ecbd374c" providerId="ADAL" clId="{3DD7BFFB-CA5B-4CF6-935A-4B56456A246B}" dt="2025-05-12T18:43:47.931" v="10011" actId="167"/>
          <ac:spMkLst>
            <pc:docMk/>
            <pc:sldMk cId="925948538" sldId="2147482627"/>
            <ac:spMk id="9" creationId="{D37F14DD-B20D-66AE-855C-61ED5C748D2A}"/>
          </ac:spMkLst>
        </pc:spChg>
        <pc:spChg chg="mod">
          <ac:chgData name="Lucia Garcia De Santos" userId="ce5b23a2-8529-4c99-88c2-4f31ecbd374c" providerId="ADAL" clId="{3DD7BFFB-CA5B-4CF6-935A-4B56456A246B}" dt="2025-05-12T18:44:44.281" v="10034" actId="207"/>
          <ac:spMkLst>
            <pc:docMk/>
            <pc:sldMk cId="925948538" sldId="2147482627"/>
            <ac:spMk id="10" creationId="{4294A18F-D2C9-BE33-B9E3-BFB8F7F35B62}"/>
          </ac:spMkLst>
        </pc:spChg>
        <pc:spChg chg="mod">
          <ac:chgData name="Lucia Garcia De Santos" userId="ce5b23a2-8529-4c99-88c2-4f31ecbd374c" providerId="ADAL" clId="{3DD7BFFB-CA5B-4CF6-935A-4B56456A246B}" dt="2025-05-12T18:58:39.502" v="10404" actId="1036"/>
          <ac:spMkLst>
            <pc:docMk/>
            <pc:sldMk cId="925948538" sldId="2147482627"/>
            <ac:spMk id="12" creationId="{C3FC03FC-3B9C-AAE6-4187-E867F47F493E}"/>
          </ac:spMkLst>
        </pc:spChg>
        <pc:spChg chg="mod">
          <ac:chgData name="Lucia Garcia De Santos" userId="ce5b23a2-8529-4c99-88c2-4f31ecbd374c" providerId="ADAL" clId="{3DD7BFFB-CA5B-4CF6-935A-4B56456A246B}" dt="2025-05-12T18:51:01.638" v="10277" actId="1035"/>
          <ac:spMkLst>
            <pc:docMk/>
            <pc:sldMk cId="925948538" sldId="2147482627"/>
            <ac:spMk id="14" creationId="{66339EBF-7C80-B267-F7AA-16E4FDE49B1C}"/>
          </ac:spMkLst>
        </pc:spChg>
        <pc:spChg chg="mod">
          <ac:chgData name="Lucia Garcia De Santos" userId="ce5b23a2-8529-4c99-88c2-4f31ecbd374c" providerId="ADAL" clId="{3DD7BFFB-CA5B-4CF6-935A-4B56456A246B}" dt="2025-05-12T18:56:30.526" v="10323" actId="1036"/>
          <ac:spMkLst>
            <pc:docMk/>
            <pc:sldMk cId="925948538" sldId="2147482627"/>
            <ac:spMk id="15" creationId="{E1DD74BC-FB66-0441-2A57-0B2442868C88}"/>
          </ac:spMkLst>
        </pc:spChg>
        <pc:spChg chg="mod">
          <ac:chgData name="Lucia Garcia De Santos" userId="ce5b23a2-8529-4c99-88c2-4f31ecbd374c" providerId="ADAL" clId="{3DD7BFFB-CA5B-4CF6-935A-4B56456A246B}" dt="2025-05-12T19:04:48.363" v="10513" actId="1036"/>
          <ac:spMkLst>
            <pc:docMk/>
            <pc:sldMk cId="925948538" sldId="2147482627"/>
            <ac:spMk id="17" creationId="{2E75CFAB-B280-0409-7F41-918848291093}"/>
          </ac:spMkLst>
        </pc:spChg>
        <pc:spChg chg="mod">
          <ac:chgData name="Lucia Garcia De Santos" userId="ce5b23a2-8529-4c99-88c2-4f31ecbd374c" providerId="ADAL" clId="{3DD7BFFB-CA5B-4CF6-935A-4B56456A246B}" dt="2025-05-12T18:47:36.891" v="10187" actId="1038"/>
          <ac:spMkLst>
            <pc:docMk/>
            <pc:sldMk cId="925948538" sldId="2147482627"/>
            <ac:spMk id="18" creationId="{0AA4D713-A976-556C-96A2-F1FE12124071}"/>
          </ac:spMkLst>
        </pc:spChg>
        <pc:spChg chg="mod">
          <ac:chgData name="Lucia Garcia De Santos" userId="ce5b23a2-8529-4c99-88c2-4f31ecbd374c" providerId="ADAL" clId="{3DD7BFFB-CA5B-4CF6-935A-4B56456A246B}" dt="2025-05-12T18:41:54.583" v="9907" actId="1035"/>
          <ac:spMkLst>
            <pc:docMk/>
            <pc:sldMk cId="925948538" sldId="2147482627"/>
            <ac:spMk id="29" creationId="{5CE4F5FB-BEED-1522-2830-CAE25FFB59D2}"/>
          </ac:spMkLst>
        </pc:spChg>
        <pc:spChg chg="mod">
          <ac:chgData name="Lucia Garcia De Santos" userId="ce5b23a2-8529-4c99-88c2-4f31ecbd374c" providerId="ADAL" clId="{3DD7BFFB-CA5B-4CF6-935A-4B56456A246B}" dt="2025-05-12T19:07:25.173" v="10519" actId="1076"/>
          <ac:spMkLst>
            <pc:docMk/>
            <pc:sldMk cId="925948538" sldId="2147482627"/>
            <ac:spMk id="31" creationId="{56EA0DD0-27BE-537B-8B43-DB9C3F68C54A}"/>
          </ac:spMkLst>
        </pc:spChg>
        <pc:spChg chg="mod">
          <ac:chgData name="Lucia Garcia De Santos" userId="ce5b23a2-8529-4c99-88c2-4f31ecbd374c" providerId="ADAL" clId="{3DD7BFFB-CA5B-4CF6-935A-4B56456A246B}" dt="2025-05-12T18:56:43.995" v="10325" actId="1076"/>
          <ac:spMkLst>
            <pc:docMk/>
            <pc:sldMk cId="925948538" sldId="2147482627"/>
            <ac:spMk id="46" creationId="{2F99331D-2ADB-E816-8B2B-030E0BAB5AC2}"/>
          </ac:spMkLst>
        </pc:spChg>
        <pc:spChg chg="mod">
          <ac:chgData name="Lucia Garcia De Santos" userId="ce5b23a2-8529-4c99-88c2-4f31ecbd374c" providerId="ADAL" clId="{3DD7BFFB-CA5B-4CF6-935A-4B56456A246B}" dt="2025-05-12T18:57:10.165" v="10358" actId="1076"/>
          <ac:spMkLst>
            <pc:docMk/>
            <pc:sldMk cId="925948538" sldId="2147482627"/>
            <ac:spMk id="48" creationId="{5CEF5DB4-616A-E387-E873-AB17153CF929}"/>
          </ac:spMkLst>
        </pc:spChg>
        <pc:spChg chg="mod">
          <ac:chgData name="Lucia Garcia De Santos" userId="ce5b23a2-8529-4c99-88c2-4f31ecbd374c" providerId="ADAL" clId="{3DD7BFFB-CA5B-4CF6-935A-4B56456A246B}" dt="2025-05-12T18:58:53.605" v="10406" actId="1076"/>
          <ac:spMkLst>
            <pc:docMk/>
            <pc:sldMk cId="925948538" sldId="2147482627"/>
            <ac:spMk id="49" creationId="{F22D25FF-E206-0A9C-E77A-75E2D321CD30}"/>
          </ac:spMkLst>
        </pc:spChg>
        <pc:spChg chg="mod">
          <ac:chgData name="Lucia Garcia De Santos" userId="ce5b23a2-8529-4c99-88c2-4f31ecbd374c" providerId="ADAL" clId="{3DD7BFFB-CA5B-4CF6-935A-4B56456A246B}" dt="2025-05-12T18:59:24.072" v="10456" actId="1037"/>
          <ac:spMkLst>
            <pc:docMk/>
            <pc:sldMk cId="925948538" sldId="2147482627"/>
            <ac:spMk id="50" creationId="{2256AEAB-C8C0-6DD2-CA5E-9487B5FE1E6D}"/>
          </ac:spMkLst>
        </pc:spChg>
        <pc:spChg chg="mod">
          <ac:chgData name="Lucia Garcia De Santos" userId="ce5b23a2-8529-4c99-88c2-4f31ecbd374c" providerId="ADAL" clId="{3DD7BFFB-CA5B-4CF6-935A-4B56456A246B}" dt="2025-05-12T18:43:13.462" v="9966" actId="1076"/>
          <ac:spMkLst>
            <pc:docMk/>
            <pc:sldMk cId="925948538" sldId="2147482627"/>
            <ac:spMk id="53" creationId="{374B5FC4-3D79-79A3-AD25-61351F4DFA87}"/>
          </ac:spMkLst>
        </pc:spChg>
        <pc:spChg chg="mod">
          <ac:chgData name="Lucia Garcia De Santos" userId="ce5b23a2-8529-4c99-88c2-4f31ecbd374c" providerId="ADAL" clId="{3DD7BFFB-CA5B-4CF6-935A-4B56456A246B}" dt="2025-05-12T18:57:38.795" v="10363" actId="1076"/>
          <ac:spMkLst>
            <pc:docMk/>
            <pc:sldMk cId="925948538" sldId="2147482627"/>
            <ac:spMk id="61" creationId="{F917E579-743A-F1F0-110A-D33A0AFDC193}"/>
          </ac:spMkLst>
        </pc:spChg>
        <pc:spChg chg="mod">
          <ac:chgData name="Lucia Garcia De Santos" userId="ce5b23a2-8529-4c99-88c2-4f31ecbd374c" providerId="ADAL" clId="{3DD7BFFB-CA5B-4CF6-935A-4B56456A246B}" dt="2025-05-12T18:57:50.535" v="10366" actId="1076"/>
          <ac:spMkLst>
            <pc:docMk/>
            <pc:sldMk cId="925948538" sldId="2147482627"/>
            <ac:spMk id="62" creationId="{318B9E10-F54A-BA68-E779-07BE743957DA}"/>
          </ac:spMkLst>
        </pc:spChg>
        <pc:spChg chg="add del mod">
          <ac:chgData name="Lucia Garcia De Santos" userId="ce5b23a2-8529-4c99-88c2-4f31ecbd374c" providerId="ADAL" clId="{3DD7BFFB-CA5B-4CF6-935A-4B56456A246B}" dt="2025-05-12T19:01:22.874" v="10490" actId="478"/>
          <ac:spMkLst>
            <pc:docMk/>
            <pc:sldMk cId="925948538" sldId="2147482627"/>
            <ac:spMk id="2051" creationId="{561E460A-0349-88C5-910C-37135BCD1DF7}"/>
          </ac:spMkLst>
        </pc:spChg>
        <pc:spChg chg="del mod">
          <ac:chgData name="Lucia Garcia De Santos" userId="ce5b23a2-8529-4c99-88c2-4f31ecbd374c" providerId="ADAL" clId="{3DD7BFFB-CA5B-4CF6-935A-4B56456A246B}" dt="2025-05-12T18:45:25.220" v="10056" actId="478"/>
          <ac:spMkLst>
            <pc:docMk/>
            <pc:sldMk cId="925948538" sldId="2147482627"/>
            <ac:spMk id="2051" creationId="{5C9970E0-98C1-8795-67F1-B9BC63C4B8A9}"/>
          </ac:spMkLst>
        </pc:spChg>
        <pc:spChg chg="mod">
          <ac:chgData name="Lucia Garcia De Santos" userId="ce5b23a2-8529-4c99-88c2-4f31ecbd374c" providerId="ADAL" clId="{3DD7BFFB-CA5B-4CF6-935A-4B56456A246B}" dt="2025-05-12T18:51:01.638" v="10277" actId="1035"/>
          <ac:spMkLst>
            <pc:docMk/>
            <pc:sldMk cId="925948538" sldId="2147482627"/>
            <ac:spMk id="2075" creationId="{2D6C2E50-81BB-3F48-89E6-EBAC3460A216}"/>
          </ac:spMkLst>
        </pc:spChg>
        <pc:picChg chg="add mod">
          <ac:chgData name="Lucia Garcia De Santos" userId="ce5b23a2-8529-4c99-88c2-4f31ecbd374c" providerId="ADAL" clId="{3DD7BFFB-CA5B-4CF6-935A-4B56456A246B}" dt="2025-05-12T18:51:01.638" v="10277" actId="1035"/>
          <ac:picMkLst>
            <pc:docMk/>
            <pc:sldMk cId="925948538" sldId="2147482627"/>
            <ac:picMk id="19" creationId="{AF5CE633-86C2-1670-86CF-A4ABF4C380FF}"/>
          </ac:picMkLst>
        </pc:picChg>
        <pc:picChg chg="add del mod">
          <ac:chgData name="Lucia Garcia De Santos" userId="ce5b23a2-8529-4c99-88c2-4f31ecbd374c" providerId="ADAL" clId="{3DD7BFFB-CA5B-4CF6-935A-4B56456A246B}" dt="2025-05-12T18:39:08.304" v="9789" actId="478"/>
          <ac:picMkLst>
            <pc:docMk/>
            <pc:sldMk cId="925948538" sldId="2147482627"/>
            <ac:picMk id="26" creationId="{CAE8C960-451D-27C4-C6B2-A425352A84F8}"/>
          </ac:picMkLst>
        </pc:picChg>
        <pc:picChg chg="del">
          <ac:chgData name="Lucia Garcia De Santos" userId="ce5b23a2-8529-4c99-88c2-4f31ecbd374c" providerId="ADAL" clId="{3DD7BFFB-CA5B-4CF6-935A-4B56456A246B}" dt="2025-05-12T18:38:37.203" v="9783" actId="478"/>
          <ac:picMkLst>
            <pc:docMk/>
            <pc:sldMk cId="925948538" sldId="2147482627"/>
            <ac:picMk id="58" creationId="{49E2EB03-1449-631C-A276-1A2C39E0661C}"/>
          </ac:picMkLst>
        </pc:picChg>
        <pc:picChg chg="mod">
          <ac:chgData name="Lucia Garcia De Santos" userId="ce5b23a2-8529-4c99-88c2-4f31ecbd374c" providerId="ADAL" clId="{3DD7BFFB-CA5B-4CF6-935A-4B56456A246B}" dt="2025-05-12T18:39:06.753" v="9788" actId="14826"/>
          <ac:picMkLst>
            <pc:docMk/>
            <pc:sldMk cId="925948538" sldId="2147482627"/>
            <ac:picMk id="60" creationId="{C836649E-333D-7C05-179F-EA8EDA03CEB9}"/>
          </ac:picMkLst>
        </pc:picChg>
        <pc:cxnChg chg="del mod ord">
          <ac:chgData name="Lucia Garcia De Santos" userId="ce5b23a2-8529-4c99-88c2-4f31ecbd374c" providerId="ADAL" clId="{3DD7BFFB-CA5B-4CF6-935A-4B56456A246B}" dt="2025-05-12T18:57:54.915" v="10368" actId="478"/>
          <ac:cxnSpMkLst>
            <pc:docMk/>
            <pc:sldMk cId="925948538" sldId="2147482627"/>
            <ac:cxnSpMk id="13" creationId="{7FFDB31B-2474-7A1E-45F0-83F86C7C451E}"/>
          </ac:cxnSpMkLst>
        </pc:cxnChg>
        <pc:cxnChg chg="add mod">
          <ac:chgData name="Lucia Garcia De Santos" userId="ce5b23a2-8529-4c99-88c2-4f31ecbd374c" providerId="ADAL" clId="{3DD7BFFB-CA5B-4CF6-935A-4B56456A246B}" dt="2025-05-12T18:46:26.930" v="10093" actId="14100"/>
          <ac:cxnSpMkLst>
            <pc:docMk/>
            <pc:sldMk cId="925948538" sldId="2147482627"/>
            <ac:cxnSpMk id="16" creationId="{D90830F2-37BE-D435-CFCE-EF9F9DC6F263}"/>
          </ac:cxnSpMkLst>
        </pc:cxnChg>
        <pc:cxnChg chg="del mod">
          <ac:chgData name="Lucia Garcia De Santos" userId="ce5b23a2-8529-4c99-88c2-4f31ecbd374c" providerId="ADAL" clId="{3DD7BFFB-CA5B-4CF6-935A-4B56456A246B}" dt="2025-05-12T19:04:58.908" v="10514" actId="478"/>
          <ac:cxnSpMkLst>
            <pc:docMk/>
            <pc:sldMk cId="925948538" sldId="2147482627"/>
            <ac:cxnSpMk id="20" creationId="{8CDB8ACD-D402-F27F-1BFB-060904363E3B}"/>
          </ac:cxnSpMkLst>
        </pc:cxnChg>
        <pc:cxnChg chg="del mod">
          <ac:chgData name="Lucia Garcia De Santos" userId="ce5b23a2-8529-4c99-88c2-4f31ecbd374c" providerId="ADAL" clId="{3DD7BFFB-CA5B-4CF6-935A-4B56456A246B}" dt="2025-05-12T19:04:23.515" v="10505" actId="478"/>
          <ac:cxnSpMkLst>
            <pc:docMk/>
            <pc:sldMk cId="925948538" sldId="2147482627"/>
            <ac:cxnSpMk id="21" creationId="{DB52E6CA-4CA7-33C2-4D6B-9052C5C468CD}"/>
          </ac:cxnSpMkLst>
        </pc:cxnChg>
        <pc:cxnChg chg="del mod">
          <ac:chgData name="Lucia Garcia De Santos" userId="ce5b23a2-8529-4c99-88c2-4f31ecbd374c" providerId="ADAL" clId="{3DD7BFFB-CA5B-4CF6-935A-4B56456A246B}" dt="2025-05-12T19:04:38.363" v="10508" actId="478"/>
          <ac:cxnSpMkLst>
            <pc:docMk/>
            <pc:sldMk cId="925948538" sldId="2147482627"/>
            <ac:cxnSpMk id="23" creationId="{FEAB0CF5-85D5-541C-75AA-F21A980FCC32}"/>
          </ac:cxnSpMkLst>
        </pc:cxnChg>
        <pc:cxnChg chg="mod">
          <ac:chgData name="Lucia Garcia De Santos" userId="ce5b23a2-8529-4c99-88c2-4f31ecbd374c" providerId="ADAL" clId="{3DD7BFFB-CA5B-4CF6-935A-4B56456A246B}" dt="2025-05-12T18:56:30.526" v="10323" actId="1036"/>
          <ac:cxnSpMkLst>
            <pc:docMk/>
            <pc:sldMk cId="925948538" sldId="2147482627"/>
            <ac:cxnSpMk id="24" creationId="{D444FA01-64CE-6892-8B45-C9204F988131}"/>
          </ac:cxnSpMkLst>
        </pc:cxnChg>
        <pc:cxnChg chg="del mod">
          <ac:chgData name="Lucia Garcia De Santos" userId="ce5b23a2-8529-4c99-88c2-4f31ecbd374c" providerId="ADAL" clId="{3DD7BFFB-CA5B-4CF6-935A-4B56456A246B}" dt="2025-05-12T18:57:19.806" v="10361" actId="478"/>
          <ac:cxnSpMkLst>
            <pc:docMk/>
            <pc:sldMk cId="925948538" sldId="2147482627"/>
            <ac:cxnSpMk id="25" creationId="{6E307CC5-236F-88E2-2D82-D50ED2B0CFFF}"/>
          </ac:cxnSpMkLst>
        </pc:cxnChg>
        <pc:cxnChg chg="del mod">
          <ac:chgData name="Lucia Garcia De Santos" userId="ce5b23a2-8529-4c99-88c2-4f31ecbd374c" providerId="ADAL" clId="{3DD7BFFB-CA5B-4CF6-935A-4B56456A246B}" dt="2025-05-12T19:03:06.017" v="10502" actId="478"/>
          <ac:cxnSpMkLst>
            <pc:docMk/>
            <pc:sldMk cId="925948538" sldId="2147482627"/>
            <ac:cxnSpMk id="28" creationId="{A69AB573-C689-AE94-874D-6310E038175F}"/>
          </ac:cxnSpMkLst>
        </pc:cxnChg>
        <pc:cxnChg chg="add mod">
          <ac:chgData name="Lucia Garcia De Santos" userId="ce5b23a2-8529-4c99-88c2-4f31ecbd374c" providerId="ADAL" clId="{3DD7BFFB-CA5B-4CF6-935A-4B56456A246B}" dt="2025-05-12T18:56:23.306" v="10306" actId="1076"/>
          <ac:cxnSpMkLst>
            <pc:docMk/>
            <pc:sldMk cId="925948538" sldId="2147482627"/>
            <ac:cxnSpMk id="33" creationId="{1F781A9B-D4AA-2F50-6FF2-85E5161596E9}"/>
          </ac:cxnSpMkLst>
        </pc:cxnChg>
        <pc:cxnChg chg="del mod">
          <ac:chgData name="Lucia Garcia De Santos" userId="ce5b23a2-8529-4c99-88c2-4f31ecbd374c" providerId="ADAL" clId="{3DD7BFFB-CA5B-4CF6-935A-4B56456A246B}" dt="2025-05-12T18:45:59.851" v="10090" actId="478"/>
          <ac:cxnSpMkLst>
            <pc:docMk/>
            <pc:sldMk cId="925948538" sldId="2147482627"/>
            <ac:cxnSpMk id="39" creationId="{EA460CDF-B914-E547-3FBD-191E1B382ADC}"/>
          </ac:cxnSpMkLst>
        </pc:cxnChg>
        <pc:cxnChg chg="del mod">
          <ac:chgData name="Lucia Garcia De Santos" userId="ce5b23a2-8529-4c99-88c2-4f31ecbd374c" providerId="ADAL" clId="{3DD7BFFB-CA5B-4CF6-935A-4B56456A246B}" dt="2025-05-12T18:46:38.725" v="10095" actId="478"/>
          <ac:cxnSpMkLst>
            <pc:docMk/>
            <pc:sldMk cId="925948538" sldId="2147482627"/>
            <ac:cxnSpMk id="42" creationId="{6B65DB42-A2FE-DC16-FA39-5659C06FAD69}"/>
          </ac:cxnSpMkLst>
        </pc:cxnChg>
        <pc:cxnChg chg="add del mod">
          <ac:chgData name="Lucia Garcia De Santos" userId="ce5b23a2-8529-4c99-88c2-4f31ecbd374c" providerId="ADAL" clId="{3DD7BFFB-CA5B-4CF6-935A-4B56456A246B}" dt="2025-05-12T19:01:45.443" v="10493" actId="478"/>
          <ac:cxnSpMkLst>
            <pc:docMk/>
            <pc:sldMk cId="925948538" sldId="2147482627"/>
            <ac:cxnSpMk id="55" creationId="{0297F02A-F904-1D3D-7EE2-D65991378C41}"/>
          </ac:cxnSpMkLst>
        </pc:cxnChg>
        <pc:cxnChg chg="add del mod">
          <ac:chgData name="Lucia Garcia De Santos" userId="ce5b23a2-8529-4c99-88c2-4f31ecbd374c" providerId="ADAL" clId="{3DD7BFFB-CA5B-4CF6-935A-4B56456A246B}" dt="2025-05-12T19:02:26.274" v="10498" actId="478"/>
          <ac:cxnSpMkLst>
            <pc:docMk/>
            <pc:sldMk cId="925948538" sldId="2147482627"/>
            <ac:cxnSpMk id="63" creationId="{330FCED2-612F-763C-22F1-1AFA641B65AE}"/>
          </ac:cxnSpMkLst>
        </pc:cxnChg>
        <pc:cxnChg chg="add del mod">
          <ac:chgData name="Lucia Garcia De Santos" userId="ce5b23a2-8529-4c99-88c2-4f31ecbd374c" providerId="ADAL" clId="{3DD7BFFB-CA5B-4CF6-935A-4B56456A246B}" dt="2025-05-12T19:01:44.204" v="10492" actId="478"/>
          <ac:cxnSpMkLst>
            <pc:docMk/>
            <pc:sldMk cId="925948538" sldId="2147482627"/>
            <ac:cxnSpMk id="2053" creationId="{A390E5AF-4860-7BC9-AB24-C7A6C1CB20E8}"/>
          </ac:cxnSpMkLst>
        </pc:cxnChg>
        <pc:cxnChg chg="add del mod">
          <ac:chgData name="Lucia Garcia De Santos" userId="ce5b23a2-8529-4c99-88c2-4f31ecbd374c" providerId="ADAL" clId="{3DD7BFFB-CA5B-4CF6-935A-4B56456A246B}" dt="2025-05-12T19:02:17.194" v="10496" actId="478"/>
          <ac:cxnSpMkLst>
            <pc:docMk/>
            <pc:sldMk cId="925948538" sldId="2147482627"/>
            <ac:cxnSpMk id="2055" creationId="{C4CB1CEF-DDD7-6452-9ADB-A5DA7468CC19}"/>
          </ac:cxnSpMkLst>
        </pc:cxnChg>
        <pc:cxnChg chg="add mod">
          <ac:chgData name="Lucia Garcia De Santos" userId="ce5b23a2-8529-4c99-88c2-4f31ecbd374c" providerId="ADAL" clId="{3DD7BFFB-CA5B-4CF6-935A-4B56456A246B}" dt="2025-05-12T19:02:58.024" v="10501" actId="14861"/>
          <ac:cxnSpMkLst>
            <pc:docMk/>
            <pc:sldMk cId="925948538" sldId="2147482627"/>
            <ac:cxnSpMk id="2057" creationId="{E7C83023-864C-2F17-4C96-22F7E9FA2F3D}"/>
          </ac:cxnSpMkLst>
        </pc:cxnChg>
        <pc:cxnChg chg="add mod">
          <ac:chgData name="Lucia Garcia De Santos" userId="ce5b23a2-8529-4c99-88c2-4f31ecbd374c" providerId="ADAL" clId="{3DD7BFFB-CA5B-4CF6-935A-4B56456A246B}" dt="2025-05-12T19:02:58.024" v="10501" actId="14861"/>
          <ac:cxnSpMkLst>
            <pc:docMk/>
            <pc:sldMk cId="925948538" sldId="2147482627"/>
            <ac:cxnSpMk id="2059" creationId="{4C65CA36-F0F2-2678-C11E-62450FB9EDA5}"/>
          </ac:cxnSpMkLst>
        </pc:cxnChg>
        <pc:cxnChg chg="add mod">
          <ac:chgData name="Lucia Garcia De Santos" userId="ce5b23a2-8529-4c99-88c2-4f31ecbd374c" providerId="ADAL" clId="{3DD7BFFB-CA5B-4CF6-935A-4B56456A246B}" dt="2025-05-12T19:03:17.553" v="10504" actId="14861"/>
          <ac:cxnSpMkLst>
            <pc:docMk/>
            <pc:sldMk cId="925948538" sldId="2147482627"/>
            <ac:cxnSpMk id="2062" creationId="{C6F5E223-1DF6-15E0-8CA6-5227A8357FE3}"/>
          </ac:cxnSpMkLst>
        </pc:cxnChg>
        <pc:cxnChg chg="add mod">
          <ac:chgData name="Lucia Garcia De Santos" userId="ce5b23a2-8529-4c99-88c2-4f31ecbd374c" providerId="ADAL" clId="{3DD7BFFB-CA5B-4CF6-935A-4B56456A246B}" dt="2025-05-12T19:04:35.523" v="10507" actId="14861"/>
          <ac:cxnSpMkLst>
            <pc:docMk/>
            <pc:sldMk cId="925948538" sldId="2147482627"/>
            <ac:cxnSpMk id="2064" creationId="{0818FF6A-54F8-E332-B10D-C318FCF7C4DD}"/>
          </ac:cxnSpMkLst>
        </pc:cxnChg>
        <pc:cxnChg chg="add mod">
          <ac:chgData name="Lucia Garcia De Santos" userId="ce5b23a2-8529-4c99-88c2-4f31ecbd374c" providerId="ADAL" clId="{3DD7BFFB-CA5B-4CF6-935A-4B56456A246B}" dt="2025-05-12T19:04:48.363" v="10513" actId="1036"/>
          <ac:cxnSpMkLst>
            <pc:docMk/>
            <pc:sldMk cId="925948538" sldId="2147482627"/>
            <ac:cxnSpMk id="2065" creationId="{75EF1765-E6CF-71E3-001F-A5B92F689607}"/>
          </ac:cxnSpMkLst>
        </pc:cxnChg>
        <pc:cxnChg chg="add mod">
          <ac:chgData name="Lucia Garcia De Santos" userId="ce5b23a2-8529-4c99-88c2-4f31ecbd374c" providerId="ADAL" clId="{3DD7BFFB-CA5B-4CF6-935A-4B56456A246B}" dt="2025-05-12T19:05:04.263" v="10517" actId="14100"/>
          <ac:cxnSpMkLst>
            <pc:docMk/>
            <pc:sldMk cId="925948538" sldId="2147482627"/>
            <ac:cxnSpMk id="2068" creationId="{3BD577B1-DCAF-5097-3D6C-AF6D6F9217DA}"/>
          </ac:cxnSpMkLst>
        </pc:cxnChg>
      </pc:sldChg>
      <pc:sldChg chg="new del">
        <pc:chgData name="Lucia Garcia De Santos" userId="ce5b23a2-8529-4c99-88c2-4f31ecbd374c" providerId="ADAL" clId="{3DD7BFFB-CA5B-4CF6-935A-4B56456A246B}" dt="2025-05-11T21:53:29.413" v="7538" actId="47"/>
        <pc:sldMkLst>
          <pc:docMk/>
          <pc:sldMk cId="1098203214" sldId="2147482629"/>
        </pc:sldMkLst>
      </pc:sldChg>
      <pc:sldChg chg="addSp delSp modSp add mod">
        <pc:chgData name="Lucia Garcia De Santos" userId="ce5b23a2-8529-4c99-88c2-4f31ecbd374c" providerId="ADAL" clId="{3DD7BFFB-CA5B-4CF6-935A-4B56456A246B}" dt="2025-05-12T18:54:06.102" v="10304" actId="14100"/>
        <pc:sldMkLst>
          <pc:docMk/>
          <pc:sldMk cId="1237165465" sldId="2147482629"/>
        </pc:sldMkLst>
        <pc:spChg chg="mod">
          <ac:chgData name="Lucia Garcia De Santos" userId="ce5b23a2-8529-4c99-88c2-4f31ecbd374c" providerId="ADAL" clId="{3DD7BFFB-CA5B-4CF6-935A-4B56456A246B}" dt="2025-05-11T21:53:45.204" v="7585" actId="20577"/>
          <ac:spMkLst>
            <pc:docMk/>
            <pc:sldMk cId="1237165465" sldId="2147482629"/>
            <ac:spMk id="2" creationId="{231D05DF-D15C-8C70-1AF9-3EBB522E35AC}"/>
          </ac:spMkLst>
        </pc:spChg>
        <pc:spChg chg="mod">
          <ac:chgData name="Lucia Garcia De Santos" userId="ce5b23a2-8529-4c99-88c2-4f31ecbd374c" providerId="ADAL" clId="{3DD7BFFB-CA5B-4CF6-935A-4B56456A246B}" dt="2025-05-12T08:27:41.975" v="8196" actId="20577"/>
          <ac:spMkLst>
            <pc:docMk/>
            <pc:sldMk cId="1237165465" sldId="2147482629"/>
            <ac:spMk id="4" creationId="{42901E07-566F-EA2F-EDD8-A10FE2C989D7}"/>
          </ac:spMkLst>
        </pc:spChg>
        <pc:spChg chg="mod">
          <ac:chgData name="Lucia Garcia De Santos" userId="ce5b23a2-8529-4c99-88c2-4f31ecbd374c" providerId="ADAL" clId="{3DD7BFFB-CA5B-4CF6-935A-4B56456A246B}" dt="2025-05-12T13:50:04.324" v="8202" actId="1076"/>
          <ac:spMkLst>
            <pc:docMk/>
            <pc:sldMk cId="1237165465" sldId="2147482629"/>
            <ac:spMk id="8" creationId="{35B0AFB5-0161-2146-DE94-54C70FE47E60}"/>
          </ac:spMkLst>
        </pc:spChg>
        <pc:graphicFrameChg chg="mod modGraphic">
          <ac:chgData name="Lucia Garcia De Santos" userId="ce5b23a2-8529-4c99-88c2-4f31ecbd374c" providerId="ADAL" clId="{3DD7BFFB-CA5B-4CF6-935A-4B56456A246B}" dt="2025-05-12T13:50:00.964" v="8201" actId="1076"/>
          <ac:graphicFrameMkLst>
            <pc:docMk/>
            <pc:sldMk cId="1237165465" sldId="2147482629"/>
            <ac:graphicFrameMk id="6" creationId="{4A76B106-8CFC-6957-FDD9-737C86A8AAE4}"/>
          </ac:graphicFrameMkLst>
        </pc:graphicFrameChg>
        <pc:picChg chg="add mod ord">
          <ac:chgData name="Lucia Garcia De Santos" userId="ce5b23a2-8529-4c99-88c2-4f31ecbd374c" providerId="ADAL" clId="{3DD7BFFB-CA5B-4CF6-935A-4B56456A246B}" dt="2025-05-12T13:49:50.925" v="8198" actId="1076"/>
          <ac:picMkLst>
            <pc:docMk/>
            <pc:sldMk cId="1237165465" sldId="2147482629"/>
            <ac:picMk id="13" creationId="{05EB5CB7-DE7C-37C4-BE63-874CBD951A24}"/>
          </ac:picMkLst>
        </pc:picChg>
        <pc:picChg chg="add mod ord">
          <ac:chgData name="Lucia Garcia De Santos" userId="ce5b23a2-8529-4c99-88c2-4f31ecbd374c" providerId="ADAL" clId="{3DD7BFFB-CA5B-4CF6-935A-4B56456A246B}" dt="2025-05-12T18:54:06.102" v="10304" actId="14100"/>
          <ac:picMkLst>
            <pc:docMk/>
            <pc:sldMk cId="1237165465" sldId="2147482629"/>
            <ac:picMk id="15" creationId="{C232E9E1-4DFF-799F-98D2-79E21547EF9E}"/>
          </ac:picMkLst>
        </pc:picChg>
      </pc:sldChg>
      <pc:sldChg chg="add del">
        <pc:chgData name="Lucia Garcia De Santos" userId="ce5b23a2-8529-4c99-88c2-4f31ecbd374c" providerId="ADAL" clId="{3DD7BFFB-CA5B-4CF6-935A-4B56456A246B}" dt="2025-05-11T21:51:10.634" v="7533" actId="47"/>
        <pc:sldMkLst>
          <pc:docMk/>
          <pc:sldMk cId="3879401573" sldId="2147482629"/>
        </pc:sldMkLst>
      </pc:sldChg>
      <pc:sldChg chg="del">
        <pc:chgData name="Lucia Garcia De Santos" userId="ce5b23a2-8529-4c99-88c2-4f31ecbd374c" providerId="ADAL" clId="{3DD7BFFB-CA5B-4CF6-935A-4B56456A246B}" dt="2025-05-13T10:43:56.080" v="10591" actId="47"/>
        <pc:sldMkLst>
          <pc:docMk/>
          <pc:sldMk cId="600793719" sldId="2147482631"/>
        </pc:sldMkLst>
      </pc:sldChg>
      <pc:sldChg chg="addSp modSp add mod ord">
        <pc:chgData name="Lucia Garcia De Santos" userId="ce5b23a2-8529-4c99-88c2-4f31ecbd374c" providerId="ADAL" clId="{3DD7BFFB-CA5B-4CF6-935A-4B56456A246B}" dt="2025-05-12T18:22:02.481" v="9775"/>
        <pc:sldMkLst>
          <pc:docMk/>
          <pc:sldMk cId="2397531578" sldId="2147482639"/>
        </pc:sldMkLst>
        <pc:spChg chg="add mod">
          <ac:chgData name="Lucia Garcia De Santos" userId="ce5b23a2-8529-4c99-88c2-4f31ecbd374c" providerId="ADAL" clId="{3DD7BFFB-CA5B-4CF6-935A-4B56456A246B}" dt="2025-05-12T18:21:18.341" v="9771" actId="14100"/>
          <ac:spMkLst>
            <pc:docMk/>
            <pc:sldMk cId="2397531578" sldId="2147482639"/>
            <ac:spMk id="6" creationId="{84077303-C9FA-D497-1E35-F512B74D0CD5}"/>
          </ac:spMkLst>
        </pc:spChg>
        <pc:spChg chg="mod">
          <ac:chgData name="Lucia Garcia De Santos" userId="ce5b23a2-8529-4c99-88c2-4f31ecbd374c" providerId="ADAL" clId="{3DD7BFFB-CA5B-4CF6-935A-4B56456A246B}" dt="2025-05-12T18:21:08.891" v="9769" actId="555"/>
          <ac:spMkLst>
            <pc:docMk/>
            <pc:sldMk cId="2397531578" sldId="2147482639"/>
            <ac:spMk id="7" creationId="{38A51EE9-95BB-BAC1-6330-1C9ACC366E62}"/>
          </ac:spMkLst>
        </pc:spChg>
        <pc:spChg chg="mod">
          <ac:chgData name="Lucia Garcia De Santos" userId="ce5b23a2-8529-4c99-88c2-4f31ecbd374c" providerId="ADAL" clId="{3DD7BFFB-CA5B-4CF6-935A-4B56456A246B}" dt="2025-05-12T18:19:50.632" v="9734" actId="1076"/>
          <ac:spMkLst>
            <pc:docMk/>
            <pc:sldMk cId="2397531578" sldId="2147482639"/>
            <ac:spMk id="8" creationId="{AB749855-5D0E-9152-5984-4F4B96E8A4C2}"/>
          </ac:spMkLst>
        </pc:spChg>
      </pc:sldChg>
      <pc:sldChg chg="addSp modSp add del mod">
        <pc:chgData name="Lucia Garcia De Santos" userId="ce5b23a2-8529-4c99-88c2-4f31ecbd374c" providerId="ADAL" clId="{3DD7BFFB-CA5B-4CF6-935A-4B56456A246B}" dt="2025-05-12T18:19:26.737" v="9731" actId="47"/>
        <pc:sldMkLst>
          <pc:docMk/>
          <pc:sldMk cId="3127485799" sldId="2147482639"/>
        </pc:sldMkLst>
        <pc:spChg chg="add mod ord">
          <ac:chgData name="Lucia Garcia De Santos" userId="ce5b23a2-8529-4c99-88c2-4f31ecbd374c" providerId="ADAL" clId="{3DD7BFFB-CA5B-4CF6-935A-4B56456A246B}" dt="2025-05-12T18:19:16.182" v="9713" actId="167"/>
          <ac:spMkLst>
            <pc:docMk/>
            <pc:sldMk cId="3127485799" sldId="2147482639"/>
            <ac:spMk id="6" creationId="{97B03BC3-234E-B09B-AA69-04C08B05A89E}"/>
          </ac:spMkLst>
        </pc:spChg>
        <pc:spChg chg="mod">
          <ac:chgData name="Lucia Garcia De Santos" userId="ce5b23a2-8529-4c99-88c2-4f31ecbd374c" providerId="ADAL" clId="{3DD7BFFB-CA5B-4CF6-935A-4B56456A246B}" dt="2025-05-12T18:19:22.062" v="9730" actId="1036"/>
          <ac:spMkLst>
            <pc:docMk/>
            <pc:sldMk cId="3127485799" sldId="2147482639"/>
            <ac:spMk id="7" creationId="{B391A627-4B76-92F5-F596-CA7723D9E2F7}"/>
          </ac:spMkLst>
        </pc:spChg>
        <pc:spChg chg="mod">
          <ac:chgData name="Lucia Garcia De Santos" userId="ce5b23a2-8529-4c99-88c2-4f31ecbd374c" providerId="ADAL" clId="{3DD7BFFB-CA5B-4CF6-935A-4B56456A246B}" dt="2025-05-12T18:18:52.495" v="9707" actId="1035"/>
          <ac:spMkLst>
            <pc:docMk/>
            <pc:sldMk cId="3127485799" sldId="2147482639"/>
            <ac:spMk id="8" creationId="{5C713C91-84B7-23ED-7491-2CC5A9CDD457}"/>
          </ac:spMkLst>
        </pc:spChg>
      </pc:sldChg>
      <pc:sldChg chg="modSp mod">
        <pc:chgData name="Lucia Garcia De Santos" userId="ce5b23a2-8529-4c99-88c2-4f31ecbd374c" providerId="ADAL" clId="{3DD7BFFB-CA5B-4CF6-935A-4B56456A246B}" dt="2025-05-13T10:43:40.613" v="10590" actId="20577"/>
        <pc:sldMkLst>
          <pc:docMk/>
          <pc:sldMk cId="3546817221" sldId="2147482642"/>
        </pc:sldMkLst>
        <pc:spChg chg="mod">
          <ac:chgData name="Lucia Garcia De Santos" userId="ce5b23a2-8529-4c99-88c2-4f31ecbd374c" providerId="ADAL" clId="{3DD7BFFB-CA5B-4CF6-935A-4B56456A246B}" dt="2025-05-13T10:43:40.613" v="10590" actId="20577"/>
          <ac:spMkLst>
            <pc:docMk/>
            <pc:sldMk cId="3546817221" sldId="2147482642"/>
            <ac:spMk id="20" creationId="{66A1627D-13FA-CB71-DD90-A833036CA627}"/>
          </ac:spMkLst>
        </pc:spChg>
      </pc:sldChg>
      <pc:sldMasterChg chg="delSldLayout">
        <pc:chgData name="Lucia Garcia De Santos" userId="ce5b23a2-8529-4c99-88c2-4f31ecbd374c" providerId="ADAL" clId="{3DD7BFFB-CA5B-4CF6-935A-4B56456A246B}" dt="2025-05-11T08:09:33.903" v="1843" actId="47"/>
        <pc:sldMasterMkLst>
          <pc:docMk/>
          <pc:sldMasterMk cId="1924672096" sldId="2147483678"/>
        </pc:sldMasterMkLst>
        <pc:sldLayoutChg chg="del">
          <pc:chgData name="Lucia Garcia De Santos" userId="ce5b23a2-8529-4c99-88c2-4f31ecbd374c" providerId="ADAL" clId="{3DD7BFFB-CA5B-4CF6-935A-4B56456A246B}" dt="2025-05-11T08:09:33.903" v="1843" actId="47"/>
          <pc:sldLayoutMkLst>
            <pc:docMk/>
            <pc:sldMasterMk cId="1924672096" sldId="2147483678"/>
            <pc:sldLayoutMk cId="972499230" sldId="2147483688"/>
          </pc:sldLayoutMkLst>
        </pc:sldLayoutChg>
      </pc:sldMasterChg>
    </pc:docChg>
  </pc:docChgLst>
  <pc:docChgLst>
    <pc:chgData name="Lucia Bravo Dalmau" userId="S::lucia.bravo.dalmau@managementsolutions.com::e9bee553-56b0-4b31-8ff8-8de77de38d2f" providerId="AD" clId="Web-{69B4A492-9CF9-D6CB-E24F-2E5D25110305}"/>
    <pc:docChg chg="modSld">
      <pc:chgData name="Lucia Bravo Dalmau" userId="S::lucia.bravo.dalmau@managementsolutions.com::e9bee553-56b0-4b31-8ff8-8de77de38d2f" providerId="AD" clId="Web-{69B4A492-9CF9-D6CB-E24F-2E5D25110305}" dt="2025-05-10T10:51:41.818" v="10" actId="14100"/>
      <pc:docMkLst>
        <pc:docMk/>
      </pc:docMkLst>
      <pc:sldChg chg="addSp delSp modSp">
        <pc:chgData name="Lucia Bravo Dalmau" userId="S::lucia.bravo.dalmau@managementsolutions.com::e9bee553-56b0-4b31-8ff8-8de77de38d2f" providerId="AD" clId="Web-{69B4A492-9CF9-D6CB-E24F-2E5D25110305}" dt="2025-05-10T10:51:41.818" v="10" actId="14100"/>
        <pc:sldMkLst>
          <pc:docMk/>
          <pc:sldMk cId="2262725393" sldId="2147482599"/>
        </pc:sldMkLst>
        <pc:spChg chg="mod">
          <ac:chgData name="Lucia Bravo Dalmau" userId="S::lucia.bravo.dalmau@managementsolutions.com::e9bee553-56b0-4b31-8ff8-8de77de38d2f" providerId="AD" clId="Web-{69B4A492-9CF9-D6CB-E24F-2E5D25110305}" dt="2025-05-10T10:51:41.818" v="10" actId="14100"/>
          <ac:spMkLst>
            <pc:docMk/>
            <pc:sldMk cId="2262725393" sldId="2147482599"/>
            <ac:spMk id="39" creationId="{3D1A04AD-9619-2054-A167-716E406A3B54}"/>
          </ac:spMkLst>
        </pc:spChg>
      </pc:sldChg>
    </pc:docChg>
  </pc:docChgLst>
  <pc:docChgLst>
    <pc:chgData name="Lucia Bravo Dalmau" userId="e9bee553-56b0-4b31-8ff8-8de77de38d2f" providerId="ADAL" clId="{2CE02528-C879-41BB-BB7F-684074E0D56C}"/>
    <pc:docChg chg="undo redo custSel addSld delSld modSld sldOrd modSection">
      <pc:chgData name="Lucia Bravo Dalmau" userId="e9bee553-56b0-4b31-8ff8-8de77de38d2f" providerId="ADAL" clId="{2CE02528-C879-41BB-BB7F-684074E0D56C}" dt="2025-05-13T19:43:19.730" v="3131" actId="113"/>
      <pc:docMkLst>
        <pc:docMk/>
      </pc:docMkLst>
      <pc:sldChg chg="addSp delSp modSp mod">
        <pc:chgData name="Lucia Bravo Dalmau" userId="e9bee553-56b0-4b31-8ff8-8de77de38d2f" providerId="ADAL" clId="{2CE02528-C879-41BB-BB7F-684074E0D56C}" dt="2025-05-13T16:21:14.315" v="3130" actId="14100"/>
        <pc:sldMkLst>
          <pc:docMk/>
          <pc:sldMk cId="473804894" sldId="2147482561"/>
        </pc:sldMkLst>
        <pc:spChg chg="mod topLvl">
          <ac:chgData name="Lucia Bravo Dalmau" userId="e9bee553-56b0-4b31-8ff8-8de77de38d2f" providerId="ADAL" clId="{2CE02528-C879-41BB-BB7F-684074E0D56C}" dt="2025-05-05T15:55:17.067" v="14" actId="21"/>
          <ac:spMkLst>
            <pc:docMk/>
            <pc:sldMk cId="473804894" sldId="2147482561"/>
            <ac:spMk id="62" creationId="{E2A94351-6065-60C5-DB9D-4A5435911333}"/>
          </ac:spMkLst>
        </pc:spChg>
        <pc:spChg chg="add del mod topLvl">
          <ac:chgData name="Lucia Bravo Dalmau" userId="e9bee553-56b0-4b31-8ff8-8de77de38d2f" providerId="ADAL" clId="{2CE02528-C879-41BB-BB7F-684074E0D56C}" dt="2025-05-05T15:55:18.700" v="15" actId="1076"/>
          <ac:spMkLst>
            <pc:docMk/>
            <pc:sldMk cId="473804894" sldId="2147482561"/>
            <ac:spMk id="63" creationId="{60700FC8-A90F-2453-8408-9658B013ABD4}"/>
          </ac:spMkLst>
        </pc:spChg>
        <pc:spChg chg="mod">
          <ac:chgData name="Lucia Bravo Dalmau" userId="e9bee553-56b0-4b31-8ff8-8de77de38d2f" providerId="ADAL" clId="{2CE02528-C879-41BB-BB7F-684074E0D56C}" dt="2025-05-13T15:26:44.351" v="3109" actId="14861"/>
          <ac:spMkLst>
            <pc:docMk/>
            <pc:sldMk cId="473804894" sldId="2147482561"/>
            <ac:spMk id="67" creationId="{7A05BA28-4F2B-81C1-D99F-409E3C924D3A}"/>
          </ac:spMkLst>
        </pc:spChg>
        <pc:spChg chg="mod">
          <ac:chgData name="Lucia Bravo Dalmau" userId="e9bee553-56b0-4b31-8ff8-8de77de38d2f" providerId="ADAL" clId="{2CE02528-C879-41BB-BB7F-684074E0D56C}" dt="2025-05-13T15:27:33.045" v="3113" actId="1076"/>
          <ac:spMkLst>
            <pc:docMk/>
            <pc:sldMk cId="473804894" sldId="2147482561"/>
            <ac:spMk id="68" creationId="{E0BA37DC-117D-A039-1EA7-0C9106E44263}"/>
          </ac:spMkLst>
        </pc:spChg>
        <pc:spChg chg="mod">
          <ac:chgData name="Lucia Bravo Dalmau" userId="e9bee553-56b0-4b31-8ff8-8de77de38d2f" providerId="ADAL" clId="{2CE02528-C879-41BB-BB7F-684074E0D56C}" dt="2025-05-13T15:32:30.552" v="3129" actId="2711"/>
          <ac:spMkLst>
            <pc:docMk/>
            <pc:sldMk cId="473804894" sldId="2147482561"/>
            <ac:spMk id="69" creationId="{1AED5D3E-0641-274F-1319-902D4368FA61}"/>
          </ac:spMkLst>
        </pc:spChg>
        <pc:spChg chg="mod">
          <ac:chgData name="Lucia Bravo Dalmau" userId="e9bee553-56b0-4b31-8ff8-8de77de38d2f" providerId="ADAL" clId="{2CE02528-C879-41BB-BB7F-684074E0D56C}" dt="2025-05-07T10:05:16.478" v="647" actId="1076"/>
          <ac:spMkLst>
            <pc:docMk/>
            <pc:sldMk cId="473804894" sldId="2147482561"/>
            <ac:spMk id="70" creationId="{FAD93952-2E84-2597-4AB5-7532C4F9BD72}"/>
          </ac:spMkLst>
        </pc:spChg>
        <pc:spChg chg="mod">
          <ac:chgData name="Lucia Bravo Dalmau" userId="e9bee553-56b0-4b31-8ff8-8de77de38d2f" providerId="ADAL" clId="{2CE02528-C879-41BB-BB7F-684074E0D56C}" dt="2025-05-13T15:15:02.012" v="3105" actId="1076"/>
          <ac:spMkLst>
            <pc:docMk/>
            <pc:sldMk cId="473804894" sldId="2147482561"/>
            <ac:spMk id="71" creationId="{84892D81-12EF-4B02-0234-398B4424CF44}"/>
          </ac:spMkLst>
        </pc:spChg>
        <pc:spChg chg="mod">
          <ac:chgData name="Lucia Bravo Dalmau" userId="e9bee553-56b0-4b31-8ff8-8de77de38d2f" providerId="ADAL" clId="{2CE02528-C879-41BB-BB7F-684074E0D56C}" dt="2025-05-13T15:14:58.605" v="3104" actId="1076"/>
          <ac:spMkLst>
            <pc:docMk/>
            <pc:sldMk cId="473804894" sldId="2147482561"/>
            <ac:spMk id="73" creationId="{84ED1306-2BB1-AC38-CCB5-74F08BCFB892}"/>
          </ac:spMkLst>
        </pc:spChg>
        <pc:spChg chg="mod">
          <ac:chgData name="Lucia Bravo Dalmau" userId="e9bee553-56b0-4b31-8ff8-8de77de38d2f" providerId="ADAL" clId="{2CE02528-C879-41BB-BB7F-684074E0D56C}" dt="2025-05-07T10:05:16.478" v="647" actId="1076"/>
          <ac:spMkLst>
            <pc:docMk/>
            <pc:sldMk cId="473804894" sldId="2147482561"/>
            <ac:spMk id="75" creationId="{845360F3-2802-50CC-853B-BE9592C713F5}"/>
          </ac:spMkLst>
        </pc:spChg>
        <pc:spChg chg="mod">
          <ac:chgData name="Lucia Bravo Dalmau" userId="e9bee553-56b0-4b31-8ff8-8de77de38d2f" providerId="ADAL" clId="{2CE02528-C879-41BB-BB7F-684074E0D56C}" dt="2025-05-13T15:28:21.052" v="3121" actId="1076"/>
          <ac:spMkLst>
            <pc:docMk/>
            <pc:sldMk cId="473804894" sldId="2147482561"/>
            <ac:spMk id="76" creationId="{71704B0E-03C4-263C-EC4D-EEB27BC06CCE}"/>
          </ac:spMkLst>
        </pc:spChg>
        <pc:spChg chg="mod">
          <ac:chgData name="Lucia Bravo Dalmau" userId="e9bee553-56b0-4b31-8ff8-8de77de38d2f" providerId="ADAL" clId="{2CE02528-C879-41BB-BB7F-684074E0D56C}" dt="2025-05-13T15:14:47.231" v="3103" actId="20577"/>
          <ac:spMkLst>
            <pc:docMk/>
            <pc:sldMk cId="473804894" sldId="2147482561"/>
            <ac:spMk id="78" creationId="{E06E170F-F9E0-AB4A-7763-F339D50587C9}"/>
          </ac:spMkLst>
        </pc:spChg>
        <pc:spChg chg="mod">
          <ac:chgData name="Lucia Bravo Dalmau" userId="e9bee553-56b0-4b31-8ff8-8de77de38d2f" providerId="ADAL" clId="{2CE02528-C879-41BB-BB7F-684074E0D56C}" dt="2025-05-07T10:05:16.478" v="647" actId="1076"/>
          <ac:spMkLst>
            <pc:docMk/>
            <pc:sldMk cId="473804894" sldId="2147482561"/>
            <ac:spMk id="81" creationId="{A7DB9AF1-5ED0-66E5-5887-43C02F9B424E}"/>
          </ac:spMkLst>
        </pc:spChg>
        <pc:spChg chg="mod">
          <ac:chgData name="Lucia Bravo Dalmau" userId="e9bee553-56b0-4b31-8ff8-8de77de38d2f" providerId="ADAL" clId="{2CE02528-C879-41BB-BB7F-684074E0D56C}" dt="2025-05-07T10:05:16.478" v="647" actId="1076"/>
          <ac:spMkLst>
            <pc:docMk/>
            <pc:sldMk cId="473804894" sldId="2147482561"/>
            <ac:spMk id="82" creationId="{37F22780-15EE-B0B1-1933-537A5735834A}"/>
          </ac:spMkLst>
        </pc:spChg>
        <pc:spChg chg="mod">
          <ac:chgData name="Lucia Bravo Dalmau" userId="e9bee553-56b0-4b31-8ff8-8de77de38d2f" providerId="ADAL" clId="{2CE02528-C879-41BB-BB7F-684074E0D56C}" dt="2025-05-07T10:05:16.478" v="647" actId="1076"/>
          <ac:spMkLst>
            <pc:docMk/>
            <pc:sldMk cId="473804894" sldId="2147482561"/>
            <ac:spMk id="83" creationId="{95571734-D5AB-1DF6-1C82-9429B35CDDEC}"/>
          </ac:spMkLst>
        </pc:spChg>
        <pc:spChg chg="mod">
          <ac:chgData name="Lucia Bravo Dalmau" userId="e9bee553-56b0-4b31-8ff8-8de77de38d2f" providerId="ADAL" clId="{2CE02528-C879-41BB-BB7F-684074E0D56C}" dt="2025-05-13T15:28:27.180" v="3122" actId="1076"/>
          <ac:spMkLst>
            <pc:docMk/>
            <pc:sldMk cId="473804894" sldId="2147482561"/>
            <ac:spMk id="84" creationId="{07E624E6-834D-F677-17CF-294670B550D3}"/>
          </ac:spMkLst>
        </pc:spChg>
        <pc:spChg chg="mod">
          <ac:chgData name="Lucia Bravo Dalmau" userId="e9bee553-56b0-4b31-8ff8-8de77de38d2f" providerId="ADAL" clId="{2CE02528-C879-41BB-BB7F-684074E0D56C}" dt="2025-05-13T15:27:57.113" v="3118" actId="1076"/>
          <ac:spMkLst>
            <pc:docMk/>
            <pc:sldMk cId="473804894" sldId="2147482561"/>
            <ac:spMk id="86" creationId="{AD8CF828-63E0-D2FA-9215-79A6B13E3AA0}"/>
          </ac:spMkLst>
        </pc:spChg>
        <pc:spChg chg="mod">
          <ac:chgData name="Lucia Bravo Dalmau" userId="e9bee553-56b0-4b31-8ff8-8de77de38d2f" providerId="ADAL" clId="{2CE02528-C879-41BB-BB7F-684074E0D56C}" dt="2025-05-11T11:31:07.592" v="2154" actId="20577"/>
          <ac:spMkLst>
            <pc:docMk/>
            <pc:sldMk cId="473804894" sldId="2147482561"/>
            <ac:spMk id="90" creationId="{77CA3C9F-44B3-FC3E-E3EF-71B5EDC68BD6}"/>
          </ac:spMkLst>
        </pc:spChg>
        <pc:spChg chg="mod">
          <ac:chgData name="Lucia Bravo Dalmau" userId="e9bee553-56b0-4b31-8ff8-8de77de38d2f" providerId="ADAL" clId="{2CE02528-C879-41BB-BB7F-684074E0D56C}" dt="2025-05-07T10:09:23.801" v="675" actId="1076"/>
          <ac:spMkLst>
            <pc:docMk/>
            <pc:sldMk cId="473804894" sldId="2147482561"/>
            <ac:spMk id="91" creationId="{51ED3C39-96AF-AE91-4EA2-1FD7CB60E7EB}"/>
          </ac:spMkLst>
        </pc:spChg>
        <pc:spChg chg="mod">
          <ac:chgData name="Lucia Bravo Dalmau" userId="e9bee553-56b0-4b31-8ff8-8de77de38d2f" providerId="ADAL" clId="{2CE02528-C879-41BB-BB7F-684074E0D56C}" dt="2025-05-13T15:14:03.344" v="3093"/>
          <ac:spMkLst>
            <pc:docMk/>
            <pc:sldMk cId="473804894" sldId="2147482561"/>
            <ac:spMk id="107" creationId="{316A7BAA-9383-AB8D-72E5-23ECC26E6790}"/>
          </ac:spMkLst>
        </pc:spChg>
        <pc:spChg chg="mod">
          <ac:chgData name="Lucia Bravo Dalmau" userId="e9bee553-56b0-4b31-8ff8-8de77de38d2f" providerId="ADAL" clId="{2CE02528-C879-41BB-BB7F-684074E0D56C}" dt="2025-05-13T15:27:58.394" v="3119" actId="1076"/>
          <ac:spMkLst>
            <pc:docMk/>
            <pc:sldMk cId="473804894" sldId="2147482561"/>
            <ac:spMk id="116" creationId="{0596A994-4304-4813-5584-1CB2BDAACEC3}"/>
          </ac:spMkLst>
        </pc:spChg>
        <pc:grpChg chg="mod">
          <ac:chgData name="Lucia Bravo Dalmau" userId="e9bee553-56b0-4b31-8ff8-8de77de38d2f" providerId="ADAL" clId="{2CE02528-C879-41BB-BB7F-684074E0D56C}" dt="2025-05-13T15:27:07.674" v="3110" actId="14861"/>
          <ac:grpSpMkLst>
            <pc:docMk/>
            <pc:sldMk cId="473804894" sldId="2147482561"/>
            <ac:grpSpMk id="46" creationId="{196F979C-53D0-FCEF-B491-6885A51B672E}"/>
          </ac:grpSpMkLst>
        </pc:grpChg>
        <pc:grpChg chg="mod">
          <ac:chgData name="Lucia Bravo Dalmau" userId="e9bee553-56b0-4b31-8ff8-8de77de38d2f" providerId="ADAL" clId="{2CE02528-C879-41BB-BB7F-684074E0D56C}" dt="2025-05-13T15:26:44.351" v="3109" actId="14861"/>
          <ac:grpSpMkLst>
            <pc:docMk/>
            <pc:sldMk cId="473804894" sldId="2147482561"/>
            <ac:grpSpMk id="49" creationId="{EF168295-78BA-8270-B6E4-B0555E30B57C}"/>
          </ac:grpSpMkLst>
        </pc:grpChg>
        <pc:grpChg chg="mod">
          <ac:chgData name="Lucia Bravo Dalmau" userId="e9bee553-56b0-4b31-8ff8-8de77de38d2f" providerId="ADAL" clId="{2CE02528-C879-41BB-BB7F-684074E0D56C}" dt="2025-05-13T15:27:16.575" v="3111" actId="14861"/>
          <ac:grpSpMkLst>
            <pc:docMk/>
            <pc:sldMk cId="473804894" sldId="2147482561"/>
            <ac:grpSpMk id="52" creationId="{F1FF5F52-1FFC-5CC6-CC5F-AB001AFB3ACC}"/>
          </ac:grpSpMkLst>
        </pc:grpChg>
        <pc:grpChg chg="mod">
          <ac:chgData name="Lucia Bravo Dalmau" userId="e9bee553-56b0-4b31-8ff8-8de77de38d2f" providerId="ADAL" clId="{2CE02528-C879-41BB-BB7F-684074E0D56C}" dt="2025-05-13T15:26:44.351" v="3109" actId="14861"/>
          <ac:grpSpMkLst>
            <pc:docMk/>
            <pc:sldMk cId="473804894" sldId="2147482561"/>
            <ac:grpSpMk id="55" creationId="{A356459A-9447-D576-C29E-C4B80374C7F9}"/>
          </ac:grpSpMkLst>
        </pc:grpChg>
        <pc:grpChg chg="mod">
          <ac:chgData name="Lucia Bravo Dalmau" userId="e9bee553-56b0-4b31-8ff8-8de77de38d2f" providerId="ADAL" clId="{2CE02528-C879-41BB-BB7F-684074E0D56C}" dt="2025-05-13T15:27:07.674" v="3110" actId="14861"/>
          <ac:grpSpMkLst>
            <pc:docMk/>
            <pc:sldMk cId="473804894" sldId="2147482561"/>
            <ac:grpSpMk id="58" creationId="{29B116E6-D667-58EA-1D1F-A0F29D7C2893}"/>
          </ac:grpSpMkLst>
        </pc:grpChg>
        <pc:grpChg chg="add del mod">
          <ac:chgData name="Lucia Bravo Dalmau" userId="e9bee553-56b0-4b31-8ff8-8de77de38d2f" providerId="ADAL" clId="{2CE02528-C879-41BB-BB7F-684074E0D56C}" dt="2025-05-07T10:04:50.864" v="643" actId="688"/>
          <ac:grpSpMkLst>
            <pc:docMk/>
            <pc:sldMk cId="473804894" sldId="2147482561"/>
            <ac:grpSpMk id="61" creationId="{4F7B7A07-2472-9F53-4102-8437DC7CF29C}"/>
          </ac:grpSpMkLst>
        </pc:grpChg>
        <pc:grpChg chg="mod">
          <ac:chgData name="Lucia Bravo Dalmau" userId="e9bee553-56b0-4b31-8ff8-8de77de38d2f" providerId="ADAL" clId="{2CE02528-C879-41BB-BB7F-684074E0D56C}" dt="2025-05-13T15:27:21.919" v="3112" actId="14861"/>
          <ac:grpSpMkLst>
            <pc:docMk/>
            <pc:sldMk cId="473804894" sldId="2147482561"/>
            <ac:grpSpMk id="64" creationId="{C1F26914-F229-531E-310C-8C7AF6F12586}"/>
          </ac:grpSpMkLst>
        </pc:grpChg>
        <pc:grpChg chg="mod">
          <ac:chgData name="Lucia Bravo Dalmau" userId="e9bee553-56b0-4b31-8ff8-8de77de38d2f" providerId="ADAL" clId="{2CE02528-C879-41BB-BB7F-684074E0D56C}" dt="2025-05-13T15:26:44.351" v="3109" actId="14861"/>
          <ac:grpSpMkLst>
            <pc:docMk/>
            <pc:sldMk cId="473804894" sldId="2147482561"/>
            <ac:grpSpMk id="100" creationId="{33C38949-AAD7-D248-1522-3983ACD3671D}"/>
          </ac:grpSpMkLst>
        </pc:grpChg>
        <pc:cxnChg chg="mod">
          <ac:chgData name="Lucia Bravo Dalmau" userId="e9bee553-56b0-4b31-8ff8-8de77de38d2f" providerId="ADAL" clId="{2CE02528-C879-41BB-BB7F-684074E0D56C}" dt="2025-05-13T15:15:02.012" v="3105" actId="1076"/>
          <ac:cxnSpMkLst>
            <pc:docMk/>
            <pc:sldMk cId="473804894" sldId="2147482561"/>
            <ac:cxnSpMk id="72" creationId="{9EB0DA46-DC46-D94F-2090-7D030751C7CA}"/>
          </ac:cxnSpMkLst>
        </pc:cxnChg>
        <pc:cxnChg chg="mod">
          <ac:chgData name="Lucia Bravo Dalmau" userId="e9bee553-56b0-4b31-8ff8-8de77de38d2f" providerId="ADAL" clId="{2CE02528-C879-41BB-BB7F-684074E0D56C}" dt="2025-05-13T16:21:14.315" v="3130" actId="14100"/>
          <ac:cxnSpMkLst>
            <pc:docMk/>
            <pc:sldMk cId="473804894" sldId="2147482561"/>
            <ac:cxnSpMk id="74" creationId="{87554A0B-BDDD-E784-E903-E986F10296CC}"/>
          </ac:cxnSpMkLst>
        </pc:cxnChg>
        <pc:cxnChg chg="mod">
          <ac:chgData name="Lucia Bravo Dalmau" userId="e9bee553-56b0-4b31-8ff8-8de77de38d2f" providerId="ADAL" clId="{2CE02528-C879-41BB-BB7F-684074E0D56C}" dt="2025-05-13T15:28:21.052" v="3121" actId="1076"/>
          <ac:cxnSpMkLst>
            <pc:docMk/>
            <pc:sldMk cId="473804894" sldId="2147482561"/>
            <ac:cxnSpMk id="77" creationId="{472F3627-F8A2-F7DD-4923-F12C0E7FF4AF}"/>
          </ac:cxnSpMkLst>
        </pc:cxnChg>
        <pc:cxnChg chg="mod">
          <ac:chgData name="Lucia Bravo Dalmau" userId="e9bee553-56b0-4b31-8ff8-8de77de38d2f" providerId="ADAL" clId="{2CE02528-C879-41BB-BB7F-684074E0D56C}" dt="2025-05-13T15:27:57.113" v="3118" actId="1076"/>
          <ac:cxnSpMkLst>
            <pc:docMk/>
            <pc:sldMk cId="473804894" sldId="2147482561"/>
            <ac:cxnSpMk id="80" creationId="{D8267AD2-DD18-080D-DA39-D7AC08EE2075}"/>
          </ac:cxnSpMkLst>
        </pc:cxnChg>
        <pc:cxnChg chg="mod">
          <ac:chgData name="Lucia Bravo Dalmau" userId="e9bee553-56b0-4b31-8ff8-8de77de38d2f" providerId="ADAL" clId="{2CE02528-C879-41BB-BB7F-684074E0D56C}" dt="2025-05-13T15:28:27.180" v="3122" actId="1076"/>
          <ac:cxnSpMkLst>
            <pc:docMk/>
            <pc:sldMk cId="473804894" sldId="2147482561"/>
            <ac:cxnSpMk id="85" creationId="{627A2D4D-B0A4-CF50-D54D-B140D330069A}"/>
          </ac:cxnSpMkLst>
        </pc:cxnChg>
        <pc:cxnChg chg="mod">
          <ac:chgData name="Lucia Bravo Dalmau" userId="e9bee553-56b0-4b31-8ff8-8de77de38d2f" providerId="ADAL" clId="{2CE02528-C879-41BB-BB7F-684074E0D56C}" dt="2025-05-13T15:28:06.276" v="3120" actId="14100"/>
          <ac:cxnSpMkLst>
            <pc:docMk/>
            <pc:sldMk cId="473804894" sldId="2147482561"/>
            <ac:cxnSpMk id="87" creationId="{CF285915-FE50-7DCD-C113-DE5A0C480814}"/>
          </ac:cxnSpMkLst>
        </pc:cxnChg>
      </pc:sldChg>
      <pc:sldChg chg="del">
        <pc:chgData name="Lucia Bravo Dalmau" userId="e9bee553-56b0-4b31-8ff8-8de77de38d2f" providerId="ADAL" clId="{2CE02528-C879-41BB-BB7F-684074E0D56C}" dt="2025-05-07T16:31:00.332" v="1512" actId="47"/>
        <pc:sldMkLst>
          <pc:docMk/>
          <pc:sldMk cId="71417389" sldId="2147482562"/>
        </pc:sldMkLst>
      </pc:sldChg>
      <pc:sldChg chg="modSp del">
        <pc:chgData name="Lucia Bravo Dalmau" userId="e9bee553-56b0-4b31-8ff8-8de77de38d2f" providerId="ADAL" clId="{2CE02528-C879-41BB-BB7F-684074E0D56C}" dt="2025-05-07T16:31:02.860" v="1513" actId="47"/>
        <pc:sldMkLst>
          <pc:docMk/>
          <pc:sldMk cId="3597520353" sldId="2147482563"/>
        </pc:sldMkLst>
      </pc:sldChg>
      <pc:sldChg chg="addSp delSp modSp mod ord">
        <pc:chgData name="Lucia Bravo Dalmau" userId="e9bee553-56b0-4b31-8ff8-8de77de38d2f" providerId="ADAL" clId="{2CE02528-C879-41BB-BB7F-684074E0D56C}" dt="2025-05-13T19:43:19.730" v="3131" actId="113"/>
        <pc:sldMkLst>
          <pc:docMk/>
          <pc:sldMk cId="54939763" sldId="2147482564"/>
        </pc:sldMkLst>
        <pc:spChg chg="mod">
          <ac:chgData name="Lucia Bravo Dalmau" userId="e9bee553-56b0-4b31-8ff8-8de77de38d2f" providerId="ADAL" clId="{2CE02528-C879-41BB-BB7F-684074E0D56C}" dt="2025-05-07T14:53:15.992" v="724" actId="20577"/>
          <ac:spMkLst>
            <pc:docMk/>
            <pc:sldMk cId="54939763" sldId="2147482564"/>
            <ac:spMk id="5" creationId="{615BB313-002A-9A6D-F530-E4217661F289}"/>
          </ac:spMkLst>
        </pc:spChg>
        <pc:spChg chg="mod">
          <ac:chgData name="Lucia Bravo Dalmau" userId="e9bee553-56b0-4b31-8ff8-8de77de38d2f" providerId="ADAL" clId="{2CE02528-C879-41BB-BB7F-684074E0D56C}" dt="2025-05-13T19:43:19.730" v="3131" actId="113"/>
          <ac:spMkLst>
            <pc:docMk/>
            <pc:sldMk cId="54939763" sldId="2147482564"/>
            <ac:spMk id="8" creationId="{16CF801C-ACF6-1102-CC4B-8F6421F2EF46}"/>
          </ac:spMkLst>
        </pc:spChg>
        <pc:spChg chg="mod">
          <ac:chgData name="Lucia Bravo Dalmau" userId="e9bee553-56b0-4b31-8ff8-8de77de38d2f" providerId="ADAL" clId="{2CE02528-C879-41BB-BB7F-684074E0D56C}" dt="2025-05-05T16:01:29.747" v="41" actId="1076"/>
          <ac:spMkLst>
            <pc:docMk/>
            <pc:sldMk cId="54939763" sldId="2147482564"/>
            <ac:spMk id="12" creationId="{D9EC6A86-B6D1-5D0F-5F6F-6A9308F74A12}"/>
          </ac:spMkLst>
        </pc:spChg>
        <pc:spChg chg="mod">
          <ac:chgData name="Lucia Bravo Dalmau" userId="e9bee553-56b0-4b31-8ff8-8de77de38d2f" providerId="ADAL" clId="{2CE02528-C879-41BB-BB7F-684074E0D56C}" dt="2025-05-07T15:24:54.659" v="872" actId="20577"/>
          <ac:spMkLst>
            <pc:docMk/>
            <pc:sldMk cId="54939763" sldId="2147482564"/>
            <ac:spMk id="14" creationId="{9510C715-FC44-7B54-FCBB-36F653A298E8}"/>
          </ac:spMkLst>
        </pc:spChg>
        <pc:spChg chg="mod">
          <ac:chgData name="Lucia Bravo Dalmau" userId="e9bee553-56b0-4b31-8ff8-8de77de38d2f" providerId="ADAL" clId="{2CE02528-C879-41BB-BB7F-684074E0D56C}" dt="2025-05-05T16:00:06.309" v="31" actId="20577"/>
          <ac:spMkLst>
            <pc:docMk/>
            <pc:sldMk cId="54939763" sldId="2147482564"/>
            <ac:spMk id="15" creationId="{8CD3DB1E-4F65-ACB4-DE9C-E64CDC5D4B10}"/>
          </ac:spMkLst>
        </pc:spChg>
        <pc:spChg chg="mod">
          <ac:chgData name="Lucia Bravo Dalmau" userId="e9bee553-56b0-4b31-8ff8-8de77de38d2f" providerId="ADAL" clId="{2CE02528-C879-41BB-BB7F-684074E0D56C}" dt="2025-05-07T15:27:58.796" v="1042"/>
          <ac:spMkLst>
            <pc:docMk/>
            <pc:sldMk cId="54939763" sldId="2147482564"/>
            <ac:spMk id="25" creationId="{8FBC2937-2A66-A1C9-F130-A6F26F4EA946}"/>
          </ac:spMkLst>
        </pc:spChg>
        <pc:grpChg chg="add mod">
          <ac:chgData name="Lucia Bravo Dalmau" userId="e9bee553-56b0-4b31-8ff8-8de77de38d2f" providerId="ADAL" clId="{2CE02528-C879-41BB-BB7F-684074E0D56C}" dt="2025-05-07T15:27:58.796" v="1042"/>
          <ac:grpSpMkLst>
            <pc:docMk/>
            <pc:sldMk cId="54939763" sldId="2147482564"/>
            <ac:grpSpMk id="24" creationId="{18F50E1C-EBD6-C639-1E4D-5CC11D55A6AB}"/>
          </ac:grpSpMkLst>
        </pc:grpChg>
        <pc:picChg chg="mod">
          <ac:chgData name="Lucia Bravo Dalmau" userId="e9bee553-56b0-4b31-8ff8-8de77de38d2f" providerId="ADAL" clId="{2CE02528-C879-41BB-BB7F-684074E0D56C}" dt="2025-05-07T15:27:58.796" v="1042"/>
          <ac:picMkLst>
            <pc:docMk/>
            <pc:sldMk cId="54939763" sldId="2147482564"/>
            <ac:picMk id="26" creationId="{B8D867A0-5D2D-646A-9920-9A5BE93E8D25}"/>
          </ac:picMkLst>
        </pc:picChg>
      </pc:sldChg>
      <pc:sldChg chg="addSp modSp mod">
        <pc:chgData name="Lucia Bravo Dalmau" userId="e9bee553-56b0-4b31-8ff8-8de77de38d2f" providerId="ADAL" clId="{2CE02528-C879-41BB-BB7F-684074E0D56C}" dt="2025-05-12T10:20:25.488" v="2560" actId="2164"/>
        <pc:sldMkLst>
          <pc:docMk/>
          <pc:sldMk cId="663549903" sldId="2147482583"/>
        </pc:sldMkLst>
        <pc:graphicFrameChg chg="add mod modGraphic">
          <ac:chgData name="Lucia Bravo Dalmau" userId="e9bee553-56b0-4b31-8ff8-8de77de38d2f" providerId="ADAL" clId="{2CE02528-C879-41BB-BB7F-684074E0D56C}" dt="2025-05-12T10:20:25.488" v="2560" actId="2164"/>
          <ac:graphicFrameMkLst>
            <pc:docMk/>
            <pc:sldMk cId="663549903" sldId="2147482583"/>
            <ac:graphicFrameMk id="5" creationId="{A028F362-51C6-92BA-0988-F07BF5CEB43D}"/>
          </ac:graphicFrameMkLst>
        </pc:graphicFrameChg>
      </pc:sldChg>
      <pc:sldChg chg="modSp">
        <pc:chgData name="Lucia Bravo Dalmau" userId="e9bee553-56b0-4b31-8ff8-8de77de38d2f" providerId="ADAL" clId="{2CE02528-C879-41BB-BB7F-684074E0D56C}" dt="2025-05-05T15:57:52.805" v="24"/>
        <pc:sldMkLst>
          <pc:docMk/>
          <pc:sldMk cId="3843510123" sldId="2147482587"/>
        </pc:sldMkLst>
        <pc:graphicFrameChg chg="mod">
          <ac:chgData name="Lucia Bravo Dalmau" userId="e9bee553-56b0-4b31-8ff8-8de77de38d2f" providerId="ADAL" clId="{2CE02528-C879-41BB-BB7F-684074E0D56C}" dt="2025-05-05T15:57:52.805" v="24"/>
          <ac:graphicFrameMkLst>
            <pc:docMk/>
            <pc:sldMk cId="3843510123" sldId="2147482587"/>
            <ac:graphicFrameMk id="7" creationId="{4BA3ADC4-98A4-EEB2-E109-4F0385A93FCD}"/>
          </ac:graphicFrameMkLst>
        </pc:graphicFrameChg>
      </pc:sldChg>
      <pc:sldChg chg="delSp modSp mod">
        <pc:chgData name="Lucia Bravo Dalmau" userId="e9bee553-56b0-4b31-8ff8-8de77de38d2f" providerId="ADAL" clId="{2CE02528-C879-41BB-BB7F-684074E0D56C}" dt="2025-05-05T16:06:52.023" v="51" actId="478"/>
        <pc:sldMkLst>
          <pc:docMk/>
          <pc:sldMk cId="2225197433" sldId="2147482590"/>
        </pc:sldMkLst>
      </pc:sldChg>
      <pc:sldChg chg="modSp mod">
        <pc:chgData name="Lucia Bravo Dalmau" userId="e9bee553-56b0-4b31-8ff8-8de77de38d2f" providerId="ADAL" clId="{2CE02528-C879-41BB-BB7F-684074E0D56C}" dt="2025-05-08T11:55:04.389" v="1555" actId="1076"/>
        <pc:sldMkLst>
          <pc:docMk/>
          <pc:sldMk cId="3752019305" sldId="2147482594"/>
        </pc:sldMkLst>
        <pc:spChg chg="mod">
          <ac:chgData name="Lucia Bravo Dalmau" userId="e9bee553-56b0-4b31-8ff8-8de77de38d2f" providerId="ADAL" clId="{2CE02528-C879-41BB-BB7F-684074E0D56C}" dt="2025-05-08T11:55:04.389" v="1555" actId="1076"/>
          <ac:spMkLst>
            <pc:docMk/>
            <pc:sldMk cId="3752019305" sldId="2147482594"/>
            <ac:spMk id="12" creationId="{A8B4EB6F-54B1-9B00-B239-C4B3B0659976}"/>
          </ac:spMkLst>
        </pc:spChg>
      </pc:sldChg>
      <pc:sldChg chg="addSp delSp modSp add mod ord modShow">
        <pc:chgData name="Lucia Bravo Dalmau" userId="e9bee553-56b0-4b31-8ff8-8de77de38d2f" providerId="ADAL" clId="{2CE02528-C879-41BB-BB7F-684074E0D56C}" dt="2025-05-06T20:40:42.943" v="572" actId="729"/>
        <pc:sldMkLst>
          <pc:docMk/>
          <pc:sldMk cId="3227843776" sldId="2147482597"/>
        </pc:sldMkLst>
      </pc:sldChg>
      <pc:sldChg chg="delSp modSp add mod">
        <pc:chgData name="Lucia Bravo Dalmau" userId="e9bee553-56b0-4b31-8ff8-8de77de38d2f" providerId="ADAL" clId="{2CE02528-C879-41BB-BB7F-684074E0D56C}" dt="2025-05-12T15:48:00.277" v="2807" actId="2711"/>
        <pc:sldMkLst>
          <pc:docMk/>
          <pc:sldMk cId="918206966" sldId="2147482598"/>
        </pc:sldMkLst>
        <pc:spChg chg="mod topLvl">
          <ac:chgData name="Lucia Bravo Dalmau" userId="e9bee553-56b0-4b31-8ff8-8de77de38d2f" providerId="ADAL" clId="{2CE02528-C879-41BB-BB7F-684074E0D56C}" dt="2025-05-12T15:38:35.422" v="2751" actId="3064"/>
          <ac:spMkLst>
            <pc:docMk/>
            <pc:sldMk cId="918206966" sldId="2147482598"/>
            <ac:spMk id="6" creationId="{98C9CADF-7F87-E8DA-B7FF-4E7AB9C11E16}"/>
          </ac:spMkLst>
        </pc:spChg>
        <pc:spChg chg="mod topLvl">
          <ac:chgData name="Lucia Bravo Dalmau" userId="e9bee553-56b0-4b31-8ff8-8de77de38d2f" providerId="ADAL" clId="{2CE02528-C879-41BB-BB7F-684074E0D56C}" dt="2025-05-12T15:39:30.921" v="2764" actId="1076"/>
          <ac:spMkLst>
            <pc:docMk/>
            <pc:sldMk cId="918206966" sldId="2147482598"/>
            <ac:spMk id="9" creationId="{DC086935-B722-2496-9D3A-8CE4FD95814D}"/>
          </ac:spMkLst>
        </pc:spChg>
        <pc:spChg chg="mod topLvl">
          <ac:chgData name="Lucia Bravo Dalmau" userId="e9bee553-56b0-4b31-8ff8-8de77de38d2f" providerId="ADAL" clId="{2CE02528-C879-41BB-BB7F-684074E0D56C}" dt="2025-05-12T15:39:39.375" v="2765" actId="1076"/>
          <ac:spMkLst>
            <pc:docMk/>
            <pc:sldMk cId="918206966" sldId="2147482598"/>
            <ac:spMk id="12" creationId="{F90CAFDE-0D11-7F0F-A56B-CD3D8AFE3140}"/>
          </ac:spMkLst>
        </pc:spChg>
        <pc:spChg chg="mod topLvl">
          <ac:chgData name="Lucia Bravo Dalmau" userId="e9bee553-56b0-4b31-8ff8-8de77de38d2f" providerId="ADAL" clId="{2CE02528-C879-41BB-BB7F-684074E0D56C}" dt="2025-05-12T15:43:35.397" v="2787" actId="1076"/>
          <ac:spMkLst>
            <pc:docMk/>
            <pc:sldMk cId="918206966" sldId="2147482598"/>
            <ac:spMk id="15" creationId="{E41FBB94-A7C4-400F-45FE-14D09D6C9650}"/>
          </ac:spMkLst>
        </pc:spChg>
        <pc:spChg chg="mod">
          <ac:chgData name="Lucia Bravo Dalmau" userId="e9bee553-56b0-4b31-8ff8-8de77de38d2f" providerId="ADAL" clId="{2CE02528-C879-41BB-BB7F-684074E0D56C}" dt="2025-05-12T15:39:39.375" v="2765" actId="1076"/>
          <ac:spMkLst>
            <pc:docMk/>
            <pc:sldMk cId="918206966" sldId="2147482598"/>
            <ac:spMk id="26" creationId="{A7DDB7F6-FD20-7FC6-4554-61CB7CD9BDCF}"/>
          </ac:spMkLst>
        </pc:spChg>
        <pc:spChg chg="mod">
          <ac:chgData name="Lucia Bravo Dalmau" userId="e9bee553-56b0-4b31-8ff8-8de77de38d2f" providerId="ADAL" clId="{2CE02528-C879-41BB-BB7F-684074E0D56C}" dt="2025-05-12T15:48:00.277" v="2807" actId="2711"/>
          <ac:spMkLst>
            <pc:docMk/>
            <pc:sldMk cId="918206966" sldId="2147482598"/>
            <ac:spMk id="27" creationId="{37402B26-7BBC-10AD-66E3-A4A6D7D127A2}"/>
          </ac:spMkLst>
        </pc:spChg>
        <pc:grpChg chg="mod">
          <ac:chgData name="Lucia Bravo Dalmau" userId="e9bee553-56b0-4b31-8ff8-8de77de38d2f" providerId="ADAL" clId="{2CE02528-C879-41BB-BB7F-684074E0D56C}" dt="2025-05-06T20:38:07.850" v="571" actId="1076"/>
          <ac:grpSpMkLst>
            <pc:docMk/>
            <pc:sldMk cId="918206966" sldId="2147482598"/>
            <ac:grpSpMk id="17" creationId="{235DA240-08E0-59E2-58AE-8F182B9E5C0F}"/>
          </ac:grpSpMkLst>
        </pc:grpChg>
        <pc:grpChg chg="mod">
          <ac:chgData name="Lucia Bravo Dalmau" userId="e9bee553-56b0-4b31-8ff8-8de77de38d2f" providerId="ADAL" clId="{2CE02528-C879-41BB-BB7F-684074E0D56C}" dt="2025-05-12T15:43:35.397" v="2787" actId="1076"/>
          <ac:grpSpMkLst>
            <pc:docMk/>
            <pc:sldMk cId="918206966" sldId="2147482598"/>
            <ac:grpSpMk id="23" creationId="{974A07A3-1B4D-B4FF-9710-AD345FD39DE9}"/>
          </ac:grpSpMkLst>
        </pc:grpChg>
        <pc:picChg chg="mod">
          <ac:chgData name="Lucia Bravo Dalmau" userId="e9bee553-56b0-4b31-8ff8-8de77de38d2f" providerId="ADAL" clId="{2CE02528-C879-41BB-BB7F-684074E0D56C}" dt="2025-05-12T15:39:30.921" v="2764" actId="1076"/>
          <ac:picMkLst>
            <pc:docMk/>
            <pc:sldMk cId="918206966" sldId="2147482598"/>
            <ac:picMk id="22" creationId="{772C8D9E-003C-B0D4-9DD3-86B2C70E2444}"/>
          </ac:picMkLst>
        </pc:picChg>
      </pc:sldChg>
      <pc:sldChg chg="addSp delSp modSp add mod modCm">
        <pc:chgData name="Lucia Bravo Dalmau" userId="e9bee553-56b0-4b31-8ff8-8de77de38d2f" providerId="ADAL" clId="{2CE02528-C879-41BB-BB7F-684074E0D56C}" dt="2025-05-12T10:37:21.594" v="2610" actId="113"/>
        <pc:sldMkLst>
          <pc:docMk/>
          <pc:sldMk cId="2262725393" sldId="2147482599"/>
        </pc:sldMkLst>
        <pc:spChg chg="add mod">
          <ac:chgData name="Lucia Bravo Dalmau" userId="e9bee553-56b0-4b31-8ff8-8de77de38d2f" providerId="ADAL" clId="{2CE02528-C879-41BB-BB7F-684074E0D56C}" dt="2025-05-07T10:09:33.968" v="677"/>
          <ac:spMkLst>
            <pc:docMk/>
            <pc:sldMk cId="2262725393" sldId="2147482599"/>
            <ac:spMk id="5" creationId="{E7F4D425-EBC5-2011-613F-9F8B53C04A46}"/>
          </ac:spMkLst>
        </pc:spChg>
        <pc:spChg chg="mod">
          <ac:chgData name="Lucia Bravo Dalmau" userId="e9bee553-56b0-4b31-8ff8-8de77de38d2f" providerId="ADAL" clId="{2CE02528-C879-41BB-BB7F-684074E0D56C}" dt="2025-05-07T10:10:17.562" v="686" actId="20577"/>
          <ac:spMkLst>
            <pc:docMk/>
            <pc:sldMk cId="2262725393" sldId="2147482599"/>
            <ac:spMk id="6" creationId="{C19B905B-2B95-F39F-A970-63F1DF7D9832}"/>
          </ac:spMkLst>
        </pc:spChg>
        <pc:spChg chg="add mod">
          <ac:chgData name="Lucia Bravo Dalmau" userId="e9bee553-56b0-4b31-8ff8-8de77de38d2f" providerId="ADAL" clId="{2CE02528-C879-41BB-BB7F-684074E0D56C}" dt="2025-05-07T10:09:45.903" v="679"/>
          <ac:spMkLst>
            <pc:docMk/>
            <pc:sldMk cId="2262725393" sldId="2147482599"/>
            <ac:spMk id="7" creationId="{BD8CD0D3-B689-E829-4647-FE0C93B677C4}"/>
          </ac:spMkLst>
        </pc:spChg>
        <pc:spChg chg="add mod">
          <ac:chgData name="Lucia Bravo Dalmau" userId="e9bee553-56b0-4b31-8ff8-8de77de38d2f" providerId="ADAL" clId="{2CE02528-C879-41BB-BB7F-684074E0D56C}" dt="2025-05-11T11:16:50.569" v="2100" actId="14100"/>
          <ac:spMkLst>
            <pc:docMk/>
            <pc:sldMk cId="2262725393" sldId="2147482599"/>
            <ac:spMk id="9" creationId="{461848FB-C438-E366-A5EB-D793354C7CCF}"/>
          </ac:spMkLst>
        </pc:spChg>
        <pc:spChg chg="add mod">
          <ac:chgData name="Lucia Bravo Dalmau" userId="e9bee553-56b0-4b31-8ff8-8de77de38d2f" providerId="ADAL" clId="{2CE02528-C879-41BB-BB7F-684074E0D56C}" dt="2025-05-08T14:29:45.410" v="1825" actId="20577"/>
          <ac:spMkLst>
            <pc:docMk/>
            <pc:sldMk cId="2262725393" sldId="2147482599"/>
            <ac:spMk id="10" creationId="{A6319E7A-4FA1-446E-8B4B-6E8E70D6B827}"/>
          </ac:spMkLst>
        </pc:spChg>
        <pc:spChg chg="add mod">
          <ac:chgData name="Lucia Bravo Dalmau" userId="e9bee553-56b0-4b31-8ff8-8de77de38d2f" providerId="ADAL" clId="{2CE02528-C879-41BB-BB7F-684074E0D56C}" dt="2025-05-11T11:16:54.050" v="2101" actId="14100"/>
          <ac:spMkLst>
            <pc:docMk/>
            <pc:sldMk cId="2262725393" sldId="2147482599"/>
            <ac:spMk id="12" creationId="{F7053F96-E0D2-BB37-EB24-2704A42383EC}"/>
          </ac:spMkLst>
        </pc:spChg>
        <pc:spChg chg="add mod">
          <ac:chgData name="Lucia Bravo Dalmau" userId="e9bee553-56b0-4b31-8ff8-8de77de38d2f" providerId="ADAL" clId="{2CE02528-C879-41BB-BB7F-684074E0D56C}" dt="2025-05-11T19:42:20.336" v="2168" actId="1076"/>
          <ac:spMkLst>
            <pc:docMk/>
            <pc:sldMk cId="2262725393" sldId="2147482599"/>
            <ac:spMk id="16" creationId="{4F9AD1BB-1E8E-EB7A-0EDF-9040249A0A9E}"/>
          </ac:spMkLst>
        </pc:spChg>
        <pc:spChg chg="add mod ord">
          <ac:chgData name="Lucia Bravo Dalmau" userId="e9bee553-56b0-4b31-8ff8-8de77de38d2f" providerId="ADAL" clId="{2CE02528-C879-41BB-BB7F-684074E0D56C}" dt="2025-05-11T11:33:35.669" v="2167" actId="14100"/>
          <ac:spMkLst>
            <pc:docMk/>
            <pc:sldMk cId="2262725393" sldId="2147482599"/>
            <ac:spMk id="22" creationId="{D5BB804E-21BF-4E6D-5DCC-1E2B357E147F}"/>
          </ac:spMkLst>
        </pc:spChg>
        <pc:spChg chg="add mod">
          <ac:chgData name="Lucia Bravo Dalmau" userId="e9bee553-56b0-4b31-8ff8-8de77de38d2f" providerId="ADAL" clId="{2CE02528-C879-41BB-BB7F-684074E0D56C}" dt="2025-05-11T11:17:36.025" v="2107" actId="1076"/>
          <ac:spMkLst>
            <pc:docMk/>
            <pc:sldMk cId="2262725393" sldId="2147482599"/>
            <ac:spMk id="26" creationId="{0DC7BA43-1220-39E4-04D6-05DAF10015F6}"/>
          </ac:spMkLst>
        </pc:spChg>
        <pc:spChg chg="add mod">
          <ac:chgData name="Lucia Bravo Dalmau" userId="e9bee553-56b0-4b31-8ff8-8de77de38d2f" providerId="ADAL" clId="{2CE02528-C879-41BB-BB7F-684074E0D56C}" dt="2025-05-11T11:19:34.689" v="2120" actId="1076"/>
          <ac:spMkLst>
            <pc:docMk/>
            <pc:sldMk cId="2262725393" sldId="2147482599"/>
            <ac:spMk id="28" creationId="{19EBB84B-7ECD-9DF6-4F92-8FAD150D9700}"/>
          </ac:spMkLst>
        </pc:spChg>
        <pc:spChg chg="add mod">
          <ac:chgData name="Lucia Bravo Dalmau" userId="e9bee553-56b0-4b31-8ff8-8de77de38d2f" providerId="ADAL" clId="{2CE02528-C879-41BB-BB7F-684074E0D56C}" dt="2025-05-12T10:30:22.323" v="2602" actId="1076"/>
          <ac:spMkLst>
            <pc:docMk/>
            <pc:sldMk cId="2262725393" sldId="2147482599"/>
            <ac:spMk id="30" creationId="{069F9714-5A78-1F8F-E0D9-A2A8C35124FC}"/>
          </ac:spMkLst>
        </pc:spChg>
        <pc:spChg chg="add mod">
          <ac:chgData name="Lucia Bravo Dalmau" userId="e9bee553-56b0-4b31-8ff8-8de77de38d2f" providerId="ADAL" clId="{2CE02528-C879-41BB-BB7F-684074E0D56C}" dt="2025-05-12T10:37:21.594" v="2610" actId="113"/>
          <ac:spMkLst>
            <pc:docMk/>
            <pc:sldMk cId="2262725393" sldId="2147482599"/>
            <ac:spMk id="39" creationId="{3D1A04AD-9619-2054-A167-716E406A3B54}"/>
          </ac:spMkLst>
        </pc:spChg>
        <pc:graphicFrameChg chg="add mod">
          <ac:chgData name="Lucia Bravo Dalmau" userId="e9bee553-56b0-4b31-8ff8-8de77de38d2f" providerId="ADAL" clId="{2CE02528-C879-41BB-BB7F-684074E0D56C}" dt="2025-05-11T11:17:52.650" v="2108" actId="1076"/>
          <ac:graphicFrameMkLst>
            <pc:docMk/>
            <pc:sldMk cId="2262725393" sldId="2147482599"/>
            <ac:graphicFrameMk id="11" creationId="{F30AE805-36BE-739B-5C78-EB3BA1F3BAA6}"/>
          </ac:graphicFrameMkLst>
        </pc:graphicFrameChg>
        <pc:graphicFrameChg chg="add mod">
          <ac:chgData name="Lucia Bravo Dalmau" userId="e9bee553-56b0-4b31-8ff8-8de77de38d2f" providerId="ADAL" clId="{2CE02528-C879-41BB-BB7F-684074E0D56C}" dt="2025-05-11T11:33:32.330" v="2166" actId="14100"/>
          <ac:graphicFrameMkLst>
            <pc:docMk/>
            <pc:sldMk cId="2262725393" sldId="2147482599"/>
            <ac:graphicFrameMk id="14" creationId="{8266BD78-662C-584F-7EF4-70CC1D190B2D}"/>
          </ac:graphicFrameMkLst>
        </pc:graphicFrameChg>
        <pc:graphicFrameChg chg="add mod modGraphic">
          <ac:chgData name="Lucia Bravo Dalmau" userId="e9bee553-56b0-4b31-8ff8-8de77de38d2f" providerId="ADAL" clId="{2CE02528-C879-41BB-BB7F-684074E0D56C}" dt="2025-05-11T11:24:38.949" v="2153" actId="113"/>
          <ac:graphicFrameMkLst>
            <pc:docMk/>
            <pc:sldMk cId="2262725393" sldId="2147482599"/>
            <ac:graphicFrameMk id="24" creationId="{9CCAFF7C-2245-2EAD-B32A-25CC5AE51688}"/>
          </ac:graphicFrameMkLst>
        </pc:graphicFrameChg>
        <pc:extLst>
          <p:ext xmlns:p="http://schemas.openxmlformats.org/presentationml/2006/main" uri="{D6D511B9-2390-475A-947B-AFAB55BFBCF1}">
            <pc226:cmChg xmlns:pc226="http://schemas.microsoft.com/office/powerpoint/2022/06/main/command" chg="mod">
              <pc226:chgData name="Lucia Bravo Dalmau" userId="e9bee553-56b0-4b31-8ff8-8de77de38d2f" providerId="ADAL" clId="{2CE02528-C879-41BB-BB7F-684074E0D56C}" dt="2025-05-11T11:01:25.090" v="1934" actId="20577"/>
              <pc2:cmMkLst xmlns:pc2="http://schemas.microsoft.com/office/powerpoint/2019/9/main/command">
                <pc:docMk/>
                <pc:sldMk cId="2262725393" sldId="2147482599"/>
                <pc2:cmMk id="{28EB12B6-DC9C-490C-8859-F054DFB851F5}"/>
              </pc2:cmMkLst>
            </pc226:cmChg>
          </p:ext>
        </pc:extLst>
      </pc:sldChg>
      <pc:sldChg chg="addSp delSp modSp add mod">
        <pc:chgData name="Lucia Bravo Dalmau" userId="e9bee553-56b0-4b31-8ff8-8de77de38d2f" providerId="ADAL" clId="{2CE02528-C879-41BB-BB7F-684074E0D56C}" dt="2025-05-11T11:32:12.355" v="2159" actId="108"/>
        <pc:sldMkLst>
          <pc:docMk/>
          <pc:sldMk cId="1139429206" sldId="2147482600"/>
        </pc:sldMkLst>
        <pc:spChg chg="add mod">
          <ac:chgData name="Lucia Bravo Dalmau" userId="e9bee553-56b0-4b31-8ff8-8de77de38d2f" providerId="ADAL" clId="{2CE02528-C879-41BB-BB7F-684074E0D56C}" dt="2025-05-07T15:34:11.044" v="1097" actId="1076"/>
          <ac:spMkLst>
            <pc:docMk/>
            <pc:sldMk cId="1139429206" sldId="2147482600"/>
            <ac:spMk id="2" creationId="{03AEEF47-B411-0F9E-BF21-9B685094482E}"/>
          </ac:spMkLst>
        </pc:spChg>
        <pc:spChg chg="mod">
          <ac:chgData name="Lucia Bravo Dalmau" userId="e9bee553-56b0-4b31-8ff8-8de77de38d2f" providerId="ADAL" clId="{2CE02528-C879-41BB-BB7F-684074E0D56C}" dt="2025-05-07T15:30:09.025" v="1088" actId="6549"/>
          <ac:spMkLst>
            <pc:docMk/>
            <pc:sldMk cId="1139429206" sldId="2147482600"/>
            <ac:spMk id="5" creationId="{09C37979-D8CC-1854-9FD5-B3829B12BE63}"/>
          </ac:spMkLst>
        </pc:spChg>
        <pc:spChg chg="mod">
          <ac:chgData name="Lucia Bravo Dalmau" userId="e9bee553-56b0-4b31-8ff8-8de77de38d2f" providerId="ADAL" clId="{2CE02528-C879-41BB-BB7F-684074E0D56C}" dt="2025-05-11T11:32:12.355" v="2159" actId="108"/>
          <ac:spMkLst>
            <pc:docMk/>
            <pc:sldMk cId="1139429206" sldId="2147482600"/>
            <ac:spMk id="8" creationId="{CD361A8A-10B7-9619-93B5-3EF6D366825F}"/>
          </ac:spMkLst>
        </pc:spChg>
        <pc:spChg chg="mod">
          <ac:chgData name="Lucia Bravo Dalmau" userId="e9bee553-56b0-4b31-8ff8-8de77de38d2f" providerId="ADAL" clId="{2CE02528-C879-41BB-BB7F-684074E0D56C}" dt="2025-05-07T15:30:55.955" v="1091" actId="14100"/>
          <ac:spMkLst>
            <pc:docMk/>
            <pc:sldMk cId="1139429206" sldId="2147482600"/>
            <ac:spMk id="14" creationId="{BF919021-4B2A-F709-6AB2-64C6D81DF748}"/>
          </ac:spMkLst>
        </pc:spChg>
        <pc:picChg chg="add mod">
          <ac:chgData name="Lucia Bravo Dalmau" userId="e9bee553-56b0-4b31-8ff8-8de77de38d2f" providerId="ADAL" clId="{2CE02528-C879-41BB-BB7F-684074E0D56C}" dt="2025-05-07T15:38:02.643" v="1113"/>
          <ac:picMkLst>
            <pc:docMk/>
            <pc:sldMk cId="1139429206" sldId="2147482600"/>
            <ac:picMk id="6" creationId="{D0A507FC-D620-A252-D652-3CFE4BE4B80E}"/>
          </ac:picMkLst>
        </pc:picChg>
      </pc:sldChg>
      <pc:sldChg chg="modSp mod">
        <pc:chgData name="Lucia Bravo Dalmau" userId="e9bee553-56b0-4b31-8ff8-8de77de38d2f" providerId="ADAL" clId="{2CE02528-C879-41BB-BB7F-684074E0D56C}" dt="2025-05-12T15:47:51.817" v="2806" actId="2711"/>
        <pc:sldMkLst>
          <pc:docMk/>
          <pc:sldMk cId="758034783" sldId="2147482601"/>
        </pc:sldMkLst>
        <pc:spChg chg="mod">
          <ac:chgData name="Lucia Bravo Dalmau" userId="e9bee553-56b0-4b31-8ff8-8de77de38d2f" providerId="ADAL" clId="{2CE02528-C879-41BB-BB7F-684074E0D56C}" dt="2025-05-12T15:46:11.953" v="2804" actId="1076"/>
          <ac:spMkLst>
            <pc:docMk/>
            <pc:sldMk cId="758034783" sldId="2147482601"/>
            <ac:spMk id="5" creationId="{33186BFA-3E24-896F-AFE3-814148C3A7D3}"/>
          </ac:spMkLst>
        </pc:spChg>
        <pc:spChg chg="mod">
          <ac:chgData name="Lucia Bravo Dalmau" userId="e9bee553-56b0-4b31-8ff8-8de77de38d2f" providerId="ADAL" clId="{2CE02528-C879-41BB-BB7F-684074E0D56C}" dt="2025-05-12T15:47:51.817" v="2806" actId="2711"/>
          <ac:spMkLst>
            <pc:docMk/>
            <pc:sldMk cId="758034783" sldId="2147482601"/>
            <ac:spMk id="27" creationId="{A0449CFB-CB5C-D047-2A6F-785C3B8CD07D}"/>
          </ac:spMkLst>
        </pc:spChg>
        <pc:spChg chg="mod">
          <ac:chgData name="Lucia Bravo Dalmau" userId="e9bee553-56b0-4b31-8ff8-8de77de38d2f" providerId="ADAL" clId="{2CE02528-C879-41BB-BB7F-684074E0D56C}" dt="2025-05-12T15:46:29.186" v="2805" actId="1076"/>
          <ac:spMkLst>
            <pc:docMk/>
            <pc:sldMk cId="758034783" sldId="2147482601"/>
            <ac:spMk id="40" creationId="{4F1C96B0-97D2-4CB8-215B-5229867E610C}"/>
          </ac:spMkLst>
        </pc:spChg>
        <pc:spChg chg="mod">
          <ac:chgData name="Lucia Bravo Dalmau" userId="e9bee553-56b0-4b31-8ff8-8de77de38d2f" providerId="ADAL" clId="{2CE02528-C879-41BB-BB7F-684074E0D56C}" dt="2025-05-12T15:46:29.186" v="2805" actId="1076"/>
          <ac:spMkLst>
            <pc:docMk/>
            <pc:sldMk cId="758034783" sldId="2147482601"/>
            <ac:spMk id="41" creationId="{342113F6-1DF4-5780-6261-0D59FD3D9E7B}"/>
          </ac:spMkLst>
        </pc:spChg>
        <pc:spChg chg="mod">
          <ac:chgData name="Lucia Bravo Dalmau" userId="e9bee553-56b0-4b31-8ff8-8de77de38d2f" providerId="ADAL" clId="{2CE02528-C879-41BB-BB7F-684074E0D56C}" dt="2025-05-12T15:46:29.186" v="2805" actId="1076"/>
          <ac:spMkLst>
            <pc:docMk/>
            <pc:sldMk cId="758034783" sldId="2147482601"/>
            <ac:spMk id="42" creationId="{A44F17CD-0833-A2CD-CEB5-5C3A632E0E45}"/>
          </ac:spMkLst>
        </pc:spChg>
        <pc:spChg chg="mod">
          <ac:chgData name="Lucia Bravo Dalmau" userId="e9bee553-56b0-4b31-8ff8-8de77de38d2f" providerId="ADAL" clId="{2CE02528-C879-41BB-BB7F-684074E0D56C}" dt="2025-05-12T15:46:29.186" v="2805" actId="1076"/>
          <ac:spMkLst>
            <pc:docMk/>
            <pc:sldMk cId="758034783" sldId="2147482601"/>
            <ac:spMk id="43" creationId="{114864E9-B265-D74E-2291-6A4BB258381C}"/>
          </ac:spMkLst>
        </pc:spChg>
        <pc:spChg chg="mod">
          <ac:chgData name="Lucia Bravo Dalmau" userId="e9bee553-56b0-4b31-8ff8-8de77de38d2f" providerId="ADAL" clId="{2CE02528-C879-41BB-BB7F-684074E0D56C}" dt="2025-05-12T15:46:29.186" v="2805" actId="1076"/>
          <ac:spMkLst>
            <pc:docMk/>
            <pc:sldMk cId="758034783" sldId="2147482601"/>
            <ac:spMk id="44" creationId="{0F43E7E6-00C3-03A0-BBA2-DDC3C7383AF9}"/>
          </ac:spMkLst>
        </pc:spChg>
        <pc:spChg chg="mod">
          <ac:chgData name="Lucia Bravo Dalmau" userId="e9bee553-56b0-4b31-8ff8-8de77de38d2f" providerId="ADAL" clId="{2CE02528-C879-41BB-BB7F-684074E0D56C}" dt="2025-05-12T15:46:29.186" v="2805" actId="1076"/>
          <ac:spMkLst>
            <pc:docMk/>
            <pc:sldMk cId="758034783" sldId="2147482601"/>
            <ac:spMk id="45" creationId="{E9336F1F-500E-DC49-0F67-AF9CBD6063B6}"/>
          </ac:spMkLst>
        </pc:spChg>
        <pc:spChg chg="mod">
          <ac:chgData name="Lucia Bravo Dalmau" userId="e9bee553-56b0-4b31-8ff8-8de77de38d2f" providerId="ADAL" clId="{2CE02528-C879-41BB-BB7F-684074E0D56C}" dt="2025-05-12T15:46:29.186" v="2805" actId="1076"/>
          <ac:spMkLst>
            <pc:docMk/>
            <pc:sldMk cId="758034783" sldId="2147482601"/>
            <ac:spMk id="47" creationId="{864E0280-396B-F129-1249-4D96BAE456E3}"/>
          </ac:spMkLst>
        </pc:spChg>
        <pc:spChg chg="mod">
          <ac:chgData name="Lucia Bravo Dalmau" userId="e9bee553-56b0-4b31-8ff8-8de77de38d2f" providerId="ADAL" clId="{2CE02528-C879-41BB-BB7F-684074E0D56C}" dt="2025-05-12T15:46:29.186" v="2805" actId="1076"/>
          <ac:spMkLst>
            <pc:docMk/>
            <pc:sldMk cId="758034783" sldId="2147482601"/>
            <ac:spMk id="48" creationId="{126F5FD5-C290-CA8E-66FF-05F5970C899F}"/>
          </ac:spMkLst>
        </pc:spChg>
        <pc:spChg chg="mod">
          <ac:chgData name="Lucia Bravo Dalmau" userId="e9bee553-56b0-4b31-8ff8-8de77de38d2f" providerId="ADAL" clId="{2CE02528-C879-41BB-BB7F-684074E0D56C}" dt="2025-05-12T15:46:29.186" v="2805" actId="1076"/>
          <ac:spMkLst>
            <pc:docMk/>
            <pc:sldMk cId="758034783" sldId="2147482601"/>
            <ac:spMk id="49" creationId="{7A359347-A366-7078-80EA-34C09F1EDCE6}"/>
          </ac:spMkLst>
        </pc:spChg>
      </pc:sldChg>
      <pc:sldChg chg="addSp delSp modSp mod">
        <pc:chgData name="Lucia Bravo Dalmau" userId="e9bee553-56b0-4b31-8ff8-8de77de38d2f" providerId="ADAL" clId="{2CE02528-C879-41BB-BB7F-684074E0D56C}" dt="2025-05-12T15:32:41.231" v="2731" actId="1035"/>
        <pc:sldMkLst>
          <pc:docMk/>
          <pc:sldMk cId="2875083049" sldId="2147482603"/>
        </pc:sldMkLst>
        <pc:spChg chg="ord">
          <ac:chgData name="Lucia Bravo Dalmau" userId="e9bee553-56b0-4b31-8ff8-8de77de38d2f" providerId="ADAL" clId="{2CE02528-C879-41BB-BB7F-684074E0D56C}" dt="2025-05-12T13:01:31.435" v="2655" actId="167"/>
          <ac:spMkLst>
            <pc:docMk/>
            <pc:sldMk cId="2875083049" sldId="2147482603"/>
            <ac:spMk id="4" creationId="{1D4BF9B4-63C7-4829-1A7B-AEAFAE07519C}"/>
          </ac:spMkLst>
        </pc:spChg>
        <pc:spChg chg="add del mod">
          <ac:chgData name="Lucia Bravo Dalmau" userId="e9bee553-56b0-4b31-8ff8-8de77de38d2f" providerId="ADAL" clId="{2CE02528-C879-41BB-BB7F-684074E0D56C}" dt="2025-05-12T10:04:56.408" v="2421" actId="478"/>
          <ac:spMkLst>
            <pc:docMk/>
            <pc:sldMk cId="2875083049" sldId="2147482603"/>
            <ac:spMk id="4" creationId="{9CBA1392-367F-8EB0-62BB-475783153838}"/>
          </ac:spMkLst>
        </pc:spChg>
        <pc:spChg chg="del">
          <ac:chgData name="Lucia Bravo Dalmau" userId="e9bee553-56b0-4b31-8ff8-8de77de38d2f" providerId="ADAL" clId="{2CE02528-C879-41BB-BB7F-684074E0D56C}" dt="2025-05-12T09:55:04.768" v="2352" actId="478"/>
          <ac:spMkLst>
            <pc:docMk/>
            <pc:sldMk cId="2875083049" sldId="2147482603"/>
            <ac:spMk id="6" creationId="{F090320E-2C70-ED37-5E6C-46229733C5B3}"/>
          </ac:spMkLst>
        </pc:spChg>
        <pc:spChg chg="add mod">
          <ac:chgData name="Lucia Bravo Dalmau" userId="e9bee553-56b0-4b31-8ff8-8de77de38d2f" providerId="ADAL" clId="{2CE02528-C879-41BB-BB7F-684074E0D56C}" dt="2025-05-12T15:32:41.231" v="2731" actId="1035"/>
          <ac:spMkLst>
            <pc:docMk/>
            <pc:sldMk cId="2875083049" sldId="2147482603"/>
            <ac:spMk id="8" creationId="{94A9B554-A3F0-82B8-0342-63E70F004B91}"/>
          </ac:spMkLst>
        </pc:spChg>
        <pc:spChg chg="add mod ord">
          <ac:chgData name="Lucia Bravo Dalmau" userId="e9bee553-56b0-4b31-8ff8-8de77de38d2f" providerId="ADAL" clId="{2CE02528-C879-41BB-BB7F-684074E0D56C}" dt="2025-05-12T10:10:38.531" v="2524" actId="167"/>
          <ac:spMkLst>
            <pc:docMk/>
            <pc:sldMk cId="2875083049" sldId="2147482603"/>
            <ac:spMk id="9" creationId="{5C4D1430-08AC-0C08-CED4-B3A3E7E4EB25}"/>
          </ac:spMkLst>
        </pc:spChg>
        <pc:spChg chg="add mod ord">
          <ac:chgData name="Lucia Bravo Dalmau" userId="e9bee553-56b0-4b31-8ff8-8de77de38d2f" providerId="ADAL" clId="{2CE02528-C879-41BB-BB7F-684074E0D56C}" dt="2025-05-12T15:30:54.678" v="2687" actId="1035"/>
          <ac:spMkLst>
            <pc:docMk/>
            <pc:sldMk cId="2875083049" sldId="2147482603"/>
            <ac:spMk id="11" creationId="{18D76940-0922-43F5-B46C-91C22C490790}"/>
          </ac:spMkLst>
        </pc:spChg>
        <pc:spChg chg="del mod">
          <ac:chgData name="Lucia Bravo Dalmau" userId="e9bee553-56b0-4b31-8ff8-8de77de38d2f" providerId="ADAL" clId="{2CE02528-C879-41BB-BB7F-684074E0D56C}" dt="2025-05-12T10:10:46.341" v="2526" actId="478"/>
          <ac:spMkLst>
            <pc:docMk/>
            <pc:sldMk cId="2875083049" sldId="2147482603"/>
            <ac:spMk id="17" creationId="{B32D6922-9437-49B9-8975-4EF3FE7CB0A9}"/>
          </ac:spMkLst>
        </pc:spChg>
        <pc:spChg chg="mod">
          <ac:chgData name="Lucia Bravo Dalmau" userId="e9bee553-56b0-4b31-8ff8-8de77de38d2f" providerId="ADAL" clId="{2CE02528-C879-41BB-BB7F-684074E0D56C}" dt="2025-05-12T12:54:20.951" v="2612" actId="12"/>
          <ac:spMkLst>
            <pc:docMk/>
            <pc:sldMk cId="2875083049" sldId="2147482603"/>
            <ac:spMk id="30" creationId="{1DF66B58-CEF3-C1F3-0360-0567DA0A51F9}"/>
          </ac:spMkLst>
        </pc:spChg>
        <pc:graphicFrameChg chg="modGraphic">
          <ac:chgData name="Lucia Bravo Dalmau" userId="e9bee553-56b0-4b31-8ff8-8de77de38d2f" providerId="ADAL" clId="{2CE02528-C879-41BB-BB7F-684074E0D56C}" dt="2025-05-12T10:15:02.142" v="2536" actId="2711"/>
          <ac:graphicFrameMkLst>
            <pc:docMk/>
            <pc:sldMk cId="2875083049" sldId="2147482603"/>
            <ac:graphicFrameMk id="5" creationId="{988E9252-1A1B-1E65-12D3-662B2AC1F0FF}"/>
          </ac:graphicFrameMkLst>
        </pc:graphicFrameChg>
        <pc:graphicFrameChg chg="add mod ord">
          <ac:chgData name="Lucia Bravo Dalmau" userId="e9bee553-56b0-4b31-8ff8-8de77de38d2f" providerId="ADAL" clId="{2CE02528-C879-41BB-BB7F-684074E0D56C}" dt="2025-05-12T10:21:50.594" v="2564"/>
          <ac:graphicFrameMkLst>
            <pc:docMk/>
            <pc:sldMk cId="2875083049" sldId="2147482603"/>
            <ac:graphicFrameMk id="10" creationId="{EB928B14-879B-490C-5E00-B725FBB8D199}"/>
          </ac:graphicFrameMkLst>
        </pc:graphicFrameChg>
        <pc:graphicFrameChg chg="del mod modGraphic">
          <ac:chgData name="Lucia Bravo Dalmau" userId="e9bee553-56b0-4b31-8ff8-8de77de38d2f" providerId="ADAL" clId="{2CE02528-C879-41BB-BB7F-684074E0D56C}" dt="2025-05-12T10:22:17.545" v="2566" actId="478"/>
          <ac:graphicFrameMkLst>
            <pc:docMk/>
            <pc:sldMk cId="2875083049" sldId="2147482603"/>
            <ac:graphicFrameMk id="40" creationId="{3F763D83-2A22-8B95-40E1-409F41E47E4C}"/>
          </ac:graphicFrameMkLst>
        </pc:graphicFrameChg>
        <pc:picChg chg="mod">
          <ac:chgData name="Lucia Bravo Dalmau" userId="e9bee553-56b0-4b31-8ff8-8de77de38d2f" providerId="ADAL" clId="{2CE02528-C879-41BB-BB7F-684074E0D56C}" dt="2025-05-12T10:10:48.624" v="2527" actId="1038"/>
          <ac:picMkLst>
            <pc:docMk/>
            <pc:sldMk cId="2875083049" sldId="2147482603"/>
            <ac:picMk id="1026" creationId="{44BF8B6F-272F-20F7-60E9-788274C8729C}"/>
          </ac:picMkLst>
        </pc:picChg>
        <pc:picChg chg="mod">
          <ac:chgData name="Lucia Bravo Dalmau" userId="e9bee553-56b0-4b31-8ff8-8de77de38d2f" providerId="ADAL" clId="{2CE02528-C879-41BB-BB7F-684074E0D56C}" dt="2025-05-12T10:08:24.553" v="2476" actId="1037"/>
          <ac:picMkLst>
            <pc:docMk/>
            <pc:sldMk cId="2875083049" sldId="2147482603"/>
            <ac:picMk id="2050" creationId="{E7951806-F379-9BB8-B7CD-8AB98DF4BACE}"/>
          </ac:picMkLst>
        </pc:picChg>
        <pc:picChg chg="mod">
          <ac:chgData name="Lucia Bravo Dalmau" userId="e9bee553-56b0-4b31-8ff8-8de77de38d2f" providerId="ADAL" clId="{2CE02528-C879-41BB-BB7F-684074E0D56C}" dt="2025-05-12T10:23:12.393" v="2585" actId="14100"/>
          <ac:picMkLst>
            <pc:docMk/>
            <pc:sldMk cId="2875083049" sldId="2147482603"/>
            <ac:picMk id="2052" creationId="{14C632D0-9DCA-4DC8-BB3B-C71F874D24D4}"/>
          </ac:picMkLst>
        </pc:picChg>
      </pc:sldChg>
      <pc:sldChg chg="modSp mod">
        <pc:chgData name="Lucia Bravo Dalmau" userId="e9bee553-56b0-4b31-8ff8-8de77de38d2f" providerId="ADAL" clId="{2CE02528-C879-41BB-BB7F-684074E0D56C}" dt="2025-05-12T10:30:59.875" v="2609" actId="1036"/>
        <pc:sldMkLst>
          <pc:docMk/>
          <pc:sldMk cId="2858400574" sldId="2147482613"/>
        </pc:sldMkLst>
        <pc:spChg chg="mod">
          <ac:chgData name="Lucia Bravo Dalmau" userId="e9bee553-56b0-4b31-8ff8-8de77de38d2f" providerId="ADAL" clId="{2CE02528-C879-41BB-BB7F-684074E0D56C}" dt="2025-05-12T10:30:59.875" v="2609" actId="1036"/>
          <ac:spMkLst>
            <pc:docMk/>
            <pc:sldMk cId="2858400574" sldId="2147482613"/>
            <ac:spMk id="5" creationId="{E8BFD86E-A785-D79B-8D8C-5489DFB4C6A0}"/>
          </ac:spMkLst>
        </pc:spChg>
        <pc:spChg chg="mod">
          <ac:chgData name="Lucia Bravo Dalmau" userId="e9bee553-56b0-4b31-8ff8-8de77de38d2f" providerId="ADAL" clId="{2CE02528-C879-41BB-BB7F-684074E0D56C}" dt="2025-05-12T09:43:56.469" v="2308" actId="207"/>
          <ac:spMkLst>
            <pc:docMk/>
            <pc:sldMk cId="2858400574" sldId="2147482613"/>
            <ac:spMk id="6" creationId="{4297E170-BD69-477D-620A-DD7169597C64}"/>
          </ac:spMkLst>
        </pc:spChg>
        <pc:spChg chg="mod">
          <ac:chgData name="Lucia Bravo Dalmau" userId="e9bee553-56b0-4b31-8ff8-8de77de38d2f" providerId="ADAL" clId="{2CE02528-C879-41BB-BB7F-684074E0D56C}" dt="2025-05-12T09:45:10.512" v="2316" actId="2711"/>
          <ac:spMkLst>
            <pc:docMk/>
            <pc:sldMk cId="2858400574" sldId="2147482613"/>
            <ac:spMk id="8" creationId="{9B19222C-6E1E-EBBC-BBFE-C46151508DFB}"/>
          </ac:spMkLst>
        </pc:spChg>
        <pc:spChg chg="mod">
          <ac:chgData name="Lucia Bravo Dalmau" userId="e9bee553-56b0-4b31-8ff8-8de77de38d2f" providerId="ADAL" clId="{2CE02528-C879-41BB-BB7F-684074E0D56C}" dt="2025-05-12T09:46:04.588" v="2325" actId="14100"/>
          <ac:spMkLst>
            <pc:docMk/>
            <pc:sldMk cId="2858400574" sldId="2147482613"/>
            <ac:spMk id="11" creationId="{7E6C73FD-E53A-D643-322C-11E1C7D54833}"/>
          </ac:spMkLst>
        </pc:spChg>
        <pc:spChg chg="mod">
          <ac:chgData name="Lucia Bravo Dalmau" userId="e9bee553-56b0-4b31-8ff8-8de77de38d2f" providerId="ADAL" clId="{2CE02528-C879-41BB-BB7F-684074E0D56C}" dt="2025-05-12T09:45:40.580" v="2322" actId="1076"/>
          <ac:spMkLst>
            <pc:docMk/>
            <pc:sldMk cId="2858400574" sldId="2147482613"/>
            <ac:spMk id="14" creationId="{DFB9BEB9-9FE3-3E17-A81F-D7C75553CC02}"/>
          </ac:spMkLst>
        </pc:spChg>
        <pc:spChg chg="mod">
          <ac:chgData name="Lucia Bravo Dalmau" userId="e9bee553-56b0-4b31-8ff8-8de77de38d2f" providerId="ADAL" clId="{2CE02528-C879-41BB-BB7F-684074E0D56C}" dt="2025-05-12T09:45:30.556" v="2321" actId="14100"/>
          <ac:spMkLst>
            <pc:docMk/>
            <pc:sldMk cId="2858400574" sldId="2147482613"/>
            <ac:spMk id="15" creationId="{7FFA3351-9D0F-083B-C50D-91C1A1CAE245}"/>
          </ac:spMkLst>
        </pc:spChg>
        <pc:spChg chg="mod">
          <ac:chgData name="Lucia Bravo Dalmau" userId="e9bee553-56b0-4b31-8ff8-8de77de38d2f" providerId="ADAL" clId="{2CE02528-C879-41BB-BB7F-684074E0D56C}" dt="2025-05-12T09:46:04.588" v="2325" actId="14100"/>
          <ac:spMkLst>
            <pc:docMk/>
            <pc:sldMk cId="2858400574" sldId="2147482613"/>
            <ac:spMk id="16" creationId="{70122747-3BF6-6767-F85A-5656FA343121}"/>
          </ac:spMkLst>
        </pc:spChg>
        <pc:spChg chg="mod">
          <ac:chgData name="Lucia Bravo Dalmau" userId="e9bee553-56b0-4b31-8ff8-8de77de38d2f" providerId="ADAL" clId="{2CE02528-C879-41BB-BB7F-684074E0D56C}" dt="2025-05-12T09:45:47.190" v="2323" actId="1076"/>
          <ac:spMkLst>
            <pc:docMk/>
            <pc:sldMk cId="2858400574" sldId="2147482613"/>
            <ac:spMk id="17" creationId="{0CD0E732-A490-43F0-5771-4A44688A2A4E}"/>
          </ac:spMkLst>
        </pc:spChg>
      </pc:sldChg>
      <pc:sldChg chg="addSp modSp mod">
        <pc:chgData name="Lucia Bravo Dalmau" userId="e9bee553-56b0-4b31-8ff8-8de77de38d2f" providerId="ADAL" clId="{2CE02528-C879-41BB-BB7F-684074E0D56C}" dt="2025-05-12T15:32:47.548" v="2735" actId="1036"/>
        <pc:sldMkLst>
          <pc:docMk/>
          <pc:sldMk cId="1420790168" sldId="2147482615"/>
        </pc:sldMkLst>
        <pc:spChg chg="mod">
          <ac:chgData name="Lucia Bravo Dalmau" userId="e9bee553-56b0-4b31-8ff8-8de77de38d2f" providerId="ADAL" clId="{2CE02528-C879-41BB-BB7F-684074E0D56C}" dt="2025-05-12T15:32:47.548" v="2735" actId="1036"/>
          <ac:spMkLst>
            <pc:docMk/>
            <pc:sldMk cId="1420790168" sldId="2147482615"/>
            <ac:spMk id="6" creationId="{ECA431FD-2703-54D8-3AB8-48A4436DE96E}"/>
          </ac:spMkLst>
        </pc:spChg>
        <pc:spChg chg="ord">
          <ac:chgData name="Lucia Bravo Dalmau" userId="e9bee553-56b0-4b31-8ff8-8de77de38d2f" providerId="ADAL" clId="{2CE02528-C879-41BB-BB7F-684074E0D56C}" dt="2025-05-12T13:01:15.014" v="2652" actId="167"/>
          <ac:spMkLst>
            <pc:docMk/>
            <pc:sldMk cId="1420790168" sldId="2147482615"/>
            <ac:spMk id="8" creationId="{4B839110-1000-F19C-CF1D-6061AF7C16D6}"/>
          </ac:spMkLst>
        </pc:spChg>
        <pc:spChg chg="add mod ord">
          <ac:chgData name="Lucia Bravo Dalmau" userId="e9bee553-56b0-4b31-8ff8-8de77de38d2f" providerId="ADAL" clId="{2CE02528-C879-41BB-BB7F-684074E0D56C}" dt="2025-05-12T15:31:19.812" v="2694" actId="1035"/>
          <ac:spMkLst>
            <pc:docMk/>
            <pc:sldMk cId="1420790168" sldId="2147482615"/>
            <ac:spMk id="10" creationId="{B2DD1956-DCF9-B5F8-C0C5-98D3F0EC4B61}"/>
          </ac:spMkLst>
        </pc:spChg>
        <pc:spChg chg="mod">
          <ac:chgData name="Lucia Bravo Dalmau" userId="e9bee553-56b0-4b31-8ff8-8de77de38d2f" providerId="ADAL" clId="{2CE02528-C879-41BB-BB7F-684074E0D56C}" dt="2025-05-12T10:05:45.877" v="2427" actId="207"/>
          <ac:spMkLst>
            <pc:docMk/>
            <pc:sldMk cId="1420790168" sldId="2147482615"/>
            <ac:spMk id="30" creationId="{32E66DEB-8D73-1997-A226-57BAABDC3D18}"/>
          </ac:spMkLst>
        </pc:spChg>
        <pc:graphicFrameChg chg="modGraphic">
          <ac:chgData name="Lucia Bravo Dalmau" userId="e9bee553-56b0-4b31-8ff8-8de77de38d2f" providerId="ADAL" clId="{2CE02528-C879-41BB-BB7F-684074E0D56C}" dt="2025-05-12T10:11:53.652" v="2535" actId="255"/>
          <ac:graphicFrameMkLst>
            <pc:docMk/>
            <pc:sldMk cId="1420790168" sldId="2147482615"/>
            <ac:graphicFrameMk id="5" creationId="{CB8FA8E8-0F73-9CC0-6000-304B21C6E1C0}"/>
          </ac:graphicFrameMkLst>
        </pc:graphicFrameChg>
        <pc:graphicFrameChg chg="modGraphic">
          <ac:chgData name="Lucia Bravo Dalmau" userId="e9bee553-56b0-4b31-8ff8-8de77de38d2f" providerId="ADAL" clId="{2CE02528-C879-41BB-BB7F-684074E0D56C}" dt="2025-05-12T10:11:48.318" v="2534" actId="255"/>
          <ac:graphicFrameMkLst>
            <pc:docMk/>
            <pc:sldMk cId="1420790168" sldId="2147482615"/>
            <ac:graphicFrameMk id="40" creationId="{B8FB3B9C-2A80-DFB6-06FA-DF6F5E512FA6}"/>
          </ac:graphicFrameMkLst>
        </pc:graphicFrameChg>
      </pc:sldChg>
      <pc:sldChg chg="addSp modSp mod">
        <pc:chgData name="Lucia Bravo Dalmau" userId="e9bee553-56b0-4b31-8ff8-8de77de38d2f" providerId="ADAL" clId="{2CE02528-C879-41BB-BB7F-684074E0D56C}" dt="2025-05-12T15:32:55.811" v="2737" actId="1035"/>
        <pc:sldMkLst>
          <pc:docMk/>
          <pc:sldMk cId="1863037888" sldId="2147482616"/>
        </pc:sldMkLst>
        <pc:spChg chg="mod">
          <ac:chgData name="Lucia Bravo Dalmau" userId="e9bee553-56b0-4b31-8ff8-8de77de38d2f" providerId="ADAL" clId="{2CE02528-C879-41BB-BB7F-684074E0D56C}" dt="2025-05-12T15:32:55.811" v="2737" actId="1035"/>
          <ac:spMkLst>
            <pc:docMk/>
            <pc:sldMk cId="1863037888" sldId="2147482616"/>
            <ac:spMk id="6" creationId="{6858D8E2-9A99-E326-9DB1-FD8CC5B9CCC8}"/>
          </ac:spMkLst>
        </pc:spChg>
        <pc:spChg chg="ord">
          <ac:chgData name="Lucia Bravo Dalmau" userId="e9bee553-56b0-4b31-8ff8-8de77de38d2f" providerId="ADAL" clId="{2CE02528-C879-41BB-BB7F-684074E0D56C}" dt="2025-05-12T13:01:00.651" v="2649" actId="167"/>
          <ac:spMkLst>
            <pc:docMk/>
            <pc:sldMk cId="1863037888" sldId="2147482616"/>
            <ac:spMk id="9" creationId="{C5D5632D-27E5-7F56-0914-A7353D8767B7}"/>
          </ac:spMkLst>
        </pc:spChg>
        <pc:spChg chg="add mod ord">
          <ac:chgData name="Lucia Bravo Dalmau" userId="e9bee553-56b0-4b31-8ff8-8de77de38d2f" providerId="ADAL" clId="{2CE02528-C879-41BB-BB7F-684074E0D56C}" dt="2025-05-12T15:31:37.640" v="2700" actId="1035"/>
          <ac:spMkLst>
            <pc:docMk/>
            <pc:sldMk cId="1863037888" sldId="2147482616"/>
            <ac:spMk id="10" creationId="{5FBFCBDF-DAA3-4A47-6893-A28A4E836AF7}"/>
          </ac:spMkLst>
        </pc:spChg>
        <pc:spChg chg="mod">
          <ac:chgData name="Lucia Bravo Dalmau" userId="e9bee553-56b0-4b31-8ff8-8de77de38d2f" providerId="ADAL" clId="{2CE02528-C879-41BB-BB7F-684074E0D56C}" dt="2025-05-12T10:06:23.840" v="2430" actId="207"/>
          <ac:spMkLst>
            <pc:docMk/>
            <pc:sldMk cId="1863037888" sldId="2147482616"/>
            <ac:spMk id="30" creationId="{5DBB15F4-F0B8-D8CF-6253-CF71AEE33D76}"/>
          </ac:spMkLst>
        </pc:spChg>
        <pc:graphicFrameChg chg="modGraphic">
          <ac:chgData name="Lucia Bravo Dalmau" userId="e9bee553-56b0-4b31-8ff8-8de77de38d2f" providerId="ADAL" clId="{2CE02528-C879-41BB-BB7F-684074E0D56C}" dt="2025-05-12T10:16:53.033" v="2540" actId="255"/>
          <ac:graphicFrameMkLst>
            <pc:docMk/>
            <pc:sldMk cId="1863037888" sldId="2147482616"/>
            <ac:graphicFrameMk id="40" creationId="{25CCBD90-6E71-FC16-9A14-08F6AA3FC117}"/>
          </ac:graphicFrameMkLst>
        </pc:graphicFrameChg>
      </pc:sldChg>
      <pc:sldChg chg="addSp modSp mod">
        <pc:chgData name="Lucia Bravo Dalmau" userId="e9bee553-56b0-4b31-8ff8-8de77de38d2f" providerId="ADAL" clId="{2CE02528-C879-41BB-BB7F-684074E0D56C}" dt="2025-05-12T15:33:04.188" v="2739" actId="1035"/>
        <pc:sldMkLst>
          <pc:docMk/>
          <pc:sldMk cId="1756056964" sldId="2147482617"/>
        </pc:sldMkLst>
        <pc:spChg chg="ord">
          <ac:chgData name="Lucia Bravo Dalmau" userId="e9bee553-56b0-4b31-8ff8-8de77de38d2f" providerId="ADAL" clId="{2CE02528-C879-41BB-BB7F-684074E0D56C}" dt="2025-05-12T13:00:49.260" v="2646" actId="167"/>
          <ac:spMkLst>
            <pc:docMk/>
            <pc:sldMk cId="1756056964" sldId="2147482617"/>
            <ac:spMk id="4" creationId="{03AF0204-0760-FBEA-6BD5-D1AB0FBD89A8}"/>
          </ac:spMkLst>
        </pc:spChg>
        <pc:spChg chg="add mod ord">
          <ac:chgData name="Lucia Bravo Dalmau" userId="e9bee553-56b0-4b31-8ff8-8de77de38d2f" providerId="ADAL" clId="{2CE02528-C879-41BB-BB7F-684074E0D56C}" dt="2025-05-12T15:31:47.260" v="2706" actId="1035"/>
          <ac:spMkLst>
            <pc:docMk/>
            <pc:sldMk cId="1756056964" sldId="2147482617"/>
            <ac:spMk id="5" creationId="{CDF342BB-F6AF-7952-D949-F390B7237EF5}"/>
          </ac:spMkLst>
        </pc:spChg>
        <pc:spChg chg="mod">
          <ac:chgData name="Lucia Bravo Dalmau" userId="e9bee553-56b0-4b31-8ff8-8de77de38d2f" providerId="ADAL" clId="{2CE02528-C879-41BB-BB7F-684074E0D56C}" dt="2025-05-12T15:33:04.188" v="2739" actId="1035"/>
          <ac:spMkLst>
            <pc:docMk/>
            <pc:sldMk cId="1756056964" sldId="2147482617"/>
            <ac:spMk id="6" creationId="{B228B189-62C8-E5F3-79FD-DCE26E162969}"/>
          </ac:spMkLst>
        </pc:spChg>
        <pc:spChg chg="mod">
          <ac:chgData name="Lucia Bravo Dalmau" userId="e9bee553-56b0-4b31-8ff8-8de77de38d2f" providerId="ADAL" clId="{2CE02528-C879-41BB-BB7F-684074E0D56C}" dt="2025-05-12T10:11:20.985" v="2531" actId="207"/>
          <ac:spMkLst>
            <pc:docMk/>
            <pc:sldMk cId="1756056964" sldId="2147482617"/>
            <ac:spMk id="30" creationId="{52DDBE2A-80C9-97A9-EEE9-78BF13488DB9}"/>
          </ac:spMkLst>
        </pc:spChg>
        <pc:graphicFrameChg chg="modGraphic">
          <ac:chgData name="Lucia Bravo Dalmau" userId="e9bee553-56b0-4b31-8ff8-8de77de38d2f" providerId="ADAL" clId="{2CE02528-C879-41BB-BB7F-684074E0D56C}" dt="2025-05-12T10:18:05.648" v="2546" actId="2711"/>
          <ac:graphicFrameMkLst>
            <pc:docMk/>
            <pc:sldMk cId="1756056964" sldId="2147482617"/>
            <ac:graphicFrameMk id="10" creationId="{DB4A4B55-2E16-BE17-37E6-ED6202B2AB06}"/>
          </ac:graphicFrameMkLst>
        </pc:graphicFrameChg>
        <pc:graphicFrameChg chg="modGraphic">
          <ac:chgData name="Lucia Bravo Dalmau" userId="e9bee553-56b0-4b31-8ff8-8de77de38d2f" providerId="ADAL" clId="{2CE02528-C879-41BB-BB7F-684074E0D56C}" dt="2025-05-12T10:17:30.982" v="2543" actId="255"/>
          <ac:graphicFrameMkLst>
            <pc:docMk/>
            <pc:sldMk cId="1756056964" sldId="2147482617"/>
            <ac:graphicFrameMk id="40" creationId="{229A54C0-94E0-A330-75C0-751EA0A482C3}"/>
          </ac:graphicFrameMkLst>
        </pc:graphicFrameChg>
      </pc:sldChg>
      <pc:sldChg chg="addSp modSp mod">
        <pc:chgData name="Lucia Bravo Dalmau" userId="e9bee553-56b0-4b31-8ff8-8de77de38d2f" providerId="ADAL" clId="{2CE02528-C879-41BB-BB7F-684074E0D56C}" dt="2025-05-12T15:32:06.828" v="2720" actId="1035"/>
        <pc:sldMkLst>
          <pc:docMk/>
          <pc:sldMk cId="3307782242" sldId="2147482618"/>
        </pc:sldMkLst>
        <pc:spChg chg="mod">
          <ac:chgData name="Lucia Bravo Dalmau" userId="e9bee553-56b0-4b31-8ff8-8de77de38d2f" providerId="ADAL" clId="{2CE02528-C879-41BB-BB7F-684074E0D56C}" dt="2025-05-12T15:32:06.828" v="2720" actId="1035"/>
          <ac:spMkLst>
            <pc:docMk/>
            <pc:sldMk cId="3307782242" sldId="2147482618"/>
            <ac:spMk id="6" creationId="{A97AD50E-DC88-F028-AAE2-B12B22238245}"/>
          </ac:spMkLst>
        </pc:spChg>
        <pc:spChg chg="ord">
          <ac:chgData name="Lucia Bravo Dalmau" userId="e9bee553-56b0-4b31-8ff8-8de77de38d2f" providerId="ADAL" clId="{2CE02528-C879-41BB-BB7F-684074E0D56C}" dt="2025-05-12T13:00:18.085" v="2642" actId="167"/>
          <ac:spMkLst>
            <pc:docMk/>
            <pc:sldMk cId="3307782242" sldId="2147482618"/>
            <ac:spMk id="8" creationId="{B4AD0B0B-D2C4-5851-CCEB-4B1C7E9FF6B6}"/>
          </ac:spMkLst>
        </pc:spChg>
        <pc:spChg chg="add mod ord">
          <ac:chgData name="Lucia Bravo Dalmau" userId="e9bee553-56b0-4b31-8ff8-8de77de38d2f" providerId="ADAL" clId="{2CE02528-C879-41BB-BB7F-684074E0D56C}" dt="2025-05-12T15:32:03.675" v="2718" actId="1035"/>
          <ac:spMkLst>
            <pc:docMk/>
            <pc:sldMk cId="3307782242" sldId="2147482618"/>
            <ac:spMk id="9" creationId="{61FDA57A-2255-00E1-C931-D50BF37F29B5}"/>
          </ac:spMkLst>
        </pc:spChg>
        <pc:spChg chg="mod">
          <ac:chgData name="Lucia Bravo Dalmau" userId="e9bee553-56b0-4b31-8ff8-8de77de38d2f" providerId="ADAL" clId="{2CE02528-C879-41BB-BB7F-684074E0D56C}" dt="2025-05-12T10:18:41.119" v="2552" actId="14100"/>
          <ac:spMkLst>
            <pc:docMk/>
            <pc:sldMk cId="3307782242" sldId="2147482618"/>
            <ac:spMk id="30" creationId="{2AA7D80C-B58B-E40F-B7AF-E81AF557F7A5}"/>
          </ac:spMkLst>
        </pc:spChg>
        <pc:graphicFrameChg chg="modGraphic">
          <ac:chgData name="Lucia Bravo Dalmau" userId="e9bee553-56b0-4b31-8ff8-8de77de38d2f" providerId="ADAL" clId="{2CE02528-C879-41BB-BB7F-684074E0D56C}" dt="2025-05-12T10:17:48.338" v="2545" actId="255"/>
          <ac:graphicFrameMkLst>
            <pc:docMk/>
            <pc:sldMk cId="3307782242" sldId="2147482618"/>
            <ac:graphicFrameMk id="40" creationId="{54972B17-505D-7BE3-08DD-4C11D0AE174D}"/>
          </ac:graphicFrameMkLst>
        </pc:graphicFrameChg>
      </pc:sldChg>
      <pc:sldChg chg="addSp modSp mod">
        <pc:chgData name="Lucia Bravo Dalmau" userId="e9bee553-56b0-4b31-8ff8-8de77de38d2f" providerId="ADAL" clId="{2CE02528-C879-41BB-BB7F-684074E0D56C}" dt="2025-05-12T15:33:14.465" v="2740" actId="1035"/>
        <pc:sldMkLst>
          <pc:docMk/>
          <pc:sldMk cId="2317241286" sldId="2147482619"/>
        </pc:sldMkLst>
        <pc:spChg chg="mod ord">
          <ac:chgData name="Lucia Bravo Dalmau" userId="e9bee553-56b0-4b31-8ff8-8de77de38d2f" providerId="ADAL" clId="{2CE02528-C879-41BB-BB7F-684074E0D56C}" dt="2025-05-12T12:59:53.341" v="2639" actId="167"/>
          <ac:spMkLst>
            <pc:docMk/>
            <pc:sldMk cId="2317241286" sldId="2147482619"/>
            <ac:spMk id="4" creationId="{2CED44E1-35DF-B3C1-04C6-045AA5F9E0AF}"/>
          </ac:spMkLst>
        </pc:spChg>
        <pc:spChg chg="add mod ord">
          <ac:chgData name="Lucia Bravo Dalmau" userId="e9bee553-56b0-4b31-8ff8-8de77de38d2f" providerId="ADAL" clId="{2CE02528-C879-41BB-BB7F-684074E0D56C}" dt="2025-05-12T15:32:22.290" v="2728" actId="1036"/>
          <ac:spMkLst>
            <pc:docMk/>
            <pc:sldMk cId="2317241286" sldId="2147482619"/>
            <ac:spMk id="5" creationId="{B22A2612-BA85-9105-7018-23B98FFD0F00}"/>
          </ac:spMkLst>
        </pc:spChg>
        <pc:spChg chg="mod">
          <ac:chgData name="Lucia Bravo Dalmau" userId="e9bee553-56b0-4b31-8ff8-8de77de38d2f" providerId="ADAL" clId="{2CE02528-C879-41BB-BB7F-684074E0D56C}" dt="2025-05-12T15:33:14.465" v="2740" actId="1035"/>
          <ac:spMkLst>
            <pc:docMk/>
            <pc:sldMk cId="2317241286" sldId="2147482619"/>
            <ac:spMk id="6" creationId="{BBD65A6E-C632-16C9-660A-5EED6186C976}"/>
          </ac:spMkLst>
        </pc:spChg>
        <pc:spChg chg="mod">
          <ac:chgData name="Lucia Bravo Dalmau" userId="e9bee553-56b0-4b31-8ff8-8de77de38d2f" providerId="ADAL" clId="{2CE02528-C879-41BB-BB7F-684074E0D56C}" dt="2025-05-12T10:18:57.740" v="2554" actId="207"/>
          <ac:spMkLst>
            <pc:docMk/>
            <pc:sldMk cId="2317241286" sldId="2147482619"/>
            <ac:spMk id="30" creationId="{7528C4A2-D05B-A6FB-8BD9-6870039C45B7}"/>
          </ac:spMkLst>
        </pc:spChg>
        <pc:graphicFrameChg chg="modGraphic">
          <ac:chgData name="Lucia Bravo Dalmau" userId="e9bee553-56b0-4b31-8ff8-8de77de38d2f" providerId="ADAL" clId="{2CE02528-C879-41BB-BB7F-684074E0D56C}" dt="2025-05-12T10:19:21.495" v="2558" actId="255"/>
          <ac:graphicFrameMkLst>
            <pc:docMk/>
            <pc:sldMk cId="2317241286" sldId="2147482619"/>
            <ac:graphicFrameMk id="40" creationId="{82662B4D-EF45-85D4-2068-96A433E97FC4}"/>
          </ac:graphicFrameMkLst>
        </pc:graphicFrameChg>
      </pc:sldChg>
      <pc:sldChg chg="addSp delSp modSp mod">
        <pc:chgData name="Lucia Bravo Dalmau" userId="e9bee553-56b0-4b31-8ff8-8de77de38d2f" providerId="ADAL" clId="{2CE02528-C879-41BB-BB7F-684074E0D56C}" dt="2025-05-12T15:49:28.557" v="2818" actId="14100"/>
        <pc:sldMkLst>
          <pc:docMk/>
          <pc:sldMk cId="408008183" sldId="2147482621"/>
        </pc:sldMkLst>
        <pc:spChg chg="add mod">
          <ac:chgData name="Lucia Bravo Dalmau" userId="e9bee553-56b0-4b31-8ff8-8de77de38d2f" providerId="ADAL" clId="{2CE02528-C879-41BB-BB7F-684074E0D56C}" dt="2025-05-12T09:36:29.181" v="2243" actId="14100"/>
          <ac:spMkLst>
            <pc:docMk/>
            <pc:sldMk cId="408008183" sldId="2147482621"/>
            <ac:spMk id="5" creationId="{5B76BD9F-A9E3-815C-68DA-8F6B40DFA948}"/>
          </ac:spMkLst>
        </pc:spChg>
        <pc:spChg chg="add mod">
          <ac:chgData name="Lucia Bravo Dalmau" userId="e9bee553-56b0-4b31-8ff8-8de77de38d2f" providerId="ADAL" clId="{2CE02528-C879-41BB-BB7F-684074E0D56C}" dt="2025-05-12T15:49:28.557" v="2818" actId="14100"/>
          <ac:spMkLst>
            <pc:docMk/>
            <pc:sldMk cId="408008183" sldId="2147482621"/>
            <ac:spMk id="6" creationId="{E11E6D07-8468-5BAC-CFC8-28685F4ED15E}"/>
          </ac:spMkLst>
        </pc:spChg>
        <pc:spChg chg="add mod">
          <ac:chgData name="Lucia Bravo Dalmau" userId="e9bee553-56b0-4b31-8ff8-8de77de38d2f" providerId="ADAL" clId="{2CE02528-C879-41BB-BB7F-684074E0D56C}" dt="2025-05-12T15:49:13.618" v="2816" actId="1076"/>
          <ac:spMkLst>
            <pc:docMk/>
            <pc:sldMk cId="408008183" sldId="2147482621"/>
            <ac:spMk id="7" creationId="{6F9CCA4B-DA74-10F4-86A8-B2CADD7A9D2E}"/>
          </ac:spMkLst>
        </pc:spChg>
        <pc:spChg chg="mod">
          <ac:chgData name="Lucia Bravo Dalmau" userId="e9bee553-56b0-4b31-8ff8-8de77de38d2f" providerId="ADAL" clId="{2CE02528-C879-41BB-BB7F-684074E0D56C}" dt="2025-05-12T15:48:25.258" v="2809" actId="14100"/>
          <ac:spMkLst>
            <pc:docMk/>
            <pc:sldMk cId="408008183" sldId="2147482621"/>
            <ac:spMk id="8" creationId="{9525983D-7796-155B-E049-BF3D3552C632}"/>
          </ac:spMkLst>
        </pc:spChg>
        <pc:spChg chg="del">
          <ac:chgData name="Lucia Bravo Dalmau" userId="e9bee553-56b0-4b31-8ff8-8de77de38d2f" providerId="ADAL" clId="{2CE02528-C879-41BB-BB7F-684074E0D56C}" dt="2025-05-12T09:25:21.910" v="2171" actId="478"/>
          <ac:spMkLst>
            <pc:docMk/>
            <pc:sldMk cId="408008183" sldId="2147482621"/>
            <ac:spMk id="17" creationId="{F00A6FF6-6786-5831-9B8D-B540D98214B3}"/>
          </ac:spMkLst>
        </pc:spChg>
        <pc:spChg chg="mod">
          <ac:chgData name="Lucia Bravo Dalmau" userId="e9bee553-56b0-4b31-8ff8-8de77de38d2f" providerId="ADAL" clId="{2CE02528-C879-41BB-BB7F-684074E0D56C}" dt="2025-05-12T15:43:34.627" v="2786" actId="3064"/>
          <ac:spMkLst>
            <pc:docMk/>
            <pc:sldMk cId="408008183" sldId="2147482621"/>
            <ac:spMk id="19" creationId="{A932E880-22F0-9908-9E84-F11713F1EBD8}"/>
          </ac:spMkLst>
        </pc:spChg>
        <pc:spChg chg="del">
          <ac:chgData name="Lucia Bravo Dalmau" userId="e9bee553-56b0-4b31-8ff8-8de77de38d2f" providerId="ADAL" clId="{2CE02528-C879-41BB-BB7F-684074E0D56C}" dt="2025-05-12T09:26:53.606" v="2179" actId="478"/>
          <ac:spMkLst>
            <pc:docMk/>
            <pc:sldMk cId="408008183" sldId="2147482621"/>
            <ac:spMk id="20" creationId="{F43764C1-BE13-6145-2E90-5CB143AA9061}"/>
          </ac:spMkLst>
        </pc:spChg>
        <pc:spChg chg="mod">
          <ac:chgData name="Lucia Bravo Dalmau" userId="e9bee553-56b0-4b31-8ff8-8de77de38d2f" providerId="ADAL" clId="{2CE02528-C879-41BB-BB7F-684074E0D56C}" dt="2025-05-12T15:43:32.559" v="2784" actId="3064"/>
          <ac:spMkLst>
            <pc:docMk/>
            <pc:sldMk cId="408008183" sldId="2147482621"/>
            <ac:spMk id="21" creationId="{97C20B4A-7473-DB33-A5C6-F25306261E60}"/>
          </ac:spMkLst>
        </pc:spChg>
        <pc:spChg chg="del">
          <ac:chgData name="Lucia Bravo Dalmau" userId="e9bee553-56b0-4b31-8ff8-8de77de38d2f" providerId="ADAL" clId="{2CE02528-C879-41BB-BB7F-684074E0D56C}" dt="2025-05-12T09:38:41.576" v="2255" actId="478"/>
          <ac:spMkLst>
            <pc:docMk/>
            <pc:sldMk cId="408008183" sldId="2147482621"/>
            <ac:spMk id="24" creationId="{F535EC68-C4F0-EDE0-0FBB-31D09F9FC1E7}"/>
          </ac:spMkLst>
        </pc:spChg>
        <pc:picChg chg="mod">
          <ac:chgData name="Lucia Bravo Dalmau" userId="e9bee553-56b0-4b31-8ff8-8de77de38d2f" providerId="ADAL" clId="{2CE02528-C879-41BB-BB7F-684074E0D56C}" dt="2025-05-12T09:36:18.995" v="2241" actId="1076"/>
          <ac:picMkLst>
            <pc:docMk/>
            <pc:sldMk cId="408008183" sldId="2147482621"/>
            <ac:picMk id="9224" creationId="{1DADFAEF-6E7E-FA20-13A2-EAAF9DD5B878}"/>
          </ac:picMkLst>
        </pc:picChg>
        <pc:picChg chg="mod">
          <ac:chgData name="Lucia Bravo Dalmau" userId="e9bee553-56b0-4b31-8ff8-8de77de38d2f" providerId="ADAL" clId="{2CE02528-C879-41BB-BB7F-684074E0D56C}" dt="2025-05-12T09:36:12.282" v="2239" actId="1076"/>
          <ac:picMkLst>
            <pc:docMk/>
            <pc:sldMk cId="408008183" sldId="2147482621"/>
            <ac:picMk id="9228" creationId="{212B2FC5-8551-0174-8362-DBBD35410191}"/>
          </ac:picMkLst>
        </pc:picChg>
        <pc:picChg chg="mod">
          <ac:chgData name="Lucia Bravo Dalmau" userId="e9bee553-56b0-4b31-8ff8-8de77de38d2f" providerId="ADAL" clId="{2CE02528-C879-41BB-BB7F-684074E0D56C}" dt="2025-05-12T09:36:16.610" v="2240" actId="1076"/>
          <ac:picMkLst>
            <pc:docMk/>
            <pc:sldMk cId="408008183" sldId="2147482621"/>
            <ac:picMk id="9230" creationId="{3E4BFCF7-CC0A-203A-BC74-DE7E6F5E16EC}"/>
          </ac:picMkLst>
        </pc:picChg>
      </pc:sldChg>
      <pc:sldChg chg="modSp mod">
        <pc:chgData name="Lucia Bravo Dalmau" userId="e9bee553-56b0-4b31-8ff8-8de77de38d2f" providerId="ADAL" clId="{2CE02528-C879-41BB-BB7F-684074E0D56C}" dt="2025-05-13T11:41:45.618" v="3092" actId="1036"/>
        <pc:sldMkLst>
          <pc:docMk/>
          <pc:sldMk cId="2705967137" sldId="2147482625"/>
        </pc:sldMkLst>
        <pc:picChg chg="mod">
          <ac:chgData name="Lucia Bravo Dalmau" userId="e9bee553-56b0-4b31-8ff8-8de77de38d2f" providerId="ADAL" clId="{2CE02528-C879-41BB-BB7F-684074E0D56C}" dt="2025-05-13T11:41:45.618" v="3092" actId="1036"/>
          <ac:picMkLst>
            <pc:docMk/>
            <pc:sldMk cId="2705967137" sldId="2147482625"/>
            <ac:picMk id="9" creationId="{C9CE6EA1-7D48-BE4C-0BB7-DB8DEC057735}"/>
          </ac:picMkLst>
        </pc:picChg>
      </pc:sldChg>
      <pc:sldChg chg="addSp delSp modSp mod">
        <pc:chgData name="Lucia Bravo Dalmau" userId="e9bee553-56b0-4b31-8ff8-8de77de38d2f" providerId="ADAL" clId="{2CE02528-C879-41BB-BB7F-684074E0D56C}" dt="2025-05-12T19:08:03.298" v="3025" actId="14100"/>
        <pc:sldMkLst>
          <pc:docMk/>
          <pc:sldMk cId="925948538" sldId="2147482627"/>
        </pc:sldMkLst>
        <pc:spChg chg="del">
          <ac:chgData name="Lucia Bravo Dalmau" userId="e9bee553-56b0-4b31-8ff8-8de77de38d2f" providerId="ADAL" clId="{2CE02528-C879-41BB-BB7F-684074E0D56C}" dt="2025-05-12T18:40:29.441" v="2819" actId="478"/>
          <ac:spMkLst>
            <pc:docMk/>
            <pc:sldMk cId="925948538" sldId="2147482627"/>
            <ac:spMk id="7" creationId="{518AD5B2-42A4-0BB1-1569-1B9FE3E62A62}"/>
          </ac:spMkLst>
        </pc:spChg>
        <pc:spChg chg="add del mod ord">
          <ac:chgData name="Lucia Bravo Dalmau" userId="e9bee553-56b0-4b31-8ff8-8de77de38d2f" providerId="ADAL" clId="{2CE02528-C879-41BB-BB7F-684074E0D56C}" dt="2025-05-12T18:48:34.001" v="2941" actId="478"/>
          <ac:spMkLst>
            <pc:docMk/>
            <pc:sldMk cId="925948538" sldId="2147482627"/>
            <ac:spMk id="7" creationId="{E96955AD-BCCA-EA5D-6DD1-8469A1491300}"/>
          </ac:spMkLst>
        </pc:spChg>
        <pc:spChg chg="add mod ord">
          <ac:chgData name="Lucia Bravo Dalmau" userId="e9bee553-56b0-4b31-8ff8-8de77de38d2f" providerId="ADAL" clId="{2CE02528-C879-41BB-BB7F-684074E0D56C}" dt="2025-05-12T19:08:03.298" v="3025" actId="14100"/>
          <ac:spMkLst>
            <pc:docMk/>
            <pc:sldMk cId="925948538" sldId="2147482627"/>
            <ac:spMk id="14" creationId="{66339EBF-7C80-B267-F7AA-16E4FDE49B1C}"/>
          </ac:spMkLst>
        </pc:spChg>
        <pc:spChg chg="mod">
          <ac:chgData name="Lucia Bravo Dalmau" userId="e9bee553-56b0-4b31-8ff8-8de77de38d2f" providerId="ADAL" clId="{2CE02528-C879-41BB-BB7F-684074E0D56C}" dt="2025-05-12T18:53:16.762" v="3002" actId="20577"/>
          <ac:spMkLst>
            <pc:docMk/>
            <pc:sldMk cId="925948538" sldId="2147482627"/>
            <ac:spMk id="29" creationId="{5CE4F5FB-BEED-1522-2830-CAE25FFB59D2}"/>
          </ac:spMkLst>
        </pc:spChg>
        <pc:spChg chg="add mod ord">
          <ac:chgData name="Lucia Bravo Dalmau" userId="e9bee553-56b0-4b31-8ff8-8de77de38d2f" providerId="ADAL" clId="{2CE02528-C879-41BB-BB7F-684074E0D56C}" dt="2025-05-12T19:07:58.650" v="3024" actId="14100"/>
          <ac:spMkLst>
            <pc:docMk/>
            <pc:sldMk cId="925948538" sldId="2147482627"/>
            <ac:spMk id="36" creationId="{19DFF044-0AF9-7B7D-E898-3C07217F330B}"/>
          </ac:spMkLst>
        </pc:spChg>
        <pc:spChg chg="mod">
          <ac:chgData name="Lucia Bravo Dalmau" userId="e9bee553-56b0-4b31-8ff8-8de77de38d2f" providerId="ADAL" clId="{2CE02528-C879-41BB-BB7F-684074E0D56C}" dt="2025-05-12T19:07:36.113" v="3019" actId="1076"/>
          <ac:spMkLst>
            <pc:docMk/>
            <pc:sldMk cId="925948538" sldId="2147482627"/>
            <ac:spMk id="2074" creationId="{EC3B20BA-3C6E-01FC-45F5-E26DECA4A9A4}"/>
          </ac:spMkLst>
        </pc:spChg>
        <pc:spChg chg="mod">
          <ac:chgData name="Lucia Bravo Dalmau" userId="e9bee553-56b0-4b31-8ff8-8de77de38d2f" providerId="ADAL" clId="{2CE02528-C879-41BB-BB7F-684074E0D56C}" dt="2025-05-12T18:52:46.893" v="3000" actId="123"/>
          <ac:spMkLst>
            <pc:docMk/>
            <pc:sldMk cId="925948538" sldId="2147482627"/>
            <ac:spMk id="2075" creationId="{2D6C2E50-81BB-3F48-89E6-EBAC3460A216}"/>
          </ac:spMkLst>
        </pc:spChg>
        <pc:picChg chg="mod">
          <ac:chgData name="Lucia Bravo Dalmau" userId="e9bee553-56b0-4b31-8ff8-8de77de38d2f" providerId="ADAL" clId="{2CE02528-C879-41BB-BB7F-684074E0D56C}" dt="2025-05-12T19:06:39.199" v="3016" actId="207"/>
          <ac:picMkLst>
            <pc:docMk/>
            <pc:sldMk cId="925948538" sldId="2147482627"/>
            <ac:picMk id="19" creationId="{AF5CE633-86C2-1670-86CF-A4ABF4C380FF}"/>
          </ac:picMkLst>
        </pc:picChg>
        <pc:picChg chg="mod">
          <ac:chgData name="Lucia Bravo Dalmau" userId="e9bee553-56b0-4b31-8ff8-8de77de38d2f" providerId="ADAL" clId="{2CE02528-C879-41BB-BB7F-684074E0D56C}" dt="2025-05-12T19:07:36.113" v="3019" actId="1076"/>
          <ac:picMkLst>
            <pc:docMk/>
            <pc:sldMk cId="925948538" sldId="2147482627"/>
            <ac:picMk id="60" creationId="{C836649E-333D-7C05-179F-EA8EDA03CEB9}"/>
          </ac:picMkLst>
        </pc:picChg>
        <pc:cxnChg chg="mod ord">
          <ac:chgData name="Lucia Bravo Dalmau" userId="e9bee553-56b0-4b31-8ff8-8de77de38d2f" providerId="ADAL" clId="{2CE02528-C879-41BB-BB7F-684074E0D56C}" dt="2025-05-12T19:07:49.713" v="3023" actId="167"/>
          <ac:cxnSpMkLst>
            <pc:docMk/>
            <pc:sldMk cId="925948538" sldId="2147482627"/>
            <ac:cxnSpMk id="16" creationId="{D90830F2-37BE-D435-CFCE-EF9F9DC6F263}"/>
          </ac:cxnSpMkLst>
        </pc:cxnChg>
        <pc:cxnChg chg="mod">
          <ac:chgData name="Lucia Bravo Dalmau" userId="e9bee553-56b0-4b31-8ff8-8de77de38d2f" providerId="ADAL" clId="{2CE02528-C879-41BB-BB7F-684074E0D56C}" dt="2025-05-12T18:55:19.177" v="3007" actId="14861"/>
          <ac:cxnSpMkLst>
            <pc:docMk/>
            <pc:sldMk cId="925948538" sldId="2147482627"/>
            <ac:cxnSpMk id="20" creationId="{8CDB8ACD-D402-F27F-1BFB-060904363E3B}"/>
          </ac:cxnSpMkLst>
        </pc:cxnChg>
        <pc:cxnChg chg="mod">
          <ac:chgData name="Lucia Bravo Dalmau" userId="e9bee553-56b0-4b31-8ff8-8de77de38d2f" providerId="ADAL" clId="{2CE02528-C879-41BB-BB7F-684074E0D56C}" dt="2025-05-12T18:55:23.798" v="3008" actId="14861"/>
          <ac:cxnSpMkLst>
            <pc:docMk/>
            <pc:sldMk cId="925948538" sldId="2147482627"/>
            <ac:cxnSpMk id="21" creationId="{DB52E6CA-4CA7-33C2-4D6B-9052C5C468CD}"/>
          </ac:cxnSpMkLst>
        </pc:cxnChg>
        <pc:cxnChg chg="mod">
          <ac:chgData name="Lucia Bravo Dalmau" userId="e9bee553-56b0-4b31-8ff8-8de77de38d2f" providerId="ADAL" clId="{2CE02528-C879-41BB-BB7F-684074E0D56C}" dt="2025-05-12T18:55:47.003" v="3009" actId="14861"/>
          <ac:cxnSpMkLst>
            <pc:docMk/>
            <pc:sldMk cId="925948538" sldId="2147482627"/>
            <ac:cxnSpMk id="23" creationId="{FEAB0CF5-85D5-541C-75AA-F21A980FCC32}"/>
          </ac:cxnSpMkLst>
        </pc:cxnChg>
        <pc:cxnChg chg="mod">
          <ac:chgData name="Lucia Bravo Dalmau" userId="e9bee553-56b0-4b31-8ff8-8de77de38d2f" providerId="ADAL" clId="{2CE02528-C879-41BB-BB7F-684074E0D56C}" dt="2025-05-12T19:04:44.604" v="3013"/>
          <ac:cxnSpMkLst>
            <pc:docMk/>
            <pc:sldMk cId="925948538" sldId="2147482627"/>
            <ac:cxnSpMk id="24" creationId="{D444FA01-64CE-6892-8B45-C9204F988131}"/>
          </ac:cxnSpMkLst>
        </pc:cxnChg>
        <pc:cxnChg chg="mod">
          <ac:chgData name="Lucia Bravo Dalmau" userId="e9bee553-56b0-4b31-8ff8-8de77de38d2f" providerId="ADAL" clId="{2CE02528-C879-41BB-BB7F-684074E0D56C}" dt="2025-05-12T18:55:47.003" v="3009" actId="14861"/>
          <ac:cxnSpMkLst>
            <pc:docMk/>
            <pc:sldMk cId="925948538" sldId="2147482627"/>
            <ac:cxnSpMk id="25" creationId="{6E307CC5-236F-88E2-2D82-D50ED2B0CFFF}"/>
          </ac:cxnSpMkLst>
        </pc:cxnChg>
        <pc:cxnChg chg="mod">
          <ac:chgData name="Lucia Bravo Dalmau" userId="e9bee553-56b0-4b31-8ff8-8de77de38d2f" providerId="ADAL" clId="{2CE02528-C879-41BB-BB7F-684074E0D56C}" dt="2025-05-12T18:55:47.003" v="3009" actId="14861"/>
          <ac:cxnSpMkLst>
            <pc:docMk/>
            <pc:sldMk cId="925948538" sldId="2147482627"/>
            <ac:cxnSpMk id="28" creationId="{A69AB573-C689-AE94-874D-6310E038175F}"/>
          </ac:cxnSpMkLst>
        </pc:cxnChg>
        <pc:cxnChg chg="mod">
          <ac:chgData name="Lucia Bravo Dalmau" userId="e9bee553-56b0-4b31-8ff8-8de77de38d2f" providerId="ADAL" clId="{2CE02528-C879-41BB-BB7F-684074E0D56C}" dt="2025-05-12T19:08:03.298" v="3025" actId="14100"/>
          <ac:cxnSpMkLst>
            <pc:docMk/>
            <pc:sldMk cId="925948538" sldId="2147482627"/>
            <ac:cxnSpMk id="33" creationId="{1F781A9B-D4AA-2F50-6FF2-85E5161596E9}"/>
          </ac:cxnSpMkLst>
        </pc:cxnChg>
      </pc:sldChg>
      <pc:sldChg chg="add mod modShow">
        <pc:chgData name="Lucia Bravo Dalmau" userId="e9bee553-56b0-4b31-8ff8-8de77de38d2f" providerId="ADAL" clId="{2CE02528-C879-41BB-BB7F-684074E0D56C}" dt="2025-05-12T09:24:18.404" v="2170" actId="729"/>
        <pc:sldMkLst>
          <pc:docMk/>
          <pc:sldMk cId="600793719" sldId="2147482631"/>
        </pc:sldMkLst>
      </pc:sldChg>
      <pc:sldChg chg="addSp delSp modSp add mod">
        <pc:chgData name="Lucia Bravo Dalmau" userId="e9bee553-56b0-4b31-8ff8-8de77de38d2f" providerId="ADAL" clId="{2CE02528-C879-41BB-BB7F-684074E0D56C}" dt="2025-05-13T10:11:12.995" v="3090" actId="20577"/>
        <pc:sldMkLst>
          <pc:docMk/>
          <pc:sldMk cId="3546817221" sldId="2147482642"/>
        </pc:sldMkLst>
        <pc:spChg chg="mod">
          <ac:chgData name="Lucia Bravo Dalmau" userId="e9bee553-56b0-4b31-8ff8-8de77de38d2f" providerId="ADAL" clId="{2CE02528-C879-41BB-BB7F-684074E0D56C}" dt="2025-05-13T07:37:27.354" v="3045" actId="20577"/>
          <ac:spMkLst>
            <pc:docMk/>
            <pc:sldMk cId="3546817221" sldId="2147482642"/>
            <ac:spMk id="2" creationId="{57E4E429-F025-2192-F53D-4B8BAEF6FD04}"/>
          </ac:spMkLst>
        </pc:spChg>
        <pc:spChg chg="mod">
          <ac:chgData name="Lucia Bravo Dalmau" userId="e9bee553-56b0-4b31-8ff8-8de77de38d2f" providerId="ADAL" clId="{2CE02528-C879-41BB-BB7F-684074E0D56C}" dt="2025-05-13T07:37:19.462" v="3033" actId="20577"/>
          <ac:spMkLst>
            <pc:docMk/>
            <pc:sldMk cId="3546817221" sldId="2147482642"/>
            <ac:spMk id="3" creationId="{23FBA527-2747-3D5A-13FE-A94F10B83F35}"/>
          </ac:spMkLst>
        </pc:spChg>
        <pc:spChg chg="del">
          <ac:chgData name="Lucia Bravo Dalmau" userId="e9bee553-56b0-4b31-8ff8-8de77de38d2f" providerId="ADAL" clId="{2CE02528-C879-41BB-BB7F-684074E0D56C}" dt="2025-05-13T07:37:39.638" v="3048" actId="478"/>
          <ac:spMkLst>
            <pc:docMk/>
            <pc:sldMk cId="3546817221" sldId="2147482642"/>
            <ac:spMk id="5" creationId="{B2369370-D3CE-9AA8-B992-FD058AF3ADF9}"/>
          </ac:spMkLst>
        </pc:spChg>
        <pc:spChg chg="del">
          <ac:chgData name="Lucia Bravo Dalmau" userId="e9bee553-56b0-4b31-8ff8-8de77de38d2f" providerId="ADAL" clId="{2CE02528-C879-41BB-BB7F-684074E0D56C}" dt="2025-05-13T07:37:41.776" v="3049" actId="478"/>
          <ac:spMkLst>
            <pc:docMk/>
            <pc:sldMk cId="3546817221" sldId="2147482642"/>
            <ac:spMk id="6" creationId="{1C9CE225-EEAC-6C17-97A3-9E5F563990D9}"/>
          </ac:spMkLst>
        </pc:spChg>
        <pc:spChg chg="add mod">
          <ac:chgData name="Lucia Bravo Dalmau" userId="e9bee553-56b0-4b31-8ff8-8de77de38d2f" providerId="ADAL" clId="{2CE02528-C879-41BB-BB7F-684074E0D56C}" dt="2025-05-13T07:37:32.748" v="3047" actId="571"/>
          <ac:spMkLst>
            <pc:docMk/>
            <pc:sldMk cId="3546817221" sldId="2147482642"/>
            <ac:spMk id="14" creationId="{5B7F2404-CA04-15C9-EB54-C8D9EF361AED}"/>
          </ac:spMkLst>
        </pc:spChg>
        <pc:spChg chg="mod">
          <ac:chgData name="Lucia Bravo Dalmau" userId="e9bee553-56b0-4b31-8ff8-8de77de38d2f" providerId="ADAL" clId="{2CE02528-C879-41BB-BB7F-684074E0D56C}" dt="2025-05-13T07:37:32.748" v="3047" actId="571"/>
          <ac:spMkLst>
            <pc:docMk/>
            <pc:sldMk cId="3546817221" sldId="2147482642"/>
            <ac:spMk id="16" creationId="{C42D37C3-73EF-548B-D457-0D05FF9A0380}"/>
          </ac:spMkLst>
        </pc:spChg>
        <pc:spChg chg="add del mod">
          <ac:chgData name="Lucia Bravo Dalmau" userId="e9bee553-56b0-4b31-8ff8-8de77de38d2f" providerId="ADAL" clId="{2CE02528-C879-41BB-BB7F-684074E0D56C}" dt="2025-05-13T07:46:58.063" v="3060" actId="478"/>
          <ac:spMkLst>
            <pc:docMk/>
            <pc:sldMk cId="3546817221" sldId="2147482642"/>
            <ac:spMk id="19" creationId="{9F89680D-7F3F-4546-EAA7-DC4FBE4F7DF2}"/>
          </ac:spMkLst>
        </pc:spChg>
        <pc:spChg chg="add mod">
          <ac:chgData name="Lucia Bravo Dalmau" userId="e9bee553-56b0-4b31-8ff8-8de77de38d2f" providerId="ADAL" clId="{2CE02528-C879-41BB-BB7F-684074E0D56C}" dt="2025-05-13T10:11:12.995" v="3090" actId="20577"/>
          <ac:spMkLst>
            <pc:docMk/>
            <pc:sldMk cId="3546817221" sldId="2147482642"/>
            <ac:spMk id="20" creationId="{66A1627D-13FA-CB71-DD90-A833036CA627}"/>
          </ac:spMkLst>
        </pc:spChg>
        <pc:spChg chg="add mod">
          <ac:chgData name="Lucia Bravo Dalmau" userId="e9bee553-56b0-4b31-8ff8-8de77de38d2f" providerId="ADAL" clId="{2CE02528-C879-41BB-BB7F-684074E0D56C}" dt="2025-05-13T07:47:06.545" v="3063"/>
          <ac:spMkLst>
            <pc:docMk/>
            <pc:sldMk cId="3546817221" sldId="2147482642"/>
            <ac:spMk id="21" creationId="{6CF4F3F6-498E-D7C6-386A-325AE420DAAE}"/>
          </ac:spMkLst>
        </pc:spChg>
        <pc:spChg chg="add">
          <ac:chgData name="Lucia Bravo Dalmau" userId="e9bee553-56b0-4b31-8ff8-8de77de38d2f" providerId="ADAL" clId="{2CE02528-C879-41BB-BB7F-684074E0D56C}" dt="2025-05-13T07:47:26.648" v="3068"/>
          <ac:spMkLst>
            <pc:docMk/>
            <pc:sldMk cId="3546817221" sldId="2147482642"/>
            <ac:spMk id="22" creationId="{0096F2C2-CCC5-44C7-F51F-AE9C33DC1076}"/>
          </ac:spMkLst>
        </pc:spChg>
        <pc:spChg chg="del mod">
          <ac:chgData name="Lucia Bravo Dalmau" userId="e9bee553-56b0-4b31-8ff8-8de77de38d2f" providerId="ADAL" clId="{2CE02528-C879-41BB-BB7F-684074E0D56C}" dt="2025-05-13T07:50:28.351" v="3086" actId="478"/>
          <ac:spMkLst>
            <pc:docMk/>
            <pc:sldMk cId="3546817221" sldId="2147482642"/>
            <ac:spMk id="30" creationId="{8FB11863-C0E8-56B7-3EBD-C22C7E96B47A}"/>
          </ac:spMkLst>
        </pc:spChg>
        <pc:grpChg chg="del">
          <ac:chgData name="Lucia Bravo Dalmau" userId="e9bee553-56b0-4b31-8ff8-8de77de38d2f" providerId="ADAL" clId="{2CE02528-C879-41BB-BB7F-684074E0D56C}" dt="2025-05-13T07:37:39.638" v="3048" actId="478"/>
          <ac:grpSpMkLst>
            <pc:docMk/>
            <pc:sldMk cId="3546817221" sldId="2147482642"/>
            <ac:grpSpMk id="7" creationId="{0C92D28C-85D5-DF34-EFD2-878D66070625}"/>
          </ac:grpSpMkLst>
        </pc:grpChg>
        <pc:grpChg chg="add mod">
          <ac:chgData name="Lucia Bravo Dalmau" userId="e9bee553-56b0-4b31-8ff8-8de77de38d2f" providerId="ADAL" clId="{2CE02528-C879-41BB-BB7F-684074E0D56C}" dt="2025-05-13T07:37:32.748" v="3047" actId="571"/>
          <ac:grpSpMkLst>
            <pc:docMk/>
            <pc:sldMk cId="3546817221" sldId="2147482642"/>
            <ac:grpSpMk id="15" creationId="{29A485C7-3DA2-B703-6659-17E372B005ED}"/>
          </ac:grpSpMkLst>
        </pc:grpChg>
        <pc:graphicFrameChg chg="del">
          <ac:chgData name="Lucia Bravo Dalmau" userId="e9bee553-56b0-4b31-8ff8-8de77de38d2f" providerId="ADAL" clId="{2CE02528-C879-41BB-BB7F-684074E0D56C}" dt="2025-05-13T07:37:39.638" v="3048" actId="478"/>
          <ac:graphicFrameMkLst>
            <pc:docMk/>
            <pc:sldMk cId="3546817221" sldId="2147482642"/>
            <ac:graphicFrameMk id="10" creationId="{C8E0D319-C3D2-72D5-8EFC-35E817A1392F}"/>
          </ac:graphicFrameMkLst>
        </pc:graphicFrameChg>
        <pc:graphicFrameChg chg="del">
          <ac:chgData name="Lucia Bravo Dalmau" userId="e9bee553-56b0-4b31-8ff8-8de77de38d2f" providerId="ADAL" clId="{2CE02528-C879-41BB-BB7F-684074E0D56C}" dt="2025-05-13T07:37:39.638" v="3048" actId="478"/>
          <ac:graphicFrameMkLst>
            <pc:docMk/>
            <pc:sldMk cId="3546817221" sldId="2147482642"/>
            <ac:graphicFrameMk id="40" creationId="{6A9A6968-E6D0-A361-B315-8A117052DEDD}"/>
          </ac:graphicFrameMkLst>
        </pc:graphicFrameChg>
        <pc:picChg chg="del">
          <ac:chgData name="Lucia Bravo Dalmau" userId="e9bee553-56b0-4b31-8ff8-8de77de38d2f" providerId="ADAL" clId="{2CE02528-C879-41BB-BB7F-684074E0D56C}" dt="2025-05-13T07:37:39.638" v="3048" actId="478"/>
          <ac:picMkLst>
            <pc:docMk/>
            <pc:sldMk cId="3546817221" sldId="2147482642"/>
            <ac:picMk id="11" creationId="{89F0FA87-3B5F-AF4E-ECEB-23F533566210}"/>
          </ac:picMkLst>
        </pc:picChg>
        <pc:picChg chg="del">
          <ac:chgData name="Lucia Bravo Dalmau" userId="e9bee553-56b0-4b31-8ff8-8de77de38d2f" providerId="ADAL" clId="{2CE02528-C879-41BB-BB7F-684074E0D56C}" dt="2025-05-13T07:37:39.638" v="3048" actId="478"/>
          <ac:picMkLst>
            <pc:docMk/>
            <pc:sldMk cId="3546817221" sldId="2147482642"/>
            <ac:picMk id="12" creationId="{E3272D6D-D6BC-5C41-6B99-5C3624BD8D16}"/>
          </ac:picMkLst>
        </pc:picChg>
        <pc:picChg chg="add mod">
          <ac:chgData name="Lucia Bravo Dalmau" userId="e9bee553-56b0-4b31-8ff8-8de77de38d2f" providerId="ADAL" clId="{2CE02528-C879-41BB-BB7F-684074E0D56C}" dt="2025-05-13T07:37:32.748" v="3047" actId="571"/>
          <ac:picMkLst>
            <pc:docMk/>
            <pc:sldMk cId="3546817221" sldId="2147482642"/>
            <ac:picMk id="13" creationId="{359ACF2F-3C7E-9D25-750D-BA70A3C8F30F}"/>
          </ac:picMkLst>
        </pc:picChg>
        <pc:picChg chg="mod">
          <ac:chgData name="Lucia Bravo Dalmau" userId="e9bee553-56b0-4b31-8ff8-8de77de38d2f" providerId="ADAL" clId="{2CE02528-C879-41BB-BB7F-684074E0D56C}" dt="2025-05-13T07:37:32.748" v="3047" actId="571"/>
          <ac:picMkLst>
            <pc:docMk/>
            <pc:sldMk cId="3546817221" sldId="2147482642"/>
            <ac:picMk id="18" creationId="{4F870367-6809-7120-F652-0A770FA32EA9}"/>
          </ac:picMkLst>
        </pc:picChg>
      </pc:sldChg>
    </pc:docChg>
  </pc:docChgLst>
  <pc:docChgLst>
    <pc:chgData name="Paula Florian Julvez" userId="S::paula.florian.julvez@managementsolutions.com::66ddba71-8e14-4f49-bf10-f4208c061397" providerId="AD" clId="Web-{FAC875B0-302F-4592-8B84-6CD3B5DFFB5F}"/>
    <pc:docChg chg="addSld delSld modSld sldOrd modSection">
      <pc:chgData name="Paula Florian Julvez" userId="S::paula.florian.julvez@managementsolutions.com::66ddba71-8e14-4f49-bf10-f4208c061397" providerId="AD" clId="Web-{FAC875B0-302F-4592-8B84-6CD3B5DFFB5F}" dt="2025-05-04T09:42:19.839" v="375" actId="20577"/>
      <pc:docMkLst>
        <pc:docMk/>
      </pc:docMkLst>
      <pc:sldChg chg="addSp delSp modSp">
        <pc:chgData name="Paula Florian Julvez" userId="S::paula.florian.julvez@managementsolutions.com::66ddba71-8e14-4f49-bf10-f4208c061397" providerId="AD" clId="Web-{FAC875B0-302F-4592-8B84-6CD3B5DFFB5F}" dt="2025-05-04T09:06:40.185" v="181" actId="14100"/>
        <pc:sldMkLst>
          <pc:docMk/>
          <pc:sldMk cId="4173417811" sldId="2147482574"/>
        </pc:sldMkLst>
      </pc:sldChg>
      <pc:sldChg chg="new del">
        <pc:chgData name="Paula Florian Julvez" userId="S::paula.florian.julvez@managementsolutions.com::66ddba71-8e14-4f49-bf10-f4208c061397" providerId="AD" clId="Web-{FAC875B0-302F-4592-8B84-6CD3B5DFFB5F}" dt="2025-05-04T08:55:07.486" v="3"/>
        <pc:sldMkLst>
          <pc:docMk/>
          <pc:sldMk cId="33968743" sldId="2147482576"/>
        </pc:sldMkLst>
      </pc:sldChg>
      <pc:sldChg chg="addSp delSp modSp add ord replId">
        <pc:chgData name="Paula Florian Julvez" userId="S::paula.florian.julvez@managementsolutions.com::66ddba71-8e14-4f49-bf10-f4208c061397" providerId="AD" clId="Web-{FAC875B0-302F-4592-8B84-6CD3B5DFFB5F}" dt="2025-05-04T09:42:00.776" v="364" actId="20577"/>
        <pc:sldMkLst>
          <pc:docMk/>
          <pc:sldMk cId="229899770" sldId="2147482576"/>
        </pc:sldMkLst>
      </pc:sldChg>
      <pc:sldChg chg="delSp modSp add ord replId">
        <pc:chgData name="Paula Florian Julvez" userId="S::paula.florian.julvez@managementsolutions.com::66ddba71-8e14-4f49-bf10-f4208c061397" providerId="AD" clId="Web-{FAC875B0-302F-4592-8B84-6CD3B5DFFB5F}" dt="2025-05-04T09:42:19.839" v="375" actId="20577"/>
        <pc:sldMkLst>
          <pc:docMk/>
          <pc:sldMk cId="1831074116" sldId="2147482577"/>
        </pc:sldMkLst>
      </pc:sldChg>
    </pc:docChg>
  </pc:docChgLst>
  <pc:docChgLst>
    <pc:chgData name="Paula Florian Julvez" userId="66ddba71-8e14-4f49-bf10-f4208c061397" providerId="ADAL" clId="{1BF8278C-0052-4AA4-B741-09404CD68A44}"/>
    <pc:docChg chg="undo custSel addSld delSld modSld modSection">
      <pc:chgData name="Paula Florian Julvez" userId="66ddba71-8e14-4f49-bf10-f4208c061397" providerId="ADAL" clId="{1BF8278C-0052-4AA4-B741-09404CD68A44}" dt="2025-05-13T09:57:25.093" v="3800" actId="1076"/>
      <pc:docMkLst>
        <pc:docMk/>
      </pc:docMkLst>
      <pc:sldChg chg="addSp delSp modSp mod">
        <pc:chgData name="Paula Florian Julvez" userId="66ddba71-8e14-4f49-bf10-f4208c061397" providerId="ADAL" clId="{1BF8278C-0052-4AA4-B741-09404CD68A44}" dt="2025-05-13T08:43:15.216" v="1461" actId="108"/>
        <pc:sldMkLst>
          <pc:docMk/>
          <pc:sldMk cId="459560712" sldId="2147482595"/>
        </pc:sldMkLst>
        <pc:spChg chg="del">
          <ac:chgData name="Paula Florian Julvez" userId="66ddba71-8e14-4f49-bf10-f4208c061397" providerId="ADAL" clId="{1BF8278C-0052-4AA4-B741-09404CD68A44}" dt="2025-05-12T16:58:13.259" v="7" actId="478"/>
          <ac:spMkLst>
            <pc:docMk/>
            <pc:sldMk cId="459560712" sldId="2147482595"/>
            <ac:spMk id="5" creationId="{F3BD124B-BC51-2825-FD9D-FD0A06BA7188}"/>
          </ac:spMkLst>
        </pc:spChg>
        <pc:spChg chg="add mod">
          <ac:chgData name="Paula Florian Julvez" userId="66ddba71-8e14-4f49-bf10-f4208c061397" providerId="ADAL" clId="{1BF8278C-0052-4AA4-B741-09404CD68A44}" dt="2025-05-12T18:24:16.690" v="1297" actId="14100"/>
          <ac:spMkLst>
            <pc:docMk/>
            <pc:sldMk cId="459560712" sldId="2147482595"/>
            <ac:spMk id="7" creationId="{B062651F-A6A4-456D-C20A-411B6A576751}"/>
          </ac:spMkLst>
        </pc:spChg>
        <pc:spChg chg="add del mod">
          <ac:chgData name="Paula Florian Julvez" userId="66ddba71-8e14-4f49-bf10-f4208c061397" providerId="ADAL" clId="{1BF8278C-0052-4AA4-B741-09404CD68A44}" dt="2025-05-12T18:05:46.158" v="960" actId="478"/>
          <ac:spMkLst>
            <pc:docMk/>
            <pc:sldMk cId="459560712" sldId="2147482595"/>
            <ac:spMk id="8" creationId="{0A186A8F-BD47-8D0D-0893-9484816A00E5}"/>
          </ac:spMkLst>
        </pc:spChg>
        <pc:spChg chg="add del mod">
          <ac:chgData name="Paula Florian Julvez" userId="66ddba71-8e14-4f49-bf10-f4208c061397" providerId="ADAL" clId="{1BF8278C-0052-4AA4-B741-09404CD68A44}" dt="2025-05-12T17:04:14.525" v="69" actId="478"/>
          <ac:spMkLst>
            <pc:docMk/>
            <pc:sldMk cId="459560712" sldId="2147482595"/>
            <ac:spMk id="9" creationId="{8D14CB56-6695-FD62-1D79-014BDCC073AE}"/>
          </ac:spMkLst>
        </pc:spChg>
        <pc:spChg chg="add mod">
          <ac:chgData name="Paula Florian Julvez" userId="66ddba71-8e14-4f49-bf10-f4208c061397" providerId="ADAL" clId="{1BF8278C-0052-4AA4-B741-09404CD68A44}" dt="2025-05-12T17:55:32.624" v="900" actId="1037"/>
          <ac:spMkLst>
            <pc:docMk/>
            <pc:sldMk cId="459560712" sldId="2147482595"/>
            <ac:spMk id="10" creationId="{B018F2FF-1507-0D32-26EB-6ED9100E6357}"/>
          </ac:spMkLst>
        </pc:spChg>
        <pc:spChg chg="add del mod">
          <ac:chgData name="Paula Florian Julvez" userId="66ddba71-8e14-4f49-bf10-f4208c061397" providerId="ADAL" clId="{1BF8278C-0052-4AA4-B741-09404CD68A44}" dt="2025-05-12T17:02:51.618" v="54" actId="478"/>
          <ac:spMkLst>
            <pc:docMk/>
            <pc:sldMk cId="459560712" sldId="2147482595"/>
            <ac:spMk id="11" creationId="{0786EB5A-F5F8-4DAB-2465-BD37F7C74AF1}"/>
          </ac:spMkLst>
        </pc:spChg>
        <pc:spChg chg="add del mod">
          <ac:chgData name="Paula Florian Julvez" userId="66ddba71-8e14-4f49-bf10-f4208c061397" providerId="ADAL" clId="{1BF8278C-0052-4AA4-B741-09404CD68A44}" dt="2025-05-12T17:04:42.883" v="77" actId="478"/>
          <ac:spMkLst>
            <pc:docMk/>
            <pc:sldMk cId="459560712" sldId="2147482595"/>
            <ac:spMk id="12" creationId="{51D752FC-CF52-8EB3-87FE-0ACFF8A7A08D}"/>
          </ac:spMkLst>
        </pc:spChg>
        <pc:spChg chg="add del mod">
          <ac:chgData name="Paula Florian Julvez" userId="66ddba71-8e14-4f49-bf10-f4208c061397" providerId="ADAL" clId="{1BF8278C-0052-4AA4-B741-09404CD68A44}" dt="2025-05-12T18:06:59.706" v="993" actId="478"/>
          <ac:spMkLst>
            <pc:docMk/>
            <pc:sldMk cId="459560712" sldId="2147482595"/>
            <ac:spMk id="13" creationId="{9C603F24-C22F-F5C5-36EB-3A5DE5571CC1}"/>
          </ac:spMkLst>
        </pc:spChg>
        <pc:spChg chg="add del mod">
          <ac:chgData name="Paula Florian Julvez" userId="66ddba71-8e14-4f49-bf10-f4208c061397" providerId="ADAL" clId="{1BF8278C-0052-4AA4-B741-09404CD68A44}" dt="2025-05-12T18:11:08.190" v="1054" actId="478"/>
          <ac:spMkLst>
            <pc:docMk/>
            <pc:sldMk cId="459560712" sldId="2147482595"/>
            <ac:spMk id="14" creationId="{0BF1F2D5-3523-212B-4ECC-4A86676D50EC}"/>
          </ac:spMkLst>
        </pc:spChg>
        <pc:spChg chg="add del mod">
          <ac:chgData name="Paula Florian Julvez" userId="66ddba71-8e14-4f49-bf10-f4208c061397" providerId="ADAL" clId="{1BF8278C-0052-4AA4-B741-09404CD68A44}" dt="2025-05-12T18:06:54.973" v="990" actId="478"/>
          <ac:spMkLst>
            <pc:docMk/>
            <pc:sldMk cId="459560712" sldId="2147482595"/>
            <ac:spMk id="15" creationId="{4C775750-D14D-59C4-9E63-9523185B779A}"/>
          </ac:spMkLst>
        </pc:spChg>
        <pc:spChg chg="add mod">
          <ac:chgData name="Paula Florian Julvez" userId="66ddba71-8e14-4f49-bf10-f4208c061397" providerId="ADAL" clId="{1BF8278C-0052-4AA4-B741-09404CD68A44}" dt="2025-05-12T18:08:45.633" v="1029" actId="1076"/>
          <ac:spMkLst>
            <pc:docMk/>
            <pc:sldMk cId="459560712" sldId="2147482595"/>
            <ac:spMk id="16" creationId="{A88C2E2A-7182-5BBA-2DC4-0BC3014A181A}"/>
          </ac:spMkLst>
        </pc:spChg>
        <pc:spChg chg="add del mod">
          <ac:chgData name="Paula Florian Julvez" userId="66ddba71-8e14-4f49-bf10-f4208c061397" providerId="ADAL" clId="{1BF8278C-0052-4AA4-B741-09404CD68A44}" dt="2025-05-12T18:07:01.081" v="994" actId="478"/>
          <ac:spMkLst>
            <pc:docMk/>
            <pc:sldMk cId="459560712" sldId="2147482595"/>
            <ac:spMk id="17" creationId="{5A11A7D8-D6B4-686B-C4C0-B14BFCD294E7}"/>
          </ac:spMkLst>
        </pc:spChg>
        <pc:spChg chg="add mod">
          <ac:chgData name="Paula Florian Julvez" userId="66ddba71-8e14-4f49-bf10-f4208c061397" providerId="ADAL" clId="{1BF8278C-0052-4AA4-B741-09404CD68A44}" dt="2025-05-12T18:21:23.067" v="1161" actId="1076"/>
          <ac:spMkLst>
            <pc:docMk/>
            <pc:sldMk cId="459560712" sldId="2147482595"/>
            <ac:spMk id="18" creationId="{009044F9-892F-5C24-AEB5-F12776C419E1}"/>
          </ac:spMkLst>
        </pc:spChg>
        <pc:spChg chg="add mod">
          <ac:chgData name="Paula Florian Julvez" userId="66ddba71-8e14-4f49-bf10-f4208c061397" providerId="ADAL" clId="{1BF8278C-0052-4AA4-B741-09404CD68A44}" dt="2025-05-12T18:26:05.962" v="1303" actId="1076"/>
          <ac:spMkLst>
            <pc:docMk/>
            <pc:sldMk cId="459560712" sldId="2147482595"/>
            <ac:spMk id="19" creationId="{69140391-8F56-1A1F-85C2-C0CD4EAF5A8C}"/>
          </ac:spMkLst>
        </pc:spChg>
        <pc:spChg chg="add mod">
          <ac:chgData name="Paula Florian Julvez" userId="66ddba71-8e14-4f49-bf10-f4208c061397" providerId="ADAL" clId="{1BF8278C-0052-4AA4-B741-09404CD68A44}" dt="2025-05-12T18:26:28.766" v="1306" actId="1076"/>
          <ac:spMkLst>
            <pc:docMk/>
            <pc:sldMk cId="459560712" sldId="2147482595"/>
            <ac:spMk id="20" creationId="{0A02D9B1-3304-9365-31C2-18883CA06A28}"/>
          </ac:spMkLst>
        </pc:spChg>
        <pc:spChg chg="add mod">
          <ac:chgData name="Paula Florian Julvez" userId="66ddba71-8e14-4f49-bf10-f4208c061397" providerId="ADAL" clId="{1BF8278C-0052-4AA4-B741-09404CD68A44}" dt="2025-05-12T18:11:05.878" v="1053" actId="1076"/>
          <ac:spMkLst>
            <pc:docMk/>
            <pc:sldMk cId="459560712" sldId="2147482595"/>
            <ac:spMk id="21" creationId="{7428CF6F-9E01-4A3D-3AE5-323E66E6AABF}"/>
          </ac:spMkLst>
        </pc:spChg>
        <pc:spChg chg="add del mod">
          <ac:chgData name="Paula Florian Julvez" userId="66ddba71-8e14-4f49-bf10-f4208c061397" providerId="ADAL" clId="{1BF8278C-0052-4AA4-B741-09404CD68A44}" dt="2025-05-12T18:06:53.503" v="989" actId="478"/>
          <ac:spMkLst>
            <pc:docMk/>
            <pc:sldMk cId="459560712" sldId="2147482595"/>
            <ac:spMk id="22" creationId="{D04F5486-FC9B-2842-E022-4C204E77A203}"/>
          </ac:spMkLst>
        </pc:spChg>
        <pc:spChg chg="add del mod">
          <ac:chgData name="Paula Florian Julvez" userId="66ddba71-8e14-4f49-bf10-f4208c061397" providerId="ADAL" clId="{1BF8278C-0052-4AA4-B741-09404CD68A44}" dt="2025-05-12T18:07:31.228" v="1004" actId="478"/>
          <ac:spMkLst>
            <pc:docMk/>
            <pc:sldMk cId="459560712" sldId="2147482595"/>
            <ac:spMk id="23" creationId="{8B5DCB16-DDE9-9B32-3192-9AF298D850E7}"/>
          </ac:spMkLst>
        </pc:spChg>
        <pc:spChg chg="add del mod">
          <ac:chgData name="Paula Florian Julvez" userId="66ddba71-8e14-4f49-bf10-f4208c061397" providerId="ADAL" clId="{1BF8278C-0052-4AA4-B741-09404CD68A44}" dt="2025-05-12T17:08:26.206" v="156" actId="478"/>
          <ac:spMkLst>
            <pc:docMk/>
            <pc:sldMk cId="459560712" sldId="2147482595"/>
            <ac:spMk id="24" creationId="{971B2396-58C5-E197-65C7-D157C02ED2B3}"/>
          </ac:spMkLst>
        </pc:spChg>
        <pc:spChg chg="add del mod">
          <ac:chgData name="Paula Florian Julvez" userId="66ddba71-8e14-4f49-bf10-f4208c061397" providerId="ADAL" clId="{1BF8278C-0052-4AA4-B741-09404CD68A44}" dt="2025-05-12T18:07:33.033" v="1005" actId="478"/>
          <ac:spMkLst>
            <pc:docMk/>
            <pc:sldMk cId="459560712" sldId="2147482595"/>
            <ac:spMk id="25" creationId="{AB941C9D-0A2A-078F-D779-B2A1F4112DE2}"/>
          </ac:spMkLst>
        </pc:spChg>
        <pc:spChg chg="add del mod">
          <ac:chgData name="Paula Florian Julvez" userId="66ddba71-8e14-4f49-bf10-f4208c061397" providerId="ADAL" clId="{1BF8278C-0052-4AA4-B741-09404CD68A44}" dt="2025-05-12T18:07:34.520" v="1006" actId="478"/>
          <ac:spMkLst>
            <pc:docMk/>
            <pc:sldMk cId="459560712" sldId="2147482595"/>
            <ac:spMk id="26" creationId="{446A265D-3962-0462-D6AD-216B8AD8BA9B}"/>
          </ac:spMkLst>
        </pc:spChg>
        <pc:spChg chg="add mod">
          <ac:chgData name="Paula Florian Julvez" userId="66ddba71-8e14-4f49-bf10-f4208c061397" providerId="ADAL" clId="{1BF8278C-0052-4AA4-B741-09404CD68A44}" dt="2025-05-12T18:23:54.325" v="1294" actId="1076"/>
          <ac:spMkLst>
            <pc:docMk/>
            <pc:sldMk cId="459560712" sldId="2147482595"/>
            <ac:spMk id="27" creationId="{647D44A6-951B-C799-EF74-1644894D004D}"/>
          </ac:spMkLst>
        </pc:spChg>
        <pc:spChg chg="add del mod">
          <ac:chgData name="Paula Florian Julvez" userId="66ddba71-8e14-4f49-bf10-f4208c061397" providerId="ADAL" clId="{1BF8278C-0052-4AA4-B741-09404CD68A44}" dt="2025-05-12T18:07:02.391" v="995" actId="478"/>
          <ac:spMkLst>
            <pc:docMk/>
            <pc:sldMk cId="459560712" sldId="2147482595"/>
            <ac:spMk id="28" creationId="{BDE9F413-5E31-0A6D-763D-D8699D9F4BF3}"/>
          </ac:spMkLst>
        </pc:spChg>
        <pc:spChg chg="add del mod">
          <ac:chgData name="Paula Florian Julvez" userId="66ddba71-8e14-4f49-bf10-f4208c061397" providerId="ADAL" clId="{1BF8278C-0052-4AA4-B741-09404CD68A44}" dt="2025-05-12T18:07:49.293" v="1011" actId="478"/>
          <ac:spMkLst>
            <pc:docMk/>
            <pc:sldMk cId="459560712" sldId="2147482595"/>
            <ac:spMk id="29" creationId="{468E1305-AD5C-FAE3-D8B7-6DFC154CD595}"/>
          </ac:spMkLst>
        </pc:spChg>
        <pc:spChg chg="add mod">
          <ac:chgData name="Paula Florian Julvez" userId="66ddba71-8e14-4f49-bf10-f4208c061397" providerId="ADAL" clId="{1BF8278C-0052-4AA4-B741-09404CD68A44}" dt="2025-05-12T18:23:51.269" v="1293" actId="1076"/>
          <ac:spMkLst>
            <pc:docMk/>
            <pc:sldMk cId="459560712" sldId="2147482595"/>
            <ac:spMk id="30" creationId="{893504C6-2601-0D2C-E08C-7216D8261B08}"/>
          </ac:spMkLst>
        </pc:spChg>
        <pc:spChg chg="add mod">
          <ac:chgData name="Paula Florian Julvez" userId="66ddba71-8e14-4f49-bf10-f4208c061397" providerId="ADAL" clId="{1BF8278C-0052-4AA4-B741-09404CD68A44}" dt="2025-05-12T18:11:36.956" v="1060" actId="1076"/>
          <ac:spMkLst>
            <pc:docMk/>
            <pc:sldMk cId="459560712" sldId="2147482595"/>
            <ac:spMk id="31" creationId="{41143C6A-BDD9-9321-3D5B-0A7055395B62}"/>
          </ac:spMkLst>
        </pc:spChg>
        <pc:spChg chg="add del mod">
          <ac:chgData name="Paula Florian Julvez" userId="66ddba71-8e14-4f49-bf10-f4208c061397" providerId="ADAL" clId="{1BF8278C-0052-4AA4-B741-09404CD68A44}" dt="2025-05-12T18:08:06.478" v="1017"/>
          <ac:spMkLst>
            <pc:docMk/>
            <pc:sldMk cId="459560712" sldId="2147482595"/>
            <ac:spMk id="32" creationId="{2BBE8607-15A3-B6C7-7C6D-46EA18F41238}"/>
          </ac:spMkLst>
        </pc:spChg>
        <pc:spChg chg="add del mod">
          <ac:chgData name="Paula Florian Julvez" userId="66ddba71-8e14-4f49-bf10-f4208c061397" providerId="ADAL" clId="{1BF8278C-0052-4AA4-B741-09404CD68A44}" dt="2025-05-12T18:08:06.478" v="1015" actId="478"/>
          <ac:spMkLst>
            <pc:docMk/>
            <pc:sldMk cId="459560712" sldId="2147482595"/>
            <ac:spMk id="33" creationId="{6902EE58-CDCE-D0D4-2E3D-6D500053CA67}"/>
          </ac:spMkLst>
        </pc:spChg>
        <pc:spChg chg="add mod">
          <ac:chgData name="Paula Florian Julvez" userId="66ddba71-8e14-4f49-bf10-f4208c061397" providerId="ADAL" clId="{1BF8278C-0052-4AA4-B741-09404CD68A44}" dt="2025-05-12T18:14:11.691" v="1094" actId="14100"/>
          <ac:spMkLst>
            <pc:docMk/>
            <pc:sldMk cId="459560712" sldId="2147482595"/>
            <ac:spMk id="34" creationId="{AFF4317D-7309-CE51-13DD-DD0EF863110E}"/>
          </ac:spMkLst>
        </pc:spChg>
        <pc:spChg chg="add mod">
          <ac:chgData name="Paula Florian Julvez" userId="66ddba71-8e14-4f49-bf10-f4208c061397" providerId="ADAL" clId="{1BF8278C-0052-4AA4-B741-09404CD68A44}" dt="2025-05-12T18:17:02.721" v="1118" actId="1076"/>
          <ac:spMkLst>
            <pc:docMk/>
            <pc:sldMk cId="459560712" sldId="2147482595"/>
            <ac:spMk id="35" creationId="{2FD06A11-A22E-36F5-DD50-6F3EB9D2B0E1}"/>
          </ac:spMkLst>
        </pc:spChg>
        <pc:spChg chg="add mod">
          <ac:chgData name="Paula Florian Julvez" userId="66ddba71-8e14-4f49-bf10-f4208c061397" providerId="ADAL" clId="{1BF8278C-0052-4AA4-B741-09404CD68A44}" dt="2025-05-12T18:24:03.667" v="1295" actId="1076"/>
          <ac:spMkLst>
            <pc:docMk/>
            <pc:sldMk cId="459560712" sldId="2147482595"/>
            <ac:spMk id="36" creationId="{0EEB4491-A7D6-CBEE-7E89-67B3FF9D3B02}"/>
          </ac:spMkLst>
        </pc:spChg>
        <pc:spChg chg="mod">
          <ac:chgData name="Paula Florian Julvez" userId="66ddba71-8e14-4f49-bf10-f4208c061397" providerId="ADAL" clId="{1BF8278C-0052-4AA4-B741-09404CD68A44}" dt="2025-05-12T18:05:40.449" v="959" actId="113"/>
          <ac:spMkLst>
            <pc:docMk/>
            <pc:sldMk cId="459560712" sldId="2147482595"/>
            <ac:spMk id="37" creationId="{6338598C-AC37-F763-8923-F22BF2BFE555}"/>
          </ac:spMkLst>
        </pc:spChg>
        <pc:spChg chg="add del mod">
          <ac:chgData name="Paula Florian Julvez" userId="66ddba71-8e14-4f49-bf10-f4208c061397" providerId="ADAL" clId="{1BF8278C-0052-4AA4-B741-09404CD68A44}" dt="2025-05-12T18:09:38.345" v="1036"/>
          <ac:spMkLst>
            <pc:docMk/>
            <pc:sldMk cId="459560712" sldId="2147482595"/>
            <ac:spMk id="38" creationId="{E7457962-43F6-F696-49F9-D9D23772C10C}"/>
          </ac:spMkLst>
        </pc:spChg>
        <pc:spChg chg="add">
          <ac:chgData name="Paula Florian Julvez" userId="66ddba71-8e14-4f49-bf10-f4208c061397" providerId="ADAL" clId="{1BF8278C-0052-4AA4-B741-09404CD68A44}" dt="2025-05-12T18:09:29.398" v="1033"/>
          <ac:spMkLst>
            <pc:docMk/>
            <pc:sldMk cId="459560712" sldId="2147482595"/>
            <ac:spMk id="39" creationId="{3574507C-104A-79A0-4928-EAB53D9D5E8D}"/>
          </ac:spMkLst>
        </pc:spChg>
        <pc:spChg chg="add">
          <ac:chgData name="Paula Florian Julvez" userId="66ddba71-8e14-4f49-bf10-f4208c061397" providerId="ADAL" clId="{1BF8278C-0052-4AA4-B741-09404CD68A44}" dt="2025-05-12T18:09:36.780" v="1034"/>
          <ac:spMkLst>
            <pc:docMk/>
            <pc:sldMk cId="459560712" sldId="2147482595"/>
            <ac:spMk id="40" creationId="{902AAEC1-5BAA-5612-6A88-2D7E198ED15C}"/>
          </ac:spMkLst>
        </pc:spChg>
        <pc:spChg chg="add del mod">
          <ac:chgData name="Paula Florian Julvez" userId="66ddba71-8e14-4f49-bf10-f4208c061397" providerId="ADAL" clId="{1BF8278C-0052-4AA4-B741-09404CD68A44}" dt="2025-05-12T18:10:15.456" v="1041"/>
          <ac:spMkLst>
            <pc:docMk/>
            <pc:sldMk cId="459560712" sldId="2147482595"/>
            <ac:spMk id="41" creationId="{848467C9-3EF9-DA32-D3F0-B404B2A46DE8}"/>
          </ac:spMkLst>
        </pc:spChg>
        <pc:spChg chg="add mod">
          <ac:chgData name="Paula Florian Julvez" userId="66ddba71-8e14-4f49-bf10-f4208c061397" providerId="ADAL" clId="{1BF8278C-0052-4AA4-B741-09404CD68A44}" dt="2025-05-12T18:12:03.937" v="1065" actId="113"/>
          <ac:spMkLst>
            <pc:docMk/>
            <pc:sldMk cId="459560712" sldId="2147482595"/>
            <ac:spMk id="42" creationId="{882E87D5-016A-EE47-3855-94628BE21E08}"/>
          </ac:spMkLst>
        </pc:spChg>
        <pc:spChg chg="add del mod">
          <ac:chgData name="Paula Florian Julvez" userId="66ddba71-8e14-4f49-bf10-f4208c061397" providerId="ADAL" clId="{1BF8278C-0052-4AA4-B741-09404CD68A44}" dt="2025-05-12T18:12:51.177" v="1075" actId="478"/>
          <ac:spMkLst>
            <pc:docMk/>
            <pc:sldMk cId="459560712" sldId="2147482595"/>
            <ac:spMk id="43" creationId="{82519D28-F5F0-CBA5-9BAE-01E8FC638980}"/>
          </ac:spMkLst>
        </pc:spChg>
        <pc:spChg chg="add del">
          <ac:chgData name="Paula Florian Julvez" userId="66ddba71-8e14-4f49-bf10-f4208c061397" providerId="ADAL" clId="{1BF8278C-0052-4AA4-B741-09404CD68A44}" dt="2025-05-12T18:12:51.177" v="1075" actId="478"/>
          <ac:spMkLst>
            <pc:docMk/>
            <pc:sldMk cId="459560712" sldId="2147482595"/>
            <ac:spMk id="44" creationId="{AE0AB173-412C-E944-1552-1B3C282513F3}"/>
          </ac:spMkLst>
        </pc:spChg>
        <pc:spChg chg="add mod">
          <ac:chgData name="Paula Florian Julvez" userId="66ddba71-8e14-4f49-bf10-f4208c061397" providerId="ADAL" clId="{1BF8278C-0052-4AA4-B741-09404CD68A44}" dt="2025-05-12T18:14:43.744" v="1099" actId="113"/>
          <ac:spMkLst>
            <pc:docMk/>
            <pc:sldMk cId="459560712" sldId="2147482595"/>
            <ac:spMk id="45" creationId="{3D58D357-BC50-E3CD-3DC8-B28C8E740EF7}"/>
          </ac:spMkLst>
        </pc:spChg>
        <pc:spChg chg="add del mod">
          <ac:chgData name="Paula Florian Julvez" userId="66ddba71-8e14-4f49-bf10-f4208c061397" providerId="ADAL" clId="{1BF8278C-0052-4AA4-B741-09404CD68A44}" dt="2025-05-12T18:16:06.583" v="1108" actId="478"/>
          <ac:spMkLst>
            <pc:docMk/>
            <pc:sldMk cId="459560712" sldId="2147482595"/>
            <ac:spMk id="46" creationId="{A19DB696-D499-1842-1F25-9970CB17F96F}"/>
          </ac:spMkLst>
        </pc:spChg>
        <pc:spChg chg="add mod">
          <ac:chgData name="Paula Florian Julvez" userId="66ddba71-8e14-4f49-bf10-f4208c061397" providerId="ADAL" clId="{1BF8278C-0052-4AA4-B741-09404CD68A44}" dt="2025-05-12T18:18:34.315" v="1134" actId="113"/>
          <ac:spMkLst>
            <pc:docMk/>
            <pc:sldMk cId="459560712" sldId="2147482595"/>
            <ac:spMk id="47" creationId="{0C1C13E9-9FA0-0EAD-9714-E364A4A12FFE}"/>
          </ac:spMkLst>
        </pc:spChg>
        <pc:spChg chg="add mod">
          <ac:chgData name="Paula Florian Julvez" userId="66ddba71-8e14-4f49-bf10-f4208c061397" providerId="ADAL" clId="{1BF8278C-0052-4AA4-B741-09404CD68A44}" dt="2025-05-12T18:26:33.791" v="1307" actId="1076"/>
          <ac:spMkLst>
            <pc:docMk/>
            <pc:sldMk cId="459560712" sldId="2147482595"/>
            <ac:spMk id="48" creationId="{24E05C94-5E1D-5396-0844-16C0578E5CCC}"/>
          </ac:spMkLst>
        </pc:spChg>
        <pc:spChg chg="add mod">
          <ac:chgData name="Paula Florian Julvez" userId="66ddba71-8e14-4f49-bf10-f4208c061397" providerId="ADAL" clId="{1BF8278C-0052-4AA4-B741-09404CD68A44}" dt="2025-05-13T08:43:15.216" v="1461" actId="108"/>
          <ac:spMkLst>
            <pc:docMk/>
            <pc:sldMk cId="459560712" sldId="2147482595"/>
            <ac:spMk id="49" creationId="{3716AA63-B5E9-BCF0-C74E-6E0CA42AE8FE}"/>
          </ac:spMkLst>
        </pc:spChg>
        <pc:spChg chg="add mod">
          <ac:chgData name="Paula Florian Julvez" userId="66ddba71-8e14-4f49-bf10-f4208c061397" providerId="ADAL" clId="{1BF8278C-0052-4AA4-B741-09404CD68A44}" dt="2025-05-12T18:24:40.171" v="1302" actId="1076"/>
          <ac:spMkLst>
            <pc:docMk/>
            <pc:sldMk cId="459560712" sldId="2147482595"/>
            <ac:spMk id="50" creationId="{A7973EFA-B403-DCC5-5601-902CBD558DC6}"/>
          </ac:spMkLst>
        </pc:spChg>
        <pc:spChg chg="add mod">
          <ac:chgData name="Paula Florian Julvez" userId="66ddba71-8e14-4f49-bf10-f4208c061397" providerId="ADAL" clId="{1BF8278C-0052-4AA4-B741-09404CD68A44}" dt="2025-05-12T18:26:21.214" v="1305" actId="1076"/>
          <ac:spMkLst>
            <pc:docMk/>
            <pc:sldMk cId="459560712" sldId="2147482595"/>
            <ac:spMk id="51" creationId="{5EEFDCC0-5CBA-68E9-969D-6E32A00D28D3}"/>
          </ac:spMkLst>
        </pc:spChg>
        <pc:spChg chg="add mod">
          <ac:chgData name="Paula Florian Julvez" userId="66ddba71-8e14-4f49-bf10-f4208c061397" providerId="ADAL" clId="{1BF8278C-0052-4AA4-B741-09404CD68A44}" dt="2025-05-12T18:24:27.175" v="1298" actId="1076"/>
          <ac:spMkLst>
            <pc:docMk/>
            <pc:sldMk cId="459560712" sldId="2147482595"/>
            <ac:spMk id="52" creationId="{2B2B6394-AFA2-1EB5-C6A3-55D19DF195EB}"/>
          </ac:spMkLst>
        </pc:spChg>
      </pc:sldChg>
      <pc:sldChg chg="addSp delSp modSp add del mod">
        <pc:chgData name="Paula Florian Julvez" userId="66ddba71-8e14-4f49-bf10-f4208c061397" providerId="ADAL" clId="{1BF8278C-0052-4AA4-B741-09404CD68A44}" dt="2025-05-12T18:04:47.909" v="952" actId="47"/>
        <pc:sldMkLst>
          <pc:docMk/>
          <pc:sldMk cId="1581388378" sldId="2147482639"/>
        </pc:sldMkLst>
        <pc:spChg chg="add mod">
          <ac:chgData name="Paula Florian Julvez" userId="66ddba71-8e14-4f49-bf10-f4208c061397" providerId="ADAL" clId="{1BF8278C-0052-4AA4-B741-09404CD68A44}" dt="2025-05-12T17:48:03.771" v="771"/>
          <ac:spMkLst>
            <pc:docMk/>
            <pc:sldMk cId="1581388378" sldId="2147482639"/>
            <ac:spMk id="5" creationId="{A84F66E1-0695-7D91-8B8E-0016B133639F}"/>
          </ac:spMkLst>
        </pc:spChg>
        <pc:spChg chg="add del mod">
          <ac:chgData name="Paula Florian Julvez" userId="66ddba71-8e14-4f49-bf10-f4208c061397" providerId="ADAL" clId="{1BF8278C-0052-4AA4-B741-09404CD68A44}" dt="2025-05-12T17:48:08.065" v="772" actId="1076"/>
          <ac:spMkLst>
            <pc:docMk/>
            <pc:sldMk cId="1581388378" sldId="2147482639"/>
            <ac:spMk id="7" creationId="{B949CAB5-2F9A-C2EF-7640-F94FD1F42D58}"/>
          </ac:spMkLst>
        </pc:spChg>
        <pc:spChg chg="mod">
          <ac:chgData name="Paula Florian Julvez" userId="66ddba71-8e14-4f49-bf10-f4208c061397" providerId="ADAL" clId="{1BF8278C-0052-4AA4-B741-09404CD68A44}" dt="2025-05-12T18:03:03.800" v="951" actId="1076"/>
          <ac:spMkLst>
            <pc:docMk/>
            <pc:sldMk cId="1581388378" sldId="2147482639"/>
            <ac:spMk id="8" creationId="{D16780BC-0F21-BF7B-57F9-0220A527B207}"/>
          </ac:spMkLst>
        </pc:spChg>
        <pc:spChg chg="add mod">
          <ac:chgData name="Paula Florian Julvez" userId="66ddba71-8e14-4f49-bf10-f4208c061397" providerId="ADAL" clId="{1BF8278C-0052-4AA4-B741-09404CD68A44}" dt="2025-05-12T17:48:03.771" v="771"/>
          <ac:spMkLst>
            <pc:docMk/>
            <pc:sldMk cId="1581388378" sldId="2147482639"/>
            <ac:spMk id="9" creationId="{0CAB5B21-DF82-084A-A621-1EECD8B06FD1}"/>
          </ac:spMkLst>
        </pc:spChg>
        <pc:spChg chg="del mod">
          <ac:chgData name="Paula Florian Julvez" userId="66ddba71-8e14-4f49-bf10-f4208c061397" providerId="ADAL" clId="{1BF8278C-0052-4AA4-B741-09404CD68A44}" dt="2025-05-12T17:47:34.487" v="766" actId="478"/>
          <ac:spMkLst>
            <pc:docMk/>
            <pc:sldMk cId="1581388378" sldId="2147482639"/>
            <ac:spMk id="10" creationId="{1655A0C8-B935-30C5-7EAE-A7CA4BD4A43F}"/>
          </ac:spMkLst>
        </pc:spChg>
        <pc:spChg chg="add mod">
          <ac:chgData name="Paula Florian Julvez" userId="66ddba71-8e14-4f49-bf10-f4208c061397" providerId="ADAL" clId="{1BF8278C-0052-4AA4-B741-09404CD68A44}" dt="2025-05-12T17:48:03.771" v="771"/>
          <ac:spMkLst>
            <pc:docMk/>
            <pc:sldMk cId="1581388378" sldId="2147482639"/>
            <ac:spMk id="11" creationId="{C10207C5-67CF-3C7A-0C78-A412510D8A49}"/>
          </ac:spMkLst>
        </pc:spChg>
        <pc:spChg chg="add mod">
          <ac:chgData name="Paula Florian Julvez" userId="66ddba71-8e14-4f49-bf10-f4208c061397" providerId="ADAL" clId="{1BF8278C-0052-4AA4-B741-09404CD68A44}" dt="2025-05-12T17:48:03.771" v="771"/>
          <ac:spMkLst>
            <pc:docMk/>
            <pc:sldMk cId="1581388378" sldId="2147482639"/>
            <ac:spMk id="12" creationId="{E9871724-9DC6-5494-6F15-B68B9818C2CC}"/>
          </ac:spMkLst>
        </pc:spChg>
        <pc:spChg chg="del mod">
          <ac:chgData name="Paula Florian Julvez" userId="66ddba71-8e14-4f49-bf10-f4208c061397" providerId="ADAL" clId="{1BF8278C-0052-4AA4-B741-09404CD68A44}" dt="2025-05-12T17:47:33.048" v="765" actId="478"/>
          <ac:spMkLst>
            <pc:docMk/>
            <pc:sldMk cId="1581388378" sldId="2147482639"/>
            <ac:spMk id="13" creationId="{C3E0A49F-6F3B-1AFA-D698-5DC2CED36031}"/>
          </ac:spMkLst>
        </pc:spChg>
        <pc:spChg chg="del">
          <ac:chgData name="Paula Florian Julvez" userId="66ddba71-8e14-4f49-bf10-f4208c061397" providerId="ADAL" clId="{1BF8278C-0052-4AA4-B741-09404CD68A44}" dt="2025-05-12T17:18:02.894" v="287" actId="478"/>
          <ac:spMkLst>
            <pc:docMk/>
            <pc:sldMk cId="1581388378" sldId="2147482639"/>
            <ac:spMk id="14" creationId="{BA5D6936-63CC-5B02-6997-142F2CA674EF}"/>
          </ac:spMkLst>
        </pc:spChg>
        <pc:spChg chg="del">
          <ac:chgData name="Paula Florian Julvez" userId="66ddba71-8e14-4f49-bf10-f4208c061397" providerId="ADAL" clId="{1BF8278C-0052-4AA4-B741-09404CD68A44}" dt="2025-05-12T17:18:01.076" v="285" actId="478"/>
          <ac:spMkLst>
            <pc:docMk/>
            <pc:sldMk cId="1581388378" sldId="2147482639"/>
            <ac:spMk id="15" creationId="{B7DECB70-4701-D8B5-B75C-7D0E6F2C5B8F}"/>
          </ac:spMkLst>
        </pc:spChg>
        <pc:spChg chg="del">
          <ac:chgData name="Paula Florian Julvez" userId="66ddba71-8e14-4f49-bf10-f4208c061397" providerId="ADAL" clId="{1BF8278C-0052-4AA4-B741-09404CD68A44}" dt="2025-05-12T17:18:12.802" v="294" actId="478"/>
          <ac:spMkLst>
            <pc:docMk/>
            <pc:sldMk cId="1581388378" sldId="2147482639"/>
            <ac:spMk id="16" creationId="{C6F125D9-9E7A-B9F4-36E7-C70F42F5D837}"/>
          </ac:spMkLst>
        </pc:spChg>
        <pc:spChg chg="del">
          <ac:chgData name="Paula Florian Julvez" userId="66ddba71-8e14-4f49-bf10-f4208c061397" providerId="ADAL" clId="{1BF8278C-0052-4AA4-B741-09404CD68A44}" dt="2025-05-12T17:18:10.339" v="292" actId="478"/>
          <ac:spMkLst>
            <pc:docMk/>
            <pc:sldMk cId="1581388378" sldId="2147482639"/>
            <ac:spMk id="17" creationId="{14C76764-10F9-2EFC-28F0-0238E18E9964}"/>
          </ac:spMkLst>
        </pc:spChg>
        <pc:spChg chg="del">
          <ac:chgData name="Paula Florian Julvez" userId="66ddba71-8e14-4f49-bf10-f4208c061397" providerId="ADAL" clId="{1BF8278C-0052-4AA4-B741-09404CD68A44}" dt="2025-05-12T17:18:07.508" v="290" actId="478"/>
          <ac:spMkLst>
            <pc:docMk/>
            <pc:sldMk cId="1581388378" sldId="2147482639"/>
            <ac:spMk id="18" creationId="{F8D1BD82-4BFC-B5AE-52AC-432861C54228}"/>
          </ac:spMkLst>
        </pc:spChg>
        <pc:spChg chg="del mod">
          <ac:chgData name="Paula Florian Julvez" userId="66ddba71-8e14-4f49-bf10-f4208c061397" providerId="ADAL" clId="{1BF8278C-0052-4AA4-B741-09404CD68A44}" dt="2025-05-12T17:46:21.316" v="751"/>
          <ac:spMkLst>
            <pc:docMk/>
            <pc:sldMk cId="1581388378" sldId="2147482639"/>
            <ac:spMk id="19" creationId="{01E0C548-7188-2479-FD0D-5B730C2C5466}"/>
          </ac:spMkLst>
        </pc:spChg>
        <pc:spChg chg="del">
          <ac:chgData name="Paula Florian Julvez" userId="66ddba71-8e14-4f49-bf10-f4208c061397" providerId="ADAL" clId="{1BF8278C-0052-4AA4-B741-09404CD68A44}" dt="2025-05-12T17:18:12.201" v="293" actId="478"/>
          <ac:spMkLst>
            <pc:docMk/>
            <pc:sldMk cId="1581388378" sldId="2147482639"/>
            <ac:spMk id="20" creationId="{9BC75CDA-C4AF-6055-6B4F-4677F7223235}"/>
          </ac:spMkLst>
        </pc:spChg>
        <pc:spChg chg="del">
          <ac:chgData name="Paula Florian Julvez" userId="66ddba71-8e14-4f49-bf10-f4208c061397" providerId="ADAL" clId="{1BF8278C-0052-4AA4-B741-09404CD68A44}" dt="2025-05-12T17:17:58.326" v="283" actId="478"/>
          <ac:spMkLst>
            <pc:docMk/>
            <pc:sldMk cId="1581388378" sldId="2147482639"/>
            <ac:spMk id="22" creationId="{B293FFD6-7461-6336-8AAE-CA625571CE04}"/>
          </ac:spMkLst>
        </pc:spChg>
        <pc:spChg chg="del mod">
          <ac:chgData name="Paula Florian Julvez" userId="66ddba71-8e14-4f49-bf10-f4208c061397" providerId="ADAL" clId="{1BF8278C-0052-4AA4-B741-09404CD68A44}" dt="2025-05-12T17:18:02.358" v="286" actId="478"/>
          <ac:spMkLst>
            <pc:docMk/>
            <pc:sldMk cId="1581388378" sldId="2147482639"/>
            <ac:spMk id="23" creationId="{D4457EBB-CCC8-856C-90D8-84AA185EDF1E}"/>
          </ac:spMkLst>
        </pc:spChg>
        <pc:spChg chg="add mod">
          <ac:chgData name="Paula Florian Julvez" userId="66ddba71-8e14-4f49-bf10-f4208c061397" providerId="ADAL" clId="{1BF8278C-0052-4AA4-B741-09404CD68A44}" dt="2025-05-12T17:48:03.771" v="771"/>
          <ac:spMkLst>
            <pc:docMk/>
            <pc:sldMk cId="1581388378" sldId="2147482639"/>
            <ac:spMk id="24" creationId="{1A5E9D43-E5EE-9531-0C3E-DCEF99959D15}"/>
          </ac:spMkLst>
        </pc:spChg>
        <pc:spChg chg="del mod">
          <ac:chgData name="Paula Florian Julvez" userId="66ddba71-8e14-4f49-bf10-f4208c061397" providerId="ADAL" clId="{1BF8278C-0052-4AA4-B741-09404CD68A44}" dt="2025-05-12T17:47:31.619" v="764" actId="478"/>
          <ac:spMkLst>
            <pc:docMk/>
            <pc:sldMk cId="1581388378" sldId="2147482639"/>
            <ac:spMk id="25" creationId="{7C93C2EC-5A4B-56A0-468C-D80BF6F521BB}"/>
          </ac:spMkLst>
        </pc:spChg>
        <pc:spChg chg="del">
          <ac:chgData name="Paula Florian Julvez" userId="66ddba71-8e14-4f49-bf10-f4208c061397" providerId="ADAL" clId="{1BF8278C-0052-4AA4-B741-09404CD68A44}" dt="2025-05-12T17:18:09.548" v="291" actId="478"/>
          <ac:spMkLst>
            <pc:docMk/>
            <pc:sldMk cId="1581388378" sldId="2147482639"/>
            <ac:spMk id="26" creationId="{B32E9AF6-947C-6C52-B05D-1DC05637D42E}"/>
          </ac:spMkLst>
        </pc:spChg>
        <pc:spChg chg="add mod">
          <ac:chgData name="Paula Florian Julvez" userId="66ddba71-8e14-4f49-bf10-f4208c061397" providerId="ADAL" clId="{1BF8278C-0052-4AA4-B741-09404CD68A44}" dt="2025-05-12T17:50:46.405" v="801" actId="207"/>
          <ac:spMkLst>
            <pc:docMk/>
            <pc:sldMk cId="1581388378" sldId="2147482639"/>
            <ac:spMk id="27" creationId="{56096AB3-EFB9-A488-B752-E5FA593BAD78}"/>
          </ac:spMkLst>
        </pc:spChg>
        <pc:spChg chg="add mod">
          <ac:chgData name="Paula Florian Julvez" userId="66ddba71-8e14-4f49-bf10-f4208c061397" providerId="ADAL" clId="{1BF8278C-0052-4AA4-B741-09404CD68A44}" dt="2025-05-12T17:48:03.771" v="771"/>
          <ac:spMkLst>
            <pc:docMk/>
            <pc:sldMk cId="1581388378" sldId="2147482639"/>
            <ac:spMk id="28" creationId="{C68F8ADD-75B3-0AB9-E2B7-DF4A466506AD}"/>
          </ac:spMkLst>
        </pc:spChg>
        <pc:spChg chg="add mod">
          <ac:chgData name="Paula Florian Julvez" userId="66ddba71-8e14-4f49-bf10-f4208c061397" providerId="ADAL" clId="{1BF8278C-0052-4AA4-B741-09404CD68A44}" dt="2025-05-12T17:52:01.392" v="817" actId="1076"/>
          <ac:spMkLst>
            <pc:docMk/>
            <pc:sldMk cId="1581388378" sldId="2147482639"/>
            <ac:spMk id="29" creationId="{99887395-CEF1-ED9F-B514-8F9649B8C937}"/>
          </ac:spMkLst>
        </pc:spChg>
        <pc:spChg chg="add mod">
          <ac:chgData name="Paula Florian Julvez" userId="66ddba71-8e14-4f49-bf10-f4208c061397" providerId="ADAL" clId="{1BF8278C-0052-4AA4-B741-09404CD68A44}" dt="2025-05-12T17:51:38.332" v="811" actId="207"/>
          <ac:spMkLst>
            <pc:docMk/>
            <pc:sldMk cId="1581388378" sldId="2147482639"/>
            <ac:spMk id="30" creationId="{2A9EDE34-31CF-2BC0-0AFB-DFD5A34D5612}"/>
          </ac:spMkLst>
        </pc:spChg>
        <pc:spChg chg="add mod">
          <ac:chgData name="Paula Florian Julvez" userId="66ddba71-8e14-4f49-bf10-f4208c061397" providerId="ADAL" clId="{1BF8278C-0052-4AA4-B741-09404CD68A44}" dt="2025-05-12T18:00:51.800" v="950" actId="20577"/>
          <ac:spMkLst>
            <pc:docMk/>
            <pc:sldMk cId="1581388378" sldId="2147482639"/>
            <ac:spMk id="31" creationId="{95D347CE-2FAE-C3A6-4818-C171D346BB3E}"/>
          </ac:spMkLst>
        </pc:spChg>
        <pc:spChg chg="add mod">
          <ac:chgData name="Paula Florian Julvez" userId="66ddba71-8e14-4f49-bf10-f4208c061397" providerId="ADAL" clId="{1BF8278C-0052-4AA4-B741-09404CD68A44}" dt="2025-05-12T18:00:18.265" v="945"/>
          <ac:spMkLst>
            <pc:docMk/>
            <pc:sldMk cId="1581388378" sldId="2147482639"/>
            <ac:spMk id="32" creationId="{3758B43B-E9C9-9E04-51D7-6A806F6737F1}"/>
          </ac:spMkLst>
        </pc:spChg>
      </pc:sldChg>
      <pc:sldChg chg="addSp delSp modSp add del mod">
        <pc:chgData name="Paula Florian Julvez" userId="66ddba71-8e14-4f49-bf10-f4208c061397" providerId="ADAL" clId="{1BF8278C-0052-4AA4-B741-09404CD68A44}" dt="2025-05-12T18:04:49.269" v="953" actId="47"/>
        <pc:sldMkLst>
          <pc:docMk/>
          <pc:sldMk cId="2957574038" sldId="2147482640"/>
        </pc:sldMkLst>
        <pc:spChg chg="add mod">
          <ac:chgData name="Paula Florian Julvez" userId="66ddba71-8e14-4f49-bf10-f4208c061397" providerId="ADAL" clId="{1BF8278C-0052-4AA4-B741-09404CD68A44}" dt="2025-05-12T17:35:24.629" v="396" actId="1076"/>
          <ac:spMkLst>
            <pc:docMk/>
            <pc:sldMk cId="2957574038" sldId="2147482640"/>
            <ac:spMk id="5" creationId="{96FF95C0-55F7-B471-7CD9-4B305D3ED635}"/>
          </ac:spMkLst>
        </pc:spChg>
        <pc:spChg chg="mod">
          <ac:chgData name="Paula Florian Julvez" userId="66ddba71-8e14-4f49-bf10-f4208c061397" providerId="ADAL" clId="{1BF8278C-0052-4AA4-B741-09404CD68A44}" dt="2025-05-12T17:45:13.111" v="746" actId="1076"/>
          <ac:spMkLst>
            <pc:docMk/>
            <pc:sldMk cId="2957574038" sldId="2147482640"/>
            <ac:spMk id="8" creationId="{54C65261-D84E-B048-F124-E36DF6354785}"/>
          </ac:spMkLst>
        </pc:spChg>
        <pc:spChg chg="add mod">
          <ac:chgData name="Paula Florian Julvez" userId="66ddba71-8e14-4f49-bf10-f4208c061397" providerId="ADAL" clId="{1BF8278C-0052-4AA4-B741-09404CD68A44}" dt="2025-05-12T17:35:19.591" v="395"/>
          <ac:spMkLst>
            <pc:docMk/>
            <pc:sldMk cId="2957574038" sldId="2147482640"/>
            <ac:spMk id="9" creationId="{75B8658A-466D-E666-0445-1404A87BBECB}"/>
          </ac:spMkLst>
        </pc:spChg>
        <pc:spChg chg="del">
          <ac:chgData name="Paula Florian Julvez" userId="66ddba71-8e14-4f49-bf10-f4208c061397" providerId="ADAL" clId="{1BF8278C-0052-4AA4-B741-09404CD68A44}" dt="2025-05-12T17:21:05.031" v="331" actId="478"/>
          <ac:spMkLst>
            <pc:docMk/>
            <pc:sldMk cId="2957574038" sldId="2147482640"/>
            <ac:spMk id="10" creationId="{F8469BC9-317F-EF26-18F8-E484C0B53E37}"/>
          </ac:spMkLst>
        </pc:spChg>
        <pc:spChg chg="add mod">
          <ac:chgData name="Paula Florian Julvez" userId="66ddba71-8e14-4f49-bf10-f4208c061397" providerId="ADAL" clId="{1BF8278C-0052-4AA4-B741-09404CD68A44}" dt="2025-05-12T17:35:19.591" v="395"/>
          <ac:spMkLst>
            <pc:docMk/>
            <pc:sldMk cId="2957574038" sldId="2147482640"/>
            <ac:spMk id="11" creationId="{11128E43-A607-83D6-6044-839E9C227B8F}"/>
          </ac:spMkLst>
        </pc:spChg>
        <pc:spChg chg="add del mod">
          <ac:chgData name="Paula Florian Julvez" userId="66ddba71-8e14-4f49-bf10-f4208c061397" providerId="ADAL" clId="{1BF8278C-0052-4AA4-B741-09404CD68A44}" dt="2025-05-12T17:38:36.812" v="428"/>
          <ac:spMkLst>
            <pc:docMk/>
            <pc:sldMk cId="2957574038" sldId="2147482640"/>
            <ac:spMk id="12" creationId="{40D1C6E7-DAE0-CC61-C753-78124A76EE4A}"/>
          </ac:spMkLst>
        </pc:spChg>
        <pc:spChg chg="del">
          <ac:chgData name="Paula Florian Julvez" userId="66ddba71-8e14-4f49-bf10-f4208c061397" providerId="ADAL" clId="{1BF8278C-0052-4AA4-B741-09404CD68A44}" dt="2025-05-12T17:21:04.574" v="330" actId="478"/>
          <ac:spMkLst>
            <pc:docMk/>
            <pc:sldMk cId="2957574038" sldId="2147482640"/>
            <ac:spMk id="13" creationId="{8189D2C8-1002-2F9A-F14D-3564875789B8}"/>
          </ac:spMkLst>
        </pc:spChg>
        <pc:spChg chg="mod">
          <ac:chgData name="Paula Florian Julvez" userId="66ddba71-8e14-4f49-bf10-f4208c061397" providerId="ADAL" clId="{1BF8278C-0052-4AA4-B741-09404CD68A44}" dt="2025-05-12T17:45:08.923" v="744" actId="1076"/>
          <ac:spMkLst>
            <pc:docMk/>
            <pc:sldMk cId="2957574038" sldId="2147482640"/>
            <ac:spMk id="16" creationId="{51C1E3CC-563B-6051-0ED6-7CBB71ACD070}"/>
          </ac:spMkLst>
        </pc:spChg>
        <pc:spChg chg="mod">
          <ac:chgData name="Paula Florian Julvez" userId="66ddba71-8e14-4f49-bf10-f4208c061397" providerId="ADAL" clId="{1BF8278C-0052-4AA4-B741-09404CD68A44}" dt="2025-05-12T17:44:59.863" v="742" actId="1076"/>
          <ac:spMkLst>
            <pc:docMk/>
            <pc:sldMk cId="2957574038" sldId="2147482640"/>
            <ac:spMk id="17" creationId="{A433BDCF-294A-3531-D4E2-6E9E649B4537}"/>
          </ac:spMkLst>
        </pc:spChg>
        <pc:spChg chg="mod">
          <ac:chgData name="Paula Florian Julvez" userId="66ddba71-8e14-4f49-bf10-f4208c061397" providerId="ADAL" clId="{1BF8278C-0052-4AA4-B741-09404CD68A44}" dt="2025-05-12T17:32:37.658" v="380" actId="20577"/>
          <ac:spMkLst>
            <pc:docMk/>
            <pc:sldMk cId="2957574038" sldId="2147482640"/>
            <ac:spMk id="18" creationId="{967938F6-B37F-1258-A33B-B37FEBED017B}"/>
          </ac:spMkLst>
        </pc:spChg>
        <pc:spChg chg="del mod">
          <ac:chgData name="Paula Florian Julvez" userId="66ddba71-8e14-4f49-bf10-f4208c061397" providerId="ADAL" clId="{1BF8278C-0052-4AA4-B741-09404CD68A44}" dt="2025-05-12T17:21:02.394" v="327" actId="478"/>
          <ac:spMkLst>
            <pc:docMk/>
            <pc:sldMk cId="2957574038" sldId="2147482640"/>
            <ac:spMk id="19" creationId="{A18B5E58-42D9-D26A-B09C-89AD100B7505}"/>
          </ac:spMkLst>
        </pc:spChg>
        <pc:spChg chg="mod">
          <ac:chgData name="Paula Florian Julvez" userId="66ddba71-8e14-4f49-bf10-f4208c061397" providerId="ADAL" clId="{1BF8278C-0052-4AA4-B741-09404CD68A44}" dt="2025-05-12T17:45:11.595" v="745" actId="1076"/>
          <ac:spMkLst>
            <pc:docMk/>
            <pc:sldMk cId="2957574038" sldId="2147482640"/>
            <ac:spMk id="20" creationId="{48420173-043C-E3A3-B146-E28381B94463}"/>
          </ac:spMkLst>
        </pc:spChg>
        <pc:spChg chg="mod">
          <ac:chgData name="Paula Florian Julvez" userId="66ddba71-8e14-4f49-bf10-f4208c061397" providerId="ADAL" clId="{1BF8278C-0052-4AA4-B741-09404CD68A44}" dt="2025-05-12T17:37:14.188" v="418" actId="1076"/>
          <ac:spMkLst>
            <pc:docMk/>
            <pc:sldMk cId="2957574038" sldId="2147482640"/>
            <ac:spMk id="22" creationId="{C7F697A5-E2A8-58BA-9FA5-387E6FC56D20}"/>
          </ac:spMkLst>
        </pc:spChg>
        <pc:spChg chg="mod">
          <ac:chgData name="Paula Florian Julvez" userId="66ddba71-8e14-4f49-bf10-f4208c061397" providerId="ADAL" clId="{1BF8278C-0052-4AA4-B741-09404CD68A44}" dt="2025-05-12T17:36:48.735" v="412" actId="207"/>
          <ac:spMkLst>
            <pc:docMk/>
            <pc:sldMk cId="2957574038" sldId="2147482640"/>
            <ac:spMk id="23" creationId="{2B56A17C-FBA6-5F9B-472A-669CD00D6E3C}"/>
          </ac:spMkLst>
        </pc:spChg>
        <pc:spChg chg="add del mod">
          <ac:chgData name="Paula Florian Julvez" userId="66ddba71-8e14-4f49-bf10-f4208c061397" providerId="ADAL" clId="{1BF8278C-0052-4AA4-B741-09404CD68A44}" dt="2025-05-12T17:38:36.812" v="426" actId="478"/>
          <ac:spMkLst>
            <pc:docMk/>
            <pc:sldMk cId="2957574038" sldId="2147482640"/>
            <ac:spMk id="24" creationId="{FE8660A8-1247-7F5B-2F78-391A47803F94}"/>
          </ac:spMkLst>
        </pc:spChg>
        <pc:spChg chg="del mod">
          <ac:chgData name="Paula Florian Julvez" userId="66ddba71-8e14-4f49-bf10-f4208c061397" providerId="ADAL" clId="{1BF8278C-0052-4AA4-B741-09404CD68A44}" dt="2025-05-12T17:21:04.071" v="329" actId="478"/>
          <ac:spMkLst>
            <pc:docMk/>
            <pc:sldMk cId="2957574038" sldId="2147482640"/>
            <ac:spMk id="25" creationId="{6AB9AFC7-9912-CCA7-85D5-7EA971AAEFA3}"/>
          </ac:spMkLst>
        </pc:spChg>
        <pc:spChg chg="mod">
          <ac:chgData name="Paula Florian Julvez" userId="66ddba71-8e14-4f49-bf10-f4208c061397" providerId="ADAL" clId="{1BF8278C-0052-4AA4-B741-09404CD68A44}" dt="2025-05-12T17:47:06.237" v="763" actId="1076"/>
          <ac:spMkLst>
            <pc:docMk/>
            <pc:sldMk cId="2957574038" sldId="2147482640"/>
            <ac:spMk id="26" creationId="{4A218AE9-B986-ACA9-73B4-E263AD78C519}"/>
          </ac:spMkLst>
        </pc:spChg>
        <pc:spChg chg="add del mod">
          <ac:chgData name="Paula Florian Julvez" userId="66ddba71-8e14-4f49-bf10-f4208c061397" providerId="ADAL" clId="{1BF8278C-0052-4AA4-B741-09404CD68A44}" dt="2025-05-12T17:38:38.433" v="429" actId="478"/>
          <ac:spMkLst>
            <pc:docMk/>
            <pc:sldMk cId="2957574038" sldId="2147482640"/>
            <ac:spMk id="27" creationId="{9174AA82-05C8-EC0B-14AA-7B503D5243B1}"/>
          </ac:spMkLst>
        </pc:spChg>
        <pc:spChg chg="add del mod">
          <ac:chgData name="Paula Florian Julvez" userId="66ddba71-8e14-4f49-bf10-f4208c061397" providerId="ADAL" clId="{1BF8278C-0052-4AA4-B741-09404CD68A44}" dt="2025-05-12T17:40:13.422" v="644"/>
          <ac:spMkLst>
            <pc:docMk/>
            <pc:sldMk cId="2957574038" sldId="2147482640"/>
            <ac:spMk id="28" creationId="{B8F0F83F-911F-14C3-1692-F98D5E32EBD2}"/>
          </ac:spMkLst>
        </pc:spChg>
        <pc:spChg chg="add del mod">
          <ac:chgData name="Paula Florian Julvez" userId="66ddba71-8e14-4f49-bf10-f4208c061397" providerId="ADAL" clId="{1BF8278C-0052-4AA4-B741-09404CD68A44}" dt="2025-05-12T17:39:06.361" v="434" actId="478"/>
          <ac:spMkLst>
            <pc:docMk/>
            <pc:sldMk cId="2957574038" sldId="2147482640"/>
            <ac:spMk id="29" creationId="{E05A5BB7-DCBA-BF95-D3A8-D8548AAEB671}"/>
          </ac:spMkLst>
        </pc:spChg>
        <pc:spChg chg="add del mod">
          <ac:chgData name="Paula Florian Julvez" userId="66ddba71-8e14-4f49-bf10-f4208c061397" providerId="ADAL" clId="{1BF8278C-0052-4AA4-B741-09404CD68A44}" dt="2025-05-12T17:39:21.689" v="437" actId="478"/>
          <ac:spMkLst>
            <pc:docMk/>
            <pc:sldMk cId="2957574038" sldId="2147482640"/>
            <ac:spMk id="30" creationId="{F9D5A25D-1E53-C547-1F6E-47129ABDF74F}"/>
          </ac:spMkLst>
        </pc:spChg>
        <pc:spChg chg="add mod">
          <ac:chgData name="Paula Florian Julvez" userId="66ddba71-8e14-4f49-bf10-f4208c061397" providerId="ADAL" clId="{1BF8278C-0052-4AA4-B741-09404CD68A44}" dt="2025-05-12T17:41:30.561" v="680" actId="1076"/>
          <ac:spMkLst>
            <pc:docMk/>
            <pc:sldMk cId="2957574038" sldId="2147482640"/>
            <ac:spMk id="31" creationId="{DDFD6B66-B21A-A4E4-9984-A2B8FE27D404}"/>
          </ac:spMkLst>
        </pc:spChg>
        <pc:spChg chg="add del mod">
          <ac:chgData name="Paula Florian Julvez" userId="66ddba71-8e14-4f49-bf10-f4208c061397" providerId="ADAL" clId="{1BF8278C-0052-4AA4-B741-09404CD68A44}" dt="2025-05-12T17:41:58.703" v="688" actId="478"/>
          <ac:spMkLst>
            <pc:docMk/>
            <pc:sldMk cId="2957574038" sldId="2147482640"/>
            <ac:spMk id="32" creationId="{366A4119-7D20-42E7-6629-5A05CB086724}"/>
          </ac:spMkLst>
        </pc:spChg>
        <pc:spChg chg="add del mod">
          <ac:chgData name="Paula Florian Julvez" userId="66ddba71-8e14-4f49-bf10-f4208c061397" providerId="ADAL" clId="{1BF8278C-0052-4AA4-B741-09404CD68A44}" dt="2025-05-12T17:41:58.703" v="688" actId="478"/>
          <ac:spMkLst>
            <pc:docMk/>
            <pc:sldMk cId="2957574038" sldId="2147482640"/>
            <ac:spMk id="33" creationId="{F568AE00-5A0C-5FF3-7476-807D49F9FFEC}"/>
          </ac:spMkLst>
        </pc:spChg>
        <pc:spChg chg="add mod">
          <ac:chgData name="Paula Florian Julvez" userId="66ddba71-8e14-4f49-bf10-f4208c061397" providerId="ADAL" clId="{1BF8278C-0052-4AA4-B741-09404CD68A44}" dt="2025-05-12T17:42:11.782" v="691" actId="1076"/>
          <ac:spMkLst>
            <pc:docMk/>
            <pc:sldMk cId="2957574038" sldId="2147482640"/>
            <ac:spMk id="34" creationId="{40CA0725-4895-54B9-0AE8-91C95B83CB3D}"/>
          </ac:spMkLst>
        </pc:spChg>
        <pc:spChg chg="add mod">
          <ac:chgData name="Paula Florian Julvez" userId="66ddba71-8e14-4f49-bf10-f4208c061397" providerId="ADAL" clId="{1BF8278C-0052-4AA4-B741-09404CD68A44}" dt="2025-05-12T17:44:34.739" v="737" actId="1076"/>
          <ac:spMkLst>
            <pc:docMk/>
            <pc:sldMk cId="2957574038" sldId="2147482640"/>
            <ac:spMk id="35" creationId="{E5269F60-D2A0-BB6F-FE68-AC666E4E3DEC}"/>
          </ac:spMkLst>
        </pc:spChg>
        <pc:spChg chg="add mod">
          <ac:chgData name="Paula Florian Julvez" userId="66ddba71-8e14-4f49-bf10-f4208c061397" providerId="ADAL" clId="{1BF8278C-0052-4AA4-B741-09404CD68A44}" dt="2025-05-12T17:46:07.476" v="748" actId="1076"/>
          <ac:spMkLst>
            <pc:docMk/>
            <pc:sldMk cId="2957574038" sldId="2147482640"/>
            <ac:spMk id="36" creationId="{584C88AD-30F6-5D20-2930-115E6C42D950}"/>
          </ac:spMkLst>
        </pc:spChg>
      </pc:sldChg>
      <pc:sldChg chg="addSp delSp modSp new mod">
        <pc:chgData name="Paula Florian Julvez" userId="66ddba71-8e14-4f49-bf10-f4208c061397" providerId="ADAL" clId="{1BF8278C-0052-4AA4-B741-09404CD68A44}" dt="2025-05-13T09:25:07.754" v="3113" actId="1038"/>
        <pc:sldMkLst>
          <pc:docMk/>
          <pc:sldMk cId="1088214694" sldId="2147482643"/>
        </pc:sldMkLst>
        <pc:spChg chg="add mod">
          <ac:chgData name="Paula Florian Julvez" userId="66ddba71-8e14-4f49-bf10-f4208c061397" providerId="ADAL" clId="{1BF8278C-0052-4AA4-B741-09404CD68A44}" dt="2025-05-13T08:34:51.843" v="1314" actId="108"/>
          <ac:spMkLst>
            <pc:docMk/>
            <pc:sldMk cId="1088214694" sldId="2147482643"/>
            <ac:spMk id="2" creationId="{7C0A23E6-EB03-6426-EB3E-410638DCB26A}"/>
          </ac:spMkLst>
        </pc:spChg>
        <pc:spChg chg="add mod">
          <ac:chgData name="Paula Florian Julvez" userId="66ddba71-8e14-4f49-bf10-f4208c061397" providerId="ADAL" clId="{1BF8278C-0052-4AA4-B741-09404CD68A44}" dt="2025-05-13T08:34:06.540" v="1310"/>
          <ac:spMkLst>
            <pc:docMk/>
            <pc:sldMk cId="1088214694" sldId="2147482643"/>
            <ac:spMk id="3" creationId="{3DDD13F2-15B2-7941-3F86-C4775C3F8A73}"/>
          </ac:spMkLst>
        </pc:spChg>
        <pc:spChg chg="add mod">
          <ac:chgData name="Paula Florian Julvez" userId="66ddba71-8e14-4f49-bf10-f4208c061397" providerId="ADAL" clId="{1BF8278C-0052-4AA4-B741-09404CD68A44}" dt="2025-05-13T09:04:56.385" v="2064" actId="1038"/>
          <ac:spMkLst>
            <pc:docMk/>
            <pc:sldMk cId="1088214694" sldId="2147482643"/>
            <ac:spMk id="5" creationId="{886CC8D2-61E4-15EE-0EDA-68505624EB7B}"/>
          </ac:spMkLst>
        </pc:spChg>
        <pc:spChg chg="add mod">
          <ac:chgData name="Paula Florian Julvez" userId="66ddba71-8e14-4f49-bf10-f4208c061397" providerId="ADAL" clId="{1BF8278C-0052-4AA4-B741-09404CD68A44}" dt="2025-05-13T08:41:33.192" v="1337" actId="20577"/>
          <ac:spMkLst>
            <pc:docMk/>
            <pc:sldMk cId="1088214694" sldId="2147482643"/>
            <ac:spMk id="7" creationId="{F62B06CB-80DD-35CD-DC0A-723EF5450A4D}"/>
          </ac:spMkLst>
        </pc:spChg>
        <pc:spChg chg="add mod">
          <ac:chgData name="Paula Florian Julvez" userId="66ddba71-8e14-4f49-bf10-f4208c061397" providerId="ADAL" clId="{1BF8278C-0052-4AA4-B741-09404CD68A44}" dt="2025-05-13T08:49:32.541" v="1669" actId="1036"/>
          <ac:spMkLst>
            <pc:docMk/>
            <pc:sldMk cId="1088214694" sldId="2147482643"/>
            <ac:spMk id="8" creationId="{BD2CB166-C466-989A-3786-9001C06A06DE}"/>
          </ac:spMkLst>
        </pc:spChg>
        <pc:spChg chg="add del mod">
          <ac:chgData name="Paula Florian Julvez" userId="66ddba71-8e14-4f49-bf10-f4208c061397" providerId="ADAL" clId="{1BF8278C-0052-4AA4-B741-09404CD68A44}" dt="2025-05-13T08:41:36.302" v="1338" actId="478"/>
          <ac:spMkLst>
            <pc:docMk/>
            <pc:sldMk cId="1088214694" sldId="2147482643"/>
            <ac:spMk id="9" creationId="{86F9198A-46E6-6C68-7DD2-C1D64609543D}"/>
          </ac:spMkLst>
        </pc:spChg>
        <pc:spChg chg="add del mod">
          <ac:chgData name="Paula Florian Julvez" userId="66ddba71-8e14-4f49-bf10-f4208c061397" providerId="ADAL" clId="{1BF8278C-0052-4AA4-B741-09404CD68A44}" dt="2025-05-13T08:41:38.224" v="1339" actId="478"/>
          <ac:spMkLst>
            <pc:docMk/>
            <pc:sldMk cId="1088214694" sldId="2147482643"/>
            <ac:spMk id="10" creationId="{4B1CEFF6-A48D-607D-DE73-552A99FAB1E3}"/>
          </ac:spMkLst>
        </pc:spChg>
        <pc:spChg chg="add mod">
          <ac:chgData name="Paula Florian Julvez" userId="66ddba71-8e14-4f49-bf10-f4208c061397" providerId="ADAL" clId="{1BF8278C-0052-4AA4-B741-09404CD68A44}" dt="2025-05-13T08:48:07.442" v="1653" actId="14100"/>
          <ac:spMkLst>
            <pc:docMk/>
            <pc:sldMk cId="1088214694" sldId="2147482643"/>
            <ac:spMk id="11" creationId="{E660FD33-06FD-3F71-DADE-C688BB896985}"/>
          </ac:spMkLst>
        </pc:spChg>
        <pc:spChg chg="add mod">
          <ac:chgData name="Paula Florian Julvez" userId="66ddba71-8e14-4f49-bf10-f4208c061397" providerId="ADAL" clId="{1BF8278C-0052-4AA4-B741-09404CD68A44}" dt="2025-05-13T08:47:39.095" v="1606" actId="1036"/>
          <ac:spMkLst>
            <pc:docMk/>
            <pc:sldMk cId="1088214694" sldId="2147482643"/>
            <ac:spMk id="12" creationId="{A87B0234-D7F8-7C49-8856-EE85B7ED3179}"/>
          </ac:spMkLst>
        </pc:spChg>
        <pc:spChg chg="add mod">
          <ac:chgData name="Paula Florian Julvez" userId="66ddba71-8e14-4f49-bf10-f4208c061397" providerId="ADAL" clId="{1BF8278C-0052-4AA4-B741-09404CD68A44}" dt="2025-05-13T08:49:37.089" v="1670" actId="1037"/>
          <ac:spMkLst>
            <pc:docMk/>
            <pc:sldMk cId="1088214694" sldId="2147482643"/>
            <ac:spMk id="13" creationId="{E216F411-907B-94D3-AED6-5C819039F2A7}"/>
          </ac:spMkLst>
        </pc:spChg>
        <pc:spChg chg="add mod">
          <ac:chgData name="Paula Florian Julvez" userId="66ddba71-8e14-4f49-bf10-f4208c061397" providerId="ADAL" clId="{1BF8278C-0052-4AA4-B741-09404CD68A44}" dt="2025-05-13T08:47:54.562" v="1629" actId="1037"/>
          <ac:spMkLst>
            <pc:docMk/>
            <pc:sldMk cId="1088214694" sldId="2147482643"/>
            <ac:spMk id="14" creationId="{BE6954B6-149D-BBFB-73CF-7E671958DD91}"/>
          </ac:spMkLst>
        </pc:spChg>
        <pc:spChg chg="add mod">
          <ac:chgData name="Paula Florian Julvez" userId="66ddba71-8e14-4f49-bf10-f4208c061397" providerId="ADAL" clId="{1BF8278C-0052-4AA4-B741-09404CD68A44}" dt="2025-05-13T08:44:09.958" v="1466" actId="1076"/>
          <ac:spMkLst>
            <pc:docMk/>
            <pc:sldMk cId="1088214694" sldId="2147482643"/>
            <ac:spMk id="15" creationId="{96138A1D-ECF0-F333-D45C-42FEECA00526}"/>
          </ac:spMkLst>
        </pc:spChg>
        <pc:spChg chg="add mod">
          <ac:chgData name="Paula Florian Julvez" userId="66ddba71-8e14-4f49-bf10-f4208c061397" providerId="ADAL" clId="{1BF8278C-0052-4AA4-B741-09404CD68A44}" dt="2025-05-13T08:50:33.168" v="1683" actId="1036"/>
          <ac:spMkLst>
            <pc:docMk/>
            <pc:sldMk cId="1088214694" sldId="2147482643"/>
            <ac:spMk id="16" creationId="{C8F374ED-8086-631C-A8F0-5FBE70B6DCAB}"/>
          </ac:spMkLst>
        </pc:spChg>
        <pc:spChg chg="add mod">
          <ac:chgData name="Paula Florian Julvez" userId="66ddba71-8e14-4f49-bf10-f4208c061397" providerId="ADAL" clId="{1BF8278C-0052-4AA4-B741-09404CD68A44}" dt="2025-05-13T08:48:02.123" v="1652" actId="1036"/>
          <ac:spMkLst>
            <pc:docMk/>
            <pc:sldMk cId="1088214694" sldId="2147482643"/>
            <ac:spMk id="17" creationId="{F077566B-6729-ECED-4958-E88AF3AC935C}"/>
          </ac:spMkLst>
        </pc:spChg>
        <pc:spChg chg="add del mod">
          <ac:chgData name="Paula Florian Julvez" userId="66ddba71-8e14-4f49-bf10-f4208c061397" providerId="ADAL" clId="{1BF8278C-0052-4AA4-B741-09404CD68A44}" dt="2025-05-13T08:48:20.534" v="1654" actId="478"/>
          <ac:spMkLst>
            <pc:docMk/>
            <pc:sldMk cId="1088214694" sldId="2147482643"/>
            <ac:spMk id="18" creationId="{45FE1C69-29ED-690D-594D-D4E9FB2A5752}"/>
          </ac:spMkLst>
        </pc:spChg>
        <pc:spChg chg="add del mod">
          <ac:chgData name="Paula Florian Julvez" userId="66ddba71-8e14-4f49-bf10-f4208c061397" providerId="ADAL" clId="{1BF8278C-0052-4AA4-B741-09404CD68A44}" dt="2025-05-13T08:50:16.336" v="1674" actId="113"/>
          <ac:spMkLst>
            <pc:docMk/>
            <pc:sldMk cId="1088214694" sldId="2147482643"/>
            <ac:spMk id="19" creationId="{B0FE2B0C-0ACA-0F86-3E1C-245BA3CFFB6C}"/>
          </ac:spMkLst>
        </pc:spChg>
        <pc:spChg chg="add mod">
          <ac:chgData name="Paula Florian Julvez" userId="66ddba71-8e14-4f49-bf10-f4208c061397" providerId="ADAL" clId="{1BF8278C-0052-4AA4-B741-09404CD68A44}" dt="2025-05-13T08:51:22.713" v="1688" actId="113"/>
          <ac:spMkLst>
            <pc:docMk/>
            <pc:sldMk cId="1088214694" sldId="2147482643"/>
            <ac:spMk id="20" creationId="{423231E9-87D3-8108-7DA3-559848339AB5}"/>
          </ac:spMkLst>
        </pc:spChg>
        <pc:spChg chg="add mod">
          <ac:chgData name="Paula Florian Julvez" userId="66ddba71-8e14-4f49-bf10-f4208c061397" providerId="ADAL" clId="{1BF8278C-0052-4AA4-B741-09404CD68A44}" dt="2025-05-13T08:52:06.276" v="1692" actId="113"/>
          <ac:spMkLst>
            <pc:docMk/>
            <pc:sldMk cId="1088214694" sldId="2147482643"/>
            <ac:spMk id="21" creationId="{6C17FD80-E035-C719-4759-13DA017A3169}"/>
          </ac:spMkLst>
        </pc:spChg>
        <pc:spChg chg="add del mod">
          <ac:chgData name="Paula Florian Julvez" userId="66ddba71-8e14-4f49-bf10-f4208c061397" providerId="ADAL" clId="{1BF8278C-0052-4AA4-B741-09404CD68A44}" dt="2025-05-13T09:24:27.023" v="2978" actId="21"/>
          <ac:spMkLst>
            <pc:docMk/>
            <pc:sldMk cId="1088214694" sldId="2147482643"/>
            <ac:spMk id="23" creationId="{FE578AE7-7F17-F1B0-BC94-2CCF6345BDB1}"/>
          </ac:spMkLst>
        </pc:spChg>
        <pc:spChg chg="add mod">
          <ac:chgData name="Paula Florian Julvez" userId="66ddba71-8e14-4f49-bf10-f4208c061397" providerId="ADAL" clId="{1BF8278C-0052-4AA4-B741-09404CD68A44}" dt="2025-05-13T09:25:07.754" v="3113" actId="1038"/>
          <ac:spMkLst>
            <pc:docMk/>
            <pc:sldMk cId="1088214694" sldId="2147482643"/>
            <ac:spMk id="24" creationId="{1EF7D66A-69AF-A986-FDB8-FF831B459060}"/>
          </ac:spMkLst>
        </pc:spChg>
        <pc:spChg chg="add mod">
          <ac:chgData name="Paula Florian Julvez" userId="66ddba71-8e14-4f49-bf10-f4208c061397" providerId="ADAL" clId="{1BF8278C-0052-4AA4-B741-09404CD68A44}" dt="2025-05-13T09:25:07.754" v="3113" actId="1038"/>
          <ac:spMkLst>
            <pc:docMk/>
            <pc:sldMk cId="1088214694" sldId="2147482643"/>
            <ac:spMk id="26" creationId="{FE578AE7-7F17-F1B0-BC94-2CCF6345BDB1}"/>
          </ac:spMkLst>
        </pc:spChg>
        <pc:graphicFrameChg chg="add del mod">
          <ac:chgData name="Paula Florian Julvez" userId="66ddba71-8e14-4f49-bf10-f4208c061397" providerId="ADAL" clId="{1BF8278C-0052-4AA4-B741-09404CD68A44}" dt="2025-05-13T09:24:14.680" v="2975" actId="21"/>
          <ac:graphicFrameMkLst>
            <pc:docMk/>
            <pc:sldMk cId="1088214694" sldId="2147482643"/>
            <ac:graphicFrameMk id="6" creationId="{2489103E-4AE8-07EE-4C4E-6E85969257B7}"/>
          </ac:graphicFrameMkLst>
        </pc:graphicFrameChg>
        <pc:graphicFrameChg chg="add mod">
          <ac:chgData name="Paula Florian Julvez" userId="66ddba71-8e14-4f49-bf10-f4208c061397" providerId="ADAL" clId="{1BF8278C-0052-4AA4-B741-09404CD68A44}" dt="2025-05-13T09:25:07.754" v="3113" actId="1038"/>
          <ac:graphicFrameMkLst>
            <pc:docMk/>
            <pc:sldMk cId="1088214694" sldId="2147482643"/>
            <ac:graphicFrameMk id="25" creationId="{2489103E-4AE8-07EE-4C4E-6E85969257B7}"/>
          </ac:graphicFrameMkLst>
        </pc:graphicFrameChg>
        <pc:cxnChg chg="add mod">
          <ac:chgData name="Paula Florian Julvez" userId="66ddba71-8e14-4f49-bf10-f4208c061397" providerId="ADAL" clId="{1BF8278C-0052-4AA4-B741-09404CD68A44}" dt="2025-05-13T08:34:14.158" v="1311"/>
          <ac:cxnSpMkLst>
            <pc:docMk/>
            <pc:sldMk cId="1088214694" sldId="2147482643"/>
            <ac:cxnSpMk id="4" creationId="{E134FFBA-70AC-5D44-0D3F-57241339B7AD}"/>
          </ac:cxnSpMkLst>
        </pc:cxnChg>
      </pc:sldChg>
      <pc:sldChg chg="addSp delSp modSp new mod">
        <pc:chgData name="Paula Florian Julvez" userId="66ddba71-8e14-4f49-bf10-f4208c061397" providerId="ADAL" clId="{1BF8278C-0052-4AA4-B741-09404CD68A44}" dt="2025-05-13T09:21:59.602" v="2968" actId="1038"/>
        <pc:sldMkLst>
          <pc:docMk/>
          <pc:sldMk cId="940909386" sldId="2147482644"/>
        </pc:sldMkLst>
        <pc:spChg chg="add mod">
          <ac:chgData name="Paula Florian Julvez" userId="66ddba71-8e14-4f49-bf10-f4208c061397" providerId="ADAL" clId="{1BF8278C-0052-4AA4-B741-09404CD68A44}" dt="2025-05-13T08:56:35.398" v="1719"/>
          <ac:spMkLst>
            <pc:docMk/>
            <pc:sldMk cId="940909386" sldId="2147482644"/>
            <ac:spMk id="2" creationId="{E913B5BC-6051-10A3-5B71-93DB1F2FD1B6}"/>
          </ac:spMkLst>
        </pc:spChg>
        <pc:spChg chg="add mod">
          <ac:chgData name="Paula Florian Julvez" userId="66ddba71-8e14-4f49-bf10-f4208c061397" providerId="ADAL" clId="{1BF8278C-0052-4AA4-B741-09404CD68A44}" dt="2025-05-13T08:56:35.398" v="1719"/>
          <ac:spMkLst>
            <pc:docMk/>
            <pc:sldMk cId="940909386" sldId="2147482644"/>
            <ac:spMk id="3" creationId="{870CA38C-F326-82F0-0CB4-A462EB266242}"/>
          </ac:spMkLst>
        </pc:spChg>
        <pc:spChg chg="add mod">
          <ac:chgData name="Paula Florian Julvez" userId="66ddba71-8e14-4f49-bf10-f4208c061397" providerId="ADAL" clId="{1BF8278C-0052-4AA4-B741-09404CD68A44}" dt="2025-05-13T08:57:13.391" v="1722" actId="108"/>
          <ac:spMkLst>
            <pc:docMk/>
            <pc:sldMk cId="940909386" sldId="2147482644"/>
            <ac:spMk id="5" creationId="{A636516C-4885-61A3-CF92-3875DA78A747}"/>
          </ac:spMkLst>
        </pc:spChg>
        <pc:spChg chg="add mod">
          <ac:chgData name="Paula Florian Julvez" userId="66ddba71-8e14-4f49-bf10-f4208c061397" providerId="ADAL" clId="{1BF8278C-0052-4AA4-B741-09404CD68A44}" dt="2025-05-13T09:21:59.602" v="2968" actId="1038"/>
          <ac:spMkLst>
            <pc:docMk/>
            <pc:sldMk cId="940909386" sldId="2147482644"/>
            <ac:spMk id="7" creationId="{2534A84B-32C9-B87F-E159-723C9CA77C70}"/>
          </ac:spMkLst>
        </pc:spChg>
        <pc:spChg chg="add mod">
          <ac:chgData name="Paula Florian Julvez" userId="66ddba71-8e14-4f49-bf10-f4208c061397" providerId="ADAL" clId="{1BF8278C-0052-4AA4-B741-09404CD68A44}" dt="2025-05-13T09:21:59.602" v="2968" actId="1038"/>
          <ac:spMkLst>
            <pc:docMk/>
            <pc:sldMk cId="940909386" sldId="2147482644"/>
            <ac:spMk id="8" creationId="{9BE53E7B-923B-FAD9-3C4D-04F33F77A305}"/>
          </ac:spMkLst>
        </pc:spChg>
        <pc:spChg chg="add mod">
          <ac:chgData name="Paula Florian Julvez" userId="66ddba71-8e14-4f49-bf10-f4208c061397" providerId="ADAL" clId="{1BF8278C-0052-4AA4-B741-09404CD68A44}" dt="2025-05-13T09:21:59.602" v="2968" actId="1038"/>
          <ac:spMkLst>
            <pc:docMk/>
            <pc:sldMk cId="940909386" sldId="2147482644"/>
            <ac:spMk id="9" creationId="{2817E2AF-2242-5C56-A192-7FC34A60A073}"/>
          </ac:spMkLst>
        </pc:spChg>
        <pc:spChg chg="add mod">
          <ac:chgData name="Paula Florian Julvez" userId="66ddba71-8e14-4f49-bf10-f4208c061397" providerId="ADAL" clId="{1BF8278C-0052-4AA4-B741-09404CD68A44}" dt="2025-05-13T09:21:59.602" v="2968" actId="1038"/>
          <ac:spMkLst>
            <pc:docMk/>
            <pc:sldMk cId="940909386" sldId="2147482644"/>
            <ac:spMk id="10" creationId="{86AC6227-8582-810F-7B0D-6B15D047AA4C}"/>
          </ac:spMkLst>
        </pc:spChg>
        <pc:spChg chg="add mod">
          <ac:chgData name="Paula Florian Julvez" userId="66ddba71-8e14-4f49-bf10-f4208c061397" providerId="ADAL" clId="{1BF8278C-0052-4AA4-B741-09404CD68A44}" dt="2025-05-13T09:21:59.602" v="2968" actId="1038"/>
          <ac:spMkLst>
            <pc:docMk/>
            <pc:sldMk cId="940909386" sldId="2147482644"/>
            <ac:spMk id="11" creationId="{688DAD38-DFAA-32DF-35D7-0E29717F4141}"/>
          </ac:spMkLst>
        </pc:spChg>
        <pc:spChg chg="add mod">
          <ac:chgData name="Paula Florian Julvez" userId="66ddba71-8e14-4f49-bf10-f4208c061397" providerId="ADAL" clId="{1BF8278C-0052-4AA4-B741-09404CD68A44}" dt="2025-05-13T09:21:59.602" v="2968" actId="1038"/>
          <ac:spMkLst>
            <pc:docMk/>
            <pc:sldMk cId="940909386" sldId="2147482644"/>
            <ac:spMk id="12" creationId="{6904EE29-C7EC-C0C3-3A59-197E48671F80}"/>
          </ac:spMkLst>
        </pc:spChg>
        <pc:spChg chg="add del mod">
          <ac:chgData name="Paula Florian Julvez" userId="66ddba71-8e14-4f49-bf10-f4208c061397" providerId="ADAL" clId="{1BF8278C-0052-4AA4-B741-09404CD68A44}" dt="2025-05-13T09:18:53.288" v="2772" actId="21"/>
          <ac:spMkLst>
            <pc:docMk/>
            <pc:sldMk cId="940909386" sldId="2147482644"/>
            <ac:spMk id="14" creationId="{7353A8AD-1D1A-5BC1-E1B0-62874909C30B}"/>
          </ac:spMkLst>
        </pc:spChg>
        <pc:spChg chg="add del mod">
          <ac:chgData name="Paula Florian Julvez" userId="66ddba71-8e14-4f49-bf10-f4208c061397" providerId="ADAL" clId="{1BF8278C-0052-4AA4-B741-09404CD68A44}" dt="2025-05-13T09:19:56.830" v="2885" actId="21"/>
          <ac:spMkLst>
            <pc:docMk/>
            <pc:sldMk cId="940909386" sldId="2147482644"/>
            <ac:spMk id="17" creationId="{331F2D20-042C-ACE5-9DB2-5DC0799C06D4}"/>
          </ac:spMkLst>
        </pc:spChg>
        <pc:spChg chg="add mod">
          <ac:chgData name="Paula Florian Julvez" userId="66ddba71-8e14-4f49-bf10-f4208c061397" providerId="ADAL" clId="{1BF8278C-0052-4AA4-B741-09404CD68A44}" dt="2025-05-13T09:21:45.489" v="2945" actId="1038"/>
          <ac:spMkLst>
            <pc:docMk/>
            <pc:sldMk cId="940909386" sldId="2147482644"/>
            <ac:spMk id="19" creationId="{17AD020C-4B8F-228E-6FE4-67AD62B1A8CE}"/>
          </ac:spMkLst>
        </pc:spChg>
        <pc:spChg chg="add del">
          <ac:chgData name="Paula Florian Julvez" userId="66ddba71-8e14-4f49-bf10-f4208c061397" providerId="ADAL" clId="{1BF8278C-0052-4AA4-B741-09404CD68A44}" dt="2025-05-13T09:17:45.077" v="2762" actId="11529"/>
          <ac:spMkLst>
            <pc:docMk/>
            <pc:sldMk cId="940909386" sldId="2147482644"/>
            <ac:spMk id="20" creationId="{D1401D04-8860-182A-6C6D-6B6E19C29730}"/>
          </ac:spMkLst>
        </pc:spChg>
        <pc:spChg chg="add del">
          <ac:chgData name="Paula Florian Julvez" userId="66ddba71-8e14-4f49-bf10-f4208c061397" providerId="ADAL" clId="{1BF8278C-0052-4AA4-B741-09404CD68A44}" dt="2025-05-13T09:17:59.439" v="2764" actId="478"/>
          <ac:spMkLst>
            <pc:docMk/>
            <pc:sldMk cId="940909386" sldId="2147482644"/>
            <ac:spMk id="21" creationId="{BEF0CDD4-4311-B7BE-2CE4-E960A5F7D59E}"/>
          </ac:spMkLst>
        </pc:spChg>
        <pc:spChg chg="add mod">
          <ac:chgData name="Paula Florian Julvez" userId="66ddba71-8e14-4f49-bf10-f4208c061397" providerId="ADAL" clId="{1BF8278C-0052-4AA4-B741-09404CD68A44}" dt="2025-05-13T09:21:45.489" v="2945" actId="1038"/>
          <ac:spMkLst>
            <pc:docMk/>
            <pc:sldMk cId="940909386" sldId="2147482644"/>
            <ac:spMk id="22" creationId="{9DB4DBCF-75E7-8DB0-CFC6-0CE08779008D}"/>
          </ac:spMkLst>
        </pc:spChg>
        <pc:spChg chg="add mod">
          <ac:chgData name="Paula Florian Julvez" userId="66ddba71-8e14-4f49-bf10-f4208c061397" providerId="ADAL" clId="{1BF8278C-0052-4AA4-B741-09404CD68A44}" dt="2025-05-13T09:21:45.489" v="2945" actId="1038"/>
          <ac:spMkLst>
            <pc:docMk/>
            <pc:sldMk cId="940909386" sldId="2147482644"/>
            <ac:spMk id="24" creationId="{7353A8AD-1D1A-5BC1-E1B0-62874909C30B}"/>
          </ac:spMkLst>
        </pc:spChg>
        <pc:spChg chg="add mod">
          <ac:chgData name="Paula Florian Julvez" userId="66ddba71-8e14-4f49-bf10-f4208c061397" providerId="ADAL" clId="{1BF8278C-0052-4AA4-B741-09404CD68A44}" dt="2025-05-13T09:21:45.489" v="2945" actId="1038"/>
          <ac:spMkLst>
            <pc:docMk/>
            <pc:sldMk cId="940909386" sldId="2147482644"/>
            <ac:spMk id="25" creationId="{54A95005-1F90-B072-4C08-1C5F47DD9089}"/>
          </ac:spMkLst>
        </pc:spChg>
        <pc:spChg chg="add mod">
          <ac:chgData name="Paula Florian Julvez" userId="66ddba71-8e14-4f49-bf10-f4208c061397" providerId="ADAL" clId="{1BF8278C-0052-4AA4-B741-09404CD68A44}" dt="2025-05-13T09:21:45.489" v="2945" actId="1038"/>
          <ac:spMkLst>
            <pc:docMk/>
            <pc:sldMk cId="940909386" sldId="2147482644"/>
            <ac:spMk id="26" creationId="{331F2D20-042C-ACE5-9DB2-5DC0799C06D4}"/>
          </ac:spMkLst>
        </pc:spChg>
        <pc:graphicFrameChg chg="add del mod">
          <ac:chgData name="Paula Florian Julvez" userId="66ddba71-8e14-4f49-bf10-f4208c061397" providerId="ADAL" clId="{1BF8278C-0052-4AA4-B741-09404CD68A44}" dt="2025-05-13T09:18:39.646" v="2769" actId="21"/>
          <ac:graphicFrameMkLst>
            <pc:docMk/>
            <pc:sldMk cId="940909386" sldId="2147482644"/>
            <ac:graphicFrameMk id="6" creationId="{E2D1F3E9-9408-6BEB-5477-54D3754E0B1B}"/>
          </ac:graphicFrameMkLst>
        </pc:graphicFrameChg>
        <pc:graphicFrameChg chg="add del mod">
          <ac:chgData name="Paula Florian Julvez" userId="66ddba71-8e14-4f49-bf10-f4208c061397" providerId="ADAL" clId="{1BF8278C-0052-4AA4-B741-09404CD68A44}" dt="2025-05-13T09:20:07.740" v="2888" actId="21"/>
          <ac:graphicFrameMkLst>
            <pc:docMk/>
            <pc:sldMk cId="940909386" sldId="2147482644"/>
            <ac:graphicFrameMk id="15" creationId="{137CD181-608B-D2A2-A044-C825B4736761}"/>
          </ac:graphicFrameMkLst>
        </pc:graphicFrameChg>
        <pc:graphicFrameChg chg="add mod">
          <ac:chgData name="Paula Florian Julvez" userId="66ddba71-8e14-4f49-bf10-f4208c061397" providerId="ADAL" clId="{1BF8278C-0052-4AA4-B741-09404CD68A44}" dt="2025-05-13T09:21:45.489" v="2945" actId="1038"/>
          <ac:graphicFrameMkLst>
            <pc:docMk/>
            <pc:sldMk cId="940909386" sldId="2147482644"/>
            <ac:graphicFrameMk id="23" creationId="{E2D1F3E9-9408-6BEB-5477-54D3754E0B1B}"/>
          </ac:graphicFrameMkLst>
        </pc:graphicFrameChg>
        <pc:graphicFrameChg chg="add mod">
          <ac:chgData name="Paula Florian Julvez" userId="66ddba71-8e14-4f49-bf10-f4208c061397" providerId="ADAL" clId="{1BF8278C-0052-4AA4-B741-09404CD68A44}" dt="2025-05-13T09:21:45.489" v="2945" actId="1038"/>
          <ac:graphicFrameMkLst>
            <pc:docMk/>
            <pc:sldMk cId="940909386" sldId="2147482644"/>
            <ac:graphicFrameMk id="27" creationId="{137CD181-608B-D2A2-A044-C825B4736761}"/>
          </ac:graphicFrameMkLst>
        </pc:graphicFrameChg>
        <pc:cxnChg chg="add mod">
          <ac:chgData name="Paula Florian Julvez" userId="66ddba71-8e14-4f49-bf10-f4208c061397" providerId="ADAL" clId="{1BF8278C-0052-4AA4-B741-09404CD68A44}" dt="2025-05-13T08:56:52.583" v="1720"/>
          <ac:cxnSpMkLst>
            <pc:docMk/>
            <pc:sldMk cId="940909386" sldId="2147482644"/>
            <ac:cxnSpMk id="4" creationId="{CC33044D-903B-6597-137E-9D01A00442DA}"/>
          </ac:cxnSpMkLst>
        </pc:cxnChg>
      </pc:sldChg>
      <pc:sldChg chg="add del">
        <pc:chgData name="Paula Florian Julvez" userId="66ddba71-8e14-4f49-bf10-f4208c061397" providerId="ADAL" clId="{1BF8278C-0052-4AA4-B741-09404CD68A44}" dt="2025-05-13T09:22:12.398" v="2969" actId="2696"/>
        <pc:sldMkLst>
          <pc:docMk/>
          <pc:sldMk cId="749385340" sldId="2147482645"/>
        </pc:sldMkLst>
      </pc:sldChg>
      <pc:sldChg chg="addSp delSp modSp new mod">
        <pc:chgData name="Paula Florian Julvez" userId="66ddba71-8e14-4f49-bf10-f4208c061397" providerId="ADAL" clId="{1BF8278C-0052-4AA4-B741-09404CD68A44}" dt="2025-05-13T09:38:53.745" v="3428" actId="207"/>
        <pc:sldMkLst>
          <pc:docMk/>
          <pc:sldMk cId="2677786426" sldId="2147482645"/>
        </pc:sldMkLst>
        <pc:spChg chg="add mod">
          <ac:chgData name="Paula Florian Julvez" userId="66ddba71-8e14-4f49-bf10-f4208c061397" providerId="ADAL" clId="{1BF8278C-0052-4AA4-B741-09404CD68A44}" dt="2025-05-13T09:26:05.178" v="3130" actId="20577"/>
          <ac:spMkLst>
            <pc:docMk/>
            <pc:sldMk cId="2677786426" sldId="2147482645"/>
            <ac:spMk id="3" creationId="{C09AF128-B1C7-A069-C17D-0BC7880569EE}"/>
          </ac:spMkLst>
        </pc:spChg>
        <pc:spChg chg="add mod">
          <ac:chgData name="Paula Florian Julvez" userId="66ddba71-8e14-4f49-bf10-f4208c061397" providerId="ADAL" clId="{1BF8278C-0052-4AA4-B741-09404CD68A44}" dt="2025-05-13T09:22:45.580" v="2972"/>
          <ac:spMkLst>
            <pc:docMk/>
            <pc:sldMk cId="2677786426" sldId="2147482645"/>
            <ac:spMk id="4" creationId="{07306DAE-214C-679E-534F-5D4C276849CE}"/>
          </ac:spMkLst>
        </pc:spChg>
        <pc:spChg chg="add del mod">
          <ac:chgData name="Paula Florian Julvez" userId="66ddba71-8e14-4f49-bf10-f4208c061397" providerId="ADAL" clId="{1BF8278C-0052-4AA4-B741-09404CD68A44}" dt="2025-05-13T09:37:06.196" v="3338" actId="21"/>
          <ac:spMkLst>
            <pc:docMk/>
            <pc:sldMk cId="2677786426" sldId="2147482645"/>
            <ac:spMk id="6" creationId="{A59D40A8-77DB-2B9F-AE36-7DD98195D866}"/>
          </ac:spMkLst>
        </pc:spChg>
        <pc:spChg chg="add del">
          <ac:chgData name="Paula Florian Julvez" userId="66ddba71-8e14-4f49-bf10-f4208c061397" providerId="ADAL" clId="{1BF8278C-0052-4AA4-B741-09404CD68A44}" dt="2025-05-13T09:30:45.075" v="3139" actId="22"/>
          <ac:spMkLst>
            <pc:docMk/>
            <pc:sldMk cId="2677786426" sldId="2147482645"/>
            <ac:spMk id="9" creationId="{CA0F2AE5-3C9E-A68E-5CF0-CBBB6E86C1F5}"/>
          </ac:spMkLst>
        </pc:spChg>
        <pc:spChg chg="add mod">
          <ac:chgData name="Paula Florian Julvez" userId="66ddba71-8e14-4f49-bf10-f4208c061397" providerId="ADAL" clId="{1BF8278C-0052-4AA4-B741-09404CD68A44}" dt="2025-05-13T09:38:53.745" v="3428" actId="207"/>
          <ac:spMkLst>
            <pc:docMk/>
            <pc:sldMk cId="2677786426" sldId="2147482645"/>
            <ac:spMk id="10" creationId="{A359D692-D788-36EB-FB68-1D3ECBE815F4}"/>
          </ac:spMkLst>
        </pc:spChg>
        <pc:spChg chg="add mod">
          <ac:chgData name="Paula Florian Julvez" userId="66ddba71-8e14-4f49-bf10-f4208c061397" providerId="ADAL" clId="{1BF8278C-0052-4AA4-B741-09404CD68A44}" dt="2025-05-13T09:37:32.831" v="3416" actId="1036"/>
          <ac:spMkLst>
            <pc:docMk/>
            <pc:sldMk cId="2677786426" sldId="2147482645"/>
            <ac:spMk id="11" creationId="{A7322450-DE75-1B87-BE1F-BFFD655B69EA}"/>
          </ac:spMkLst>
        </pc:spChg>
        <pc:spChg chg="mod">
          <ac:chgData name="Paula Florian Julvez" userId="66ddba71-8e14-4f49-bf10-f4208c061397" providerId="ADAL" clId="{1BF8278C-0052-4AA4-B741-09404CD68A44}" dt="2025-05-13T09:38:53.745" v="3428" actId="207"/>
          <ac:spMkLst>
            <pc:docMk/>
            <pc:sldMk cId="2677786426" sldId="2147482645"/>
            <ac:spMk id="12" creationId="{E2695CDA-DAE8-99C7-09F5-EBC21708C5A8}"/>
          </ac:spMkLst>
        </pc:spChg>
        <pc:spChg chg="add mod">
          <ac:chgData name="Paula Florian Julvez" userId="66ddba71-8e14-4f49-bf10-f4208c061397" providerId="ADAL" clId="{1BF8278C-0052-4AA4-B741-09404CD68A44}" dt="2025-05-13T09:37:32.831" v="3416" actId="1036"/>
          <ac:spMkLst>
            <pc:docMk/>
            <pc:sldMk cId="2677786426" sldId="2147482645"/>
            <ac:spMk id="13" creationId="{58FE647B-27C7-6F15-C52E-9B406BEB8A23}"/>
          </ac:spMkLst>
        </pc:spChg>
        <pc:spChg chg="add del mod">
          <ac:chgData name="Paula Florian Julvez" userId="66ddba71-8e14-4f49-bf10-f4208c061397" providerId="ADAL" clId="{1BF8278C-0052-4AA4-B741-09404CD68A44}" dt="2025-05-13T09:33:50.882" v="3161" actId="478"/>
          <ac:spMkLst>
            <pc:docMk/>
            <pc:sldMk cId="2677786426" sldId="2147482645"/>
            <ac:spMk id="14" creationId="{DFAB5D0A-358F-1D7E-87F2-C70E9E574CE3}"/>
          </ac:spMkLst>
        </pc:spChg>
        <pc:spChg chg="mod">
          <ac:chgData name="Paula Florian Julvez" userId="66ddba71-8e14-4f49-bf10-f4208c061397" providerId="ADAL" clId="{1BF8278C-0052-4AA4-B741-09404CD68A44}" dt="2025-05-13T09:32:02.974" v="3148" actId="108"/>
          <ac:spMkLst>
            <pc:docMk/>
            <pc:sldMk cId="2677786426" sldId="2147482645"/>
            <ac:spMk id="15" creationId="{448D2CE0-E6AF-17AA-A810-90A98130E37B}"/>
          </ac:spMkLst>
        </pc:spChg>
        <pc:spChg chg="add mod">
          <ac:chgData name="Paula Florian Julvez" userId="66ddba71-8e14-4f49-bf10-f4208c061397" providerId="ADAL" clId="{1BF8278C-0052-4AA4-B741-09404CD68A44}" dt="2025-05-13T09:38:53.745" v="3428" actId="207"/>
          <ac:spMkLst>
            <pc:docMk/>
            <pc:sldMk cId="2677786426" sldId="2147482645"/>
            <ac:spMk id="16" creationId="{6561249E-057A-17D9-7279-193585A3FAAB}"/>
          </ac:spMkLst>
        </pc:spChg>
        <pc:spChg chg="add mod">
          <ac:chgData name="Paula Florian Julvez" userId="66ddba71-8e14-4f49-bf10-f4208c061397" providerId="ADAL" clId="{1BF8278C-0052-4AA4-B741-09404CD68A44}" dt="2025-05-13T09:37:32.831" v="3416" actId="1036"/>
          <ac:spMkLst>
            <pc:docMk/>
            <pc:sldMk cId="2677786426" sldId="2147482645"/>
            <ac:spMk id="17" creationId="{59DD738D-2C9C-A410-F24E-215946C284B0}"/>
          </ac:spMkLst>
        </pc:spChg>
        <pc:spChg chg="add mod">
          <ac:chgData name="Paula Florian Julvez" userId="66ddba71-8e14-4f49-bf10-f4208c061397" providerId="ADAL" clId="{1BF8278C-0052-4AA4-B741-09404CD68A44}" dt="2025-05-13T09:38:53.745" v="3428" actId="207"/>
          <ac:spMkLst>
            <pc:docMk/>
            <pc:sldMk cId="2677786426" sldId="2147482645"/>
            <ac:spMk id="18" creationId="{53F37FC6-76D4-411B-52BA-7DACAB053E6B}"/>
          </ac:spMkLst>
        </pc:spChg>
        <pc:spChg chg="add mod">
          <ac:chgData name="Paula Florian Julvez" userId="66ddba71-8e14-4f49-bf10-f4208c061397" providerId="ADAL" clId="{1BF8278C-0052-4AA4-B741-09404CD68A44}" dt="2025-05-13T09:37:32.831" v="3416" actId="1036"/>
          <ac:spMkLst>
            <pc:docMk/>
            <pc:sldMk cId="2677786426" sldId="2147482645"/>
            <ac:spMk id="19" creationId="{7BCFCBCD-57A8-148D-84C3-C0CAE3029199}"/>
          </ac:spMkLst>
        </pc:spChg>
        <pc:spChg chg="add mod">
          <ac:chgData name="Paula Florian Julvez" userId="66ddba71-8e14-4f49-bf10-f4208c061397" providerId="ADAL" clId="{1BF8278C-0052-4AA4-B741-09404CD68A44}" dt="2025-05-13T09:38:53.745" v="3428" actId="207"/>
          <ac:spMkLst>
            <pc:docMk/>
            <pc:sldMk cId="2677786426" sldId="2147482645"/>
            <ac:spMk id="20" creationId="{5EC41C84-000C-7EDD-B425-6AC14FAD9249}"/>
          </ac:spMkLst>
        </pc:spChg>
        <pc:spChg chg="add mod">
          <ac:chgData name="Paula Florian Julvez" userId="66ddba71-8e14-4f49-bf10-f4208c061397" providerId="ADAL" clId="{1BF8278C-0052-4AA4-B741-09404CD68A44}" dt="2025-05-13T09:37:32.831" v="3416" actId="1036"/>
          <ac:spMkLst>
            <pc:docMk/>
            <pc:sldMk cId="2677786426" sldId="2147482645"/>
            <ac:spMk id="21" creationId="{6F19B3B1-9FC6-0682-F7BC-DCD004791C14}"/>
          </ac:spMkLst>
        </pc:spChg>
        <pc:spChg chg="add del mod">
          <ac:chgData name="Paula Florian Julvez" userId="66ddba71-8e14-4f49-bf10-f4208c061397" providerId="ADAL" clId="{1BF8278C-0052-4AA4-B741-09404CD68A44}" dt="2025-05-13T09:36:00.433" v="3330" actId="478"/>
          <ac:spMkLst>
            <pc:docMk/>
            <pc:sldMk cId="2677786426" sldId="2147482645"/>
            <ac:spMk id="22" creationId="{08F6310D-3BF6-EBF7-BEC6-4E43FD2A644D}"/>
          </ac:spMkLst>
        </pc:spChg>
        <pc:spChg chg="add del mod">
          <ac:chgData name="Paula Florian Julvez" userId="66ddba71-8e14-4f49-bf10-f4208c061397" providerId="ADAL" clId="{1BF8278C-0052-4AA4-B741-09404CD68A44}" dt="2025-05-13T09:33:50.882" v="3161" actId="478"/>
          <ac:spMkLst>
            <pc:docMk/>
            <pc:sldMk cId="2677786426" sldId="2147482645"/>
            <ac:spMk id="23" creationId="{353F3AC0-F8DE-77EA-F938-15040C748DA8}"/>
          </ac:spMkLst>
        </pc:spChg>
        <pc:spChg chg="add mod">
          <ac:chgData name="Paula Florian Julvez" userId="66ddba71-8e14-4f49-bf10-f4208c061397" providerId="ADAL" clId="{1BF8278C-0052-4AA4-B741-09404CD68A44}" dt="2025-05-13T09:38:53.745" v="3428" actId="207"/>
          <ac:spMkLst>
            <pc:docMk/>
            <pc:sldMk cId="2677786426" sldId="2147482645"/>
            <ac:spMk id="24" creationId="{8F0CBD9F-63A4-07E0-CCC7-80619D9D5A8F}"/>
          </ac:spMkLst>
        </pc:spChg>
        <pc:graphicFrameChg chg="add mod">
          <ac:chgData name="Paula Florian Julvez" userId="66ddba71-8e14-4f49-bf10-f4208c061397" providerId="ADAL" clId="{1BF8278C-0052-4AA4-B741-09404CD68A44}" dt="2025-05-13T09:22:35.588" v="2971"/>
          <ac:graphicFrameMkLst>
            <pc:docMk/>
            <pc:sldMk cId="2677786426" sldId="2147482645"/>
            <ac:graphicFrameMk id="2" creationId="{A9629E0F-4B5C-9899-66CB-12E17E836610}"/>
          </ac:graphicFrameMkLst>
        </pc:graphicFrameChg>
        <pc:picChg chg="add del mod">
          <ac:chgData name="Paula Florian Julvez" userId="66ddba71-8e14-4f49-bf10-f4208c061397" providerId="ADAL" clId="{1BF8278C-0052-4AA4-B741-09404CD68A44}" dt="2025-05-13T09:37:06.196" v="3338" actId="21"/>
          <ac:picMkLst>
            <pc:docMk/>
            <pc:sldMk cId="2677786426" sldId="2147482645"/>
            <ac:picMk id="7" creationId="{C4CD8258-999F-C295-7231-6F950859021C}"/>
          </ac:picMkLst>
        </pc:picChg>
        <pc:cxnChg chg="add mod">
          <ac:chgData name="Paula Florian Julvez" userId="66ddba71-8e14-4f49-bf10-f4208c061397" providerId="ADAL" clId="{1BF8278C-0052-4AA4-B741-09404CD68A44}" dt="2025-05-13T09:22:45.580" v="2972"/>
          <ac:cxnSpMkLst>
            <pc:docMk/>
            <pc:sldMk cId="2677786426" sldId="2147482645"/>
            <ac:cxnSpMk id="5" creationId="{7B21C956-EC87-75C3-8A88-5B24632FB181}"/>
          </ac:cxnSpMkLst>
        </pc:cxnChg>
      </pc:sldChg>
      <pc:sldChg chg="addSp delSp modSp new add del mod">
        <pc:chgData name="Paula Florian Julvez" userId="66ddba71-8e14-4f49-bf10-f4208c061397" providerId="ADAL" clId="{1BF8278C-0052-4AA4-B741-09404CD68A44}" dt="2025-05-13T09:55:19.594" v="3752" actId="20577"/>
        <pc:sldMkLst>
          <pc:docMk/>
          <pc:sldMk cId="1002626331" sldId="2147482646"/>
        </pc:sldMkLst>
        <pc:spChg chg="add mod">
          <ac:chgData name="Paula Florian Julvez" userId="66ddba71-8e14-4f49-bf10-f4208c061397" providerId="ADAL" clId="{1BF8278C-0052-4AA4-B741-09404CD68A44}" dt="2025-05-13T09:55:19.594" v="3752" actId="20577"/>
          <ac:spMkLst>
            <pc:docMk/>
            <pc:sldMk cId="1002626331" sldId="2147482646"/>
            <ac:spMk id="2" creationId="{EBE1B5BF-7B27-6636-FC6D-6FAE2411E8DB}"/>
          </ac:spMkLst>
        </pc:spChg>
        <pc:spChg chg="add mod">
          <ac:chgData name="Paula Florian Julvez" userId="66ddba71-8e14-4f49-bf10-f4208c061397" providerId="ADAL" clId="{1BF8278C-0052-4AA4-B741-09404CD68A44}" dt="2025-05-13T09:39:10.133" v="3429"/>
          <ac:spMkLst>
            <pc:docMk/>
            <pc:sldMk cId="1002626331" sldId="2147482646"/>
            <ac:spMk id="3" creationId="{14711D74-9C3D-05C9-FB6D-85991DB3A784}"/>
          </ac:spMkLst>
        </pc:spChg>
        <pc:spChg chg="add mod">
          <ac:chgData name="Paula Florian Julvez" userId="66ddba71-8e14-4f49-bf10-f4208c061397" providerId="ADAL" clId="{1BF8278C-0052-4AA4-B741-09404CD68A44}" dt="2025-05-13T09:46:29.803" v="3620" actId="1035"/>
          <ac:spMkLst>
            <pc:docMk/>
            <pc:sldMk cId="1002626331" sldId="2147482646"/>
            <ac:spMk id="6" creationId="{A59D40A8-77DB-2B9F-AE36-7DD98195D866}"/>
          </ac:spMkLst>
        </pc:spChg>
        <pc:spChg chg="add mod">
          <ac:chgData name="Paula Florian Julvez" userId="66ddba71-8e14-4f49-bf10-f4208c061397" providerId="ADAL" clId="{1BF8278C-0052-4AA4-B741-09404CD68A44}" dt="2025-05-13T09:46:29.803" v="3620" actId="1035"/>
          <ac:spMkLst>
            <pc:docMk/>
            <pc:sldMk cId="1002626331" sldId="2147482646"/>
            <ac:spMk id="8" creationId="{311EC250-4133-0FFF-00E1-B6D60E34E7AF}"/>
          </ac:spMkLst>
        </pc:spChg>
        <pc:spChg chg="add del mod">
          <ac:chgData name="Paula Florian Julvez" userId="66ddba71-8e14-4f49-bf10-f4208c061397" providerId="ADAL" clId="{1BF8278C-0052-4AA4-B741-09404CD68A44}" dt="2025-05-13T09:45:31.455" v="3542" actId="21"/>
          <ac:spMkLst>
            <pc:docMk/>
            <pc:sldMk cId="1002626331" sldId="2147482646"/>
            <ac:spMk id="9" creationId="{6642ED58-D5F8-F737-B489-CA0DDF006FA0}"/>
          </ac:spMkLst>
        </pc:spChg>
        <pc:spChg chg="add mod">
          <ac:chgData name="Paula Florian Julvez" userId="66ddba71-8e14-4f49-bf10-f4208c061397" providerId="ADAL" clId="{1BF8278C-0052-4AA4-B741-09404CD68A44}" dt="2025-05-13T09:46:29.803" v="3620" actId="1035"/>
          <ac:spMkLst>
            <pc:docMk/>
            <pc:sldMk cId="1002626331" sldId="2147482646"/>
            <ac:spMk id="10" creationId="{16B44EDF-45C7-DDFB-6A3A-6F2FC3DC7C20}"/>
          </ac:spMkLst>
        </pc:spChg>
        <pc:spChg chg="add mod">
          <ac:chgData name="Paula Florian Julvez" userId="66ddba71-8e14-4f49-bf10-f4208c061397" providerId="ADAL" clId="{1BF8278C-0052-4AA4-B741-09404CD68A44}" dt="2025-05-13T09:48:18.362" v="3638" actId="113"/>
          <ac:spMkLst>
            <pc:docMk/>
            <pc:sldMk cId="1002626331" sldId="2147482646"/>
            <ac:spMk id="11" creationId="{6642ED58-D5F8-F737-B489-CA0DDF006FA0}"/>
          </ac:spMkLst>
        </pc:spChg>
        <pc:picChg chg="add mod">
          <ac:chgData name="Paula Florian Julvez" userId="66ddba71-8e14-4f49-bf10-f4208c061397" providerId="ADAL" clId="{1BF8278C-0052-4AA4-B741-09404CD68A44}" dt="2025-05-13T09:48:27.914" v="3640" actId="1076"/>
          <ac:picMkLst>
            <pc:docMk/>
            <pc:sldMk cId="1002626331" sldId="2147482646"/>
            <ac:picMk id="7" creationId="{C4CD8258-999F-C295-7231-6F950859021C}"/>
          </ac:picMkLst>
        </pc:picChg>
        <pc:cxnChg chg="add mod">
          <ac:chgData name="Paula Florian Julvez" userId="66ddba71-8e14-4f49-bf10-f4208c061397" providerId="ADAL" clId="{1BF8278C-0052-4AA4-B741-09404CD68A44}" dt="2025-05-13T09:39:16.439" v="3430"/>
          <ac:cxnSpMkLst>
            <pc:docMk/>
            <pc:sldMk cId="1002626331" sldId="2147482646"/>
            <ac:cxnSpMk id="4" creationId="{6B5905A5-E583-CD25-9D55-CA7826AA6B49}"/>
          </ac:cxnSpMkLst>
        </pc:cxnChg>
      </pc:sldChg>
      <pc:sldChg chg="addSp delSp modSp add mod">
        <pc:chgData name="Paula Florian Julvez" userId="66ddba71-8e14-4f49-bf10-f4208c061397" providerId="ADAL" clId="{1BF8278C-0052-4AA4-B741-09404CD68A44}" dt="2025-05-13T09:57:25.093" v="3800" actId="1076"/>
        <pc:sldMkLst>
          <pc:docMk/>
          <pc:sldMk cId="1325635042" sldId="2147482647"/>
        </pc:sldMkLst>
        <pc:spChg chg="mod">
          <ac:chgData name="Paula Florian Julvez" userId="66ddba71-8e14-4f49-bf10-f4208c061397" providerId="ADAL" clId="{1BF8278C-0052-4AA4-B741-09404CD68A44}" dt="2025-05-13T09:55:58.447" v="3756" actId="108"/>
          <ac:spMkLst>
            <pc:docMk/>
            <pc:sldMk cId="1325635042" sldId="2147482647"/>
            <ac:spMk id="2" creationId="{0F307543-C945-E142-3E1D-125DF7CB598C}"/>
          </ac:spMkLst>
        </pc:spChg>
        <pc:spChg chg="add del mod">
          <ac:chgData name="Paula Florian Julvez" userId="66ddba71-8e14-4f49-bf10-f4208c061397" providerId="ADAL" clId="{1BF8278C-0052-4AA4-B741-09404CD68A44}" dt="2025-05-13T09:52:26.432" v="3673" actId="478"/>
          <ac:spMkLst>
            <pc:docMk/>
            <pc:sldMk cId="1325635042" sldId="2147482647"/>
            <ac:spMk id="5" creationId="{5655796C-24A6-88C9-88D4-BD543089EACC}"/>
          </ac:spMkLst>
        </pc:spChg>
        <pc:spChg chg="del">
          <ac:chgData name="Paula Florian Julvez" userId="66ddba71-8e14-4f49-bf10-f4208c061397" providerId="ADAL" clId="{1BF8278C-0052-4AA4-B741-09404CD68A44}" dt="2025-05-13T09:49:24.211" v="3646" actId="478"/>
          <ac:spMkLst>
            <pc:docMk/>
            <pc:sldMk cId="1325635042" sldId="2147482647"/>
            <ac:spMk id="6" creationId="{30FB6E1C-801E-DFD0-D5B9-E09C0CC3A7EC}"/>
          </ac:spMkLst>
        </pc:spChg>
        <pc:spChg chg="del">
          <ac:chgData name="Paula Florian Julvez" userId="66ddba71-8e14-4f49-bf10-f4208c061397" providerId="ADAL" clId="{1BF8278C-0052-4AA4-B741-09404CD68A44}" dt="2025-05-13T09:49:24.211" v="3646" actId="478"/>
          <ac:spMkLst>
            <pc:docMk/>
            <pc:sldMk cId="1325635042" sldId="2147482647"/>
            <ac:spMk id="8" creationId="{784DD5DF-F550-715B-691D-6DAD2BA96169}"/>
          </ac:spMkLst>
        </pc:spChg>
        <pc:spChg chg="add del mod">
          <ac:chgData name="Paula Florian Julvez" userId="66ddba71-8e14-4f49-bf10-f4208c061397" providerId="ADAL" clId="{1BF8278C-0052-4AA4-B741-09404CD68A44}" dt="2025-05-13T09:50:36.290" v="3655" actId="478"/>
          <ac:spMkLst>
            <pc:docMk/>
            <pc:sldMk cId="1325635042" sldId="2147482647"/>
            <ac:spMk id="9" creationId="{B72DF38A-75C3-99DE-14A1-597368B52366}"/>
          </ac:spMkLst>
        </pc:spChg>
        <pc:spChg chg="mod">
          <ac:chgData name="Paula Florian Julvez" userId="66ddba71-8e14-4f49-bf10-f4208c061397" providerId="ADAL" clId="{1BF8278C-0052-4AA4-B741-09404CD68A44}" dt="2025-05-13T09:53:02.651" v="3717" actId="1037"/>
          <ac:spMkLst>
            <pc:docMk/>
            <pc:sldMk cId="1325635042" sldId="2147482647"/>
            <ac:spMk id="10" creationId="{59AFD40E-19A6-CE29-9BF7-48E930FD2971}"/>
          </ac:spMkLst>
        </pc:spChg>
        <pc:spChg chg="del mod">
          <ac:chgData name="Paula Florian Julvez" userId="66ddba71-8e14-4f49-bf10-f4208c061397" providerId="ADAL" clId="{1BF8278C-0052-4AA4-B741-09404CD68A44}" dt="2025-05-13T09:50:10.802" v="3650" actId="478"/>
          <ac:spMkLst>
            <pc:docMk/>
            <pc:sldMk cId="1325635042" sldId="2147482647"/>
            <ac:spMk id="11" creationId="{8C910896-9369-DA86-04D7-D4F8E12EC7B1}"/>
          </ac:spMkLst>
        </pc:spChg>
        <pc:spChg chg="add mod">
          <ac:chgData name="Paula Florian Julvez" userId="66ddba71-8e14-4f49-bf10-f4208c061397" providerId="ADAL" clId="{1BF8278C-0052-4AA4-B741-09404CD68A44}" dt="2025-05-13T09:56:28.196" v="3770" actId="20577"/>
          <ac:spMkLst>
            <pc:docMk/>
            <pc:sldMk cId="1325635042" sldId="2147482647"/>
            <ac:spMk id="12" creationId="{96FC11E6-0638-4F61-3C5F-6144A782433A}"/>
          </ac:spMkLst>
        </pc:spChg>
        <pc:spChg chg="add del mod">
          <ac:chgData name="Paula Florian Julvez" userId="66ddba71-8e14-4f49-bf10-f4208c061397" providerId="ADAL" clId="{1BF8278C-0052-4AA4-B741-09404CD68A44}" dt="2025-05-13T09:51:36.413" v="3661" actId="21"/>
          <ac:spMkLst>
            <pc:docMk/>
            <pc:sldMk cId="1325635042" sldId="2147482647"/>
            <ac:spMk id="13" creationId="{B9AB4CC2-074F-E06C-D4B6-49398FAEA039}"/>
          </ac:spMkLst>
        </pc:spChg>
        <pc:spChg chg="add mod">
          <ac:chgData name="Paula Florian Julvez" userId="66ddba71-8e14-4f49-bf10-f4208c061397" providerId="ADAL" clId="{1BF8278C-0052-4AA4-B741-09404CD68A44}" dt="2025-05-13T09:53:02.651" v="3717" actId="1037"/>
          <ac:spMkLst>
            <pc:docMk/>
            <pc:sldMk cId="1325635042" sldId="2147482647"/>
            <ac:spMk id="14" creationId="{C3A3061F-6E51-2969-88A8-29307F77F408}"/>
          </ac:spMkLst>
        </pc:spChg>
        <pc:spChg chg="add mod">
          <ac:chgData name="Paula Florian Julvez" userId="66ddba71-8e14-4f49-bf10-f4208c061397" providerId="ADAL" clId="{1BF8278C-0052-4AA4-B741-09404CD68A44}" dt="2025-05-13T09:56:58.036" v="3798" actId="20577"/>
          <ac:spMkLst>
            <pc:docMk/>
            <pc:sldMk cId="1325635042" sldId="2147482647"/>
            <ac:spMk id="15" creationId="{B9AB4CC2-074F-E06C-D4B6-49398FAEA039}"/>
          </ac:spMkLst>
        </pc:spChg>
        <pc:spChg chg="add mod">
          <ac:chgData name="Paula Florian Julvez" userId="66ddba71-8e14-4f49-bf10-f4208c061397" providerId="ADAL" clId="{1BF8278C-0052-4AA4-B741-09404CD68A44}" dt="2025-05-13T09:53:42.399" v="3721" actId="207"/>
          <ac:spMkLst>
            <pc:docMk/>
            <pc:sldMk cId="1325635042" sldId="2147482647"/>
            <ac:spMk id="16" creationId="{FC85D83D-CA9F-E78E-5300-CFF6E9B97AA3}"/>
          </ac:spMkLst>
        </pc:spChg>
        <pc:spChg chg="add mod">
          <ac:chgData name="Paula Florian Julvez" userId="66ddba71-8e14-4f49-bf10-f4208c061397" providerId="ADAL" clId="{1BF8278C-0052-4AA4-B741-09404CD68A44}" dt="2025-05-13T09:53:46.502" v="3722" actId="108"/>
          <ac:spMkLst>
            <pc:docMk/>
            <pc:sldMk cId="1325635042" sldId="2147482647"/>
            <ac:spMk id="17" creationId="{3FF9A013-81ED-88BF-646E-FA7340597A72}"/>
          </ac:spMkLst>
        </pc:spChg>
        <pc:spChg chg="add mod">
          <ac:chgData name="Paula Florian Julvez" userId="66ddba71-8e14-4f49-bf10-f4208c061397" providerId="ADAL" clId="{1BF8278C-0052-4AA4-B741-09404CD68A44}" dt="2025-05-13T09:57:25.093" v="3800" actId="1076"/>
          <ac:spMkLst>
            <pc:docMk/>
            <pc:sldMk cId="1325635042" sldId="2147482647"/>
            <ac:spMk id="19" creationId="{9133553C-9A17-8D49-0633-FBBDFA17A1B3}"/>
          </ac:spMkLst>
        </pc:spChg>
        <pc:spChg chg="add mod">
          <ac:chgData name="Paula Florian Julvez" userId="66ddba71-8e14-4f49-bf10-f4208c061397" providerId="ADAL" clId="{1BF8278C-0052-4AA4-B741-09404CD68A44}" dt="2025-05-13T09:57:18.368" v="3799" actId="1076"/>
          <ac:spMkLst>
            <pc:docMk/>
            <pc:sldMk cId="1325635042" sldId="2147482647"/>
            <ac:spMk id="21" creationId="{DE99BF27-23F0-BBD8-62B0-61624A3FEA76}"/>
          </ac:spMkLst>
        </pc:spChg>
        <pc:picChg chg="del">
          <ac:chgData name="Paula Florian Julvez" userId="66ddba71-8e14-4f49-bf10-f4208c061397" providerId="ADAL" clId="{1BF8278C-0052-4AA4-B741-09404CD68A44}" dt="2025-05-13T09:49:24.211" v="3646" actId="478"/>
          <ac:picMkLst>
            <pc:docMk/>
            <pc:sldMk cId="1325635042" sldId="2147482647"/>
            <ac:picMk id="7" creationId="{2B174852-3BE9-BAAA-8C2F-3F4CEDC3D905}"/>
          </ac:picMkLst>
        </pc:picChg>
        <pc:cxnChg chg="mod">
          <ac:chgData name="Paula Florian Julvez" userId="66ddba71-8e14-4f49-bf10-f4208c061397" providerId="ADAL" clId="{1BF8278C-0052-4AA4-B741-09404CD68A44}" dt="2025-05-13T09:55:50.111" v="3755" actId="1076"/>
          <ac:cxnSpMkLst>
            <pc:docMk/>
            <pc:sldMk cId="1325635042" sldId="2147482647"/>
            <ac:cxnSpMk id="4" creationId="{3371899B-8413-1193-9230-01FFA44778A1}"/>
          </ac:cxnSpMkLst>
        </pc:cxnChg>
      </pc:sldChg>
    </pc:docChg>
  </pc:docChgLst>
  <pc:docChgLst>
    <pc:chgData name="Ana Villoria Jimenez" userId="1692c769-f181-456d-9302-cd3105039470" providerId="ADAL" clId="{4E5300CE-9720-4DEA-B129-6DC47B6BF68E}"/>
    <pc:docChg chg="undo redo custSel addSld delSld modSld sldOrd modSection">
      <pc:chgData name="Ana Villoria Jimenez" userId="1692c769-f181-456d-9302-cd3105039470" providerId="ADAL" clId="{4E5300CE-9720-4DEA-B129-6DC47B6BF68E}" dt="2025-05-13T18:05:25.354" v="3064" actId="13926"/>
      <pc:docMkLst>
        <pc:docMk/>
      </pc:docMkLst>
      <pc:sldChg chg="addSp delSp modSp add del mod ord">
        <pc:chgData name="Ana Villoria Jimenez" userId="1692c769-f181-456d-9302-cd3105039470" providerId="ADAL" clId="{4E5300CE-9720-4DEA-B129-6DC47B6BF68E}" dt="2025-05-13T13:18:33.591" v="3060" actId="2696"/>
        <pc:sldMkLst>
          <pc:docMk/>
          <pc:sldMk cId="2225197433" sldId="2147482590"/>
        </pc:sldMkLst>
        <pc:spChg chg="add mod">
          <ac:chgData name="Ana Villoria Jimenez" userId="1692c769-f181-456d-9302-cd3105039470" providerId="ADAL" clId="{4E5300CE-9720-4DEA-B129-6DC47B6BF68E}" dt="2025-05-13T12:25:12.077" v="3048" actId="113"/>
          <ac:spMkLst>
            <pc:docMk/>
            <pc:sldMk cId="2225197433" sldId="2147482590"/>
            <ac:spMk id="4" creationId="{355202F3-DA70-7E3C-1BD9-B9148DA0FA82}"/>
          </ac:spMkLst>
        </pc:spChg>
        <pc:spChg chg="add">
          <ac:chgData name="Ana Villoria Jimenez" userId="1692c769-f181-456d-9302-cd3105039470" providerId="ADAL" clId="{4E5300CE-9720-4DEA-B129-6DC47B6BF68E}" dt="2025-05-13T12:23:41.634" v="2911"/>
          <ac:spMkLst>
            <pc:docMk/>
            <pc:sldMk cId="2225197433" sldId="2147482590"/>
            <ac:spMk id="6" creationId="{C32C1D23-43BF-D3A1-8276-7DCCAEE1CDA4}"/>
          </ac:spMkLst>
        </pc:spChg>
        <pc:spChg chg="add">
          <ac:chgData name="Ana Villoria Jimenez" userId="1692c769-f181-456d-9302-cd3105039470" providerId="ADAL" clId="{4E5300CE-9720-4DEA-B129-6DC47B6BF68E}" dt="2025-05-13T12:23:51.879" v="2918"/>
          <ac:spMkLst>
            <pc:docMk/>
            <pc:sldMk cId="2225197433" sldId="2147482590"/>
            <ac:spMk id="7" creationId="{F93B11D7-9DCE-B5A4-C87D-6E55C36585BB}"/>
          </ac:spMkLst>
        </pc:spChg>
      </pc:sldChg>
      <pc:sldChg chg="new del">
        <pc:chgData name="Ana Villoria Jimenez" userId="1692c769-f181-456d-9302-cd3105039470" providerId="ADAL" clId="{4E5300CE-9720-4DEA-B129-6DC47B6BF68E}" dt="2025-05-11T21:11:46.363" v="575" actId="2696"/>
        <pc:sldMkLst>
          <pc:docMk/>
          <pc:sldMk cId="1075608102" sldId="2147482628"/>
        </pc:sldMkLst>
      </pc:sldChg>
      <pc:sldChg chg="addSp delSp modSp add mod">
        <pc:chgData name="Ana Villoria Jimenez" userId="1692c769-f181-456d-9302-cd3105039470" providerId="ADAL" clId="{4E5300CE-9720-4DEA-B129-6DC47B6BF68E}" dt="2025-05-11T21:53:53.393" v="1659" actId="14100"/>
        <pc:sldMkLst>
          <pc:docMk/>
          <pc:sldMk cId="1860253927" sldId="2147482628"/>
        </pc:sldMkLst>
        <pc:spChg chg="mod">
          <ac:chgData name="Ana Villoria Jimenez" userId="1692c769-f181-456d-9302-cd3105039470" providerId="ADAL" clId="{4E5300CE-9720-4DEA-B129-6DC47B6BF68E}" dt="2025-05-11T21:19:17.938" v="848" actId="14100"/>
          <ac:spMkLst>
            <pc:docMk/>
            <pc:sldMk cId="1860253927" sldId="2147482628"/>
            <ac:spMk id="2" creationId="{9872F887-5434-96A0-3146-8C4D4CBDB621}"/>
          </ac:spMkLst>
        </pc:spChg>
        <pc:spChg chg="add mod ord">
          <ac:chgData name="Ana Villoria Jimenez" userId="1692c769-f181-456d-9302-cd3105039470" providerId="ADAL" clId="{4E5300CE-9720-4DEA-B129-6DC47B6BF68E}" dt="2025-05-11T21:46:24.043" v="1511" actId="1037"/>
          <ac:spMkLst>
            <pc:docMk/>
            <pc:sldMk cId="1860253927" sldId="2147482628"/>
            <ac:spMk id="6" creationId="{5E7BB549-D485-21B6-0606-FFA81C5D257C}"/>
          </ac:spMkLst>
        </pc:spChg>
        <pc:spChg chg="add mod">
          <ac:chgData name="Ana Villoria Jimenez" userId="1692c769-f181-456d-9302-cd3105039470" providerId="ADAL" clId="{4E5300CE-9720-4DEA-B129-6DC47B6BF68E}" dt="2025-05-11T21:46:24.043" v="1511" actId="1037"/>
          <ac:spMkLst>
            <pc:docMk/>
            <pc:sldMk cId="1860253927" sldId="2147482628"/>
            <ac:spMk id="7" creationId="{782F3850-9214-F42A-D71F-1FD651D8E23E}"/>
          </ac:spMkLst>
        </pc:spChg>
        <pc:spChg chg="add mod topLvl">
          <ac:chgData name="Ana Villoria Jimenez" userId="1692c769-f181-456d-9302-cd3105039470" providerId="ADAL" clId="{4E5300CE-9720-4DEA-B129-6DC47B6BF68E}" dt="2025-05-11T21:49:57.942" v="1626" actId="14100"/>
          <ac:spMkLst>
            <pc:docMk/>
            <pc:sldMk cId="1860253927" sldId="2147482628"/>
            <ac:spMk id="8" creationId="{DC64AFAC-CCB9-90F3-83BF-72D11F42FAB5}"/>
          </ac:spMkLst>
        </pc:spChg>
        <pc:spChg chg="mod topLvl">
          <ac:chgData name="Ana Villoria Jimenez" userId="1692c769-f181-456d-9302-cd3105039470" providerId="ADAL" clId="{4E5300CE-9720-4DEA-B129-6DC47B6BF68E}" dt="2025-05-11T21:49:57.942" v="1626" actId="14100"/>
          <ac:spMkLst>
            <pc:docMk/>
            <pc:sldMk cId="1860253927" sldId="2147482628"/>
            <ac:spMk id="11" creationId="{1C6A8D6F-F3B3-8CC3-F9A8-3942966AC007}"/>
          </ac:spMkLst>
        </pc:spChg>
        <pc:spChg chg="add mod topLvl">
          <ac:chgData name="Ana Villoria Jimenez" userId="1692c769-f181-456d-9302-cd3105039470" providerId="ADAL" clId="{4E5300CE-9720-4DEA-B129-6DC47B6BF68E}" dt="2025-05-11T21:53:18.943" v="1645" actId="1035"/>
          <ac:spMkLst>
            <pc:docMk/>
            <pc:sldMk cId="1860253927" sldId="2147482628"/>
            <ac:spMk id="13" creationId="{BF4D9C88-F670-34B4-4E38-0E01DEBCDE12}"/>
          </ac:spMkLst>
        </pc:spChg>
        <pc:spChg chg="add mod topLvl">
          <ac:chgData name="Ana Villoria Jimenez" userId="1692c769-f181-456d-9302-cd3105039470" providerId="ADAL" clId="{4E5300CE-9720-4DEA-B129-6DC47B6BF68E}" dt="2025-05-11T21:53:18.943" v="1645" actId="1035"/>
          <ac:spMkLst>
            <pc:docMk/>
            <pc:sldMk cId="1860253927" sldId="2147482628"/>
            <ac:spMk id="14" creationId="{A3A71E0E-6C74-8BA7-8EE7-1019DB68C48A}"/>
          </ac:spMkLst>
        </pc:spChg>
        <pc:spChg chg="add mod topLvl">
          <ac:chgData name="Ana Villoria Jimenez" userId="1692c769-f181-456d-9302-cd3105039470" providerId="ADAL" clId="{4E5300CE-9720-4DEA-B129-6DC47B6BF68E}" dt="2025-05-11T21:53:22.868" v="1647" actId="1035"/>
          <ac:spMkLst>
            <pc:docMk/>
            <pc:sldMk cId="1860253927" sldId="2147482628"/>
            <ac:spMk id="18" creationId="{9E9D6203-A581-F23C-D196-851F93F713FB}"/>
          </ac:spMkLst>
        </pc:spChg>
        <pc:spChg chg="mod topLvl">
          <ac:chgData name="Ana Villoria Jimenez" userId="1692c769-f181-456d-9302-cd3105039470" providerId="ADAL" clId="{4E5300CE-9720-4DEA-B129-6DC47B6BF68E}" dt="2025-05-11T21:53:22.868" v="1647" actId="1035"/>
          <ac:spMkLst>
            <pc:docMk/>
            <pc:sldMk cId="1860253927" sldId="2147482628"/>
            <ac:spMk id="19" creationId="{48C9603A-F6E4-C426-1B90-C5FE485562B8}"/>
          </ac:spMkLst>
        </pc:spChg>
        <pc:spChg chg="add mod topLvl">
          <ac:chgData name="Ana Villoria Jimenez" userId="1692c769-f181-456d-9302-cd3105039470" providerId="ADAL" clId="{4E5300CE-9720-4DEA-B129-6DC47B6BF68E}" dt="2025-05-11T21:53:28.590" v="1650" actId="1035"/>
          <ac:spMkLst>
            <pc:docMk/>
            <pc:sldMk cId="1860253927" sldId="2147482628"/>
            <ac:spMk id="20" creationId="{2296F648-1B7F-9448-21D5-C7FC7C2FCADD}"/>
          </ac:spMkLst>
        </pc:spChg>
        <pc:spChg chg="add mod topLvl">
          <ac:chgData name="Ana Villoria Jimenez" userId="1692c769-f181-456d-9302-cd3105039470" providerId="ADAL" clId="{4E5300CE-9720-4DEA-B129-6DC47B6BF68E}" dt="2025-05-11T21:53:28.590" v="1650" actId="1035"/>
          <ac:spMkLst>
            <pc:docMk/>
            <pc:sldMk cId="1860253927" sldId="2147482628"/>
            <ac:spMk id="21" creationId="{C0C80ECF-C79F-E3F1-C3AA-AE4DCFDB63FD}"/>
          </ac:spMkLst>
        </pc:spChg>
        <pc:spChg chg="mod">
          <ac:chgData name="Ana Villoria Jimenez" userId="1692c769-f181-456d-9302-cd3105039470" providerId="ADAL" clId="{4E5300CE-9720-4DEA-B129-6DC47B6BF68E}" dt="2025-05-11T21:53:32.931" v="1653" actId="1035"/>
          <ac:spMkLst>
            <pc:docMk/>
            <pc:sldMk cId="1860253927" sldId="2147482628"/>
            <ac:spMk id="22" creationId="{E1306CF2-9B8A-D4E8-277E-5F2828E8DFC2}"/>
          </ac:spMkLst>
        </pc:spChg>
        <pc:spChg chg="mod">
          <ac:chgData name="Ana Villoria Jimenez" userId="1692c769-f181-456d-9302-cd3105039470" providerId="ADAL" clId="{4E5300CE-9720-4DEA-B129-6DC47B6BF68E}" dt="2025-05-11T21:53:32.931" v="1653" actId="1035"/>
          <ac:spMkLst>
            <pc:docMk/>
            <pc:sldMk cId="1860253927" sldId="2147482628"/>
            <ac:spMk id="23" creationId="{63F50315-0D44-8678-39DC-CE0A3C4AB5F8}"/>
          </ac:spMkLst>
        </pc:spChg>
        <pc:spChg chg="add mod topLvl">
          <ac:chgData name="Ana Villoria Jimenez" userId="1692c769-f181-456d-9302-cd3105039470" providerId="ADAL" clId="{4E5300CE-9720-4DEA-B129-6DC47B6BF68E}" dt="2025-05-11T21:53:37.954" v="1656" actId="1035"/>
          <ac:spMkLst>
            <pc:docMk/>
            <pc:sldMk cId="1860253927" sldId="2147482628"/>
            <ac:spMk id="36" creationId="{CC4EA27C-3E36-4CD1-50B9-4B7D247EAAC0}"/>
          </ac:spMkLst>
        </pc:spChg>
        <pc:spChg chg="add mod topLvl">
          <ac:chgData name="Ana Villoria Jimenez" userId="1692c769-f181-456d-9302-cd3105039470" providerId="ADAL" clId="{4E5300CE-9720-4DEA-B129-6DC47B6BF68E}" dt="2025-05-11T21:53:37.954" v="1656" actId="1035"/>
          <ac:spMkLst>
            <pc:docMk/>
            <pc:sldMk cId="1860253927" sldId="2147482628"/>
            <ac:spMk id="37" creationId="{EAC60B02-8195-EFDB-88EE-573DCB0459E6}"/>
          </ac:spMkLst>
        </pc:spChg>
        <pc:spChg chg="add mod">
          <ac:chgData name="Ana Villoria Jimenez" userId="1692c769-f181-456d-9302-cd3105039470" providerId="ADAL" clId="{4E5300CE-9720-4DEA-B129-6DC47B6BF68E}" dt="2025-05-11T21:53:53.393" v="1659" actId="14100"/>
          <ac:spMkLst>
            <pc:docMk/>
            <pc:sldMk cId="1860253927" sldId="2147482628"/>
            <ac:spMk id="45" creationId="{0C117A2A-7F95-4F48-9BB8-D4910C9B3B83}"/>
          </ac:spMkLst>
        </pc:spChg>
        <pc:spChg chg="add mod">
          <ac:chgData name="Ana Villoria Jimenez" userId="1692c769-f181-456d-9302-cd3105039470" providerId="ADAL" clId="{4E5300CE-9720-4DEA-B129-6DC47B6BF68E}" dt="2025-05-11T21:53:53.393" v="1659" actId="14100"/>
          <ac:spMkLst>
            <pc:docMk/>
            <pc:sldMk cId="1860253927" sldId="2147482628"/>
            <ac:spMk id="46" creationId="{73CC2453-BC54-DE4C-D17A-E76D2F655104}"/>
          </ac:spMkLst>
        </pc:spChg>
        <pc:picChg chg="add mod">
          <ac:chgData name="Ana Villoria Jimenez" userId="1692c769-f181-456d-9302-cd3105039470" providerId="ADAL" clId="{4E5300CE-9720-4DEA-B129-6DC47B6BF68E}" dt="2025-05-11T21:46:24.043" v="1511" actId="1037"/>
          <ac:picMkLst>
            <pc:docMk/>
            <pc:sldMk cId="1860253927" sldId="2147482628"/>
            <ac:picMk id="5" creationId="{AB326C99-DE32-099F-1D82-1B146BF20776}"/>
          </ac:picMkLst>
        </pc:picChg>
      </pc:sldChg>
      <pc:sldChg chg="addSp delSp modSp add mod ord">
        <pc:chgData name="Ana Villoria Jimenez" userId="1692c769-f181-456d-9302-cd3105039470" providerId="ADAL" clId="{4E5300CE-9720-4DEA-B129-6DC47B6BF68E}" dt="2025-05-12T18:47:52.890" v="2221" actId="1038"/>
        <pc:sldMkLst>
          <pc:docMk/>
          <pc:sldMk cId="1911351029" sldId="2147482630"/>
        </pc:sldMkLst>
        <pc:spChg chg="mod">
          <ac:chgData name="Ana Villoria Jimenez" userId="1692c769-f181-456d-9302-cd3105039470" providerId="ADAL" clId="{4E5300CE-9720-4DEA-B129-6DC47B6BF68E}" dt="2025-05-11T21:57:14.324" v="1814" actId="20577"/>
          <ac:spMkLst>
            <pc:docMk/>
            <pc:sldMk cId="1911351029" sldId="2147482630"/>
            <ac:spMk id="2" creationId="{6207447E-32B2-44DA-E48A-316584E36E75}"/>
          </ac:spMkLst>
        </pc:spChg>
        <pc:spChg chg="mod">
          <ac:chgData name="Ana Villoria Jimenez" userId="1692c769-f181-456d-9302-cd3105039470" providerId="ADAL" clId="{4E5300CE-9720-4DEA-B129-6DC47B6BF68E}" dt="2025-05-12T18:38:13.854" v="1903" actId="14100"/>
          <ac:spMkLst>
            <pc:docMk/>
            <pc:sldMk cId="1911351029" sldId="2147482630"/>
            <ac:spMk id="3" creationId="{0F7426BE-4889-C909-F6F8-CEB2C1C6EB75}"/>
          </ac:spMkLst>
        </pc:spChg>
        <pc:spChg chg="mod">
          <ac:chgData name="Ana Villoria Jimenez" userId="1692c769-f181-456d-9302-cd3105039470" providerId="ADAL" clId="{4E5300CE-9720-4DEA-B129-6DC47B6BF68E}" dt="2025-05-12T18:41:44.064" v="1945" actId="20577"/>
          <ac:spMkLst>
            <pc:docMk/>
            <pc:sldMk cId="1911351029" sldId="2147482630"/>
            <ac:spMk id="4" creationId="{C836CD13-4D48-9B37-7022-2AD024DE9A78}"/>
          </ac:spMkLst>
        </pc:spChg>
        <pc:spChg chg="del">
          <ac:chgData name="Ana Villoria Jimenez" userId="1692c769-f181-456d-9302-cd3105039470" providerId="ADAL" clId="{4E5300CE-9720-4DEA-B129-6DC47B6BF68E}" dt="2025-05-12T18:36:25.793" v="1900" actId="478"/>
          <ac:spMkLst>
            <pc:docMk/>
            <pc:sldMk cId="1911351029" sldId="2147482630"/>
            <ac:spMk id="5" creationId="{7D18B1A0-64C2-C3DA-3ECA-4D5EEE5AE382}"/>
          </ac:spMkLst>
        </pc:spChg>
        <pc:spChg chg="add">
          <ac:chgData name="Ana Villoria Jimenez" userId="1692c769-f181-456d-9302-cd3105039470" providerId="ADAL" clId="{4E5300CE-9720-4DEA-B129-6DC47B6BF68E}" dt="2025-05-12T18:38:25.733" v="1904"/>
          <ac:spMkLst>
            <pc:docMk/>
            <pc:sldMk cId="1911351029" sldId="2147482630"/>
            <ac:spMk id="7" creationId="{799B4A24-C809-000E-CFE5-38D5189FE528}"/>
          </ac:spMkLst>
        </pc:spChg>
        <pc:spChg chg="add">
          <ac:chgData name="Ana Villoria Jimenez" userId="1692c769-f181-456d-9302-cd3105039470" providerId="ADAL" clId="{4E5300CE-9720-4DEA-B129-6DC47B6BF68E}" dt="2025-05-12T18:38:30.319" v="1905"/>
          <ac:spMkLst>
            <pc:docMk/>
            <pc:sldMk cId="1911351029" sldId="2147482630"/>
            <ac:spMk id="8" creationId="{0801350F-892D-E792-7143-E28405570A52}"/>
          </ac:spMkLst>
        </pc:spChg>
        <pc:spChg chg="del">
          <ac:chgData name="Ana Villoria Jimenez" userId="1692c769-f181-456d-9302-cd3105039470" providerId="ADAL" clId="{4E5300CE-9720-4DEA-B129-6DC47B6BF68E}" dt="2025-05-12T18:38:03.970" v="1901" actId="478"/>
          <ac:spMkLst>
            <pc:docMk/>
            <pc:sldMk cId="1911351029" sldId="2147482630"/>
            <ac:spMk id="12" creationId="{38C5C5A7-50AD-0101-601A-CF59007AF892}"/>
          </ac:spMkLst>
        </pc:spChg>
        <pc:picChg chg="del">
          <ac:chgData name="Ana Villoria Jimenez" userId="1692c769-f181-456d-9302-cd3105039470" providerId="ADAL" clId="{4E5300CE-9720-4DEA-B129-6DC47B6BF68E}" dt="2025-05-12T18:47:25.860" v="2213" actId="478"/>
          <ac:picMkLst>
            <pc:docMk/>
            <pc:sldMk cId="1911351029" sldId="2147482630"/>
            <ac:picMk id="9" creationId="{05D46B34-988E-0AD8-6212-B88FF56E741D}"/>
          </ac:picMkLst>
        </pc:picChg>
        <pc:picChg chg="add mod">
          <ac:chgData name="Ana Villoria Jimenez" userId="1692c769-f181-456d-9302-cd3105039470" providerId="ADAL" clId="{4E5300CE-9720-4DEA-B129-6DC47B6BF68E}" dt="2025-05-12T18:47:52.890" v="2221" actId="1038"/>
          <ac:picMkLst>
            <pc:docMk/>
            <pc:sldMk cId="1911351029" sldId="2147482630"/>
            <ac:picMk id="13" creationId="{67913144-4D41-B392-FB7A-5403A05FB53F}"/>
          </ac:picMkLst>
        </pc:picChg>
      </pc:sldChg>
      <pc:sldChg chg="addSp delSp modSp add mod">
        <pc:chgData name="Ana Villoria Jimenez" userId="1692c769-f181-456d-9302-cd3105039470" providerId="ADAL" clId="{4E5300CE-9720-4DEA-B129-6DC47B6BF68E}" dt="2025-05-12T18:48:02.589" v="2223"/>
        <pc:sldMkLst>
          <pc:docMk/>
          <pc:sldMk cId="107964468" sldId="2147482640"/>
        </pc:sldMkLst>
        <pc:spChg chg="mod">
          <ac:chgData name="Ana Villoria Jimenez" userId="1692c769-f181-456d-9302-cd3105039470" providerId="ADAL" clId="{4E5300CE-9720-4DEA-B129-6DC47B6BF68E}" dt="2025-05-12T18:44:09.529" v="1966" actId="14100"/>
          <ac:spMkLst>
            <pc:docMk/>
            <pc:sldMk cId="107964468" sldId="2147482640"/>
            <ac:spMk id="3" creationId="{B3708EE2-9A7D-1FC8-E418-EE57C285B16C}"/>
          </ac:spMkLst>
        </pc:spChg>
        <pc:spChg chg="mod">
          <ac:chgData name="Ana Villoria Jimenez" userId="1692c769-f181-456d-9302-cd3105039470" providerId="ADAL" clId="{4E5300CE-9720-4DEA-B129-6DC47B6BF68E}" dt="2025-05-12T18:44:03.586" v="1965" actId="14100"/>
          <ac:spMkLst>
            <pc:docMk/>
            <pc:sldMk cId="107964468" sldId="2147482640"/>
            <ac:spMk id="4" creationId="{0E76C989-C217-DF3D-E998-27DA3A58ED6D}"/>
          </ac:spMkLst>
        </pc:spChg>
        <pc:spChg chg="add mod">
          <ac:chgData name="Ana Villoria Jimenez" userId="1692c769-f181-456d-9302-cd3105039470" providerId="ADAL" clId="{4E5300CE-9720-4DEA-B129-6DC47B6BF68E}" dt="2025-05-12T18:46:39.918" v="2210" actId="20577"/>
          <ac:spMkLst>
            <pc:docMk/>
            <pc:sldMk cId="107964468" sldId="2147482640"/>
            <ac:spMk id="5" creationId="{4DFA4117-8EC8-B6A1-0EE2-1B4519882FE0}"/>
          </ac:spMkLst>
        </pc:spChg>
        <pc:picChg chg="add mod">
          <ac:chgData name="Ana Villoria Jimenez" userId="1692c769-f181-456d-9302-cd3105039470" providerId="ADAL" clId="{4E5300CE-9720-4DEA-B129-6DC47B6BF68E}" dt="2025-05-12T18:48:02.589" v="2223"/>
          <ac:picMkLst>
            <pc:docMk/>
            <pc:sldMk cId="107964468" sldId="2147482640"/>
            <ac:picMk id="7" creationId="{44F99DCC-3DCB-4263-8FD7-CFC7BEFCAFA6}"/>
          </ac:picMkLst>
        </pc:picChg>
        <pc:picChg chg="del">
          <ac:chgData name="Ana Villoria Jimenez" userId="1692c769-f181-456d-9302-cd3105039470" providerId="ADAL" clId="{4E5300CE-9720-4DEA-B129-6DC47B6BF68E}" dt="2025-05-12T18:48:01.640" v="2222" actId="478"/>
          <ac:picMkLst>
            <pc:docMk/>
            <pc:sldMk cId="107964468" sldId="2147482640"/>
            <ac:picMk id="9" creationId="{E1A778B0-D591-D26A-9C1B-C01DAC375A1E}"/>
          </ac:picMkLst>
        </pc:picChg>
      </pc:sldChg>
      <pc:sldChg chg="addSp delSp modSp add mod">
        <pc:chgData name="Ana Villoria Jimenez" userId="1692c769-f181-456d-9302-cd3105039470" providerId="ADAL" clId="{4E5300CE-9720-4DEA-B129-6DC47B6BF68E}" dt="2025-05-13T18:05:25.354" v="3064" actId="13926"/>
        <pc:sldMkLst>
          <pc:docMk/>
          <pc:sldMk cId="509301475" sldId="2147482641"/>
        </pc:sldMkLst>
        <pc:spChg chg="mod">
          <ac:chgData name="Ana Villoria Jimenez" userId="1692c769-f181-456d-9302-cd3105039470" providerId="ADAL" clId="{4E5300CE-9720-4DEA-B129-6DC47B6BF68E}" dt="2025-05-13T13:10:38.120" v="3058" actId="1036"/>
          <ac:spMkLst>
            <pc:docMk/>
            <pc:sldMk cId="509301475" sldId="2147482641"/>
            <ac:spMk id="2" creationId="{2275A4E7-3CE1-A912-72E8-D10D7DB19D9E}"/>
          </ac:spMkLst>
        </pc:spChg>
        <pc:spChg chg="del">
          <ac:chgData name="Ana Villoria Jimenez" userId="1692c769-f181-456d-9302-cd3105039470" providerId="ADAL" clId="{4E5300CE-9720-4DEA-B129-6DC47B6BF68E}" dt="2025-05-12T18:52:29.826" v="2225" actId="478"/>
          <ac:spMkLst>
            <pc:docMk/>
            <pc:sldMk cId="509301475" sldId="2147482641"/>
            <ac:spMk id="3" creationId="{5AF96CE5-19E1-69CF-11AC-443BD5ADF264}"/>
          </ac:spMkLst>
        </pc:spChg>
        <pc:spChg chg="del">
          <ac:chgData name="Ana Villoria Jimenez" userId="1692c769-f181-456d-9302-cd3105039470" providerId="ADAL" clId="{4E5300CE-9720-4DEA-B129-6DC47B6BF68E}" dt="2025-05-12T18:52:29.826" v="2225" actId="478"/>
          <ac:spMkLst>
            <pc:docMk/>
            <pc:sldMk cId="509301475" sldId="2147482641"/>
            <ac:spMk id="4" creationId="{72F1DA6C-26B8-77E1-461A-22412A2572E3}"/>
          </ac:spMkLst>
        </pc:spChg>
        <pc:spChg chg="del">
          <ac:chgData name="Ana Villoria Jimenez" userId="1692c769-f181-456d-9302-cd3105039470" providerId="ADAL" clId="{4E5300CE-9720-4DEA-B129-6DC47B6BF68E}" dt="2025-05-12T18:52:29.826" v="2225" actId="478"/>
          <ac:spMkLst>
            <pc:docMk/>
            <pc:sldMk cId="509301475" sldId="2147482641"/>
            <ac:spMk id="5" creationId="{B49B4295-8625-04B6-4EB0-63A00868358B}"/>
          </ac:spMkLst>
        </pc:spChg>
        <pc:spChg chg="add mod">
          <ac:chgData name="Ana Villoria Jimenez" userId="1692c769-f181-456d-9302-cd3105039470" providerId="ADAL" clId="{4E5300CE-9720-4DEA-B129-6DC47B6BF68E}" dt="2025-05-12T19:11:18.855" v="2832" actId="14100"/>
          <ac:spMkLst>
            <pc:docMk/>
            <pc:sldMk cId="509301475" sldId="2147482641"/>
            <ac:spMk id="8" creationId="{EA20E27A-ED97-58C3-DFAD-A309C829FF30}"/>
          </ac:spMkLst>
        </pc:spChg>
        <pc:spChg chg="mod">
          <ac:chgData name="Ana Villoria Jimenez" userId="1692c769-f181-456d-9302-cd3105039470" providerId="ADAL" clId="{4E5300CE-9720-4DEA-B129-6DC47B6BF68E}" dt="2025-05-12T19:10:56.837" v="2827" actId="20577"/>
          <ac:spMkLst>
            <pc:docMk/>
            <pc:sldMk cId="509301475" sldId="2147482641"/>
            <ac:spMk id="9" creationId="{2244EDE0-B45A-A43C-C9F6-1EABD42B7565}"/>
          </ac:spMkLst>
        </pc:spChg>
        <pc:spChg chg="del">
          <ac:chgData name="Ana Villoria Jimenez" userId="1692c769-f181-456d-9302-cd3105039470" providerId="ADAL" clId="{4E5300CE-9720-4DEA-B129-6DC47B6BF68E}" dt="2025-05-12T18:52:29.826" v="2225" actId="478"/>
          <ac:spMkLst>
            <pc:docMk/>
            <pc:sldMk cId="509301475" sldId="2147482641"/>
            <ac:spMk id="10" creationId="{EFDA9721-8CF9-BCD1-3CFD-EE38A575CFFD}"/>
          </ac:spMkLst>
        </pc:spChg>
        <pc:spChg chg="add mod">
          <ac:chgData name="Ana Villoria Jimenez" userId="1692c769-f181-456d-9302-cd3105039470" providerId="ADAL" clId="{4E5300CE-9720-4DEA-B129-6DC47B6BF68E}" dt="2025-05-12T19:08:50.145" v="2569" actId="14100"/>
          <ac:spMkLst>
            <pc:docMk/>
            <pc:sldMk cId="509301475" sldId="2147482641"/>
            <ac:spMk id="11" creationId="{FCE4F3EA-9FBF-466B-3148-A5A1459A68D1}"/>
          </ac:spMkLst>
        </pc:spChg>
        <pc:spChg chg="mod">
          <ac:chgData name="Ana Villoria Jimenez" userId="1692c769-f181-456d-9302-cd3105039470" providerId="ADAL" clId="{4E5300CE-9720-4DEA-B129-6DC47B6BF68E}" dt="2025-05-12T19:08:40.745" v="2568" actId="14100"/>
          <ac:spMkLst>
            <pc:docMk/>
            <pc:sldMk cId="509301475" sldId="2147482641"/>
            <ac:spMk id="12" creationId="{0626094F-FA71-8E86-8EDF-C20CA1F28AF6}"/>
          </ac:spMkLst>
        </pc:spChg>
        <pc:spChg chg="add mod">
          <ac:chgData name="Ana Villoria Jimenez" userId="1692c769-f181-456d-9302-cd3105039470" providerId="ADAL" clId="{4E5300CE-9720-4DEA-B129-6DC47B6BF68E}" dt="2025-05-13T11:59:37.359" v="2901" actId="207"/>
          <ac:spMkLst>
            <pc:docMk/>
            <pc:sldMk cId="509301475" sldId="2147482641"/>
            <ac:spMk id="14" creationId="{50A25EEF-40D0-7B66-C847-80BE6831DF30}"/>
          </ac:spMkLst>
        </pc:spChg>
        <pc:spChg chg="mod">
          <ac:chgData name="Ana Villoria Jimenez" userId="1692c769-f181-456d-9302-cd3105039470" providerId="ADAL" clId="{4E5300CE-9720-4DEA-B129-6DC47B6BF68E}" dt="2025-05-12T19:11:49.741" v="2835" actId="14100"/>
          <ac:spMkLst>
            <pc:docMk/>
            <pc:sldMk cId="509301475" sldId="2147482641"/>
            <ac:spMk id="18" creationId="{E48FFD57-DFBB-8D49-D3C2-8C7BAE9230D4}"/>
          </ac:spMkLst>
        </pc:spChg>
        <pc:spChg chg="mod">
          <ac:chgData name="Ana Villoria Jimenez" userId="1692c769-f181-456d-9302-cd3105039470" providerId="ADAL" clId="{4E5300CE-9720-4DEA-B129-6DC47B6BF68E}" dt="2025-05-13T18:05:25.354" v="3064" actId="13926"/>
          <ac:spMkLst>
            <pc:docMk/>
            <pc:sldMk cId="509301475" sldId="2147482641"/>
            <ac:spMk id="19" creationId="{08B4ED9F-1C00-8954-4A91-A364B63BF351}"/>
          </ac:spMkLst>
        </pc:spChg>
        <pc:spChg chg="mod">
          <ac:chgData name="Ana Villoria Jimenez" userId="1692c769-f181-456d-9302-cd3105039470" providerId="ADAL" clId="{4E5300CE-9720-4DEA-B129-6DC47B6BF68E}" dt="2025-05-12T19:13:45.407" v="2893" actId="1035"/>
          <ac:spMkLst>
            <pc:docMk/>
            <pc:sldMk cId="509301475" sldId="2147482641"/>
            <ac:spMk id="20" creationId="{46776685-DA2B-A942-0447-047A33510501}"/>
          </ac:spMkLst>
        </pc:spChg>
        <pc:spChg chg="mod">
          <ac:chgData name="Ana Villoria Jimenez" userId="1692c769-f181-456d-9302-cd3105039470" providerId="ADAL" clId="{4E5300CE-9720-4DEA-B129-6DC47B6BF68E}" dt="2025-05-12T19:13:28.696" v="2870" actId="14100"/>
          <ac:spMkLst>
            <pc:docMk/>
            <pc:sldMk cId="509301475" sldId="2147482641"/>
            <ac:spMk id="21" creationId="{09CEB0F5-2CDE-98C7-1684-11901797ECD5}"/>
          </ac:spMkLst>
        </pc:spChg>
        <pc:spChg chg="mod">
          <ac:chgData name="Ana Villoria Jimenez" userId="1692c769-f181-456d-9302-cd3105039470" providerId="ADAL" clId="{4E5300CE-9720-4DEA-B129-6DC47B6BF68E}" dt="2025-05-12T19:04:30.044" v="2521" actId="14100"/>
          <ac:spMkLst>
            <pc:docMk/>
            <pc:sldMk cId="509301475" sldId="2147482641"/>
            <ac:spMk id="22" creationId="{9E88310F-4441-4AFD-DE06-62BA8E78539F}"/>
          </ac:spMkLst>
        </pc:spChg>
        <pc:spChg chg="mod">
          <ac:chgData name="Ana Villoria Jimenez" userId="1692c769-f181-456d-9302-cd3105039470" providerId="ADAL" clId="{4E5300CE-9720-4DEA-B129-6DC47B6BF68E}" dt="2025-05-12T19:04:09.872" v="2488" actId="14100"/>
          <ac:spMkLst>
            <pc:docMk/>
            <pc:sldMk cId="509301475" sldId="2147482641"/>
            <ac:spMk id="23" creationId="{DA20F1B1-BBC6-EE0A-1C75-D1D776A71003}"/>
          </ac:spMkLst>
        </pc:spChg>
        <pc:spChg chg="mod">
          <ac:chgData name="Ana Villoria Jimenez" userId="1692c769-f181-456d-9302-cd3105039470" providerId="ADAL" clId="{4E5300CE-9720-4DEA-B129-6DC47B6BF68E}" dt="2025-05-12T19:07:55.432" v="2560" actId="14100"/>
          <ac:spMkLst>
            <pc:docMk/>
            <pc:sldMk cId="509301475" sldId="2147482641"/>
            <ac:spMk id="24" creationId="{A4164FEC-9AD3-FA6E-9692-B9CF529928F8}"/>
          </ac:spMkLst>
        </pc:spChg>
        <pc:spChg chg="mod">
          <ac:chgData name="Ana Villoria Jimenez" userId="1692c769-f181-456d-9302-cd3105039470" providerId="ADAL" clId="{4E5300CE-9720-4DEA-B129-6DC47B6BF68E}" dt="2025-05-12T19:07:40.367" v="2559" actId="1035"/>
          <ac:spMkLst>
            <pc:docMk/>
            <pc:sldMk cId="509301475" sldId="2147482641"/>
            <ac:spMk id="25" creationId="{4BAF529A-9190-8077-C2F0-7699B0318E75}"/>
          </ac:spMkLst>
        </pc:spChg>
        <pc:spChg chg="mod">
          <ac:chgData name="Ana Villoria Jimenez" userId="1692c769-f181-456d-9302-cd3105039470" providerId="ADAL" clId="{4E5300CE-9720-4DEA-B129-6DC47B6BF68E}" dt="2025-05-12T19:06:08.671" v="2529" actId="14100"/>
          <ac:spMkLst>
            <pc:docMk/>
            <pc:sldMk cId="509301475" sldId="2147482641"/>
            <ac:spMk id="26" creationId="{DB9C8974-8CA8-C373-7E5B-AB09871733FF}"/>
          </ac:spMkLst>
        </pc:spChg>
        <pc:spChg chg="mod">
          <ac:chgData name="Ana Villoria Jimenez" userId="1692c769-f181-456d-9302-cd3105039470" providerId="ADAL" clId="{4E5300CE-9720-4DEA-B129-6DC47B6BF68E}" dt="2025-05-12T19:05:44.032" v="2527" actId="14100"/>
          <ac:spMkLst>
            <pc:docMk/>
            <pc:sldMk cId="509301475" sldId="2147482641"/>
            <ac:spMk id="27" creationId="{FECE0CB7-F281-C6A3-C65C-A3E916DB840B}"/>
          </ac:spMkLst>
        </pc:spChg>
        <pc:spChg chg="add mod ord">
          <ac:chgData name="Ana Villoria Jimenez" userId="1692c769-f181-456d-9302-cd3105039470" providerId="ADAL" clId="{4E5300CE-9720-4DEA-B129-6DC47B6BF68E}" dt="2025-05-13T12:00:13.762" v="2906" actId="167"/>
          <ac:spMkLst>
            <pc:docMk/>
            <pc:sldMk cId="509301475" sldId="2147482641"/>
            <ac:spMk id="47" creationId="{A6B98818-74F9-5FD9-F784-70162E74BBF0}"/>
          </ac:spMkLst>
        </pc:spChg>
        <pc:spChg chg="add mod">
          <ac:chgData name="Ana Villoria Jimenez" userId="1692c769-f181-456d-9302-cd3105039470" providerId="ADAL" clId="{4E5300CE-9720-4DEA-B129-6DC47B6BF68E}" dt="2025-05-12T18:52:39.077" v="2226"/>
          <ac:spMkLst>
            <pc:docMk/>
            <pc:sldMk cId="509301475" sldId="2147482641"/>
            <ac:spMk id="49" creationId="{C76ACC79-BEFE-B5EA-5C56-002920E825AC}"/>
          </ac:spMkLst>
        </pc:spChg>
        <pc:spChg chg="add mod">
          <ac:chgData name="Ana Villoria Jimenez" userId="1692c769-f181-456d-9302-cd3105039470" providerId="ADAL" clId="{4E5300CE-9720-4DEA-B129-6DC47B6BF68E}" dt="2025-05-12T18:52:39.077" v="2226"/>
          <ac:spMkLst>
            <pc:docMk/>
            <pc:sldMk cId="509301475" sldId="2147482641"/>
            <ac:spMk id="51" creationId="{E69604DA-2CB8-7CCB-3E79-26C56C4A993E}"/>
          </ac:spMkLst>
        </pc:spChg>
        <pc:spChg chg="add mod">
          <ac:chgData name="Ana Villoria Jimenez" userId="1692c769-f181-456d-9302-cd3105039470" providerId="ADAL" clId="{4E5300CE-9720-4DEA-B129-6DC47B6BF68E}" dt="2025-05-12T18:52:39.077" v="2226"/>
          <ac:spMkLst>
            <pc:docMk/>
            <pc:sldMk cId="509301475" sldId="2147482641"/>
            <ac:spMk id="52" creationId="{2875EC57-0778-C362-FA6D-590F037295A2}"/>
          </ac:spMkLst>
        </pc:spChg>
        <pc:spChg chg="add mod">
          <ac:chgData name="Ana Villoria Jimenez" userId="1692c769-f181-456d-9302-cd3105039470" providerId="ADAL" clId="{4E5300CE-9720-4DEA-B129-6DC47B6BF68E}" dt="2025-05-12T18:52:39.077" v="2226"/>
          <ac:spMkLst>
            <pc:docMk/>
            <pc:sldMk cId="509301475" sldId="2147482641"/>
            <ac:spMk id="53" creationId="{FB9E2861-B2AA-57C4-FAEB-FDBEB138E230}"/>
          </ac:spMkLst>
        </pc:spChg>
        <pc:spChg chg="add mod">
          <ac:chgData name="Ana Villoria Jimenez" userId="1692c769-f181-456d-9302-cd3105039470" providerId="ADAL" clId="{4E5300CE-9720-4DEA-B129-6DC47B6BF68E}" dt="2025-05-12T18:52:39.077" v="2226"/>
          <ac:spMkLst>
            <pc:docMk/>
            <pc:sldMk cId="509301475" sldId="2147482641"/>
            <ac:spMk id="57" creationId="{103DAED4-12C6-382D-E943-C9791B9ACF69}"/>
          </ac:spMkLst>
        </pc:spChg>
        <pc:spChg chg="add mod">
          <ac:chgData name="Ana Villoria Jimenez" userId="1692c769-f181-456d-9302-cd3105039470" providerId="ADAL" clId="{4E5300CE-9720-4DEA-B129-6DC47B6BF68E}" dt="2025-05-12T18:52:39.077" v="2226"/>
          <ac:spMkLst>
            <pc:docMk/>
            <pc:sldMk cId="509301475" sldId="2147482641"/>
            <ac:spMk id="59" creationId="{53CB6C31-5758-DE4E-097F-A715DE59E1A8}"/>
          </ac:spMkLst>
        </pc:spChg>
        <pc:spChg chg="mod">
          <ac:chgData name="Ana Villoria Jimenez" userId="1692c769-f181-456d-9302-cd3105039470" providerId="ADAL" clId="{4E5300CE-9720-4DEA-B129-6DC47B6BF68E}" dt="2025-05-12T18:54:10.158" v="2344" actId="2711"/>
          <ac:spMkLst>
            <pc:docMk/>
            <pc:sldMk cId="509301475" sldId="2147482641"/>
            <ac:spMk id="63" creationId="{3F94D262-A329-F3B2-2E07-9A56823B1AAA}"/>
          </ac:spMkLst>
        </pc:spChg>
        <pc:spChg chg="add">
          <ac:chgData name="Ana Villoria Jimenez" userId="1692c769-f181-456d-9302-cd3105039470" providerId="ADAL" clId="{4E5300CE-9720-4DEA-B129-6DC47B6BF68E}" dt="2025-05-12T19:09:20.785" v="2570"/>
          <ac:spMkLst>
            <pc:docMk/>
            <pc:sldMk cId="509301475" sldId="2147482641"/>
            <ac:spMk id="64" creationId="{600773F6-6E41-E066-9415-7BE6694221BF}"/>
          </ac:spMkLst>
        </pc:spChg>
        <pc:picChg chg="del">
          <ac:chgData name="Ana Villoria Jimenez" userId="1692c769-f181-456d-9302-cd3105039470" providerId="ADAL" clId="{4E5300CE-9720-4DEA-B129-6DC47B6BF68E}" dt="2025-05-12T18:52:29.826" v="2225" actId="478"/>
          <ac:picMkLst>
            <pc:docMk/>
            <pc:sldMk cId="509301475" sldId="2147482641"/>
            <ac:picMk id="7" creationId="{0E155EE2-E707-F6AB-FB32-3C8351410151}"/>
          </ac:picMkLst>
        </pc:picChg>
      </pc:sldChg>
      <pc:sldChg chg="modSp add mod">
        <pc:chgData name="Ana Villoria Jimenez" userId="1692c769-f181-456d-9302-cd3105039470" providerId="ADAL" clId="{4E5300CE-9720-4DEA-B129-6DC47B6BF68E}" dt="2025-05-13T13:16:02.665" v="3059" actId="14100"/>
        <pc:sldMkLst>
          <pc:docMk/>
          <pc:sldMk cId="766944061" sldId="2147482652"/>
        </pc:sldMkLst>
        <pc:spChg chg="mod">
          <ac:chgData name="Ana Villoria Jimenez" userId="1692c769-f181-456d-9302-cd3105039470" providerId="ADAL" clId="{4E5300CE-9720-4DEA-B129-6DC47B6BF68E}" dt="2025-05-13T13:16:02.665" v="3059" actId="14100"/>
          <ac:spMkLst>
            <pc:docMk/>
            <pc:sldMk cId="766944061" sldId="2147482652"/>
            <ac:spMk id="12" creationId="{51DBD509-1C0A-2404-F857-D39A68983188}"/>
          </ac:spMkLst>
        </pc:spChg>
      </pc:sldChg>
    </pc:docChg>
  </pc:docChgLst>
  <pc:docChgLst>
    <pc:chgData name="Juan Carlos Llamas Nuñez" userId="686aeec9-d228-4f5c-866f-834e64171512" providerId="ADAL" clId="{424DC71C-C9F9-4C03-8898-0CC1B5A6EEA1}"/>
    <pc:docChg chg="undo redo custSel addSld delSld modSld sldOrd addSection modSection">
      <pc:chgData name="Juan Carlos Llamas Nuñez" userId="686aeec9-d228-4f5c-866f-834e64171512" providerId="ADAL" clId="{424DC71C-C9F9-4C03-8898-0CC1B5A6EEA1}" dt="2025-05-13T19:25:51.118" v="27546" actId="20577"/>
      <pc:docMkLst>
        <pc:docMk/>
      </pc:docMkLst>
      <pc:sldChg chg="addSp delSp modSp mod">
        <pc:chgData name="Juan Carlos Llamas Nuñez" userId="686aeec9-d228-4f5c-866f-834e64171512" providerId="ADAL" clId="{424DC71C-C9F9-4C03-8898-0CC1B5A6EEA1}" dt="2025-05-12T12:57:06.612" v="21767" actId="113"/>
        <pc:sldMkLst>
          <pc:docMk/>
          <pc:sldMk cId="3234617902" sldId="2147472373"/>
        </pc:sldMkLst>
        <pc:spChg chg="add mod">
          <ac:chgData name="Juan Carlos Llamas Nuñez" userId="686aeec9-d228-4f5c-866f-834e64171512" providerId="ADAL" clId="{424DC71C-C9F9-4C03-8898-0CC1B5A6EEA1}" dt="2025-05-12T12:57:06.612" v="21767" actId="113"/>
          <ac:spMkLst>
            <pc:docMk/>
            <pc:sldMk cId="3234617902" sldId="2147472373"/>
            <ac:spMk id="2" creationId="{8EDCFE54-9A28-F3CB-84A5-AEC373A03D3B}"/>
          </ac:spMkLst>
        </pc:spChg>
        <pc:picChg chg="del">
          <ac:chgData name="Juan Carlos Llamas Nuñez" userId="686aeec9-d228-4f5c-866f-834e64171512" providerId="ADAL" clId="{424DC71C-C9F9-4C03-8898-0CC1B5A6EEA1}" dt="2025-05-12T12:46:12.203" v="21570" actId="478"/>
          <ac:picMkLst>
            <pc:docMk/>
            <pc:sldMk cId="3234617902" sldId="2147472373"/>
            <ac:picMk id="28" creationId="{00000000-0000-0000-0000-000000000000}"/>
          </ac:picMkLst>
        </pc:picChg>
      </pc:sldChg>
      <pc:sldChg chg="delSp modSp mod">
        <pc:chgData name="Juan Carlos Llamas Nuñez" userId="686aeec9-d228-4f5c-866f-834e64171512" providerId="ADAL" clId="{424DC71C-C9F9-4C03-8898-0CC1B5A6EEA1}" dt="2025-05-12T12:46:20.934" v="21572" actId="478"/>
        <pc:sldMkLst>
          <pc:docMk/>
          <pc:sldMk cId="311772580" sldId="2147479983"/>
        </pc:sldMkLst>
        <pc:picChg chg="del">
          <ac:chgData name="Juan Carlos Llamas Nuñez" userId="686aeec9-d228-4f5c-866f-834e64171512" providerId="ADAL" clId="{424DC71C-C9F9-4C03-8898-0CC1B5A6EEA1}" dt="2025-05-12T12:46:20.934" v="21572" actId="478"/>
          <ac:picMkLst>
            <pc:docMk/>
            <pc:sldMk cId="311772580" sldId="2147479983"/>
            <ac:picMk id="26" creationId="{8E527976-F129-A1AF-F1BC-B28DFB9D1F0C}"/>
          </ac:picMkLst>
        </pc:picChg>
      </pc:sldChg>
      <pc:sldChg chg="addSp delSp modSp mod">
        <pc:chgData name="Juan Carlos Llamas Nuñez" userId="686aeec9-d228-4f5c-866f-834e64171512" providerId="ADAL" clId="{424DC71C-C9F9-4C03-8898-0CC1B5A6EEA1}" dt="2025-05-13T19:21:53.073" v="27541"/>
        <pc:sldMkLst>
          <pc:docMk/>
          <pc:sldMk cId="3684479695" sldId="2147482559"/>
        </pc:sldMkLst>
        <pc:spChg chg="mod">
          <ac:chgData name="Juan Carlos Llamas Nuñez" userId="686aeec9-d228-4f5c-866f-834e64171512" providerId="ADAL" clId="{424DC71C-C9F9-4C03-8898-0CC1B5A6EEA1}" dt="2025-05-13T18:54:23.749" v="27443" actId="1036"/>
          <ac:spMkLst>
            <pc:docMk/>
            <pc:sldMk cId="3684479695" sldId="2147482559"/>
            <ac:spMk id="3" creationId="{388E50B8-484E-EF2D-ECB8-5FFAF8B1DD9A}"/>
          </ac:spMkLst>
        </pc:spChg>
        <pc:spChg chg="add mod">
          <ac:chgData name="Juan Carlos Llamas Nuñez" userId="686aeec9-d228-4f5c-866f-834e64171512" providerId="ADAL" clId="{424DC71C-C9F9-4C03-8898-0CC1B5A6EEA1}" dt="2025-05-13T19:21:53.073" v="27541"/>
          <ac:spMkLst>
            <pc:docMk/>
            <pc:sldMk cId="3684479695" sldId="2147482559"/>
            <ac:spMk id="5" creationId="{AD7A8C1A-90EF-F97B-ADF5-C478FA7565C8}"/>
          </ac:spMkLst>
        </pc:spChg>
        <pc:spChg chg="mod">
          <ac:chgData name="Juan Carlos Llamas Nuñez" userId="686aeec9-d228-4f5c-866f-834e64171512" providerId="ADAL" clId="{424DC71C-C9F9-4C03-8898-0CC1B5A6EEA1}" dt="2025-05-13T18:56:52.019" v="27520" actId="113"/>
          <ac:spMkLst>
            <pc:docMk/>
            <pc:sldMk cId="3684479695" sldId="2147482559"/>
            <ac:spMk id="6" creationId="{DE2D0AAA-9B6E-8D6A-B39C-8320B360C3C6}"/>
          </ac:spMkLst>
        </pc:spChg>
        <pc:spChg chg="mod">
          <ac:chgData name="Juan Carlos Llamas Nuñez" userId="686aeec9-d228-4f5c-866f-834e64171512" providerId="ADAL" clId="{424DC71C-C9F9-4C03-8898-0CC1B5A6EEA1}" dt="2025-05-13T18:46:35.978" v="27008" actId="20577"/>
          <ac:spMkLst>
            <pc:docMk/>
            <pc:sldMk cId="3684479695" sldId="2147482559"/>
            <ac:spMk id="8" creationId="{5521F330-307D-859E-DC5A-2FE8A3238165}"/>
          </ac:spMkLst>
        </pc:spChg>
        <pc:spChg chg="add mod ord">
          <ac:chgData name="Juan Carlos Llamas Nuñez" userId="686aeec9-d228-4f5c-866f-834e64171512" providerId="ADAL" clId="{424DC71C-C9F9-4C03-8898-0CC1B5A6EEA1}" dt="2025-05-12T12:46:07.267" v="21569" actId="167"/>
          <ac:spMkLst>
            <pc:docMk/>
            <pc:sldMk cId="3684479695" sldId="2147482559"/>
            <ac:spMk id="8" creationId="{674E1C30-C9FB-3BD7-CD33-AE5E23412BE7}"/>
          </ac:spMkLst>
        </pc:spChg>
        <pc:spChg chg="add del mod">
          <ac:chgData name="Juan Carlos Llamas Nuñez" userId="686aeec9-d228-4f5c-866f-834e64171512" providerId="ADAL" clId="{424DC71C-C9F9-4C03-8898-0CC1B5A6EEA1}" dt="2025-05-13T18:54:23.749" v="27443" actId="1036"/>
          <ac:spMkLst>
            <pc:docMk/>
            <pc:sldMk cId="3684479695" sldId="2147482559"/>
            <ac:spMk id="13" creationId="{50B0A1CF-B80C-33AA-3BF8-94E0E7FDD310}"/>
          </ac:spMkLst>
        </pc:spChg>
        <pc:spChg chg="add del mod">
          <ac:chgData name="Juan Carlos Llamas Nuñez" userId="686aeec9-d228-4f5c-866f-834e64171512" providerId="ADAL" clId="{424DC71C-C9F9-4C03-8898-0CC1B5A6EEA1}" dt="2025-05-13T18:54:23.749" v="27443" actId="1036"/>
          <ac:spMkLst>
            <pc:docMk/>
            <pc:sldMk cId="3684479695" sldId="2147482559"/>
            <ac:spMk id="17" creationId="{9E43C692-8CDE-A00A-9C34-46DE0C01785F}"/>
          </ac:spMkLst>
        </pc:spChg>
        <pc:spChg chg="mod">
          <ac:chgData name="Juan Carlos Llamas Nuñez" userId="686aeec9-d228-4f5c-866f-834e64171512" providerId="ADAL" clId="{424DC71C-C9F9-4C03-8898-0CC1B5A6EEA1}" dt="2025-05-13T18:46:21.189" v="26982" actId="113"/>
          <ac:spMkLst>
            <pc:docMk/>
            <pc:sldMk cId="3684479695" sldId="2147482559"/>
            <ac:spMk id="48" creationId="{F7FF8CCB-C097-E273-819A-11AE26F6B441}"/>
          </ac:spMkLst>
        </pc:spChg>
        <pc:spChg chg="mod">
          <ac:chgData name="Juan Carlos Llamas Nuñez" userId="686aeec9-d228-4f5c-866f-834e64171512" providerId="ADAL" clId="{424DC71C-C9F9-4C03-8898-0CC1B5A6EEA1}" dt="2025-05-13T18:56:05.741" v="27465" actId="14100"/>
          <ac:spMkLst>
            <pc:docMk/>
            <pc:sldMk cId="3684479695" sldId="2147482559"/>
            <ac:spMk id="59" creationId="{A898716C-84E1-2831-1A38-40C297FDE264}"/>
          </ac:spMkLst>
        </pc:spChg>
        <pc:spChg chg="mod">
          <ac:chgData name="Juan Carlos Llamas Nuñez" userId="686aeec9-d228-4f5c-866f-834e64171512" providerId="ADAL" clId="{424DC71C-C9F9-4C03-8898-0CC1B5A6EEA1}" dt="2025-05-13T18:55:48.776" v="27463" actId="1076"/>
          <ac:spMkLst>
            <pc:docMk/>
            <pc:sldMk cId="3684479695" sldId="2147482559"/>
            <ac:spMk id="195" creationId="{CABB2544-2F96-5A47-FDD7-1D3E3B3E5A74}"/>
          </ac:spMkLst>
        </pc:spChg>
        <pc:spChg chg="add del mod">
          <ac:chgData name="Juan Carlos Llamas Nuñez" userId="686aeec9-d228-4f5c-866f-834e64171512" providerId="ADAL" clId="{424DC71C-C9F9-4C03-8898-0CC1B5A6EEA1}" dt="2025-05-13T18:55:27.738" v="27445" actId="6549"/>
          <ac:spMkLst>
            <pc:docMk/>
            <pc:sldMk cId="3684479695" sldId="2147482559"/>
            <ac:spMk id="281" creationId="{868BD8DD-51AB-20FC-3667-A4DA6B1F48A6}"/>
          </ac:spMkLst>
        </pc:spChg>
        <pc:grpChg chg="add del mod">
          <ac:chgData name="Juan Carlos Llamas Nuñez" userId="686aeec9-d228-4f5c-866f-834e64171512" providerId="ADAL" clId="{424DC71C-C9F9-4C03-8898-0CC1B5A6EEA1}" dt="2025-05-13T18:54:23.749" v="27443" actId="1036"/>
          <ac:grpSpMkLst>
            <pc:docMk/>
            <pc:sldMk cId="3684479695" sldId="2147482559"/>
            <ac:grpSpMk id="10" creationId="{5652A67B-7B90-F33F-DA9E-8355FF4DD77A}"/>
          </ac:grpSpMkLst>
        </pc:grpChg>
        <pc:grpChg chg="add del mod">
          <ac:chgData name="Juan Carlos Llamas Nuñez" userId="686aeec9-d228-4f5c-866f-834e64171512" providerId="ADAL" clId="{424DC71C-C9F9-4C03-8898-0CC1B5A6EEA1}" dt="2025-05-13T18:54:23.749" v="27443" actId="1036"/>
          <ac:grpSpMkLst>
            <pc:docMk/>
            <pc:sldMk cId="3684479695" sldId="2147482559"/>
            <ac:grpSpMk id="14" creationId="{705C1429-0850-3D2E-C614-BC885F32EAF7}"/>
          </ac:grpSpMkLst>
        </pc:grpChg>
        <pc:cxnChg chg="add mod">
          <ac:chgData name="Juan Carlos Llamas Nuñez" userId="686aeec9-d228-4f5c-866f-834e64171512" providerId="ADAL" clId="{424DC71C-C9F9-4C03-8898-0CC1B5A6EEA1}" dt="2025-05-13T19:19:59.897" v="27530"/>
          <ac:cxnSpMkLst>
            <pc:docMk/>
            <pc:sldMk cId="3684479695" sldId="2147482559"/>
            <ac:cxnSpMk id="4" creationId="{7FDE1DFF-30B2-1C8A-36E3-A6CA12506272}"/>
          </ac:cxnSpMkLst>
        </pc:cxnChg>
        <pc:cxnChg chg="del">
          <ac:chgData name="Juan Carlos Llamas Nuñez" userId="686aeec9-d228-4f5c-866f-834e64171512" providerId="ADAL" clId="{424DC71C-C9F9-4C03-8898-0CC1B5A6EEA1}" dt="2025-05-13T19:19:58.344" v="27529" actId="478"/>
          <ac:cxnSpMkLst>
            <pc:docMk/>
            <pc:sldMk cId="3684479695" sldId="2147482559"/>
            <ac:cxnSpMk id="319" creationId="{17B86F2C-F6A3-7F46-C6F8-4222F3A806E4}"/>
          </ac:cxnSpMkLst>
        </pc:cxnChg>
      </pc:sldChg>
      <pc:sldChg chg="addSp modSp mod">
        <pc:chgData name="Juan Carlos Llamas Nuñez" userId="686aeec9-d228-4f5c-866f-834e64171512" providerId="ADAL" clId="{424DC71C-C9F9-4C03-8898-0CC1B5A6EEA1}" dt="2025-05-13T15:10:15.398" v="24532" actId="123"/>
        <pc:sldMkLst>
          <pc:docMk/>
          <pc:sldMk cId="473804894" sldId="2147482561"/>
        </pc:sldMkLst>
        <pc:spChg chg="add mod ord">
          <ac:chgData name="Juan Carlos Llamas Nuñez" userId="686aeec9-d228-4f5c-866f-834e64171512" providerId="ADAL" clId="{424DC71C-C9F9-4C03-8898-0CC1B5A6EEA1}" dt="2025-05-12T12:44:48.476" v="21541" actId="167"/>
          <ac:spMkLst>
            <pc:docMk/>
            <pc:sldMk cId="473804894" sldId="2147482561"/>
            <ac:spMk id="2" creationId="{3E4B70C9-C6F7-4D23-CE3A-DE3751C5E283}"/>
          </ac:spMkLst>
        </pc:spChg>
        <pc:spChg chg="mod">
          <ac:chgData name="Juan Carlos Llamas Nuñez" userId="686aeec9-d228-4f5c-866f-834e64171512" providerId="ADAL" clId="{424DC71C-C9F9-4C03-8898-0CC1B5A6EEA1}" dt="2025-05-13T15:10:10.321" v="24530" actId="123"/>
          <ac:spMkLst>
            <pc:docMk/>
            <pc:sldMk cId="473804894" sldId="2147482561"/>
            <ac:spMk id="71" creationId="{84892D81-12EF-4B02-0234-398B4424CF44}"/>
          </ac:spMkLst>
        </pc:spChg>
        <pc:spChg chg="mod">
          <ac:chgData name="Juan Carlos Llamas Nuñez" userId="686aeec9-d228-4f5c-866f-834e64171512" providerId="ADAL" clId="{424DC71C-C9F9-4C03-8898-0CC1B5A6EEA1}" dt="2025-05-13T15:09:55.328" v="24524" actId="123"/>
          <ac:spMkLst>
            <pc:docMk/>
            <pc:sldMk cId="473804894" sldId="2147482561"/>
            <ac:spMk id="73" creationId="{84ED1306-2BB1-AC38-CCB5-74F08BCFB892}"/>
          </ac:spMkLst>
        </pc:spChg>
        <pc:spChg chg="mod">
          <ac:chgData name="Juan Carlos Llamas Nuñez" userId="686aeec9-d228-4f5c-866f-834e64171512" providerId="ADAL" clId="{424DC71C-C9F9-4C03-8898-0CC1B5A6EEA1}" dt="2025-05-13T15:10:00.613" v="24526" actId="123"/>
          <ac:spMkLst>
            <pc:docMk/>
            <pc:sldMk cId="473804894" sldId="2147482561"/>
            <ac:spMk id="76" creationId="{71704B0E-03C4-263C-EC4D-EEB27BC06CCE}"/>
          </ac:spMkLst>
        </pc:spChg>
        <pc:spChg chg="mod">
          <ac:chgData name="Juan Carlos Llamas Nuñez" userId="686aeec9-d228-4f5c-866f-834e64171512" providerId="ADAL" clId="{424DC71C-C9F9-4C03-8898-0CC1B5A6EEA1}" dt="2025-05-13T15:10:05.728" v="24528" actId="123"/>
          <ac:spMkLst>
            <pc:docMk/>
            <pc:sldMk cId="473804894" sldId="2147482561"/>
            <ac:spMk id="84" creationId="{07E624E6-834D-F677-17CF-294670B550D3}"/>
          </ac:spMkLst>
        </pc:spChg>
        <pc:spChg chg="mod">
          <ac:chgData name="Juan Carlos Llamas Nuñez" userId="686aeec9-d228-4f5c-866f-834e64171512" providerId="ADAL" clId="{424DC71C-C9F9-4C03-8898-0CC1B5A6EEA1}" dt="2025-05-13T15:10:15.398" v="24532" actId="123"/>
          <ac:spMkLst>
            <pc:docMk/>
            <pc:sldMk cId="473804894" sldId="2147482561"/>
            <ac:spMk id="86" creationId="{AD8CF828-63E0-D2FA-9215-79A6B13E3AA0}"/>
          </ac:spMkLst>
        </pc:spChg>
      </pc:sldChg>
      <pc:sldChg chg="addSp modSp mod">
        <pc:chgData name="Juan Carlos Llamas Nuñez" userId="686aeec9-d228-4f5c-866f-834e64171512" providerId="ADAL" clId="{424DC71C-C9F9-4C03-8898-0CC1B5A6EEA1}" dt="2025-05-13T15:06:22.645" v="24522" actId="14100"/>
        <pc:sldMkLst>
          <pc:docMk/>
          <pc:sldMk cId="54939763" sldId="2147482564"/>
        </pc:sldMkLst>
        <pc:spChg chg="add mod ord">
          <ac:chgData name="Juan Carlos Llamas Nuñez" userId="686aeec9-d228-4f5c-866f-834e64171512" providerId="ADAL" clId="{424DC71C-C9F9-4C03-8898-0CC1B5A6EEA1}" dt="2025-05-12T12:45:05.970" v="21545" actId="167"/>
          <ac:spMkLst>
            <pc:docMk/>
            <pc:sldMk cId="54939763" sldId="2147482564"/>
            <ac:spMk id="2" creationId="{3AB9C31E-9116-9D9C-5834-BE7261596F1C}"/>
          </ac:spMkLst>
        </pc:spChg>
        <pc:spChg chg="mod">
          <ac:chgData name="Juan Carlos Llamas Nuñez" userId="686aeec9-d228-4f5c-866f-834e64171512" providerId="ADAL" clId="{424DC71C-C9F9-4C03-8898-0CC1B5A6EEA1}" dt="2025-05-11T09:30:24.607" v="1418" actId="20577"/>
          <ac:spMkLst>
            <pc:docMk/>
            <pc:sldMk cId="54939763" sldId="2147482564"/>
            <ac:spMk id="5" creationId="{615BB313-002A-9A6D-F530-E4217661F289}"/>
          </ac:spMkLst>
        </pc:spChg>
        <pc:spChg chg="mod">
          <ac:chgData name="Juan Carlos Llamas Nuñez" userId="686aeec9-d228-4f5c-866f-834e64171512" providerId="ADAL" clId="{424DC71C-C9F9-4C03-8898-0CC1B5A6EEA1}" dt="2025-05-13T15:06:22.645" v="24522" actId="14100"/>
          <ac:spMkLst>
            <pc:docMk/>
            <pc:sldMk cId="54939763" sldId="2147482564"/>
            <ac:spMk id="8" creationId="{16CF801C-ACF6-1102-CC4B-8F6421F2EF46}"/>
          </ac:spMkLst>
        </pc:spChg>
        <pc:spChg chg="mod">
          <ac:chgData name="Juan Carlos Llamas Nuñez" userId="686aeec9-d228-4f5c-866f-834e64171512" providerId="ADAL" clId="{424DC71C-C9F9-4C03-8898-0CC1B5A6EEA1}" dt="2025-05-11T09:30:58.277" v="1419" actId="20577"/>
          <ac:spMkLst>
            <pc:docMk/>
            <pc:sldMk cId="54939763" sldId="2147482564"/>
            <ac:spMk id="14" creationId="{9510C715-FC44-7B54-FCBB-36F653A298E8}"/>
          </ac:spMkLst>
        </pc:spChg>
      </pc:sldChg>
      <pc:sldChg chg="delSp modSp mod modCm">
        <pc:chgData name="Juan Carlos Llamas Nuñez" userId="686aeec9-d228-4f5c-866f-834e64171512" providerId="ADAL" clId="{424DC71C-C9F9-4C03-8898-0CC1B5A6EEA1}" dt="2025-05-12T12:46:18.892" v="21571" actId="478"/>
        <pc:sldMkLst>
          <pc:docMk/>
          <pc:sldMk cId="1625693307" sldId="2147482569"/>
        </pc:sldMkLst>
        <pc:picChg chg="del">
          <ac:chgData name="Juan Carlos Llamas Nuñez" userId="686aeec9-d228-4f5c-866f-834e64171512" providerId="ADAL" clId="{424DC71C-C9F9-4C03-8898-0CC1B5A6EEA1}" dt="2025-05-12T12:46:18.892" v="21571" actId="478"/>
          <ac:picMkLst>
            <pc:docMk/>
            <pc:sldMk cId="1625693307" sldId="2147482569"/>
            <ac:picMk id="26" creationId="{FAB3983B-4141-ACDB-E754-6DA318DC62ED}"/>
          </ac:picMkLst>
        </pc:picChg>
        <pc:extLst>
          <p:ext xmlns:p="http://schemas.openxmlformats.org/presentationml/2006/main" uri="{D6D511B9-2390-475A-947B-AFAB55BFBCF1}">
            <pc226:cmChg xmlns:pc226="http://schemas.microsoft.com/office/powerpoint/2022/06/main/command" chg="mod">
              <pc226:chgData name="Juan Carlos Llamas Nuñez" userId="686aeec9-d228-4f5c-866f-834e64171512" providerId="ADAL" clId="{424DC71C-C9F9-4C03-8898-0CC1B5A6EEA1}" dt="2025-05-11T08:41:28.724" v="24" actId="20577"/>
              <pc2:cmMkLst xmlns:pc2="http://schemas.microsoft.com/office/powerpoint/2019/9/main/command">
                <pc:docMk/>
                <pc:sldMk cId="1625693307" sldId="2147482569"/>
                <pc2:cmMk id="{E09164E9-D683-4F50-B7CB-93E4FB1865EF}"/>
              </pc2:cmMkLst>
            </pc226:cmChg>
          </p:ext>
        </pc:extLst>
      </pc:sldChg>
      <pc:sldChg chg="delSp modSp mod">
        <pc:chgData name="Juan Carlos Llamas Nuñez" userId="686aeec9-d228-4f5c-866f-834e64171512" providerId="ADAL" clId="{424DC71C-C9F9-4C03-8898-0CC1B5A6EEA1}" dt="2025-05-12T12:46:24.206" v="21573" actId="478"/>
        <pc:sldMkLst>
          <pc:docMk/>
          <pc:sldMk cId="3697108581" sldId="2147482570"/>
        </pc:sldMkLst>
        <pc:picChg chg="del">
          <ac:chgData name="Juan Carlos Llamas Nuñez" userId="686aeec9-d228-4f5c-866f-834e64171512" providerId="ADAL" clId="{424DC71C-C9F9-4C03-8898-0CC1B5A6EEA1}" dt="2025-05-12T12:46:24.206" v="21573" actId="478"/>
          <ac:picMkLst>
            <pc:docMk/>
            <pc:sldMk cId="3697108581" sldId="2147482570"/>
            <ac:picMk id="26" creationId="{378D891F-87C1-8A9B-77FF-DFB5E2096DED}"/>
          </ac:picMkLst>
        </pc:picChg>
      </pc:sldChg>
      <pc:sldChg chg="delSp modSp mod">
        <pc:chgData name="Juan Carlos Llamas Nuñez" userId="686aeec9-d228-4f5c-866f-834e64171512" providerId="ADAL" clId="{424DC71C-C9F9-4C03-8898-0CC1B5A6EEA1}" dt="2025-05-12T12:46:31.091" v="21574" actId="478"/>
        <pc:sldMkLst>
          <pc:docMk/>
          <pc:sldMk cId="197964963" sldId="2147482571"/>
        </pc:sldMkLst>
        <pc:picChg chg="del">
          <ac:chgData name="Juan Carlos Llamas Nuñez" userId="686aeec9-d228-4f5c-866f-834e64171512" providerId="ADAL" clId="{424DC71C-C9F9-4C03-8898-0CC1B5A6EEA1}" dt="2025-05-12T12:46:31.091" v="21574" actId="478"/>
          <ac:picMkLst>
            <pc:docMk/>
            <pc:sldMk cId="197964963" sldId="2147482571"/>
            <ac:picMk id="26" creationId="{50394560-865A-A050-BEE1-D8505BCCEBFF}"/>
          </ac:picMkLst>
        </pc:picChg>
      </pc:sldChg>
      <pc:sldChg chg="addSp modSp mod">
        <pc:chgData name="Juan Carlos Llamas Nuñez" userId="686aeec9-d228-4f5c-866f-834e64171512" providerId="ADAL" clId="{424DC71C-C9F9-4C03-8898-0CC1B5A6EEA1}" dt="2025-05-12T12:46:01.881" v="21567" actId="167"/>
        <pc:sldMkLst>
          <pc:docMk/>
          <pc:sldMk cId="2271003236" sldId="2147482572"/>
        </pc:sldMkLst>
        <pc:spChg chg="add mod ord">
          <ac:chgData name="Juan Carlos Llamas Nuñez" userId="686aeec9-d228-4f5c-866f-834e64171512" providerId="ADAL" clId="{424DC71C-C9F9-4C03-8898-0CC1B5A6EEA1}" dt="2025-05-12T12:46:01.881" v="21567" actId="167"/>
          <ac:spMkLst>
            <pc:docMk/>
            <pc:sldMk cId="2271003236" sldId="2147482572"/>
            <ac:spMk id="5" creationId="{6F3776DF-F136-97A9-77AD-30C2268BF764}"/>
          </ac:spMkLst>
        </pc:spChg>
        <pc:spChg chg="mod">
          <ac:chgData name="Juan Carlos Llamas Nuñez" userId="686aeec9-d228-4f5c-866f-834e64171512" providerId="ADAL" clId="{424DC71C-C9F9-4C03-8898-0CC1B5A6EEA1}" dt="2025-05-11T08:48:51.393" v="64" actId="123"/>
          <ac:spMkLst>
            <pc:docMk/>
            <pc:sldMk cId="2271003236" sldId="2147482572"/>
            <ac:spMk id="6" creationId="{D3A8A193-27DF-0B87-FB12-8923CEE9E834}"/>
          </ac:spMkLst>
        </pc:spChg>
        <pc:spChg chg="mod">
          <ac:chgData name="Juan Carlos Llamas Nuñez" userId="686aeec9-d228-4f5c-866f-834e64171512" providerId="ADAL" clId="{424DC71C-C9F9-4C03-8898-0CC1B5A6EEA1}" dt="2025-05-11T08:49:53.914" v="69" actId="20577"/>
          <ac:spMkLst>
            <pc:docMk/>
            <pc:sldMk cId="2271003236" sldId="2147482572"/>
            <ac:spMk id="19" creationId="{DC953F00-DBA4-28FD-1B12-96F66071C2E7}"/>
          </ac:spMkLst>
        </pc:spChg>
        <pc:spChg chg="mod">
          <ac:chgData name="Juan Carlos Llamas Nuñez" userId="686aeec9-d228-4f5c-866f-834e64171512" providerId="ADAL" clId="{424DC71C-C9F9-4C03-8898-0CC1B5A6EEA1}" dt="2025-05-11T08:50:05.829" v="70" actId="123"/>
          <ac:spMkLst>
            <pc:docMk/>
            <pc:sldMk cId="2271003236" sldId="2147482572"/>
            <ac:spMk id="22" creationId="{671252A2-B39B-287D-DF76-F62E691D3E67}"/>
          </ac:spMkLst>
        </pc:spChg>
        <pc:spChg chg="mod">
          <ac:chgData name="Juan Carlos Llamas Nuñez" userId="686aeec9-d228-4f5c-866f-834e64171512" providerId="ADAL" clId="{424DC71C-C9F9-4C03-8898-0CC1B5A6EEA1}" dt="2025-05-11T08:50:17.778" v="71" actId="123"/>
          <ac:spMkLst>
            <pc:docMk/>
            <pc:sldMk cId="2271003236" sldId="2147482572"/>
            <ac:spMk id="24" creationId="{848BE5F0-70EA-F133-56F7-EE18B3169DC1}"/>
          </ac:spMkLst>
        </pc:spChg>
      </pc:sldChg>
      <pc:sldChg chg="delSp modSp mod">
        <pc:chgData name="Juan Carlos Llamas Nuñez" userId="686aeec9-d228-4f5c-866f-834e64171512" providerId="ADAL" clId="{424DC71C-C9F9-4C03-8898-0CC1B5A6EEA1}" dt="2025-05-12T12:46:37.309" v="21575" actId="478"/>
        <pc:sldMkLst>
          <pc:docMk/>
          <pc:sldMk cId="1319678383" sldId="2147482573"/>
        </pc:sldMkLst>
        <pc:picChg chg="del">
          <ac:chgData name="Juan Carlos Llamas Nuñez" userId="686aeec9-d228-4f5c-866f-834e64171512" providerId="ADAL" clId="{424DC71C-C9F9-4C03-8898-0CC1B5A6EEA1}" dt="2025-05-12T12:46:37.309" v="21575" actId="478"/>
          <ac:picMkLst>
            <pc:docMk/>
            <pc:sldMk cId="1319678383" sldId="2147482573"/>
            <ac:picMk id="26" creationId="{1CED8E40-1AC7-5421-F632-EBF58C26B4FF}"/>
          </ac:picMkLst>
        </pc:picChg>
      </pc:sldChg>
      <pc:sldChg chg="addSp modSp mod">
        <pc:chgData name="Juan Carlos Llamas Nuñez" userId="686aeec9-d228-4f5c-866f-834e64171512" providerId="ADAL" clId="{424DC71C-C9F9-4C03-8898-0CC1B5A6EEA1}" dt="2025-05-12T12:45:57.260" v="21565" actId="167"/>
        <pc:sldMkLst>
          <pc:docMk/>
          <pc:sldMk cId="2109647564" sldId="2147482579"/>
        </pc:sldMkLst>
        <pc:spChg chg="add mod ord">
          <ac:chgData name="Juan Carlos Llamas Nuñez" userId="686aeec9-d228-4f5c-866f-834e64171512" providerId="ADAL" clId="{424DC71C-C9F9-4C03-8898-0CC1B5A6EEA1}" dt="2025-05-12T12:45:57.260" v="21565" actId="167"/>
          <ac:spMkLst>
            <pc:docMk/>
            <pc:sldMk cId="2109647564" sldId="2147482579"/>
            <ac:spMk id="6" creationId="{B17FD780-21A3-2645-FA4D-DC6C82738D25}"/>
          </ac:spMkLst>
        </pc:spChg>
        <pc:spChg chg="mod">
          <ac:chgData name="Juan Carlos Llamas Nuñez" userId="686aeec9-d228-4f5c-866f-834e64171512" providerId="ADAL" clId="{424DC71C-C9F9-4C03-8898-0CC1B5A6EEA1}" dt="2025-05-11T08:52:10.627" v="81" actId="20577"/>
          <ac:spMkLst>
            <pc:docMk/>
            <pc:sldMk cId="2109647564" sldId="2147482579"/>
            <ac:spMk id="42" creationId="{48815143-EB17-1DC8-2854-5C85CAFEA0CF}"/>
          </ac:spMkLst>
        </pc:spChg>
      </pc:sldChg>
      <pc:sldChg chg="addSp modSp mod">
        <pc:chgData name="Juan Carlos Llamas Nuñez" userId="686aeec9-d228-4f5c-866f-834e64171512" providerId="ADAL" clId="{424DC71C-C9F9-4C03-8898-0CC1B5A6EEA1}" dt="2025-05-12T12:45:51.978" v="21563" actId="167"/>
        <pc:sldMkLst>
          <pc:docMk/>
          <pc:sldMk cId="1364124734" sldId="2147482580"/>
        </pc:sldMkLst>
        <pc:spChg chg="add mod ord">
          <ac:chgData name="Juan Carlos Llamas Nuñez" userId="686aeec9-d228-4f5c-866f-834e64171512" providerId="ADAL" clId="{424DC71C-C9F9-4C03-8898-0CC1B5A6EEA1}" dt="2025-05-12T12:45:51.978" v="21563" actId="167"/>
          <ac:spMkLst>
            <pc:docMk/>
            <pc:sldMk cId="1364124734" sldId="2147482580"/>
            <ac:spMk id="5" creationId="{2EF47522-EF8A-1CF6-F423-5C9D22F48834}"/>
          </ac:spMkLst>
        </pc:spChg>
        <pc:spChg chg="mod">
          <ac:chgData name="Juan Carlos Llamas Nuñez" userId="686aeec9-d228-4f5c-866f-834e64171512" providerId="ADAL" clId="{424DC71C-C9F9-4C03-8898-0CC1B5A6EEA1}" dt="2025-05-11T08:54:38.143" v="100" actId="20577"/>
          <ac:spMkLst>
            <pc:docMk/>
            <pc:sldMk cId="1364124734" sldId="2147482580"/>
            <ac:spMk id="12" creationId="{E241B2CA-7E0D-4831-3307-31FF75516988}"/>
          </ac:spMkLst>
        </pc:spChg>
      </pc:sldChg>
      <pc:sldChg chg="addSp modSp mod">
        <pc:chgData name="Juan Carlos Llamas Nuñez" userId="686aeec9-d228-4f5c-866f-834e64171512" providerId="ADAL" clId="{424DC71C-C9F9-4C03-8898-0CC1B5A6EEA1}" dt="2025-05-13T15:38:28.258" v="24794" actId="20577"/>
        <pc:sldMkLst>
          <pc:docMk/>
          <pc:sldMk cId="919194026" sldId="2147482581"/>
        </pc:sldMkLst>
        <pc:spChg chg="mod">
          <ac:chgData name="Juan Carlos Llamas Nuñez" userId="686aeec9-d228-4f5c-866f-834e64171512" providerId="ADAL" clId="{424DC71C-C9F9-4C03-8898-0CC1B5A6EEA1}" dt="2025-05-11T08:55:55.718" v="123" actId="20577"/>
          <ac:spMkLst>
            <pc:docMk/>
            <pc:sldMk cId="919194026" sldId="2147482581"/>
            <ac:spMk id="2" creationId="{4E238022-990A-FDC1-2AE4-46FFC96F3743}"/>
          </ac:spMkLst>
        </pc:spChg>
        <pc:spChg chg="add mod ord">
          <ac:chgData name="Juan Carlos Llamas Nuñez" userId="686aeec9-d228-4f5c-866f-834e64171512" providerId="ADAL" clId="{424DC71C-C9F9-4C03-8898-0CC1B5A6EEA1}" dt="2025-05-12T12:45:46.876" v="21561" actId="167"/>
          <ac:spMkLst>
            <pc:docMk/>
            <pc:sldMk cId="919194026" sldId="2147482581"/>
            <ac:spMk id="5" creationId="{1A67C8D4-8D46-6F13-E4D8-1BF8635F164C}"/>
          </ac:spMkLst>
        </pc:spChg>
        <pc:spChg chg="mod">
          <ac:chgData name="Juan Carlos Llamas Nuñez" userId="686aeec9-d228-4f5c-866f-834e64171512" providerId="ADAL" clId="{424DC71C-C9F9-4C03-8898-0CC1B5A6EEA1}" dt="2025-05-13T15:37:31.697" v="24778" actId="20577"/>
          <ac:spMkLst>
            <pc:docMk/>
            <pc:sldMk cId="919194026" sldId="2147482581"/>
            <ac:spMk id="8" creationId="{FE290C40-7168-FD78-64A2-EB56F7947497}"/>
          </ac:spMkLst>
        </pc:spChg>
        <pc:spChg chg="mod">
          <ac:chgData name="Juan Carlos Llamas Nuñez" userId="686aeec9-d228-4f5c-866f-834e64171512" providerId="ADAL" clId="{424DC71C-C9F9-4C03-8898-0CC1B5A6EEA1}" dt="2025-05-13T15:38:28.258" v="24794" actId="20577"/>
          <ac:spMkLst>
            <pc:docMk/>
            <pc:sldMk cId="919194026" sldId="2147482581"/>
            <ac:spMk id="10" creationId="{C7C36ED7-9537-74CB-92C0-B8B1B7FB4E2A}"/>
          </ac:spMkLst>
        </pc:spChg>
      </pc:sldChg>
      <pc:sldChg chg="mod ord modShow">
        <pc:chgData name="Juan Carlos Llamas Nuñez" userId="686aeec9-d228-4f5c-866f-834e64171512" providerId="ADAL" clId="{424DC71C-C9F9-4C03-8898-0CC1B5A6EEA1}" dt="2025-05-11T09:05:01.554" v="520" actId="729"/>
        <pc:sldMkLst>
          <pc:docMk/>
          <pc:sldMk cId="663549903" sldId="2147482583"/>
        </pc:sldMkLst>
      </pc:sldChg>
      <pc:sldChg chg="addSp modSp mod">
        <pc:chgData name="Juan Carlos Llamas Nuñez" userId="686aeec9-d228-4f5c-866f-834e64171512" providerId="ADAL" clId="{424DC71C-C9F9-4C03-8898-0CC1B5A6EEA1}" dt="2025-05-12T12:45:43.790" v="21559" actId="167"/>
        <pc:sldMkLst>
          <pc:docMk/>
          <pc:sldMk cId="3843510123" sldId="2147482587"/>
        </pc:sldMkLst>
        <pc:spChg chg="add mod ord">
          <ac:chgData name="Juan Carlos Llamas Nuñez" userId="686aeec9-d228-4f5c-866f-834e64171512" providerId="ADAL" clId="{424DC71C-C9F9-4C03-8898-0CC1B5A6EEA1}" dt="2025-05-12T12:45:43.790" v="21559" actId="167"/>
          <ac:spMkLst>
            <pc:docMk/>
            <pc:sldMk cId="3843510123" sldId="2147482587"/>
            <ac:spMk id="5" creationId="{686DB9E6-C194-71F4-4BD0-5877A661A45C}"/>
          </ac:spMkLst>
        </pc:spChg>
        <pc:spChg chg="mod">
          <ac:chgData name="Juan Carlos Llamas Nuñez" userId="686aeec9-d228-4f5c-866f-834e64171512" providerId="ADAL" clId="{424DC71C-C9F9-4C03-8898-0CC1B5A6EEA1}" dt="2025-05-11T09:03:59.545" v="517" actId="20577"/>
          <ac:spMkLst>
            <pc:docMk/>
            <pc:sldMk cId="3843510123" sldId="2147482587"/>
            <ac:spMk id="6" creationId="{1CF8952A-7A32-C04A-AB0F-7F37AA10B445}"/>
          </ac:spMkLst>
        </pc:spChg>
        <pc:graphicFrameChg chg="mod modGraphic">
          <ac:chgData name="Juan Carlos Llamas Nuñez" userId="686aeec9-d228-4f5c-866f-834e64171512" providerId="ADAL" clId="{424DC71C-C9F9-4C03-8898-0CC1B5A6EEA1}" dt="2025-05-11T11:29:58.558" v="4714"/>
          <ac:graphicFrameMkLst>
            <pc:docMk/>
            <pc:sldMk cId="3843510123" sldId="2147482587"/>
            <ac:graphicFrameMk id="7" creationId="{4BA3ADC4-98A4-EEB2-E109-4F0385A93FCD}"/>
          </ac:graphicFrameMkLst>
        </pc:graphicFrameChg>
      </pc:sldChg>
      <pc:sldChg chg="addSp modSp mod">
        <pc:chgData name="Juan Carlos Llamas Nuñez" userId="686aeec9-d228-4f5c-866f-834e64171512" providerId="ADAL" clId="{424DC71C-C9F9-4C03-8898-0CC1B5A6EEA1}" dt="2025-05-12T12:45:36.882" v="21555" actId="167"/>
        <pc:sldMkLst>
          <pc:docMk/>
          <pc:sldMk cId="1700535556" sldId="2147482588"/>
        </pc:sldMkLst>
        <pc:spChg chg="mod">
          <ac:chgData name="Juan Carlos Llamas Nuñez" userId="686aeec9-d228-4f5c-866f-834e64171512" providerId="ADAL" clId="{424DC71C-C9F9-4C03-8898-0CC1B5A6EEA1}" dt="2025-05-11T09:16:05.569" v="992" actId="20577"/>
          <ac:spMkLst>
            <pc:docMk/>
            <pc:sldMk cId="1700535556" sldId="2147482588"/>
            <ac:spMk id="2" creationId="{2DE5B227-B5A6-8C52-924B-0741E7486338}"/>
          </ac:spMkLst>
        </pc:spChg>
        <pc:spChg chg="add mod ord">
          <ac:chgData name="Juan Carlos Llamas Nuñez" userId="686aeec9-d228-4f5c-866f-834e64171512" providerId="ADAL" clId="{424DC71C-C9F9-4C03-8898-0CC1B5A6EEA1}" dt="2025-05-12T12:45:36.882" v="21555" actId="167"/>
          <ac:spMkLst>
            <pc:docMk/>
            <pc:sldMk cId="1700535556" sldId="2147482588"/>
            <ac:spMk id="5" creationId="{138BD9C0-EA6E-5B34-6C19-7DF0864FD745}"/>
          </ac:spMkLst>
        </pc:spChg>
        <pc:spChg chg="mod">
          <ac:chgData name="Juan Carlos Llamas Nuñez" userId="686aeec9-d228-4f5c-866f-834e64171512" providerId="ADAL" clId="{424DC71C-C9F9-4C03-8898-0CC1B5A6EEA1}" dt="2025-05-11T09:19:32.758" v="1151" actId="20577"/>
          <ac:spMkLst>
            <pc:docMk/>
            <pc:sldMk cId="1700535556" sldId="2147482588"/>
            <ac:spMk id="6" creationId="{B5DA314D-E8FB-5B0F-FEA7-7652D80FAC83}"/>
          </ac:spMkLst>
        </pc:spChg>
        <pc:spChg chg="mod">
          <ac:chgData name="Juan Carlos Llamas Nuñez" userId="686aeec9-d228-4f5c-866f-834e64171512" providerId="ADAL" clId="{424DC71C-C9F9-4C03-8898-0CC1B5A6EEA1}" dt="2025-05-11T09:19:47.130" v="1154" actId="20577"/>
          <ac:spMkLst>
            <pc:docMk/>
            <pc:sldMk cId="1700535556" sldId="2147482588"/>
            <ac:spMk id="9" creationId="{29722DC2-8808-0D18-B285-AD99EA50A779}"/>
          </ac:spMkLst>
        </pc:spChg>
      </pc:sldChg>
      <pc:sldChg chg="addSp modSp mod">
        <pc:chgData name="Juan Carlos Llamas Nuñez" userId="686aeec9-d228-4f5c-866f-834e64171512" providerId="ADAL" clId="{424DC71C-C9F9-4C03-8898-0CC1B5A6EEA1}" dt="2025-05-13T15:47:57.968" v="24811" actId="20577"/>
        <pc:sldMkLst>
          <pc:docMk/>
          <pc:sldMk cId="3965097231" sldId="2147482589"/>
        </pc:sldMkLst>
        <pc:spChg chg="add mod ord">
          <ac:chgData name="Juan Carlos Llamas Nuñez" userId="686aeec9-d228-4f5c-866f-834e64171512" providerId="ADAL" clId="{424DC71C-C9F9-4C03-8898-0CC1B5A6EEA1}" dt="2025-05-12T12:45:32.970" v="21553" actId="167"/>
          <ac:spMkLst>
            <pc:docMk/>
            <pc:sldMk cId="3965097231" sldId="2147482589"/>
            <ac:spMk id="5" creationId="{1C55BE11-4801-56B4-B38D-D4C4A5178576}"/>
          </ac:spMkLst>
        </pc:spChg>
        <pc:spChg chg="mod">
          <ac:chgData name="Juan Carlos Llamas Nuñez" userId="686aeec9-d228-4f5c-866f-834e64171512" providerId="ADAL" clId="{424DC71C-C9F9-4C03-8898-0CC1B5A6EEA1}" dt="2025-05-11T09:23:28.857" v="1195" actId="20577"/>
          <ac:spMkLst>
            <pc:docMk/>
            <pc:sldMk cId="3965097231" sldId="2147482589"/>
            <ac:spMk id="6" creationId="{E44A917B-17CB-71FE-0F22-495CD69014E8}"/>
          </ac:spMkLst>
        </pc:spChg>
        <pc:spChg chg="add mod">
          <ac:chgData name="Juan Carlos Llamas Nuñez" userId="686aeec9-d228-4f5c-866f-834e64171512" providerId="ADAL" clId="{424DC71C-C9F9-4C03-8898-0CC1B5A6EEA1}" dt="2025-05-13T15:16:10.659" v="24730" actId="1076"/>
          <ac:spMkLst>
            <pc:docMk/>
            <pc:sldMk cId="3965097231" sldId="2147482589"/>
            <ac:spMk id="7" creationId="{BF0E7DD5-9039-124C-68D3-2DF4FBAB19D7}"/>
          </ac:spMkLst>
        </pc:spChg>
        <pc:spChg chg="mod">
          <ac:chgData name="Juan Carlos Llamas Nuñez" userId="686aeec9-d228-4f5c-866f-834e64171512" providerId="ADAL" clId="{424DC71C-C9F9-4C03-8898-0CC1B5A6EEA1}" dt="2025-05-13T15:47:57.968" v="24811" actId="20577"/>
          <ac:spMkLst>
            <pc:docMk/>
            <pc:sldMk cId="3965097231" sldId="2147482589"/>
            <ac:spMk id="25" creationId="{3EB123A8-2BF4-1DAE-BD7B-F62ED90BE6E1}"/>
          </ac:spMkLst>
        </pc:spChg>
        <pc:graphicFrameChg chg="mod">
          <ac:chgData name="Juan Carlos Llamas Nuñez" userId="686aeec9-d228-4f5c-866f-834e64171512" providerId="ADAL" clId="{424DC71C-C9F9-4C03-8898-0CC1B5A6EEA1}" dt="2025-05-13T15:44:09.573" v="24795"/>
          <ac:graphicFrameMkLst>
            <pc:docMk/>
            <pc:sldMk cId="3965097231" sldId="2147482589"/>
            <ac:graphicFrameMk id="23" creationId="{8F3DC447-E492-8FDE-0C88-9031A2C39043}"/>
          </ac:graphicFrameMkLst>
        </pc:graphicFrameChg>
      </pc:sldChg>
      <pc:sldChg chg="addSp modSp mod">
        <pc:chgData name="Juan Carlos Llamas Nuñez" userId="686aeec9-d228-4f5c-866f-834e64171512" providerId="ADAL" clId="{424DC71C-C9F9-4C03-8898-0CC1B5A6EEA1}" dt="2025-05-12T12:44:36.797" v="21535" actId="167"/>
        <pc:sldMkLst>
          <pc:docMk/>
          <pc:sldMk cId="2225197433" sldId="2147482590"/>
        </pc:sldMkLst>
        <pc:spChg chg="add mod ord">
          <ac:chgData name="Juan Carlos Llamas Nuñez" userId="686aeec9-d228-4f5c-866f-834e64171512" providerId="ADAL" clId="{424DC71C-C9F9-4C03-8898-0CC1B5A6EEA1}" dt="2025-05-12T12:44:36.797" v="21535" actId="167"/>
          <ac:spMkLst>
            <pc:docMk/>
            <pc:sldMk cId="2225197433" sldId="2147482590"/>
            <ac:spMk id="5" creationId="{C5573118-8D70-BE1F-AF56-DA0AF3EFB7C0}"/>
          </ac:spMkLst>
        </pc:spChg>
      </pc:sldChg>
      <pc:sldChg chg="addSp modSp mod modNotesTx">
        <pc:chgData name="Juan Carlos Llamas Nuñez" userId="686aeec9-d228-4f5c-866f-834e64171512" providerId="ADAL" clId="{424DC71C-C9F9-4C03-8898-0CC1B5A6EEA1}" dt="2025-05-13T15:04:51.744" v="24505" actId="123"/>
        <pc:sldMkLst>
          <pc:docMk/>
          <pc:sldMk cId="1059051790" sldId="2147482591"/>
        </pc:sldMkLst>
        <pc:spChg chg="add mod ord">
          <ac:chgData name="Juan Carlos Llamas Nuñez" userId="686aeec9-d228-4f5c-866f-834e64171512" providerId="ADAL" clId="{424DC71C-C9F9-4C03-8898-0CC1B5A6EEA1}" dt="2025-05-12T12:45:40.255" v="21557" actId="167"/>
          <ac:spMkLst>
            <pc:docMk/>
            <pc:sldMk cId="1059051790" sldId="2147482591"/>
            <ac:spMk id="5" creationId="{721CF269-FC23-0247-E4E3-AC26B9BBB4E9}"/>
          </ac:spMkLst>
        </pc:spChg>
        <pc:spChg chg="mod">
          <ac:chgData name="Juan Carlos Llamas Nuñez" userId="686aeec9-d228-4f5c-866f-834e64171512" providerId="ADAL" clId="{424DC71C-C9F9-4C03-8898-0CC1B5A6EEA1}" dt="2025-05-13T15:04:51.744" v="24505" actId="123"/>
          <ac:spMkLst>
            <pc:docMk/>
            <pc:sldMk cId="1059051790" sldId="2147482591"/>
            <ac:spMk id="10" creationId="{C9377CB1-CEE9-A78B-4FEF-8B329527BA0B}"/>
          </ac:spMkLst>
        </pc:spChg>
      </pc:sldChg>
      <pc:sldChg chg="addSp delSp modSp mod">
        <pc:chgData name="Juan Carlos Llamas Nuñez" userId="686aeec9-d228-4f5c-866f-834e64171512" providerId="ADAL" clId="{424DC71C-C9F9-4C03-8898-0CC1B5A6EEA1}" dt="2025-05-12T12:47:45.033" v="21582" actId="478"/>
        <pc:sldMkLst>
          <pc:docMk/>
          <pc:sldMk cId="3588178655" sldId="2147482592"/>
        </pc:sldMkLst>
        <pc:picChg chg="add del">
          <ac:chgData name="Juan Carlos Llamas Nuñez" userId="686aeec9-d228-4f5c-866f-834e64171512" providerId="ADAL" clId="{424DC71C-C9F9-4C03-8898-0CC1B5A6EEA1}" dt="2025-05-12T12:47:45.033" v="21582" actId="478"/>
          <ac:picMkLst>
            <pc:docMk/>
            <pc:sldMk cId="3588178655" sldId="2147482592"/>
            <ac:picMk id="26" creationId="{4BB19858-6769-5E10-8C6C-5D5937B3BC7F}"/>
          </ac:picMkLst>
        </pc:picChg>
      </pc:sldChg>
      <pc:sldChg chg="addSp delSp modSp mod modNotesTx">
        <pc:chgData name="Juan Carlos Llamas Nuñez" userId="686aeec9-d228-4f5c-866f-834e64171512" providerId="ADAL" clId="{424DC71C-C9F9-4C03-8898-0CC1B5A6EEA1}" dt="2025-05-13T16:46:14.751" v="26356" actId="404"/>
        <pc:sldMkLst>
          <pc:docMk/>
          <pc:sldMk cId="3755864918" sldId="2147482593"/>
        </pc:sldMkLst>
        <pc:spChg chg="mod">
          <ac:chgData name="Juan Carlos Llamas Nuñez" userId="686aeec9-d228-4f5c-866f-834e64171512" providerId="ADAL" clId="{424DC71C-C9F9-4C03-8898-0CC1B5A6EEA1}" dt="2025-05-11T19:21:36.849" v="17221"/>
          <ac:spMkLst>
            <pc:docMk/>
            <pc:sldMk cId="3755864918" sldId="2147482593"/>
            <ac:spMk id="2" creationId="{867E2CA7-7353-271B-EFC9-DDFE953DB1F3}"/>
          </ac:spMkLst>
        </pc:spChg>
        <pc:spChg chg="add mod ord">
          <ac:chgData name="Juan Carlos Llamas Nuñez" userId="686aeec9-d228-4f5c-866f-834e64171512" providerId="ADAL" clId="{424DC71C-C9F9-4C03-8898-0CC1B5A6EEA1}" dt="2025-05-12T12:44:26.636" v="21531" actId="167"/>
          <ac:spMkLst>
            <pc:docMk/>
            <pc:sldMk cId="3755864918" sldId="2147482593"/>
            <ac:spMk id="5" creationId="{D567A71B-0E99-4CED-F51B-3FA0506C52E3}"/>
          </ac:spMkLst>
        </pc:spChg>
        <pc:spChg chg="add mod">
          <ac:chgData name="Juan Carlos Llamas Nuñez" userId="686aeec9-d228-4f5c-866f-834e64171512" providerId="ADAL" clId="{424DC71C-C9F9-4C03-8898-0CC1B5A6EEA1}" dt="2025-05-13T16:46:14.751" v="26356" actId="404"/>
          <ac:spMkLst>
            <pc:docMk/>
            <pc:sldMk cId="3755864918" sldId="2147482593"/>
            <ac:spMk id="6" creationId="{E352ABF4-E17E-5147-BBF6-3EE579BEB428}"/>
          </ac:spMkLst>
        </pc:spChg>
        <pc:spChg chg="add mod">
          <ac:chgData name="Juan Carlos Llamas Nuñez" userId="686aeec9-d228-4f5c-866f-834e64171512" providerId="ADAL" clId="{424DC71C-C9F9-4C03-8898-0CC1B5A6EEA1}" dt="2025-05-12T12:49:06.611" v="21591" actId="1035"/>
          <ac:spMkLst>
            <pc:docMk/>
            <pc:sldMk cId="3755864918" sldId="2147482593"/>
            <ac:spMk id="8" creationId="{2C2CACE6-D721-7D1E-EDB4-0E7D615D0832}"/>
          </ac:spMkLst>
        </pc:spChg>
        <pc:spChg chg="add mod">
          <ac:chgData name="Juan Carlos Llamas Nuñez" userId="686aeec9-d228-4f5c-866f-834e64171512" providerId="ADAL" clId="{424DC71C-C9F9-4C03-8898-0CC1B5A6EEA1}" dt="2025-05-12T12:50:10.021" v="21597" actId="14100"/>
          <ac:spMkLst>
            <pc:docMk/>
            <pc:sldMk cId="3755864918" sldId="2147482593"/>
            <ac:spMk id="10" creationId="{166F01F9-0E99-1625-3753-E9DC2238807C}"/>
          </ac:spMkLst>
        </pc:spChg>
        <pc:spChg chg="add mod">
          <ac:chgData name="Juan Carlos Llamas Nuñez" userId="686aeec9-d228-4f5c-866f-834e64171512" providerId="ADAL" clId="{424DC71C-C9F9-4C03-8898-0CC1B5A6EEA1}" dt="2025-05-12T12:49:37.742" v="21596" actId="12788"/>
          <ac:spMkLst>
            <pc:docMk/>
            <pc:sldMk cId="3755864918" sldId="2147482593"/>
            <ac:spMk id="11" creationId="{83319B3D-2699-5A12-524D-72D25FD292C0}"/>
          </ac:spMkLst>
        </pc:spChg>
      </pc:sldChg>
      <pc:sldChg chg="addSp modSp mod">
        <pc:chgData name="Juan Carlos Llamas Nuñez" userId="686aeec9-d228-4f5c-866f-834e64171512" providerId="ADAL" clId="{424DC71C-C9F9-4C03-8898-0CC1B5A6EEA1}" dt="2025-05-13T15:48:15.932" v="24815"/>
        <pc:sldMkLst>
          <pc:docMk/>
          <pc:sldMk cId="3752019305" sldId="2147482594"/>
        </pc:sldMkLst>
        <pc:spChg chg="add mod ord">
          <ac:chgData name="Juan Carlos Llamas Nuñez" userId="686aeec9-d228-4f5c-866f-834e64171512" providerId="ADAL" clId="{424DC71C-C9F9-4C03-8898-0CC1B5A6EEA1}" dt="2025-05-12T12:45:23.807" v="21549" actId="167"/>
          <ac:spMkLst>
            <pc:docMk/>
            <pc:sldMk cId="3752019305" sldId="2147482594"/>
            <ac:spMk id="5" creationId="{05E291F6-8F81-6DF7-D0B9-B00C1D72A124}"/>
          </ac:spMkLst>
        </pc:spChg>
        <pc:spChg chg="mod">
          <ac:chgData name="Juan Carlos Llamas Nuñez" userId="686aeec9-d228-4f5c-866f-834e64171512" providerId="ADAL" clId="{424DC71C-C9F9-4C03-8898-0CC1B5A6EEA1}" dt="2025-05-13T15:48:07.948" v="24812"/>
          <ac:spMkLst>
            <pc:docMk/>
            <pc:sldMk cId="3752019305" sldId="2147482594"/>
            <ac:spMk id="25" creationId="{ECCA877E-D449-E33C-F908-D3CDAB42FC24}"/>
          </ac:spMkLst>
        </pc:spChg>
        <pc:spChg chg="mod">
          <ac:chgData name="Juan Carlos Llamas Nuñez" userId="686aeec9-d228-4f5c-866f-834e64171512" providerId="ADAL" clId="{424DC71C-C9F9-4C03-8898-0CC1B5A6EEA1}" dt="2025-05-13T15:48:15.932" v="24815"/>
          <ac:spMkLst>
            <pc:docMk/>
            <pc:sldMk cId="3752019305" sldId="2147482594"/>
            <ac:spMk id="28" creationId="{851836C3-F9AD-0D82-A4A1-3810E13F4303}"/>
          </ac:spMkLst>
        </pc:spChg>
      </pc:sldChg>
      <pc:sldChg chg="addSp modSp mod ord">
        <pc:chgData name="Juan Carlos Llamas Nuñez" userId="686aeec9-d228-4f5c-866f-834e64171512" providerId="ADAL" clId="{424DC71C-C9F9-4C03-8898-0CC1B5A6EEA1}" dt="2025-05-13T15:04:23.901" v="24504" actId="123"/>
        <pc:sldMkLst>
          <pc:docMk/>
          <pc:sldMk cId="459560712" sldId="2147482595"/>
        </pc:sldMkLst>
        <pc:spChg chg="add mod ord">
          <ac:chgData name="Juan Carlos Llamas Nuñez" userId="686aeec9-d228-4f5c-866f-834e64171512" providerId="ADAL" clId="{424DC71C-C9F9-4C03-8898-0CC1B5A6EEA1}" dt="2025-05-12T12:45:19.440" v="21547" actId="167"/>
          <ac:spMkLst>
            <pc:docMk/>
            <pc:sldMk cId="459560712" sldId="2147482595"/>
            <ac:spMk id="6" creationId="{9C201250-DA6E-EEC5-0D23-CA9F4E04DF20}"/>
          </ac:spMkLst>
        </pc:spChg>
        <pc:spChg chg="mod">
          <ac:chgData name="Juan Carlos Llamas Nuñez" userId="686aeec9-d228-4f5c-866f-834e64171512" providerId="ADAL" clId="{424DC71C-C9F9-4C03-8898-0CC1B5A6EEA1}" dt="2025-05-13T15:04:11.755" v="24501" actId="14100"/>
          <ac:spMkLst>
            <pc:docMk/>
            <pc:sldMk cId="459560712" sldId="2147482595"/>
            <ac:spMk id="34" creationId="{AFF4317D-7309-CE51-13DD-DD0EF863110E}"/>
          </ac:spMkLst>
        </pc:spChg>
        <pc:spChg chg="mod">
          <ac:chgData name="Juan Carlos Llamas Nuñez" userId="686aeec9-d228-4f5c-866f-834e64171512" providerId="ADAL" clId="{424DC71C-C9F9-4C03-8898-0CC1B5A6EEA1}" dt="2025-05-13T15:03:53.378" v="24498" actId="123"/>
          <ac:spMkLst>
            <pc:docMk/>
            <pc:sldMk cId="459560712" sldId="2147482595"/>
            <ac:spMk id="42" creationId="{882E87D5-016A-EE47-3855-94628BE21E08}"/>
          </ac:spMkLst>
        </pc:spChg>
        <pc:spChg chg="mod">
          <ac:chgData name="Juan Carlos Llamas Nuñez" userId="686aeec9-d228-4f5c-866f-834e64171512" providerId="ADAL" clId="{424DC71C-C9F9-4C03-8898-0CC1B5A6EEA1}" dt="2025-05-13T15:04:05.276" v="24500" actId="14100"/>
          <ac:spMkLst>
            <pc:docMk/>
            <pc:sldMk cId="459560712" sldId="2147482595"/>
            <ac:spMk id="45" creationId="{3D58D357-BC50-E3CD-3DC8-B28C8E740EF7}"/>
          </ac:spMkLst>
        </pc:spChg>
        <pc:spChg chg="mod">
          <ac:chgData name="Juan Carlos Llamas Nuñez" userId="686aeec9-d228-4f5c-866f-834e64171512" providerId="ADAL" clId="{424DC71C-C9F9-4C03-8898-0CC1B5A6EEA1}" dt="2025-05-13T15:04:16.529" v="24502" actId="123"/>
          <ac:spMkLst>
            <pc:docMk/>
            <pc:sldMk cId="459560712" sldId="2147482595"/>
            <ac:spMk id="47" creationId="{0C1C13E9-9FA0-0EAD-9714-E364A4A12FFE}"/>
          </ac:spMkLst>
        </pc:spChg>
        <pc:spChg chg="mod">
          <ac:chgData name="Juan Carlos Llamas Nuñez" userId="686aeec9-d228-4f5c-866f-834e64171512" providerId="ADAL" clId="{424DC71C-C9F9-4C03-8898-0CC1B5A6EEA1}" dt="2025-05-13T15:04:23.901" v="24504" actId="123"/>
          <ac:spMkLst>
            <pc:docMk/>
            <pc:sldMk cId="459560712" sldId="2147482595"/>
            <ac:spMk id="48" creationId="{24E05C94-5E1D-5396-0844-16C0578E5CCC}"/>
          </ac:spMkLst>
        </pc:spChg>
      </pc:sldChg>
      <pc:sldChg chg="addSp modSp mod">
        <pc:chgData name="Juan Carlos Llamas Nuñez" userId="686aeec9-d228-4f5c-866f-834e64171512" providerId="ADAL" clId="{424DC71C-C9F9-4C03-8898-0CC1B5A6EEA1}" dt="2025-05-13T15:14:53.656" v="24609" actId="123"/>
        <pc:sldMkLst>
          <pc:docMk/>
          <pc:sldMk cId="66189199" sldId="2147482596"/>
        </pc:sldMkLst>
        <pc:spChg chg="mod">
          <ac:chgData name="Juan Carlos Llamas Nuñez" userId="686aeec9-d228-4f5c-866f-834e64171512" providerId="ADAL" clId="{424DC71C-C9F9-4C03-8898-0CC1B5A6EEA1}" dt="2025-05-11T09:23:54.848" v="1196"/>
          <ac:spMkLst>
            <pc:docMk/>
            <pc:sldMk cId="66189199" sldId="2147482596"/>
            <ac:spMk id="5" creationId="{D4337CBE-502A-834C-65EB-D35DA95B120C}"/>
          </ac:spMkLst>
        </pc:spChg>
        <pc:spChg chg="add mod ord">
          <ac:chgData name="Juan Carlos Llamas Nuñez" userId="686aeec9-d228-4f5c-866f-834e64171512" providerId="ADAL" clId="{424DC71C-C9F9-4C03-8898-0CC1B5A6EEA1}" dt="2025-05-12T12:45:28.952" v="21551" actId="167"/>
          <ac:spMkLst>
            <pc:docMk/>
            <pc:sldMk cId="66189199" sldId="2147482596"/>
            <ac:spMk id="6" creationId="{39CE89F6-F194-F691-28C4-038B9D0DBE94}"/>
          </ac:spMkLst>
        </pc:spChg>
        <pc:spChg chg="mod">
          <ac:chgData name="Juan Carlos Llamas Nuñez" userId="686aeec9-d228-4f5c-866f-834e64171512" providerId="ADAL" clId="{424DC71C-C9F9-4C03-8898-0CC1B5A6EEA1}" dt="2025-05-13T15:14:53.656" v="24609" actId="123"/>
          <ac:spMkLst>
            <pc:docMk/>
            <pc:sldMk cId="66189199" sldId="2147482596"/>
            <ac:spMk id="7" creationId="{24FC7A27-76BA-6A48-C404-02D8FFF98DF3}"/>
          </ac:spMkLst>
        </pc:spChg>
        <pc:spChg chg="mod">
          <ac:chgData name="Juan Carlos Llamas Nuñez" userId="686aeec9-d228-4f5c-866f-834e64171512" providerId="ADAL" clId="{424DC71C-C9F9-4C03-8898-0CC1B5A6EEA1}" dt="2025-05-11T09:24:21.549" v="1198" actId="20577"/>
          <ac:spMkLst>
            <pc:docMk/>
            <pc:sldMk cId="66189199" sldId="2147482596"/>
            <ac:spMk id="11" creationId="{29C796F3-ADE3-7561-AB48-BCF1BC512F60}"/>
          </ac:spMkLst>
        </pc:spChg>
      </pc:sldChg>
      <pc:sldChg chg="addSp modSp mod">
        <pc:chgData name="Juan Carlos Llamas Nuñez" userId="686aeec9-d228-4f5c-866f-834e64171512" providerId="ADAL" clId="{424DC71C-C9F9-4C03-8898-0CC1B5A6EEA1}" dt="2025-05-13T17:02:21.760" v="26510" actId="20577"/>
        <pc:sldMkLst>
          <pc:docMk/>
          <pc:sldMk cId="918206966" sldId="2147482598"/>
        </pc:sldMkLst>
        <pc:spChg chg="mod">
          <ac:chgData name="Juan Carlos Llamas Nuñez" userId="686aeec9-d228-4f5c-866f-834e64171512" providerId="ADAL" clId="{424DC71C-C9F9-4C03-8898-0CC1B5A6EEA1}" dt="2025-05-11T19:21:23.517" v="17201"/>
          <ac:spMkLst>
            <pc:docMk/>
            <pc:sldMk cId="918206966" sldId="2147482598"/>
            <ac:spMk id="2" creationId="{2E5EF7F8-9A9E-26E3-329C-99E0B474DC57}"/>
          </ac:spMkLst>
        </pc:spChg>
        <pc:spChg chg="add mod ord">
          <ac:chgData name="Juan Carlos Llamas Nuñez" userId="686aeec9-d228-4f5c-866f-834e64171512" providerId="ADAL" clId="{424DC71C-C9F9-4C03-8898-0CC1B5A6EEA1}" dt="2025-05-12T12:43:42.645" v="21515" actId="167"/>
          <ac:spMkLst>
            <pc:docMk/>
            <pc:sldMk cId="918206966" sldId="2147482598"/>
            <ac:spMk id="5" creationId="{C8BA9BB1-CC5E-B9F1-9B45-A29690C75224}"/>
          </ac:spMkLst>
        </pc:spChg>
        <pc:spChg chg="mod">
          <ac:chgData name="Juan Carlos Llamas Nuñez" userId="686aeec9-d228-4f5c-866f-834e64171512" providerId="ADAL" clId="{424DC71C-C9F9-4C03-8898-0CC1B5A6EEA1}" dt="2025-05-12T07:54:35.848" v="20453" actId="123"/>
          <ac:spMkLst>
            <pc:docMk/>
            <pc:sldMk cId="918206966" sldId="2147482598"/>
            <ac:spMk id="6" creationId="{98C9CADF-7F87-E8DA-B7FF-4E7AB9C11E16}"/>
          </ac:spMkLst>
        </pc:spChg>
        <pc:spChg chg="mod">
          <ac:chgData name="Juan Carlos Llamas Nuñez" userId="686aeec9-d228-4f5c-866f-834e64171512" providerId="ADAL" clId="{424DC71C-C9F9-4C03-8898-0CC1B5A6EEA1}" dt="2025-05-12T07:54:29.792" v="20451" actId="123"/>
          <ac:spMkLst>
            <pc:docMk/>
            <pc:sldMk cId="918206966" sldId="2147482598"/>
            <ac:spMk id="9" creationId="{DC086935-B722-2496-9D3A-8CE4FD95814D}"/>
          </ac:spMkLst>
        </pc:spChg>
        <pc:spChg chg="mod">
          <ac:chgData name="Juan Carlos Llamas Nuñez" userId="686aeec9-d228-4f5c-866f-834e64171512" providerId="ADAL" clId="{424DC71C-C9F9-4C03-8898-0CC1B5A6EEA1}" dt="2025-05-13T17:01:53.240" v="26505" actId="20577"/>
          <ac:spMkLst>
            <pc:docMk/>
            <pc:sldMk cId="918206966" sldId="2147482598"/>
            <ac:spMk id="12" creationId="{F90CAFDE-0D11-7F0F-A56B-CD3D8AFE3140}"/>
          </ac:spMkLst>
        </pc:spChg>
        <pc:spChg chg="mod">
          <ac:chgData name="Juan Carlos Llamas Nuñez" userId="686aeec9-d228-4f5c-866f-834e64171512" providerId="ADAL" clId="{424DC71C-C9F9-4C03-8898-0CC1B5A6EEA1}" dt="2025-05-13T17:02:21.760" v="26510" actId="20577"/>
          <ac:spMkLst>
            <pc:docMk/>
            <pc:sldMk cId="918206966" sldId="2147482598"/>
            <ac:spMk id="15" creationId="{E41FBB94-A7C4-400F-45FE-14D09D6C9650}"/>
          </ac:spMkLst>
        </pc:spChg>
      </pc:sldChg>
      <pc:sldChg chg="addSp modSp mod modNotesTx">
        <pc:chgData name="Juan Carlos Llamas Nuñez" userId="686aeec9-d228-4f5c-866f-834e64171512" providerId="ADAL" clId="{424DC71C-C9F9-4C03-8898-0CC1B5A6EEA1}" dt="2025-05-13T16:26:05.980" v="26287" actId="20577"/>
        <pc:sldMkLst>
          <pc:docMk/>
          <pc:sldMk cId="2262725393" sldId="2147482599"/>
        </pc:sldMkLst>
        <pc:spChg chg="add mod ord">
          <ac:chgData name="Juan Carlos Llamas Nuñez" userId="686aeec9-d228-4f5c-866f-834e64171512" providerId="ADAL" clId="{424DC71C-C9F9-4C03-8898-0CC1B5A6EEA1}" dt="2025-05-12T12:44:44.578" v="21539" actId="167"/>
          <ac:spMkLst>
            <pc:docMk/>
            <pc:sldMk cId="2262725393" sldId="2147482599"/>
            <ac:spMk id="2" creationId="{42D1D5F9-1AC3-FF6C-5DFC-0FB6BA3EA9D9}"/>
          </ac:spMkLst>
        </pc:spChg>
        <pc:spChg chg="mod">
          <ac:chgData name="Juan Carlos Llamas Nuñez" userId="686aeec9-d228-4f5c-866f-834e64171512" providerId="ADAL" clId="{424DC71C-C9F9-4C03-8898-0CC1B5A6EEA1}" dt="2025-05-12T07:38:16.593" v="20383" actId="9"/>
          <ac:spMkLst>
            <pc:docMk/>
            <pc:sldMk cId="2262725393" sldId="2147482599"/>
            <ac:spMk id="9" creationId="{461848FB-C438-E366-A5EB-D793354C7CCF}"/>
          </ac:spMkLst>
        </pc:spChg>
        <pc:spChg chg="mod">
          <ac:chgData name="Juan Carlos Llamas Nuñez" userId="686aeec9-d228-4f5c-866f-834e64171512" providerId="ADAL" clId="{424DC71C-C9F9-4C03-8898-0CC1B5A6EEA1}" dt="2025-05-12T07:36:23.354" v="20306" actId="1035"/>
          <ac:spMkLst>
            <pc:docMk/>
            <pc:sldMk cId="2262725393" sldId="2147482599"/>
            <ac:spMk id="16" creationId="{4F9AD1BB-1E8E-EB7A-0EDF-9040249A0A9E}"/>
          </ac:spMkLst>
        </pc:spChg>
        <pc:spChg chg="add mod">
          <ac:chgData name="Juan Carlos Llamas Nuñez" userId="686aeec9-d228-4f5c-866f-834e64171512" providerId="ADAL" clId="{424DC71C-C9F9-4C03-8898-0CC1B5A6EEA1}" dt="2025-05-13T16:25:39.140" v="26276" actId="20577"/>
          <ac:spMkLst>
            <pc:docMk/>
            <pc:sldMk cId="2262725393" sldId="2147482599"/>
            <ac:spMk id="20" creationId="{FD3354C0-E4F5-C0EE-B6CD-FCE04BAED7CD}"/>
          </ac:spMkLst>
        </pc:spChg>
        <pc:spChg chg="mod">
          <ac:chgData name="Juan Carlos Llamas Nuñez" userId="686aeec9-d228-4f5c-866f-834e64171512" providerId="ADAL" clId="{424DC71C-C9F9-4C03-8898-0CC1B5A6EEA1}" dt="2025-05-11T14:26:43.974" v="5319" actId="947"/>
          <ac:spMkLst>
            <pc:docMk/>
            <pc:sldMk cId="2262725393" sldId="2147482599"/>
            <ac:spMk id="26" creationId="{0DC7BA43-1220-39E4-04D6-05DAF10015F6}"/>
          </ac:spMkLst>
        </pc:spChg>
        <pc:spChg chg="mod">
          <ac:chgData name="Juan Carlos Llamas Nuñez" userId="686aeec9-d228-4f5c-866f-834e64171512" providerId="ADAL" clId="{424DC71C-C9F9-4C03-8898-0CC1B5A6EEA1}" dt="2025-05-12T07:36:29.892" v="20331" actId="1036"/>
          <ac:spMkLst>
            <pc:docMk/>
            <pc:sldMk cId="2262725393" sldId="2147482599"/>
            <ac:spMk id="28" creationId="{19EBB84B-7ECD-9DF6-4F92-8FAD150D9700}"/>
          </ac:spMkLst>
        </pc:spChg>
        <pc:spChg chg="mod">
          <ac:chgData name="Juan Carlos Llamas Nuñez" userId="686aeec9-d228-4f5c-866f-834e64171512" providerId="ADAL" clId="{424DC71C-C9F9-4C03-8898-0CC1B5A6EEA1}" dt="2025-05-13T16:26:05.980" v="26287" actId="20577"/>
          <ac:spMkLst>
            <pc:docMk/>
            <pc:sldMk cId="2262725393" sldId="2147482599"/>
            <ac:spMk id="39" creationId="{3D1A04AD-9619-2054-A167-716E406A3B54}"/>
          </ac:spMkLst>
        </pc:spChg>
        <pc:graphicFrameChg chg="modGraphic">
          <ac:chgData name="Juan Carlos Llamas Nuñez" userId="686aeec9-d228-4f5c-866f-834e64171512" providerId="ADAL" clId="{424DC71C-C9F9-4C03-8898-0CC1B5A6EEA1}" dt="2025-05-11T14:29:15.988" v="5378" actId="2165"/>
          <ac:graphicFrameMkLst>
            <pc:docMk/>
            <pc:sldMk cId="2262725393" sldId="2147482599"/>
            <ac:graphicFrameMk id="24" creationId="{9CCAFF7C-2245-2EAD-B32A-25CC5AE51688}"/>
          </ac:graphicFrameMkLst>
        </pc:graphicFrameChg>
      </pc:sldChg>
      <pc:sldChg chg="addSp modSp mod">
        <pc:chgData name="Juan Carlos Llamas Nuñez" userId="686aeec9-d228-4f5c-866f-834e64171512" providerId="ADAL" clId="{424DC71C-C9F9-4C03-8898-0CC1B5A6EEA1}" dt="2025-05-13T16:23:54.513" v="26274" actId="20577"/>
        <pc:sldMkLst>
          <pc:docMk/>
          <pc:sldMk cId="1139429206" sldId="2147482600"/>
        </pc:sldMkLst>
        <pc:spChg chg="mod">
          <ac:chgData name="Juan Carlos Llamas Nuñez" userId="686aeec9-d228-4f5c-866f-834e64171512" providerId="ADAL" clId="{424DC71C-C9F9-4C03-8898-0CC1B5A6EEA1}" dt="2025-05-13T16:23:54.513" v="26274" actId="20577"/>
          <ac:spMkLst>
            <pc:docMk/>
            <pc:sldMk cId="1139429206" sldId="2147482600"/>
            <ac:spMk id="2" creationId="{03AEEF47-B411-0F9E-BF21-9B685094482E}"/>
          </ac:spMkLst>
        </pc:spChg>
        <pc:spChg chg="add mod ord">
          <ac:chgData name="Juan Carlos Llamas Nuñez" userId="686aeec9-d228-4f5c-866f-834e64171512" providerId="ADAL" clId="{424DC71C-C9F9-4C03-8898-0CC1B5A6EEA1}" dt="2025-05-12T12:44:52.511" v="21543" actId="167"/>
          <ac:spMkLst>
            <pc:docMk/>
            <pc:sldMk cId="1139429206" sldId="2147482600"/>
            <ac:spMk id="4" creationId="{5471731A-AF2D-1236-E96F-A2A938575B3A}"/>
          </ac:spMkLst>
        </pc:spChg>
        <pc:spChg chg="mod">
          <ac:chgData name="Juan Carlos Llamas Nuñez" userId="686aeec9-d228-4f5c-866f-834e64171512" providerId="ADAL" clId="{424DC71C-C9F9-4C03-8898-0CC1B5A6EEA1}" dt="2025-05-13T16:22:29.609" v="26260" actId="20577"/>
          <ac:spMkLst>
            <pc:docMk/>
            <pc:sldMk cId="1139429206" sldId="2147482600"/>
            <ac:spMk id="5" creationId="{09C37979-D8CC-1854-9FD5-B3829B12BE63}"/>
          </ac:spMkLst>
        </pc:spChg>
        <pc:spChg chg="mod">
          <ac:chgData name="Juan Carlos Llamas Nuñez" userId="686aeec9-d228-4f5c-866f-834e64171512" providerId="ADAL" clId="{424DC71C-C9F9-4C03-8898-0CC1B5A6EEA1}" dt="2025-05-11T10:00:11.596" v="2340" actId="20577"/>
          <ac:spMkLst>
            <pc:docMk/>
            <pc:sldMk cId="1139429206" sldId="2147482600"/>
            <ac:spMk id="8" creationId="{CD361A8A-10B7-9619-93B5-3EF6D366825F}"/>
          </ac:spMkLst>
        </pc:spChg>
        <pc:spChg chg="mod">
          <ac:chgData name="Juan Carlos Llamas Nuñez" userId="686aeec9-d228-4f5c-866f-834e64171512" providerId="ADAL" clId="{424DC71C-C9F9-4C03-8898-0CC1B5A6EEA1}" dt="2025-05-13T16:23:26.569" v="26268" actId="20577"/>
          <ac:spMkLst>
            <pc:docMk/>
            <pc:sldMk cId="1139429206" sldId="2147482600"/>
            <ac:spMk id="14" creationId="{BF919021-4B2A-F709-6AB2-64C6D81DF748}"/>
          </ac:spMkLst>
        </pc:spChg>
      </pc:sldChg>
      <pc:sldChg chg="addSp delSp modSp mod modNotesTx">
        <pc:chgData name="Juan Carlos Llamas Nuñez" userId="686aeec9-d228-4f5c-866f-834e64171512" providerId="ADAL" clId="{424DC71C-C9F9-4C03-8898-0CC1B5A6EEA1}" dt="2025-05-13T17:05:41.308" v="26516" actId="113"/>
        <pc:sldMkLst>
          <pc:docMk/>
          <pc:sldMk cId="758034783" sldId="2147482601"/>
        </pc:sldMkLst>
        <pc:spChg chg="mod">
          <ac:chgData name="Juan Carlos Llamas Nuñez" userId="686aeec9-d228-4f5c-866f-834e64171512" providerId="ADAL" clId="{424DC71C-C9F9-4C03-8898-0CC1B5A6EEA1}" dt="2025-05-11T19:21:23.200" v="17200"/>
          <ac:spMkLst>
            <pc:docMk/>
            <pc:sldMk cId="758034783" sldId="2147482601"/>
            <ac:spMk id="2" creationId="{6D028466-A9CA-B53B-A480-0E097C493A94}"/>
          </ac:spMkLst>
        </pc:spChg>
        <pc:spChg chg="add mod ord">
          <ac:chgData name="Juan Carlos Llamas Nuñez" userId="686aeec9-d228-4f5c-866f-834e64171512" providerId="ADAL" clId="{424DC71C-C9F9-4C03-8898-0CC1B5A6EEA1}" dt="2025-05-12T12:43:36.113" v="21513" actId="167"/>
          <ac:spMkLst>
            <pc:docMk/>
            <pc:sldMk cId="758034783" sldId="2147482601"/>
            <ac:spMk id="5" creationId="{33186BFA-3E24-896F-AFE3-814148C3A7D3}"/>
          </ac:spMkLst>
        </pc:spChg>
        <pc:spChg chg="mod">
          <ac:chgData name="Juan Carlos Llamas Nuñez" userId="686aeec9-d228-4f5c-866f-834e64171512" providerId="ADAL" clId="{424DC71C-C9F9-4C03-8898-0CC1B5A6EEA1}" dt="2025-05-13T17:04:20.058" v="26511" actId="20577"/>
          <ac:spMkLst>
            <pc:docMk/>
            <pc:sldMk cId="758034783" sldId="2147482601"/>
            <ac:spMk id="40" creationId="{4F1C96B0-97D2-4CB8-215B-5229867E610C}"/>
          </ac:spMkLst>
        </pc:spChg>
        <pc:spChg chg="mod">
          <ac:chgData name="Juan Carlos Llamas Nuñez" userId="686aeec9-d228-4f5c-866f-834e64171512" providerId="ADAL" clId="{424DC71C-C9F9-4C03-8898-0CC1B5A6EEA1}" dt="2025-05-11T10:35:20.742" v="3289" actId="123"/>
          <ac:spMkLst>
            <pc:docMk/>
            <pc:sldMk cId="758034783" sldId="2147482601"/>
            <ac:spMk id="42" creationId="{A44F17CD-0833-A2CD-CEB5-5C3A632E0E45}"/>
          </ac:spMkLst>
        </pc:spChg>
        <pc:spChg chg="mod">
          <ac:chgData name="Juan Carlos Llamas Nuñez" userId="686aeec9-d228-4f5c-866f-834e64171512" providerId="ADAL" clId="{424DC71C-C9F9-4C03-8898-0CC1B5A6EEA1}" dt="2025-05-11T20:18:10.581" v="19472" actId="20577"/>
          <ac:spMkLst>
            <pc:docMk/>
            <pc:sldMk cId="758034783" sldId="2147482601"/>
            <ac:spMk id="43" creationId="{114864E9-B265-D74E-2291-6A4BB258381C}"/>
          </ac:spMkLst>
        </pc:spChg>
        <pc:spChg chg="mod">
          <ac:chgData name="Juan Carlos Llamas Nuñez" userId="686aeec9-d228-4f5c-866f-834e64171512" providerId="ADAL" clId="{424DC71C-C9F9-4C03-8898-0CC1B5A6EEA1}" dt="2025-05-13T17:05:41.308" v="26516" actId="113"/>
          <ac:spMkLst>
            <pc:docMk/>
            <pc:sldMk cId="758034783" sldId="2147482601"/>
            <ac:spMk id="44" creationId="{0F43E7E6-00C3-03A0-BBA2-DDC3C7383AF9}"/>
          </ac:spMkLst>
        </pc:spChg>
        <pc:spChg chg="mod">
          <ac:chgData name="Juan Carlos Llamas Nuñez" userId="686aeec9-d228-4f5c-866f-834e64171512" providerId="ADAL" clId="{424DC71C-C9F9-4C03-8898-0CC1B5A6EEA1}" dt="2025-05-11T10:57:09.381" v="3561" actId="1036"/>
          <ac:spMkLst>
            <pc:docMk/>
            <pc:sldMk cId="758034783" sldId="2147482601"/>
            <ac:spMk id="45" creationId="{E9336F1F-500E-DC49-0F67-AF9CBD6063B6}"/>
          </ac:spMkLst>
        </pc:spChg>
        <pc:spChg chg="mod">
          <ac:chgData name="Juan Carlos Llamas Nuñez" userId="686aeec9-d228-4f5c-866f-834e64171512" providerId="ADAL" clId="{424DC71C-C9F9-4C03-8898-0CC1B5A6EEA1}" dt="2025-05-11T10:57:09.381" v="3561" actId="1036"/>
          <ac:spMkLst>
            <pc:docMk/>
            <pc:sldMk cId="758034783" sldId="2147482601"/>
            <ac:spMk id="49" creationId="{7A359347-A366-7078-80EA-34C09F1EDCE6}"/>
          </ac:spMkLst>
        </pc:spChg>
      </pc:sldChg>
      <pc:sldChg chg="addSp delSp modSp mod">
        <pc:chgData name="Juan Carlos Llamas Nuñez" userId="686aeec9-d228-4f5c-866f-834e64171512" providerId="ADAL" clId="{424DC71C-C9F9-4C03-8898-0CC1B5A6EEA1}" dt="2025-05-13T19:19:45.306" v="27521"/>
        <pc:sldMkLst>
          <pc:docMk/>
          <pc:sldMk cId="2875083049" sldId="2147482603"/>
        </pc:sldMkLst>
        <pc:spChg chg="mod">
          <ac:chgData name="Juan Carlos Llamas Nuñez" userId="686aeec9-d228-4f5c-866f-834e64171512" providerId="ADAL" clId="{424DC71C-C9F9-4C03-8898-0CC1B5A6EEA1}" dt="2025-05-11T19:21:21.743" v="17198"/>
          <ac:spMkLst>
            <pc:docMk/>
            <pc:sldMk cId="2875083049" sldId="2147482603"/>
            <ac:spMk id="2" creationId="{94E3E126-9DD4-4B09-B2A3-AC2491781EE3}"/>
          </ac:spMkLst>
        </pc:spChg>
        <pc:spChg chg="add mod ord">
          <ac:chgData name="Juan Carlos Llamas Nuñez" userId="686aeec9-d228-4f5c-866f-834e64171512" providerId="ADAL" clId="{424DC71C-C9F9-4C03-8898-0CC1B5A6EEA1}" dt="2025-05-12T12:43:18.902" v="21507" actId="167"/>
          <ac:spMkLst>
            <pc:docMk/>
            <pc:sldMk cId="2875083049" sldId="2147482603"/>
            <ac:spMk id="4" creationId="{1D4BF9B4-63C7-4829-1A7B-AEAFAE07519C}"/>
          </ac:spMkLst>
        </pc:spChg>
        <pc:spChg chg="mod">
          <ac:chgData name="Juan Carlos Llamas Nuñez" userId="686aeec9-d228-4f5c-866f-834e64171512" providerId="ADAL" clId="{424DC71C-C9F9-4C03-8898-0CC1B5A6EEA1}" dt="2025-05-13T17:13:06" v="26831" actId="113"/>
          <ac:spMkLst>
            <pc:docMk/>
            <pc:sldMk cId="2875083049" sldId="2147482603"/>
            <ac:spMk id="8" creationId="{94A9B554-A3F0-82B8-0342-63E70F004B91}"/>
          </ac:spMkLst>
        </pc:spChg>
        <pc:spChg chg="mod">
          <ac:chgData name="Juan Carlos Llamas Nuñez" userId="686aeec9-d228-4f5c-866f-834e64171512" providerId="ADAL" clId="{424DC71C-C9F9-4C03-8898-0CC1B5A6EEA1}" dt="2025-05-11T15:16:51.695" v="7703" actId="113"/>
          <ac:spMkLst>
            <pc:docMk/>
            <pc:sldMk cId="2875083049" sldId="2147482603"/>
            <ac:spMk id="30" creationId="{1DF66B58-CEF3-C1F3-0360-0567DA0A51F9}"/>
          </ac:spMkLst>
        </pc:spChg>
        <pc:graphicFrameChg chg="add mod modGraphic">
          <ac:chgData name="Juan Carlos Llamas Nuñez" userId="686aeec9-d228-4f5c-866f-834e64171512" providerId="ADAL" clId="{424DC71C-C9F9-4C03-8898-0CC1B5A6EEA1}" dt="2025-05-11T15:18:34.607" v="7731" actId="1076"/>
          <ac:graphicFrameMkLst>
            <pc:docMk/>
            <pc:sldMk cId="2875083049" sldId="2147482603"/>
            <ac:graphicFrameMk id="5" creationId="{988E9252-1A1B-1E65-12D3-662B2AC1F0FF}"/>
          </ac:graphicFrameMkLst>
        </pc:graphicFrameChg>
        <pc:picChg chg="mod">
          <ac:chgData name="Juan Carlos Llamas Nuñez" userId="686aeec9-d228-4f5c-866f-834e64171512" providerId="ADAL" clId="{424DC71C-C9F9-4C03-8898-0CC1B5A6EEA1}" dt="2025-05-11T15:40:50.978" v="8802" actId="1038"/>
          <ac:picMkLst>
            <pc:docMk/>
            <pc:sldMk cId="2875083049" sldId="2147482603"/>
            <ac:picMk id="2050" creationId="{E7951806-F379-9BB8-B7CD-8AB98DF4BACE}"/>
          </ac:picMkLst>
        </pc:picChg>
        <pc:picChg chg="mod">
          <ac:chgData name="Juan Carlos Llamas Nuñez" userId="686aeec9-d228-4f5c-866f-834e64171512" providerId="ADAL" clId="{424DC71C-C9F9-4C03-8898-0CC1B5A6EEA1}" dt="2025-05-11T15:16:16.853" v="7700" actId="1076"/>
          <ac:picMkLst>
            <pc:docMk/>
            <pc:sldMk cId="2875083049" sldId="2147482603"/>
            <ac:picMk id="2052" creationId="{14C632D0-9DCA-4DC8-BB3B-C71F874D24D4}"/>
          </ac:picMkLst>
        </pc:picChg>
        <pc:cxnChg chg="add mod">
          <ac:chgData name="Juan Carlos Llamas Nuñez" userId="686aeec9-d228-4f5c-866f-834e64171512" providerId="ADAL" clId="{424DC71C-C9F9-4C03-8898-0CC1B5A6EEA1}" dt="2025-05-13T19:19:45.306" v="27521"/>
          <ac:cxnSpMkLst>
            <pc:docMk/>
            <pc:sldMk cId="2875083049" sldId="2147482603"/>
            <ac:cxnSpMk id="3" creationId="{F8E49D7D-6C74-9CD5-60D9-DA84FA7C0CBB}"/>
          </ac:cxnSpMkLst>
        </pc:cxnChg>
      </pc:sldChg>
      <pc:sldChg chg="addSp delSp modSp del mod">
        <pc:chgData name="Juan Carlos Llamas Nuñez" userId="686aeec9-d228-4f5c-866f-834e64171512" providerId="ADAL" clId="{424DC71C-C9F9-4C03-8898-0CC1B5A6EEA1}" dt="2025-05-11T15:42:15.498" v="8817" actId="47"/>
        <pc:sldMkLst>
          <pc:docMk/>
          <pc:sldMk cId="4030291906" sldId="2147482604"/>
        </pc:sldMkLst>
      </pc:sldChg>
      <pc:sldChg chg="delSp del mod">
        <pc:chgData name="Juan Carlos Llamas Nuñez" userId="686aeec9-d228-4f5c-866f-834e64171512" providerId="ADAL" clId="{424DC71C-C9F9-4C03-8898-0CC1B5A6EEA1}" dt="2025-05-11T11:18:28.571" v="4283" actId="47"/>
        <pc:sldMkLst>
          <pc:docMk/>
          <pc:sldMk cId="993250379" sldId="2147482605"/>
        </pc:sldMkLst>
      </pc:sldChg>
      <pc:sldChg chg="modSp del mod">
        <pc:chgData name="Juan Carlos Llamas Nuñez" userId="686aeec9-d228-4f5c-866f-834e64171512" providerId="ADAL" clId="{424DC71C-C9F9-4C03-8898-0CC1B5A6EEA1}" dt="2025-05-11T15:57:35.483" v="9487" actId="47"/>
        <pc:sldMkLst>
          <pc:docMk/>
          <pc:sldMk cId="2867194752" sldId="2147482606"/>
        </pc:sldMkLst>
      </pc:sldChg>
      <pc:sldChg chg="addSp delSp modSp add mod modCm">
        <pc:chgData name="Juan Carlos Llamas Nuñez" userId="686aeec9-d228-4f5c-866f-834e64171512" providerId="ADAL" clId="{424DC71C-C9F9-4C03-8898-0CC1B5A6EEA1}" dt="2025-05-11T11:39:41.121" v="4906" actId="123"/>
        <pc:sldMkLst>
          <pc:docMk/>
          <pc:sldMk cId="3262079446" sldId="2147482607"/>
        </pc:sldMkLst>
        <pc:extLst>
          <p:ext xmlns:p="http://schemas.openxmlformats.org/presentationml/2006/main" uri="{D6D511B9-2390-475A-947B-AFAB55BFBCF1}">
            <pc226:cmChg xmlns:pc226="http://schemas.microsoft.com/office/powerpoint/2022/06/main/command" chg="mod">
              <pc226:chgData name="Juan Carlos Llamas Nuñez" userId="686aeec9-d228-4f5c-866f-834e64171512" providerId="ADAL" clId="{424DC71C-C9F9-4C03-8898-0CC1B5A6EEA1}" dt="2025-05-11T11:16:53.986" v="4277" actId="20577"/>
              <pc2:cmMkLst xmlns:pc2="http://schemas.microsoft.com/office/powerpoint/2019/9/main/command">
                <pc:docMk/>
                <pc:sldMk cId="3262079446" sldId="2147482607"/>
                <pc2:cmMk id="{CD65757E-C651-40CB-A34E-D6901F2F1D56}"/>
              </pc2:cmMkLst>
            </pc226:cmChg>
            <pc226:cmChg xmlns:pc226="http://schemas.microsoft.com/office/powerpoint/2022/06/main/command" chg="mod">
              <pc226:chgData name="Juan Carlos Llamas Nuñez" userId="686aeec9-d228-4f5c-866f-834e64171512" providerId="ADAL" clId="{424DC71C-C9F9-4C03-8898-0CC1B5A6EEA1}" dt="2025-05-11T11:16:53.986" v="4277" actId="20577"/>
              <pc2:cmMkLst xmlns:pc2="http://schemas.microsoft.com/office/powerpoint/2019/9/main/command">
                <pc:docMk/>
                <pc:sldMk cId="3262079446" sldId="2147482607"/>
                <pc2:cmMk id="{F23E78F1-6DD9-4B83-BC43-6BCD6FC2734E}"/>
              </pc2:cmMkLst>
            </pc226:cmChg>
          </p:ext>
        </pc:extLst>
      </pc:sldChg>
      <pc:sldChg chg="addSp modSp add mod modNotesTx">
        <pc:chgData name="Juan Carlos Llamas Nuñez" userId="686aeec9-d228-4f5c-866f-834e64171512" providerId="ADAL" clId="{424DC71C-C9F9-4C03-8898-0CC1B5A6EEA1}" dt="2025-05-11T11:50:13.252" v="5079" actId="20577"/>
        <pc:sldMkLst>
          <pc:docMk/>
          <pc:sldMk cId="3366046144" sldId="2147482608"/>
        </pc:sldMkLst>
      </pc:sldChg>
      <pc:sldChg chg="modSp del mod">
        <pc:chgData name="Juan Carlos Llamas Nuñez" userId="686aeec9-d228-4f5c-866f-834e64171512" providerId="ADAL" clId="{424DC71C-C9F9-4C03-8898-0CC1B5A6EEA1}" dt="2025-05-11T16:14:39.070" v="10435" actId="47"/>
        <pc:sldMkLst>
          <pc:docMk/>
          <pc:sldMk cId="2940274176" sldId="2147482609"/>
        </pc:sldMkLst>
      </pc:sldChg>
      <pc:sldChg chg="del">
        <pc:chgData name="Juan Carlos Llamas Nuñez" userId="686aeec9-d228-4f5c-866f-834e64171512" providerId="ADAL" clId="{424DC71C-C9F9-4C03-8898-0CC1B5A6EEA1}" dt="2025-05-11T16:30:12.722" v="11257" actId="47"/>
        <pc:sldMkLst>
          <pc:docMk/>
          <pc:sldMk cId="3472712308" sldId="2147482610"/>
        </pc:sldMkLst>
      </pc:sldChg>
      <pc:sldChg chg="addSp modSp del mod">
        <pc:chgData name="Juan Carlos Llamas Nuñez" userId="686aeec9-d228-4f5c-866f-834e64171512" providerId="ADAL" clId="{424DC71C-C9F9-4C03-8898-0CC1B5A6EEA1}" dt="2025-05-11T16:49:19.045" v="12156" actId="47"/>
        <pc:sldMkLst>
          <pc:docMk/>
          <pc:sldMk cId="2487946201" sldId="2147482611"/>
        </pc:sldMkLst>
      </pc:sldChg>
      <pc:sldChg chg="addSp delSp modSp mod">
        <pc:chgData name="Juan Carlos Llamas Nuñez" userId="686aeec9-d228-4f5c-866f-834e64171512" providerId="ADAL" clId="{424DC71C-C9F9-4C03-8898-0CC1B5A6EEA1}" dt="2025-05-13T19:19:51.929" v="27527"/>
        <pc:sldMkLst>
          <pc:docMk/>
          <pc:sldMk cId="4131125572" sldId="2147482612"/>
        </pc:sldMkLst>
        <pc:spChg chg="mod">
          <ac:chgData name="Juan Carlos Llamas Nuñez" userId="686aeec9-d228-4f5c-866f-834e64171512" providerId="ADAL" clId="{424DC71C-C9F9-4C03-8898-0CC1B5A6EEA1}" dt="2025-05-11T20:23:57.386" v="20095" actId="20577"/>
          <ac:spMkLst>
            <pc:docMk/>
            <pc:sldMk cId="4131125572" sldId="2147482612"/>
            <ac:spMk id="2" creationId="{025839E4-A15B-D6F9-E1BC-6D1C8F790D5B}"/>
          </ac:spMkLst>
        </pc:spChg>
        <pc:spChg chg="mod">
          <ac:chgData name="Juan Carlos Llamas Nuñez" userId="686aeec9-d228-4f5c-866f-834e64171512" providerId="ADAL" clId="{424DC71C-C9F9-4C03-8898-0CC1B5A6EEA1}" dt="2025-05-13T17:18:10.819" v="26868" actId="20577"/>
          <ac:spMkLst>
            <pc:docMk/>
            <pc:sldMk cId="4131125572" sldId="2147482612"/>
            <ac:spMk id="4" creationId="{6714A796-1EB7-6CD2-2ABE-CD8A250BC076}"/>
          </ac:spMkLst>
        </pc:spChg>
        <pc:spChg chg="add mod">
          <ac:chgData name="Juan Carlos Llamas Nuñez" userId="686aeec9-d228-4f5c-866f-834e64171512" providerId="ADAL" clId="{424DC71C-C9F9-4C03-8898-0CC1B5A6EEA1}" dt="2025-05-12T12:42:09.727" v="21490"/>
          <ac:spMkLst>
            <pc:docMk/>
            <pc:sldMk cId="4131125572" sldId="2147482612"/>
            <ac:spMk id="5" creationId="{614A9399-7DAD-8459-3A62-B20E7DE33372}"/>
          </ac:spMkLst>
        </pc:spChg>
        <pc:spChg chg="add mod">
          <ac:chgData name="Juan Carlos Llamas Nuñez" userId="686aeec9-d228-4f5c-866f-834e64171512" providerId="ADAL" clId="{424DC71C-C9F9-4C03-8898-0CC1B5A6EEA1}" dt="2025-05-11T16:57:02.141" v="12494" actId="14100"/>
          <ac:spMkLst>
            <pc:docMk/>
            <pc:sldMk cId="4131125572" sldId="2147482612"/>
            <ac:spMk id="8" creationId="{7D9AF8EF-015A-5F78-47A0-AB1F8E280A5F}"/>
          </ac:spMkLst>
        </pc:spChg>
        <pc:spChg chg="add mod ord">
          <ac:chgData name="Juan Carlos Llamas Nuñez" userId="686aeec9-d228-4f5c-866f-834e64171512" providerId="ADAL" clId="{424DC71C-C9F9-4C03-8898-0CC1B5A6EEA1}" dt="2025-05-12T12:42:39.926" v="21495" actId="167"/>
          <ac:spMkLst>
            <pc:docMk/>
            <pc:sldMk cId="4131125572" sldId="2147482612"/>
            <ac:spMk id="9" creationId="{1275F0C7-4486-F0BE-3028-38A4B20CF529}"/>
          </ac:spMkLst>
        </pc:spChg>
        <pc:spChg chg="add mod">
          <ac:chgData name="Juan Carlos Llamas Nuñez" userId="686aeec9-d228-4f5c-866f-834e64171512" providerId="ADAL" clId="{424DC71C-C9F9-4C03-8898-0CC1B5A6EEA1}" dt="2025-05-11T16:57:56.608" v="12529" actId="14100"/>
          <ac:spMkLst>
            <pc:docMk/>
            <pc:sldMk cId="4131125572" sldId="2147482612"/>
            <ac:spMk id="10" creationId="{D992F921-8434-732E-66BE-EA80DCD2265B}"/>
          </ac:spMkLst>
        </pc:spChg>
        <pc:spChg chg="add mod">
          <ac:chgData name="Juan Carlos Llamas Nuñez" userId="686aeec9-d228-4f5c-866f-834e64171512" providerId="ADAL" clId="{424DC71C-C9F9-4C03-8898-0CC1B5A6EEA1}" dt="2025-05-12T12:42:34.955" v="21494" actId="1076"/>
          <ac:spMkLst>
            <pc:docMk/>
            <pc:sldMk cId="4131125572" sldId="2147482612"/>
            <ac:spMk id="11" creationId="{6916966B-2732-FF5D-62E9-E677A69096AB}"/>
          </ac:spMkLst>
        </pc:spChg>
        <pc:graphicFrameChg chg="mod modGraphic">
          <ac:chgData name="Juan Carlos Llamas Nuñez" userId="686aeec9-d228-4f5c-866f-834e64171512" providerId="ADAL" clId="{424DC71C-C9F9-4C03-8898-0CC1B5A6EEA1}" dt="2025-05-12T12:27:47.956" v="20896"/>
          <ac:graphicFrameMkLst>
            <pc:docMk/>
            <pc:sldMk cId="4131125572" sldId="2147482612"/>
            <ac:graphicFrameMk id="6" creationId="{BD06259F-6020-8111-4FF9-393E79DCB05E}"/>
          </ac:graphicFrameMkLst>
        </pc:graphicFrameChg>
        <pc:graphicFrameChg chg="mod modGraphic">
          <ac:chgData name="Juan Carlos Llamas Nuñez" userId="686aeec9-d228-4f5c-866f-834e64171512" providerId="ADAL" clId="{424DC71C-C9F9-4C03-8898-0CC1B5A6EEA1}" dt="2025-05-12T12:28:15.947" v="20915" actId="20577"/>
          <ac:graphicFrameMkLst>
            <pc:docMk/>
            <pc:sldMk cId="4131125572" sldId="2147482612"/>
            <ac:graphicFrameMk id="7" creationId="{061BC48B-4289-17F6-92CC-4E9D6340A822}"/>
          </ac:graphicFrameMkLst>
        </pc:graphicFrameChg>
        <pc:cxnChg chg="add mod">
          <ac:chgData name="Juan Carlos Llamas Nuñez" userId="686aeec9-d228-4f5c-866f-834e64171512" providerId="ADAL" clId="{424DC71C-C9F9-4C03-8898-0CC1B5A6EEA1}" dt="2025-05-13T19:19:51.929" v="27527"/>
          <ac:cxnSpMkLst>
            <pc:docMk/>
            <pc:sldMk cId="4131125572" sldId="2147482612"/>
            <ac:cxnSpMk id="5" creationId="{C7BB528F-DF28-DE56-DE05-8FE924C00BE7}"/>
          </ac:cxnSpMkLst>
        </pc:cxnChg>
      </pc:sldChg>
      <pc:sldChg chg="addSp modSp mod">
        <pc:chgData name="Juan Carlos Llamas Nuñez" userId="686aeec9-d228-4f5c-866f-834e64171512" providerId="ADAL" clId="{424DC71C-C9F9-4C03-8898-0CC1B5A6EEA1}" dt="2025-05-13T17:12:24.357" v="26829" actId="20577"/>
        <pc:sldMkLst>
          <pc:docMk/>
          <pc:sldMk cId="2858400574" sldId="2147482613"/>
        </pc:sldMkLst>
        <pc:spChg chg="mod">
          <ac:chgData name="Juan Carlos Llamas Nuñez" userId="686aeec9-d228-4f5c-866f-834e64171512" providerId="ADAL" clId="{424DC71C-C9F9-4C03-8898-0CC1B5A6EEA1}" dt="2025-05-11T19:15:34.225" v="17071" actId="14100"/>
          <ac:spMkLst>
            <pc:docMk/>
            <pc:sldMk cId="2858400574" sldId="2147482613"/>
            <ac:spMk id="5" creationId="{E8BFD86E-A785-D79B-8D8C-5489DFB4C6A0}"/>
          </ac:spMkLst>
        </pc:spChg>
        <pc:spChg chg="mod">
          <ac:chgData name="Juan Carlos Llamas Nuñez" userId="686aeec9-d228-4f5c-866f-834e64171512" providerId="ADAL" clId="{424DC71C-C9F9-4C03-8898-0CC1B5A6EEA1}" dt="2025-05-11T19:08:24.358" v="16944" actId="207"/>
          <ac:spMkLst>
            <pc:docMk/>
            <pc:sldMk cId="2858400574" sldId="2147482613"/>
            <ac:spMk id="6" creationId="{4297E170-BD69-477D-620A-DD7169597C64}"/>
          </ac:spMkLst>
        </pc:spChg>
        <pc:spChg chg="add mod">
          <ac:chgData name="Juan Carlos Llamas Nuñez" userId="686aeec9-d228-4f5c-866f-834e64171512" providerId="ADAL" clId="{424DC71C-C9F9-4C03-8898-0CC1B5A6EEA1}" dt="2025-05-11T19:07:43.406" v="16941" actId="1035"/>
          <ac:spMkLst>
            <pc:docMk/>
            <pc:sldMk cId="2858400574" sldId="2147482613"/>
            <ac:spMk id="7" creationId="{0F29C71E-8D3C-901F-C7D9-567874535EAB}"/>
          </ac:spMkLst>
        </pc:spChg>
        <pc:spChg chg="add mod ord">
          <ac:chgData name="Juan Carlos Llamas Nuñez" userId="686aeec9-d228-4f5c-866f-834e64171512" providerId="ADAL" clId="{424DC71C-C9F9-4C03-8898-0CC1B5A6EEA1}" dt="2025-05-12T12:43:23.695" v="21509" actId="167"/>
          <ac:spMkLst>
            <pc:docMk/>
            <pc:sldMk cId="2858400574" sldId="2147482613"/>
            <ac:spMk id="9" creationId="{26AC0B5A-DE26-E9AF-C735-EC6995AFD9B8}"/>
          </ac:spMkLst>
        </pc:spChg>
        <pc:spChg chg="mod">
          <ac:chgData name="Juan Carlos Llamas Nuñez" userId="686aeec9-d228-4f5c-866f-834e64171512" providerId="ADAL" clId="{424DC71C-C9F9-4C03-8898-0CC1B5A6EEA1}" dt="2025-05-11T19:15:22.078" v="17070" actId="14100"/>
          <ac:spMkLst>
            <pc:docMk/>
            <pc:sldMk cId="2858400574" sldId="2147482613"/>
            <ac:spMk id="11" creationId="{7E6C73FD-E53A-D643-322C-11E1C7D54833}"/>
          </ac:spMkLst>
        </pc:spChg>
        <pc:spChg chg="add mod">
          <ac:chgData name="Juan Carlos Llamas Nuñez" userId="686aeec9-d228-4f5c-866f-834e64171512" providerId="ADAL" clId="{424DC71C-C9F9-4C03-8898-0CC1B5A6EEA1}" dt="2025-05-11T19:09:05.074" v="16946" actId="1076"/>
          <ac:spMkLst>
            <pc:docMk/>
            <pc:sldMk cId="2858400574" sldId="2147482613"/>
            <ac:spMk id="12" creationId="{EEB0FF59-59EC-26E8-1E27-7F38934DB513}"/>
          </ac:spMkLst>
        </pc:spChg>
        <pc:spChg chg="mod">
          <ac:chgData name="Juan Carlos Llamas Nuñez" userId="686aeec9-d228-4f5c-866f-834e64171512" providerId="ADAL" clId="{424DC71C-C9F9-4C03-8898-0CC1B5A6EEA1}" dt="2025-05-13T17:12:24.357" v="26829" actId="20577"/>
          <ac:spMkLst>
            <pc:docMk/>
            <pc:sldMk cId="2858400574" sldId="2147482613"/>
            <ac:spMk id="14" creationId="{DFB9BEB9-9FE3-3E17-A81F-D7C75553CC02}"/>
          </ac:spMkLst>
        </pc:spChg>
        <pc:spChg chg="mod">
          <ac:chgData name="Juan Carlos Llamas Nuñez" userId="686aeec9-d228-4f5c-866f-834e64171512" providerId="ADAL" clId="{424DC71C-C9F9-4C03-8898-0CC1B5A6EEA1}" dt="2025-05-13T17:12:06.664" v="26827" actId="20577"/>
          <ac:spMkLst>
            <pc:docMk/>
            <pc:sldMk cId="2858400574" sldId="2147482613"/>
            <ac:spMk id="15" creationId="{7FFA3351-9D0F-083B-C50D-91C1A1CAE245}"/>
          </ac:spMkLst>
        </pc:spChg>
        <pc:spChg chg="add mod">
          <ac:chgData name="Juan Carlos Llamas Nuñez" userId="686aeec9-d228-4f5c-866f-834e64171512" providerId="ADAL" clId="{424DC71C-C9F9-4C03-8898-0CC1B5A6EEA1}" dt="2025-05-11T19:09:51.269" v="16952" actId="1076"/>
          <ac:spMkLst>
            <pc:docMk/>
            <pc:sldMk cId="2858400574" sldId="2147482613"/>
            <ac:spMk id="16" creationId="{70122747-3BF6-6767-F85A-5656FA343121}"/>
          </ac:spMkLst>
        </pc:spChg>
        <pc:spChg chg="add mod">
          <ac:chgData name="Juan Carlos Llamas Nuñez" userId="686aeec9-d228-4f5c-866f-834e64171512" providerId="ADAL" clId="{424DC71C-C9F9-4C03-8898-0CC1B5A6EEA1}" dt="2025-05-11T19:11:53.806" v="16973" actId="20577"/>
          <ac:spMkLst>
            <pc:docMk/>
            <pc:sldMk cId="2858400574" sldId="2147482613"/>
            <ac:spMk id="17" creationId="{0CD0E732-A490-43F0-5771-4A44688A2A4E}"/>
          </ac:spMkLst>
        </pc:spChg>
      </pc:sldChg>
      <pc:sldChg chg="addSp delSp modSp add mod">
        <pc:chgData name="Juan Carlos Llamas Nuñez" userId="686aeec9-d228-4f5c-866f-834e64171512" providerId="ADAL" clId="{424DC71C-C9F9-4C03-8898-0CC1B5A6EEA1}" dt="2025-05-13T19:19:46.611" v="27522"/>
        <pc:sldMkLst>
          <pc:docMk/>
          <pc:sldMk cId="1420790168" sldId="2147482615"/>
        </pc:sldMkLst>
        <pc:spChg chg="mod">
          <ac:chgData name="Juan Carlos Llamas Nuñez" userId="686aeec9-d228-4f5c-866f-834e64171512" providerId="ADAL" clId="{424DC71C-C9F9-4C03-8898-0CC1B5A6EEA1}" dt="2025-05-11T16:31:06.782" v="11304" actId="6549"/>
          <ac:spMkLst>
            <pc:docMk/>
            <pc:sldMk cId="1420790168" sldId="2147482615"/>
            <ac:spMk id="2" creationId="{8476AF24-749F-9143-71DF-D6D6A2900007}"/>
          </ac:spMkLst>
        </pc:spChg>
        <pc:spChg chg="mod">
          <ac:chgData name="Juan Carlos Llamas Nuñez" userId="686aeec9-d228-4f5c-866f-834e64171512" providerId="ADAL" clId="{424DC71C-C9F9-4C03-8898-0CC1B5A6EEA1}" dt="2025-05-11T15:55:41.106" v="9486" actId="113"/>
          <ac:spMkLst>
            <pc:docMk/>
            <pc:sldMk cId="1420790168" sldId="2147482615"/>
            <ac:spMk id="6" creationId="{ECA431FD-2703-54D8-3AB8-48A4436DE96E}"/>
          </ac:spMkLst>
        </pc:spChg>
        <pc:spChg chg="add mod ord">
          <ac:chgData name="Juan Carlos Llamas Nuñez" userId="686aeec9-d228-4f5c-866f-834e64171512" providerId="ADAL" clId="{424DC71C-C9F9-4C03-8898-0CC1B5A6EEA1}" dt="2025-05-12T12:43:14.793" v="21505" actId="167"/>
          <ac:spMkLst>
            <pc:docMk/>
            <pc:sldMk cId="1420790168" sldId="2147482615"/>
            <ac:spMk id="8" creationId="{4B839110-1000-F19C-CF1D-6061AF7C16D6}"/>
          </ac:spMkLst>
        </pc:spChg>
        <pc:spChg chg="mod">
          <ac:chgData name="Juan Carlos Llamas Nuñez" userId="686aeec9-d228-4f5c-866f-834e64171512" providerId="ADAL" clId="{424DC71C-C9F9-4C03-8898-0CC1B5A6EEA1}" dt="2025-05-13T17:14:42.192" v="26834" actId="6549"/>
          <ac:spMkLst>
            <pc:docMk/>
            <pc:sldMk cId="1420790168" sldId="2147482615"/>
            <ac:spMk id="30" creationId="{32E66DEB-8D73-1997-A226-57BAABDC3D18}"/>
          </ac:spMkLst>
        </pc:spChg>
        <pc:graphicFrameChg chg="mod ord modGraphic">
          <ac:chgData name="Juan Carlos Llamas Nuñez" userId="686aeec9-d228-4f5c-866f-834e64171512" providerId="ADAL" clId="{424DC71C-C9F9-4C03-8898-0CC1B5A6EEA1}" dt="2025-05-11T15:41:40.438" v="8815" actId="167"/>
          <ac:graphicFrameMkLst>
            <pc:docMk/>
            <pc:sldMk cId="1420790168" sldId="2147482615"/>
            <ac:graphicFrameMk id="40" creationId="{B8FB3B9C-2A80-DFB6-06FA-DF6F5E512FA6}"/>
          </ac:graphicFrameMkLst>
        </pc:graphicFrameChg>
        <pc:picChg chg="add mod">
          <ac:chgData name="Juan Carlos Llamas Nuñez" userId="686aeec9-d228-4f5c-866f-834e64171512" providerId="ADAL" clId="{424DC71C-C9F9-4C03-8898-0CC1B5A6EEA1}" dt="2025-05-11T15:30:29.019" v="8214" actId="167"/>
          <ac:picMkLst>
            <pc:docMk/>
            <pc:sldMk cId="1420790168" sldId="2147482615"/>
            <ac:picMk id="4" creationId="{3947D044-8BCC-B5D5-EA03-4BC8935E3B64}"/>
          </ac:picMkLst>
        </pc:picChg>
        <pc:picChg chg="add mod">
          <ac:chgData name="Juan Carlos Llamas Nuñez" userId="686aeec9-d228-4f5c-866f-834e64171512" providerId="ADAL" clId="{424DC71C-C9F9-4C03-8898-0CC1B5A6EEA1}" dt="2025-05-11T15:41:41.727" v="8816" actId="1076"/>
          <ac:picMkLst>
            <pc:docMk/>
            <pc:sldMk cId="1420790168" sldId="2147482615"/>
            <ac:picMk id="7" creationId="{661B782C-2E1D-CD8F-BA0F-745E626B6B23}"/>
          </ac:picMkLst>
        </pc:picChg>
        <pc:picChg chg="add mod">
          <ac:chgData name="Juan Carlos Llamas Nuñez" userId="686aeec9-d228-4f5c-866f-834e64171512" providerId="ADAL" clId="{424DC71C-C9F9-4C03-8898-0CC1B5A6EEA1}" dt="2025-05-11T15:31:57.681" v="8231"/>
          <ac:picMkLst>
            <pc:docMk/>
            <pc:sldMk cId="1420790168" sldId="2147482615"/>
            <ac:picMk id="9" creationId="{AAF397AA-96D6-DB9D-7F06-452759294DBD}"/>
          </ac:picMkLst>
        </pc:picChg>
        <pc:cxnChg chg="add mod">
          <ac:chgData name="Juan Carlos Llamas Nuñez" userId="686aeec9-d228-4f5c-866f-834e64171512" providerId="ADAL" clId="{424DC71C-C9F9-4C03-8898-0CC1B5A6EEA1}" dt="2025-05-13T19:19:46.611" v="27522"/>
          <ac:cxnSpMkLst>
            <pc:docMk/>
            <pc:sldMk cId="1420790168" sldId="2147482615"/>
            <ac:cxnSpMk id="13" creationId="{26C2542E-3D21-9166-0E76-7FC714BF0A4C}"/>
          </ac:cxnSpMkLst>
        </pc:cxnChg>
      </pc:sldChg>
      <pc:sldChg chg="addSp delSp modSp add mod">
        <pc:chgData name="Juan Carlos Llamas Nuñez" userId="686aeec9-d228-4f5c-866f-834e64171512" providerId="ADAL" clId="{424DC71C-C9F9-4C03-8898-0CC1B5A6EEA1}" dt="2025-05-13T19:19:47.529" v="27523"/>
        <pc:sldMkLst>
          <pc:docMk/>
          <pc:sldMk cId="1863037888" sldId="2147482616"/>
        </pc:sldMkLst>
        <pc:spChg chg="mod">
          <ac:chgData name="Juan Carlos Llamas Nuñez" userId="686aeec9-d228-4f5c-866f-834e64171512" providerId="ADAL" clId="{424DC71C-C9F9-4C03-8898-0CC1B5A6EEA1}" dt="2025-05-11T16:30:51.982" v="11262" actId="20577"/>
          <ac:spMkLst>
            <pc:docMk/>
            <pc:sldMk cId="1863037888" sldId="2147482616"/>
            <ac:spMk id="2" creationId="{F5AD6569-31EA-6AF9-5CE0-01A8FC8B6197}"/>
          </ac:spMkLst>
        </pc:spChg>
        <pc:spChg chg="mod">
          <ac:chgData name="Juan Carlos Llamas Nuñez" userId="686aeec9-d228-4f5c-866f-834e64171512" providerId="ADAL" clId="{424DC71C-C9F9-4C03-8898-0CC1B5A6EEA1}" dt="2025-05-13T17:15:21.858" v="26841" actId="20577"/>
          <ac:spMkLst>
            <pc:docMk/>
            <pc:sldMk cId="1863037888" sldId="2147482616"/>
            <ac:spMk id="6" creationId="{6858D8E2-9A99-E326-9DB1-FD8CC5B9CCC8}"/>
          </ac:spMkLst>
        </pc:spChg>
        <pc:spChg chg="add mod ord">
          <ac:chgData name="Juan Carlos Llamas Nuñez" userId="686aeec9-d228-4f5c-866f-834e64171512" providerId="ADAL" clId="{424DC71C-C9F9-4C03-8898-0CC1B5A6EEA1}" dt="2025-05-12T12:43:09.766" v="21503" actId="167"/>
          <ac:spMkLst>
            <pc:docMk/>
            <pc:sldMk cId="1863037888" sldId="2147482616"/>
            <ac:spMk id="9" creationId="{C5D5632D-27E5-7F56-0914-A7353D8767B7}"/>
          </ac:spMkLst>
        </pc:spChg>
        <pc:spChg chg="mod">
          <ac:chgData name="Juan Carlos Llamas Nuñez" userId="686aeec9-d228-4f5c-866f-834e64171512" providerId="ADAL" clId="{424DC71C-C9F9-4C03-8898-0CC1B5A6EEA1}" dt="2025-05-11T15:45:04.774" v="9033" actId="20577"/>
          <ac:spMkLst>
            <pc:docMk/>
            <pc:sldMk cId="1863037888" sldId="2147482616"/>
            <ac:spMk id="30" creationId="{5DBB15F4-F0B8-D8CF-6253-CF71AEE33D76}"/>
          </ac:spMkLst>
        </pc:spChg>
        <pc:graphicFrameChg chg="mod modGraphic">
          <ac:chgData name="Juan Carlos Llamas Nuñez" userId="686aeec9-d228-4f5c-866f-834e64171512" providerId="ADAL" clId="{424DC71C-C9F9-4C03-8898-0CC1B5A6EEA1}" dt="2025-05-11T16:04:28.292" v="9879"/>
          <ac:graphicFrameMkLst>
            <pc:docMk/>
            <pc:sldMk cId="1863037888" sldId="2147482616"/>
            <ac:graphicFrameMk id="5" creationId="{F3789395-F575-15C3-1BB5-8FFBB2382751}"/>
          </ac:graphicFrameMkLst>
        </pc:graphicFrameChg>
        <pc:graphicFrameChg chg="modGraphic">
          <ac:chgData name="Juan Carlos Llamas Nuñez" userId="686aeec9-d228-4f5c-866f-834e64171512" providerId="ADAL" clId="{424DC71C-C9F9-4C03-8898-0CC1B5A6EEA1}" dt="2025-05-11T15:49:46.409" v="9186" actId="6549"/>
          <ac:graphicFrameMkLst>
            <pc:docMk/>
            <pc:sldMk cId="1863037888" sldId="2147482616"/>
            <ac:graphicFrameMk id="40" creationId="{25CCBD90-6E71-FC16-9A14-08F6AA3FC117}"/>
          </ac:graphicFrameMkLst>
        </pc:graphicFrameChg>
        <pc:picChg chg="add mod">
          <ac:chgData name="Juan Carlos Llamas Nuñez" userId="686aeec9-d228-4f5c-866f-834e64171512" providerId="ADAL" clId="{424DC71C-C9F9-4C03-8898-0CC1B5A6EEA1}" dt="2025-05-11T15:46:02.284" v="9092" actId="167"/>
          <ac:picMkLst>
            <pc:docMk/>
            <pc:sldMk cId="1863037888" sldId="2147482616"/>
            <ac:picMk id="4" creationId="{35CBD093-B44E-DF1B-608A-BD3A6221A547}"/>
          </ac:picMkLst>
        </pc:picChg>
        <pc:picChg chg="add mod">
          <ac:chgData name="Juan Carlos Llamas Nuñez" userId="686aeec9-d228-4f5c-866f-834e64171512" providerId="ADAL" clId="{424DC71C-C9F9-4C03-8898-0CC1B5A6EEA1}" dt="2025-05-11T15:46:44.329" v="9095"/>
          <ac:picMkLst>
            <pc:docMk/>
            <pc:sldMk cId="1863037888" sldId="2147482616"/>
            <ac:picMk id="7" creationId="{7693C5E0-B24D-B802-33B1-64826656B065}"/>
          </ac:picMkLst>
        </pc:picChg>
        <pc:picChg chg="add mod">
          <ac:chgData name="Juan Carlos Llamas Nuñez" userId="686aeec9-d228-4f5c-866f-834e64171512" providerId="ADAL" clId="{424DC71C-C9F9-4C03-8898-0CC1B5A6EEA1}" dt="2025-05-11T15:47:13.478" v="9099" actId="167"/>
          <ac:picMkLst>
            <pc:docMk/>
            <pc:sldMk cId="1863037888" sldId="2147482616"/>
            <ac:picMk id="8" creationId="{082BFAE9-FC8D-7E2F-7726-1A674DCFDB9B}"/>
          </ac:picMkLst>
        </pc:picChg>
        <pc:cxnChg chg="add mod">
          <ac:chgData name="Juan Carlos Llamas Nuñez" userId="686aeec9-d228-4f5c-866f-834e64171512" providerId="ADAL" clId="{424DC71C-C9F9-4C03-8898-0CC1B5A6EEA1}" dt="2025-05-13T19:19:47.529" v="27523"/>
          <ac:cxnSpMkLst>
            <pc:docMk/>
            <pc:sldMk cId="1863037888" sldId="2147482616"/>
            <ac:cxnSpMk id="13" creationId="{AE080C48-DF6A-2B8B-FC15-92D24F4A680D}"/>
          </ac:cxnSpMkLst>
        </pc:cxnChg>
      </pc:sldChg>
      <pc:sldChg chg="addSp delSp modSp add mod">
        <pc:chgData name="Juan Carlos Llamas Nuñez" userId="686aeec9-d228-4f5c-866f-834e64171512" providerId="ADAL" clId="{424DC71C-C9F9-4C03-8898-0CC1B5A6EEA1}" dt="2025-05-13T19:19:48.459" v="27524"/>
        <pc:sldMkLst>
          <pc:docMk/>
          <pc:sldMk cId="1756056964" sldId="2147482617"/>
        </pc:sldMkLst>
        <pc:spChg chg="mod">
          <ac:chgData name="Juan Carlos Llamas Nuñez" userId="686aeec9-d228-4f5c-866f-834e64171512" providerId="ADAL" clId="{424DC71C-C9F9-4C03-8898-0CC1B5A6EEA1}" dt="2025-05-11T16:31:31.522" v="11325" actId="20577"/>
          <ac:spMkLst>
            <pc:docMk/>
            <pc:sldMk cId="1756056964" sldId="2147482617"/>
            <ac:spMk id="2" creationId="{5B86A345-5E51-E7D1-000D-AA22DA4437C4}"/>
          </ac:spMkLst>
        </pc:spChg>
        <pc:spChg chg="add mod ord">
          <ac:chgData name="Juan Carlos Llamas Nuñez" userId="686aeec9-d228-4f5c-866f-834e64171512" providerId="ADAL" clId="{424DC71C-C9F9-4C03-8898-0CC1B5A6EEA1}" dt="2025-05-12T12:42:59.946" v="21501" actId="167"/>
          <ac:spMkLst>
            <pc:docMk/>
            <pc:sldMk cId="1756056964" sldId="2147482617"/>
            <ac:spMk id="4" creationId="{03AF0204-0760-FBEA-6BD5-D1AB0FBD89A8}"/>
          </ac:spMkLst>
        </pc:spChg>
        <pc:spChg chg="mod">
          <ac:chgData name="Juan Carlos Llamas Nuñez" userId="686aeec9-d228-4f5c-866f-834e64171512" providerId="ADAL" clId="{424DC71C-C9F9-4C03-8898-0CC1B5A6EEA1}" dt="2025-05-11T16:10:57.453" v="10364" actId="20577"/>
          <ac:spMkLst>
            <pc:docMk/>
            <pc:sldMk cId="1756056964" sldId="2147482617"/>
            <ac:spMk id="6" creationId="{B228B189-62C8-E5F3-79FD-DCE26E162969}"/>
          </ac:spMkLst>
        </pc:spChg>
        <pc:spChg chg="mod">
          <ac:chgData name="Juan Carlos Llamas Nuñez" userId="686aeec9-d228-4f5c-866f-834e64171512" providerId="ADAL" clId="{424DC71C-C9F9-4C03-8898-0CC1B5A6EEA1}" dt="2025-05-11T16:02:53.374" v="9856" actId="20577"/>
          <ac:spMkLst>
            <pc:docMk/>
            <pc:sldMk cId="1756056964" sldId="2147482617"/>
            <ac:spMk id="30" creationId="{52DDBE2A-80C9-97A9-EEE9-78BF13488DB9}"/>
          </ac:spMkLst>
        </pc:spChg>
        <pc:graphicFrameChg chg="add mod modGraphic">
          <ac:chgData name="Juan Carlos Llamas Nuñez" userId="686aeec9-d228-4f5c-866f-834e64171512" providerId="ADAL" clId="{424DC71C-C9F9-4C03-8898-0CC1B5A6EEA1}" dt="2025-05-11T16:20:48.273" v="10745"/>
          <ac:graphicFrameMkLst>
            <pc:docMk/>
            <pc:sldMk cId="1756056964" sldId="2147482617"/>
            <ac:graphicFrameMk id="10" creationId="{DB4A4B55-2E16-BE17-37E6-ED6202B2AB06}"/>
          </ac:graphicFrameMkLst>
        </pc:graphicFrameChg>
        <pc:graphicFrameChg chg="modGraphic">
          <ac:chgData name="Juan Carlos Llamas Nuñez" userId="686aeec9-d228-4f5c-866f-834e64171512" providerId="ADAL" clId="{424DC71C-C9F9-4C03-8898-0CC1B5A6EEA1}" dt="2025-05-11T16:14:04.161" v="10434" actId="20577"/>
          <ac:graphicFrameMkLst>
            <pc:docMk/>
            <pc:sldMk cId="1756056964" sldId="2147482617"/>
            <ac:graphicFrameMk id="40" creationId="{229A54C0-94E0-A330-75C0-751EA0A482C3}"/>
          </ac:graphicFrameMkLst>
        </pc:graphicFrameChg>
        <pc:picChg chg="add mod">
          <ac:chgData name="Juan Carlos Llamas Nuñez" userId="686aeec9-d228-4f5c-866f-834e64171512" providerId="ADAL" clId="{424DC71C-C9F9-4C03-8898-0CC1B5A6EEA1}" dt="2025-05-11T15:59:00.491" v="9491"/>
          <ac:picMkLst>
            <pc:docMk/>
            <pc:sldMk cId="1756056964" sldId="2147482617"/>
            <ac:picMk id="9" creationId="{C70A3728-5139-E159-5D4C-C60FEF66D62A}"/>
          </ac:picMkLst>
        </pc:picChg>
        <pc:picChg chg="add mod">
          <ac:chgData name="Juan Carlos Llamas Nuñez" userId="686aeec9-d228-4f5c-866f-834e64171512" providerId="ADAL" clId="{424DC71C-C9F9-4C03-8898-0CC1B5A6EEA1}" dt="2025-05-11T16:06:00.536" v="9894" actId="167"/>
          <ac:picMkLst>
            <pc:docMk/>
            <pc:sldMk cId="1756056964" sldId="2147482617"/>
            <ac:picMk id="11" creationId="{1A96DA94-2D09-2A20-8FCD-69242C36074B}"/>
          </ac:picMkLst>
        </pc:picChg>
        <pc:picChg chg="add mod">
          <ac:chgData name="Juan Carlos Llamas Nuñez" userId="686aeec9-d228-4f5c-866f-834e64171512" providerId="ADAL" clId="{424DC71C-C9F9-4C03-8898-0CC1B5A6EEA1}" dt="2025-05-11T16:07:12.238" v="9907" actId="167"/>
          <ac:picMkLst>
            <pc:docMk/>
            <pc:sldMk cId="1756056964" sldId="2147482617"/>
            <ac:picMk id="12" creationId="{136C5EDA-0586-DD60-09A9-7662A737AB22}"/>
          </ac:picMkLst>
        </pc:picChg>
        <pc:cxnChg chg="add mod">
          <ac:chgData name="Juan Carlos Llamas Nuñez" userId="686aeec9-d228-4f5c-866f-834e64171512" providerId="ADAL" clId="{424DC71C-C9F9-4C03-8898-0CC1B5A6EEA1}" dt="2025-05-13T19:19:48.459" v="27524"/>
          <ac:cxnSpMkLst>
            <pc:docMk/>
            <pc:sldMk cId="1756056964" sldId="2147482617"/>
            <ac:cxnSpMk id="13" creationId="{092EB3E6-783C-B36E-14FC-581CA6C788DE}"/>
          </ac:cxnSpMkLst>
        </pc:cxnChg>
      </pc:sldChg>
      <pc:sldChg chg="addSp delSp modSp add mod">
        <pc:chgData name="Juan Carlos Llamas Nuñez" userId="686aeec9-d228-4f5c-866f-834e64171512" providerId="ADAL" clId="{424DC71C-C9F9-4C03-8898-0CC1B5A6EEA1}" dt="2025-05-13T19:19:49.366" v="27525"/>
        <pc:sldMkLst>
          <pc:docMk/>
          <pc:sldMk cId="3307782242" sldId="2147482618"/>
        </pc:sldMkLst>
        <pc:spChg chg="mod">
          <ac:chgData name="Juan Carlos Llamas Nuñez" userId="686aeec9-d228-4f5c-866f-834e64171512" providerId="ADAL" clId="{424DC71C-C9F9-4C03-8898-0CC1B5A6EEA1}" dt="2025-05-11T16:30:48.371" v="11261" actId="20577"/>
          <ac:spMkLst>
            <pc:docMk/>
            <pc:sldMk cId="3307782242" sldId="2147482618"/>
            <ac:spMk id="2" creationId="{AA3271BA-063F-9CA6-02BF-24C56A44DCA3}"/>
          </ac:spMkLst>
        </pc:spChg>
        <pc:spChg chg="mod">
          <ac:chgData name="Juan Carlos Llamas Nuñez" userId="686aeec9-d228-4f5c-866f-834e64171512" providerId="ADAL" clId="{424DC71C-C9F9-4C03-8898-0CC1B5A6EEA1}" dt="2025-05-11T16:29:12.611" v="11256" actId="20577"/>
          <ac:spMkLst>
            <pc:docMk/>
            <pc:sldMk cId="3307782242" sldId="2147482618"/>
            <ac:spMk id="6" creationId="{A97AD50E-DC88-F028-AAE2-B12B22238245}"/>
          </ac:spMkLst>
        </pc:spChg>
        <pc:spChg chg="add mod ord">
          <ac:chgData name="Juan Carlos Llamas Nuñez" userId="686aeec9-d228-4f5c-866f-834e64171512" providerId="ADAL" clId="{424DC71C-C9F9-4C03-8898-0CC1B5A6EEA1}" dt="2025-05-12T12:42:54.217" v="21499" actId="167"/>
          <ac:spMkLst>
            <pc:docMk/>
            <pc:sldMk cId="3307782242" sldId="2147482618"/>
            <ac:spMk id="8" creationId="{B4AD0B0B-D2C4-5851-CCEB-4B1C7E9FF6B6}"/>
          </ac:spMkLst>
        </pc:spChg>
        <pc:spChg chg="mod">
          <ac:chgData name="Juan Carlos Llamas Nuñez" userId="686aeec9-d228-4f5c-866f-834e64171512" providerId="ADAL" clId="{424DC71C-C9F9-4C03-8898-0CC1B5A6EEA1}" dt="2025-05-11T16:20:06.626" v="10740" actId="20577"/>
          <ac:spMkLst>
            <pc:docMk/>
            <pc:sldMk cId="3307782242" sldId="2147482618"/>
            <ac:spMk id="30" creationId="{2AA7D80C-B58B-E40F-B7AF-E81AF557F7A5}"/>
          </ac:spMkLst>
        </pc:spChg>
        <pc:graphicFrameChg chg="mod modGraphic">
          <ac:chgData name="Juan Carlos Llamas Nuñez" userId="686aeec9-d228-4f5c-866f-834e64171512" providerId="ADAL" clId="{424DC71C-C9F9-4C03-8898-0CC1B5A6EEA1}" dt="2025-05-11T16:34:55.189" v="11429"/>
          <ac:graphicFrameMkLst>
            <pc:docMk/>
            <pc:sldMk cId="3307782242" sldId="2147482618"/>
            <ac:graphicFrameMk id="10" creationId="{3E26617B-B429-62AC-CCEF-6B505B3FCCAF}"/>
          </ac:graphicFrameMkLst>
        </pc:graphicFrameChg>
        <pc:graphicFrameChg chg="modGraphic">
          <ac:chgData name="Juan Carlos Llamas Nuñez" userId="686aeec9-d228-4f5c-866f-834e64171512" providerId="ADAL" clId="{424DC71C-C9F9-4C03-8898-0CC1B5A6EEA1}" dt="2025-05-11T16:26:25.252" v="10858" actId="20577"/>
          <ac:graphicFrameMkLst>
            <pc:docMk/>
            <pc:sldMk cId="3307782242" sldId="2147482618"/>
            <ac:graphicFrameMk id="40" creationId="{54972B17-505D-7BE3-08DD-4C11D0AE174D}"/>
          </ac:graphicFrameMkLst>
        </pc:graphicFrameChg>
        <pc:picChg chg="add mod">
          <ac:chgData name="Juan Carlos Llamas Nuñez" userId="686aeec9-d228-4f5c-866f-834e64171512" providerId="ADAL" clId="{424DC71C-C9F9-4C03-8898-0CC1B5A6EEA1}" dt="2025-05-11T16:16:42.346" v="10449"/>
          <ac:picMkLst>
            <pc:docMk/>
            <pc:sldMk cId="3307782242" sldId="2147482618"/>
            <ac:picMk id="4" creationId="{D2C1E57E-AD10-3F4A-89C2-44A3CADE9568}"/>
          </ac:picMkLst>
        </pc:picChg>
        <pc:picChg chg="add mod">
          <ac:chgData name="Juan Carlos Llamas Nuñez" userId="686aeec9-d228-4f5c-866f-834e64171512" providerId="ADAL" clId="{424DC71C-C9F9-4C03-8898-0CC1B5A6EEA1}" dt="2025-05-11T16:21:48.824" v="10771" actId="167"/>
          <ac:picMkLst>
            <pc:docMk/>
            <pc:sldMk cId="3307782242" sldId="2147482618"/>
            <ac:picMk id="5" creationId="{0B28064E-B00A-EF27-248E-FAFDB15886E2}"/>
          </ac:picMkLst>
        </pc:picChg>
        <pc:picChg chg="add mod">
          <ac:chgData name="Juan Carlos Llamas Nuñez" userId="686aeec9-d228-4f5c-866f-834e64171512" providerId="ADAL" clId="{424DC71C-C9F9-4C03-8898-0CC1B5A6EEA1}" dt="2025-05-11T16:22:30.488" v="10777" actId="167"/>
          <ac:picMkLst>
            <pc:docMk/>
            <pc:sldMk cId="3307782242" sldId="2147482618"/>
            <ac:picMk id="7" creationId="{A8FD8CDC-E644-52DB-BCAC-15DB8ED57334}"/>
          </ac:picMkLst>
        </pc:picChg>
        <pc:cxnChg chg="add mod">
          <ac:chgData name="Juan Carlos Llamas Nuñez" userId="686aeec9-d228-4f5c-866f-834e64171512" providerId="ADAL" clId="{424DC71C-C9F9-4C03-8898-0CC1B5A6EEA1}" dt="2025-05-13T19:19:49.366" v="27525"/>
          <ac:cxnSpMkLst>
            <pc:docMk/>
            <pc:sldMk cId="3307782242" sldId="2147482618"/>
            <ac:cxnSpMk id="13" creationId="{191FF8C1-271E-76D7-92B1-FC6BC266644F}"/>
          </ac:cxnSpMkLst>
        </pc:cxnChg>
      </pc:sldChg>
      <pc:sldChg chg="addSp delSp modSp add mod">
        <pc:chgData name="Juan Carlos Llamas Nuñez" userId="686aeec9-d228-4f5c-866f-834e64171512" providerId="ADAL" clId="{424DC71C-C9F9-4C03-8898-0CC1B5A6EEA1}" dt="2025-05-13T19:19:50.238" v="27526"/>
        <pc:sldMkLst>
          <pc:docMk/>
          <pc:sldMk cId="2317241286" sldId="2147482619"/>
        </pc:sldMkLst>
        <pc:spChg chg="mod">
          <ac:chgData name="Juan Carlos Llamas Nuñez" userId="686aeec9-d228-4f5c-866f-834e64171512" providerId="ADAL" clId="{424DC71C-C9F9-4C03-8898-0CC1B5A6EEA1}" dt="2025-05-11T16:30:45.786" v="11260" actId="20577"/>
          <ac:spMkLst>
            <pc:docMk/>
            <pc:sldMk cId="2317241286" sldId="2147482619"/>
            <ac:spMk id="2" creationId="{3D656CB7-90E7-27CA-DACB-DDF57BCF0BDE}"/>
          </ac:spMkLst>
        </pc:spChg>
        <pc:spChg chg="add mod ord">
          <ac:chgData name="Juan Carlos Llamas Nuñez" userId="686aeec9-d228-4f5c-866f-834e64171512" providerId="ADAL" clId="{424DC71C-C9F9-4C03-8898-0CC1B5A6EEA1}" dt="2025-05-12T12:42:46.454" v="21497" actId="167"/>
          <ac:spMkLst>
            <pc:docMk/>
            <pc:sldMk cId="2317241286" sldId="2147482619"/>
            <ac:spMk id="4" creationId="{2CED44E1-35DF-B3C1-04C6-045AA5F9E0AF}"/>
          </ac:spMkLst>
        </pc:spChg>
        <pc:spChg chg="mod">
          <ac:chgData name="Juan Carlos Llamas Nuñez" userId="686aeec9-d228-4f5c-866f-834e64171512" providerId="ADAL" clId="{424DC71C-C9F9-4C03-8898-0CC1B5A6EEA1}" dt="2025-05-13T17:17:43.448" v="26846" actId="113"/>
          <ac:spMkLst>
            <pc:docMk/>
            <pc:sldMk cId="2317241286" sldId="2147482619"/>
            <ac:spMk id="6" creationId="{BBD65A6E-C632-16C9-660A-5EED6186C976}"/>
          </ac:spMkLst>
        </pc:spChg>
        <pc:spChg chg="mod">
          <ac:chgData name="Juan Carlos Llamas Nuñez" userId="686aeec9-d228-4f5c-866f-834e64171512" providerId="ADAL" clId="{424DC71C-C9F9-4C03-8898-0CC1B5A6EEA1}" dt="2025-05-11T16:33:04.868" v="11404" actId="20577"/>
          <ac:spMkLst>
            <pc:docMk/>
            <pc:sldMk cId="2317241286" sldId="2147482619"/>
            <ac:spMk id="30" creationId="{7528C4A2-D05B-A6FB-8BD9-6870039C45B7}"/>
          </ac:spMkLst>
        </pc:spChg>
        <pc:graphicFrameChg chg="mod modGraphic">
          <ac:chgData name="Juan Carlos Llamas Nuñez" userId="686aeec9-d228-4f5c-866f-834e64171512" providerId="ADAL" clId="{424DC71C-C9F9-4C03-8898-0CC1B5A6EEA1}" dt="2025-05-11T16:35:26.629" v="11438" actId="6549"/>
          <ac:graphicFrameMkLst>
            <pc:docMk/>
            <pc:sldMk cId="2317241286" sldId="2147482619"/>
            <ac:graphicFrameMk id="10" creationId="{DBB868D7-F6BD-F969-9688-CD7076EB6AD5}"/>
          </ac:graphicFrameMkLst>
        </pc:graphicFrameChg>
        <pc:graphicFrameChg chg="modGraphic">
          <ac:chgData name="Juan Carlos Llamas Nuñez" userId="686aeec9-d228-4f5c-866f-834e64171512" providerId="ADAL" clId="{424DC71C-C9F9-4C03-8898-0CC1B5A6EEA1}" dt="2025-05-11T16:41:37.068" v="11521" actId="20577"/>
          <ac:graphicFrameMkLst>
            <pc:docMk/>
            <pc:sldMk cId="2317241286" sldId="2147482619"/>
            <ac:graphicFrameMk id="40" creationId="{82662B4D-EF45-85D4-2068-96A433E97FC4}"/>
          </ac:graphicFrameMkLst>
        </pc:graphicFrameChg>
        <pc:picChg chg="add mod">
          <ac:chgData name="Juan Carlos Llamas Nuñez" userId="686aeec9-d228-4f5c-866f-834e64171512" providerId="ADAL" clId="{424DC71C-C9F9-4C03-8898-0CC1B5A6EEA1}" dt="2025-05-11T16:31:52.406" v="11328"/>
          <ac:picMkLst>
            <pc:docMk/>
            <pc:sldMk cId="2317241286" sldId="2147482619"/>
            <ac:picMk id="9" creationId="{369595CE-321A-FBB9-3EE0-62F2FEC6B830}"/>
          </ac:picMkLst>
        </pc:picChg>
        <pc:picChg chg="add mod">
          <ac:chgData name="Juan Carlos Llamas Nuñez" userId="686aeec9-d228-4f5c-866f-834e64171512" providerId="ADAL" clId="{424DC71C-C9F9-4C03-8898-0CC1B5A6EEA1}" dt="2025-05-11T16:36:04.498" v="11443" actId="167"/>
          <ac:picMkLst>
            <pc:docMk/>
            <pc:sldMk cId="2317241286" sldId="2147482619"/>
            <ac:picMk id="11" creationId="{F01E073D-7B86-B724-CA3C-919B172A1622}"/>
          </ac:picMkLst>
        </pc:picChg>
        <pc:picChg chg="add mod">
          <ac:chgData name="Juan Carlos Llamas Nuñez" userId="686aeec9-d228-4f5c-866f-834e64171512" providerId="ADAL" clId="{424DC71C-C9F9-4C03-8898-0CC1B5A6EEA1}" dt="2025-05-11T16:48:54.708" v="12154" actId="167"/>
          <ac:picMkLst>
            <pc:docMk/>
            <pc:sldMk cId="2317241286" sldId="2147482619"/>
            <ac:picMk id="12" creationId="{486E139D-FE4D-4BE3-1A25-F1635DD0FAB2}"/>
          </ac:picMkLst>
        </pc:picChg>
        <pc:cxnChg chg="add mod">
          <ac:chgData name="Juan Carlos Llamas Nuñez" userId="686aeec9-d228-4f5c-866f-834e64171512" providerId="ADAL" clId="{424DC71C-C9F9-4C03-8898-0CC1B5A6EEA1}" dt="2025-05-13T19:19:50.238" v="27526"/>
          <ac:cxnSpMkLst>
            <pc:docMk/>
            <pc:sldMk cId="2317241286" sldId="2147482619"/>
            <ac:cxnSpMk id="13" creationId="{F6931C1D-5255-43D7-B92D-F3D7C787BAB1}"/>
          </ac:cxnSpMkLst>
        </pc:cxnChg>
      </pc:sldChg>
      <pc:sldChg chg="addSp delSp modSp add mod">
        <pc:chgData name="Juan Carlos Llamas Nuñez" userId="686aeec9-d228-4f5c-866f-834e64171512" providerId="ADAL" clId="{424DC71C-C9F9-4C03-8898-0CC1B5A6EEA1}" dt="2025-05-13T16:49:57.414" v="26377" actId="108"/>
        <pc:sldMkLst>
          <pc:docMk/>
          <pc:sldMk cId="1923733466" sldId="2147482620"/>
        </pc:sldMkLst>
        <pc:spChg chg="mod">
          <ac:chgData name="Juan Carlos Llamas Nuñez" userId="686aeec9-d228-4f5c-866f-834e64171512" providerId="ADAL" clId="{424DC71C-C9F9-4C03-8898-0CC1B5A6EEA1}" dt="2025-05-11T19:21:24.904" v="17206"/>
          <ac:spMkLst>
            <pc:docMk/>
            <pc:sldMk cId="1923733466" sldId="2147482620"/>
            <ac:spMk id="2" creationId="{3A8F3F9E-C962-F97C-6841-87F9BCE919A1}"/>
          </ac:spMkLst>
        </pc:spChg>
        <pc:spChg chg="add mod ord">
          <ac:chgData name="Juan Carlos Llamas Nuñez" userId="686aeec9-d228-4f5c-866f-834e64171512" providerId="ADAL" clId="{424DC71C-C9F9-4C03-8898-0CC1B5A6EEA1}" dt="2025-05-12T12:44:21.958" v="21529" actId="167"/>
          <ac:spMkLst>
            <pc:docMk/>
            <pc:sldMk cId="1923733466" sldId="2147482620"/>
            <ac:spMk id="5" creationId="{C68E2619-BC8A-8BAE-415D-0F36977A9F50}"/>
          </ac:spMkLst>
        </pc:spChg>
        <pc:spChg chg="mod">
          <ac:chgData name="Juan Carlos Llamas Nuñez" userId="686aeec9-d228-4f5c-866f-834e64171512" providerId="ADAL" clId="{424DC71C-C9F9-4C03-8898-0CC1B5A6EEA1}" dt="2025-05-13T16:48:35.410" v="26357" actId="20577"/>
          <ac:spMkLst>
            <pc:docMk/>
            <pc:sldMk cId="1923733466" sldId="2147482620"/>
            <ac:spMk id="6" creationId="{2B0E60CF-0291-76F8-3204-77B4FFDB778C}"/>
          </ac:spMkLst>
        </pc:spChg>
        <pc:spChg chg="mod">
          <ac:chgData name="Juan Carlos Llamas Nuñez" userId="686aeec9-d228-4f5c-866f-834e64171512" providerId="ADAL" clId="{424DC71C-C9F9-4C03-8898-0CC1B5A6EEA1}" dt="2025-05-13T16:49:57.414" v="26377" actId="108"/>
          <ac:spMkLst>
            <pc:docMk/>
            <pc:sldMk cId="1923733466" sldId="2147482620"/>
            <ac:spMk id="8" creationId="{EA6D07EA-0A97-94CB-E871-BD234576F4BD}"/>
          </ac:spMkLst>
        </pc:spChg>
      </pc:sldChg>
      <pc:sldChg chg="addSp modSp mod">
        <pc:chgData name="Juan Carlos Llamas Nuñez" userId="686aeec9-d228-4f5c-866f-834e64171512" providerId="ADAL" clId="{424DC71C-C9F9-4C03-8898-0CC1B5A6EEA1}" dt="2025-05-13T17:07:57.626" v="26815" actId="1038"/>
        <pc:sldMkLst>
          <pc:docMk/>
          <pc:sldMk cId="408008183" sldId="2147482621"/>
        </pc:sldMkLst>
        <pc:spChg chg="mod">
          <ac:chgData name="Juan Carlos Llamas Nuñez" userId="686aeec9-d228-4f5c-866f-834e64171512" providerId="ADAL" clId="{424DC71C-C9F9-4C03-8898-0CC1B5A6EEA1}" dt="2025-05-11T20:19:25.648" v="19568" actId="1076"/>
          <ac:spMkLst>
            <pc:docMk/>
            <pc:sldMk cId="408008183" sldId="2147482621"/>
            <ac:spMk id="2" creationId="{8C6F9129-F8CE-189B-A80E-65371EE15C88}"/>
          </ac:spMkLst>
        </pc:spChg>
        <pc:spChg chg="mod">
          <ac:chgData name="Juan Carlos Llamas Nuñez" userId="686aeec9-d228-4f5c-866f-834e64171512" providerId="ADAL" clId="{424DC71C-C9F9-4C03-8898-0CC1B5A6EEA1}" dt="2025-05-13T17:07:13.469" v="26649" actId="1037"/>
          <ac:spMkLst>
            <pc:docMk/>
            <pc:sldMk cId="408008183" sldId="2147482621"/>
            <ac:spMk id="5" creationId="{5B76BD9F-A9E3-815C-68DA-8F6B40DFA948}"/>
          </ac:spMkLst>
        </pc:spChg>
        <pc:spChg chg="mod">
          <ac:chgData name="Juan Carlos Llamas Nuñez" userId="686aeec9-d228-4f5c-866f-834e64171512" providerId="ADAL" clId="{424DC71C-C9F9-4C03-8898-0CC1B5A6EEA1}" dt="2025-05-13T17:07:57.626" v="26815" actId="1038"/>
          <ac:spMkLst>
            <pc:docMk/>
            <pc:sldMk cId="408008183" sldId="2147482621"/>
            <ac:spMk id="6" creationId="{E11E6D07-8468-5BAC-CFC8-28685F4ED15E}"/>
          </ac:spMkLst>
        </pc:spChg>
        <pc:spChg chg="mod">
          <ac:chgData name="Juan Carlos Llamas Nuñez" userId="686aeec9-d228-4f5c-866f-834e64171512" providerId="ADAL" clId="{424DC71C-C9F9-4C03-8898-0CC1B5A6EEA1}" dt="2025-05-13T17:06:10.248" v="26517" actId="20577"/>
          <ac:spMkLst>
            <pc:docMk/>
            <pc:sldMk cId="408008183" sldId="2147482621"/>
            <ac:spMk id="8" creationId="{9525983D-7796-155B-E049-BF3D3552C632}"/>
          </ac:spMkLst>
        </pc:spChg>
        <pc:spChg chg="add mod ord">
          <ac:chgData name="Juan Carlos Llamas Nuñez" userId="686aeec9-d228-4f5c-866f-834e64171512" providerId="ADAL" clId="{424DC71C-C9F9-4C03-8898-0CC1B5A6EEA1}" dt="2025-05-12T12:43:29.403" v="21511" actId="167"/>
          <ac:spMkLst>
            <pc:docMk/>
            <pc:sldMk cId="408008183" sldId="2147482621"/>
            <ac:spMk id="9" creationId="{DB2B800A-961A-51B3-3427-382D62CD3015}"/>
          </ac:spMkLst>
        </pc:spChg>
        <pc:spChg chg="mod">
          <ac:chgData name="Juan Carlos Llamas Nuñez" userId="686aeec9-d228-4f5c-866f-834e64171512" providerId="ADAL" clId="{424DC71C-C9F9-4C03-8898-0CC1B5A6EEA1}" dt="2025-05-13T17:07:13.469" v="26649" actId="1037"/>
          <ac:spMkLst>
            <pc:docMk/>
            <pc:sldMk cId="408008183" sldId="2147482621"/>
            <ac:spMk id="19" creationId="{A932E880-22F0-9908-9E84-F11713F1EBD8}"/>
          </ac:spMkLst>
        </pc:spChg>
        <pc:spChg chg="mod">
          <ac:chgData name="Juan Carlos Llamas Nuñez" userId="686aeec9-d228-4f5c-866f-834e64171512" providerId="ADAL" clId="{424DC71C-C9F9-4C03-8898-0CC1B5A6EEA1}" dt="2025-05-13T17:07:57.626" v="26815" actId="1038"/>
          <ac:spMkLst>
            <pc:docMk/>
            <pc:sldMk cId="408008183" sldId="2147482621"/>
            <ac:spMk id="21" creationId="{97C20B4A-7473-DB33-A5C6-F25306261E60}"/>
          </ac:spMkLst>
        </pc:spChg>
        <pc:picChg chg="mod">
          <ac:chgData name="Juan Carlos Llamas Nuñez" userId="686aeec9-d228-4f5c-866f-834e64171512" providerId="ADAL" clId="{424DC71C-C9F9-4C03-8898-0CC1B5A6EEA1}" dt="2025-05-13T17:07:51.213" v="26806" actId="14100"/>
          <ac:picMkLst>
            <pc:docMk/>
            <pc:sldMk cId="408008183" sldId="2147482621"/>
            <ac:picMk id="9228" creationId="{212B2FC5-8551-0174-8362-DBBD35410191}"/>
          </ac:picMkLst>
        </pc:picChg>
      </pc:sldChg>
      <pc:sldChg chg="addSp delSp modSp add mod ord">
        <pc:chgData name="Juan Carlos Llamas Nuñez" userId="686aeec9-d228-4f5c-866f-834e64171512" providerId="ADAL" clId="{424DC71C-C9F9-4C03-8898-0CC1B5A6EEA1}" dt="2025-05-12T12:44:05.560" v="21523" actId="167"/>
        <pc:sldMkLst>
          <pc:docMk/>
          <pc:sldMk cId="434533823" sldId="2147482622"/>
        </pc:sldMkLst>
        <pc:spChg chg="add mod ord">
          <ac:chgData name="Juan Carlos Llamas Nuñez" userId="686aeec9-d228-4f5c-866f-834e64171512" providerId="ADAL" clId="{424DC71C-C9F9-4C03-8898-0CC1B5A6EEA1}" dt="2025-05-12T12:44:05.560" v="21523" actId="167"/>
          <ac:spMkLst>
            <pc:docMk/>
            <pc:sldMk cId="434533823" sldId="2147482622"/>
            <ac:spMk id="5" creationId="{F7CB2397-F52F-635C-8BDC-0BEB2ACA1FEA}"/>
          </ac:spMkLst>
        </pc:spChg>
      </pc:sldChg>
      <pc:sldChg chg="addSp delSp modSp add mod ord">
        <pc:chgData name="Juan Carlos Llamas Nuñez" userId="686aeec9-d228-4f5c-866f-834e64171512" providerId="ADAL" clId="{424DC71C-C9F9-4C03-8898-0CC1B5A6EEA1}" dt="2025-05-13T19:25:51.118" v="27546" actId="20577"/>
        <pc:sldMkLst>
          <pc:docMk/>
          <pc:sldMk cId="980367329" sldId="2147482623"/>
        </pc:sldMkLst>
        <pc:spChg chg="mod">
          <ac:chgData name="Juan Carlos Llamas Nuñez" userId="686aeec9-d228-4f5c-866f-834e64171512" providerId="ADAL" clId="{424DC71C-C9F9-4C03-8898-0CC1B5A6EEA1}" dt="2025-05-11T19:21:24.650" v="17205"/>
          <ac:spMkLst>
            <pc:docMk/>
            <pc:sldMk cId="980367329" sldId="2147482623"/>
            <ac:spMk id="2" creationId="{6A2A442E-74BE-8B25-A562-DB3DA404D5F2}"/>
          </ac:spMkLst>
        </pc:spChg>
        <pc:spChg chg="add mod ord">
          <ac:chgData name="Juan Carlos Llamas Nuñez" userId="686aeec9-d228-4f5c-866f-834e64171512" providerId="ADAL" clId="{424DC71C-C9F9-4C03-8898-0CC1B5A6EEA1}" dt="2025-05-12T12:44:18.027" v="21527" actId="167"/>
          <ac:spMkLst>
            <pc:docMk/>
            <pc:sldMk cId="980367329" sldId="2147482623"/>
            <ac:spMk id="5" creationId="{03493D0C-38D5-7058-FDEC-5812467139B5}"/>
          </ac:spMkLst>
        </pc:spChg>
        <pc:spChg chg="mod">
          <ac:chgData name="Juan Carlos Llamas Nuñez" userId="686aeec9-d228-4f5c-866f-834e64171512" providerId="ADAL" clId="{424DC71C-C9F9-4C03-8898-0CC1B5A6EEA1}" dt="2025-05-13T19:25:51.118" v="27546" actId="20577"/>
          <ac:spMkLst>
            <pc:docMk/>
            <pc:sldMk cId="980367329" sldId="2147482623"/>
            <ac:spMk id="6" creationId="{32F4CB49-2E0B-C6E7-155D-5DE18A62B4FB}"/>
          </ac:spMkLst>
        </pc:spChg>
        <pc:spChg chg="mod">
          <ac:chgData name="Juan Carlos Llamas Nuñez" userId="686aeec9-d228-4f5c-866f-834e64171512" providerId="ADAL" clId="{424DC71C-C9F9-4C03-8898-0CC1B5A6EEA1}" dt="2025-05-13T16:52:35.152" v="26383" actId="113"/>
          <ac:spMkLst>
            <pc:docMk/>
            <pc:sldMk cId="980367329" sldId="2147482623"/>
            <ac:spMk id="7" creationId="{E61246CD-1208-42A9-E361-32136F2CD755}"/>
          </ac:spMkLst>
        </pc:spChg>
        <pc:spChg chg="mod">
          <ac:chgData name="Juan Carlos Llamas Nuñez" userId="686aeec9-d228-4f5c-866f-834e64171512" providerId="ADAL" clId="{424DC71C-C9F9-4C03-8898-0CC1B5A6EEA1}" dt="2025-05-11T18:53:42.480" v="16641" actId="1076"/>
          <ac:spMkLst>
            <pc:docMk/>
            <pc:sldMk cId="980367329" sldId="2147482623"/>
            <ac:spMk id="12" creationId="{959293A5-09F0-C07F-2DCB-B497D5573BB9}"/>
          </ac:spMkLst>
        </pc:spChg>
      </pc:sldChg>
      <pc:sldChg chg="addSp delSp modSp add mod">
        <pc:chgData name="Juan Carlos Llamas Nuñez" userId="686aeec9-d228-4f5c-866f-834e64171512" providerId="ADAL" clId="{424DC71C-C9F9-4C03-8898-0CC1B5A6EEA1}" dt="2025-05-12T12:44:00.888" v="21521" actId="167"/>
        <pc:sldMkLst>
          <pc:docMk/>
          <pc:sldMk cId="2855601107" sldId="2147482624"/>
        </pc:sldMkLst>
        <pc:spChg chg="add mod ord">
          <ac:chgData name="Juan Carlos Llamas Nuñez" userId="686aeec9-d228-4f5c-866f-834e64171512" providerId="ADAL" clId="{424DC71C-C9F9-4C03-8898-0CC1B5A6EEA1}" dt="2025-05-12T12:44:00.888" v="21521" actId="167"/>
          <ac:spMkLst>
            <pc:docMk/>
            <pc:sldMk cId="2855601107" sldId="2147482624"/>
            <ac:spMk id="5" creationId="{E94306B1-3528-9D93-A9C1-294D19F73A5E}"/>
          </ac:spMkLst>
        </pc:spChg>
      </pc:sldChg>
      <pc:sldChg chg="addSp delSp modSp add mod">
        <pc:chgData name="Juan Carlos Llamas Nuñez" userId="686aeec9-d228-4f5c-866f-834e64171512" providerId="ADAL" clId="{424DC71C-C9F9-4C03-8898-0CC1B5A6EEA1}" dt="2025-05-13T16:57:45.585" v="26459" actId="478"/>
        <pc:sldMkLst>
          <pc:docMk/>
          <pc:sldMk cId="2705967137" sldId="2147482625"/>
        </pc:sldMkLst>
        <pc:spChg chg="mod">
          <ac:chgData name="Juan Carlos Llamas Nuñez" userId="686aeec9-d228-4f5c-866f-834e64171512" providerId="ADAL" clId="{424DC71C-C9F9-4C03-8898-0CC1B5A6EEA1}" dt="2025-05-11T19:21:23.817" v="17202"/>
          <ac:spMkLst>
            <pc:docMk/>
            <pc:sldMk cId="2705967137" sldId="2147482625"/>
            <ac:spMk id="2" creationId="{DEBF6FCA-B1E9-BC79-3C3F-10ADA5329522}"/>
          </ac:spMkLst>
        </pc:spChg>
        <pc:spChg chg="add del mod">
          <ac:chgData name="Juan Carlos Llamas Nuñez" userId="686aeec9-d228-4f5c-866f-834e64171512" providerId="ADAL" clId="{424DC71C-C9F9-4C03-8898-0CC1B5A6EEA1}" dt="2025-05-12T07:56:29.608" v="20455" actId="21"/>
          <ac:spMkLst>
            <pc:docMk/>
            <pc:sldMk cId="2705967137" sldId="2147482625"/>
            <ac:spMk id="5" creationId="{25C4127E-C50F-CB51-A8F9-388B663C58B1}"/>
          </ac:spMkLst>
        </pc:spChg>
        <pc:spChg chg="add mod ord">
          <ac:chgData name="Juan Carlos Llamas Nuñez" userId="686aeec9-d228-4f5c-866f-834e64171512" providerId="ADAL" clId="{424DC71C-C9F9-4C03-8898-0CC1B5A6EEA1}" dt="2025-05-12T12:43:56.647" v="21519" actId="167"/>
          <ac:spMkLst>
            <pc:docMk/>
            <pc:sldMk cId="2705967137" sldId="2147482625"/>
            <ac:spMk id="5" creationId="{C121000E-6425-D568-615A-C989B8BA4039}"/>
          </ac:spMkLst>
        </pc:spChg>
        <pc:spChg chg="add mod">
          <ac:chgData name="Juan Carlos Llamas Nuñez" userId="686aeec9-d228-4f5c-866f-834e64171512" providerId="ADAL" clId="{424DC71C-C9F9-4C03-8898-0CC1B5A6EEA1}" dt="2025-05-12T07:56:30.642" v="20456"/>
          <ac:spMkLst>
            <pc:docMk/>
            <pc:sldMk cId="2705967137" sldId="2147482625"/>
            <ac:spMk id="6" creationId="{25C4127E-C50F-CB51-A8F9-388B663C58B1}"/>
          </ac:spMkLst>
        </pc:spChg>
        <pc:spChg chg="mod">
          <ac:chgData name="Juan Carlos Llamas Nuñez" userId="686aeec9-d228-4f5c-866f-834e64171512" providerId="ADAL" clId="{424DC71C-C9F9-4C03-8898-0CC1B5A6EEA1}" dt="2025-05-12T18:37:25.197" v="21809" actId="1038"/>
          <ac:spMkLst>
            <pc:docMk/>
            <pc:sldMk cId="2705967137" sldId="2147482625"/>
            <ac:spMk id="6" creationId="{AA53BDD0-8C6C-1E1D-066A-3C8EEA7C76FA}"/>
          </ac:spMkLst>
        </pc:spChg>
        <pc:spChg chg="mod">
          <ac:chgData name="Juan Carlos Llamas Nuñez" userId="686aeec9-d228-4f5c-866f-834e64171512" providerId="ADAL" clId="{424DC71C-C9F9-4C03-8898-0CC1B5A6EEA1}" dt="2025-05-12T18:35:39.488" v="21783" actId="20577"/>
          <ac:spMkLst>
            <pc:docMk/>
            <pc:sldMk cId="2705967137" sldId="2147482625"/>
            <ac:spMk id="8" creationId="{1280DEEF-F35A-6516-F775-873A0CC0AC4B}"/>
          </ac:spMkLst>
        </pc:spChg>
        <pc:spChg chg="mod">
          <ac:chgData name="Juan Carlos Llamas Nuñez" userId="686aeec9-d228-4f5c-866f-834e64171512" providerId="ADAL" clId="{424DC71C-C9F9-4C03-8898-0CC1B5A6EEA1}" dt="2025-05-12T18:35:29.596" v="21769" actId="20577"/>
          <ac:spMkLst>
            <pc:docMk/>
            <pc:sldMk cId="2705967137" sldId="2147482625"/>
            <ac:spMk id="18" creationId="{9E0A87E1-8F4B-DA67-1025-FCE9C8F33AD3}"/>
          </ac:spMkLst>
        </pc:spChg>
        <pc:spChg chg="mod">
          <ac:chgData name="Juan Carlos Llamas Nuñez" userId="686aeec9-d228-4f5c-866f-834e64171512" providerId="ADAL" clId="{424DC71C-C9F9-4C03-8898-0CC1B5A6EEA1}" dt="2025-05-12T18:37:53.226" v="21811" actId="20577"/>
          <ac:spMkLst>
            <pc:docMk/>
            <pc:sldMk cId="2705967137" sldId="2147482625"/>
            <ac:spMk id="29" creationId="{52A99EB5-4C42-4C02-A7A1-A755A2737C05}"/>
          </ac:spMkLst>
        </pc:spChg>
        <pc:spChg chg="mod">
          <ac:chgData name="Juan Carlos Llamas Nuñez" userId="686aeec9-d228-4f5c-866f-834e64171512" providerId="ADAL" clId="{424DC71C-C9F9-4C03-8898-0CC1B5A6EEA1}" dt="2025-05-12T18:36:24.817" v="21794" actId="6549"/>
          <ac:spMkLst>
            <pc:docMk/>
            <pc:sldMk cId="2705967137" sldId="2147482625"/>
            <ac:spMk id="42" creationId="{C0C7E3EE-59D8-7F19-37B7-9B2FBC7E17AD}"/>
          </ac:spMkLst>
        </pc:spChg>
        <pc:spChg chg="mod">
          <ac:chgData name="Juan Carlos Llamas Nuñez" userId="686aeec9-d228-4f5c-866f-834e64171512" providerId="ADAL" clId="{424DC71C-C9F9-4C03-8898-0CC1B5A6EEA1}" dt="2025-05-12T18:35:52.095" v="21786" actId="20577"/>
          <ac:spMkLst>
            <pc:docMk/>
            <pc:sldMk cId="2705967137" sldId="2147482625"/>
            <ac:spMk id="53" creationId="{6E2BB6C7-3FA9-9063-DE1C-5D9DF7C4FA17}"/>
          </ac:spMkLst>
        </pc:spChg>
        <pc:grpChg chg="mod">
          <ac:chgData name="Juan Carlos Llamas Nuñez" userId="686aeec9-d228-4f5c-866f-834e64171512" providerId="ADAL" clId="{424DC71C-C9F9-4C03-8898-0CC1B5A6EEA1}" dt="2025-05-12T18:38:13.457" v="21813" actId="14100"/>
          <ac:grpSpMkLst>
            <pc:docMk/>
            <pc:sldMk cId="2705967137" sldId="2147482625"/>
            <ac:grpSpMk id="27" creationId="{A26EF87D-C067-E306-1DA3-9BD142A73DF6}"/>
          </ac:grpSpMkLst>
        </pc:grpChg>
        <pc:picChg chg="del">
          <ac:chgData name="Juan Carlos Llamas Nuñez" userId="686aeec9-d228-4f5c-866f-834e64171512" providerId="ADAL" clId="{424DC71C-C9F9-4C03-8898-0CC1B5A6EEA1}" dt="2025-05-13T16:57:43.709" v="26458" actId="478"/>
          <ac:picMkLst>
            <pc:docMk/>
            <pc:sldMk cId="2705967137" sldId="2147482625"/>
            <ac:picMk id="28" creationId="{F388BE6D-189E-BD2E-AEC4-30B61324A9B2}"/>
          </ac:picMkLst>
        </pc:picChg>
        <pc:picChg chg="del">
          <ac:chgData name="Juan Carlos Llamas Nuñez" userId="686aeec9-d228-4f5c-866f-834e64171512" providerId="ADAL" clId="{424DC71C-C9F9-4C03-8898-0CC1B5A6EEA1}" dt="2025-05-13T16:57:45.585" v="26459" actId="478"/>
          <ac:picMkLst>
            <pc:docMk/>
            <pc:sldMk cId="2705967137" sldId="2147482625"/>
            <ac:picMk id="31" creationId="{B219AEC8-BE6C-9730-FFFF-FFC481424B83}"/>
          </ac:picMkLst>
        </pc:picChg>
        <pc:picChg chg="add del">
          <ac:chgData name="Juan Carlos Llamas Nuñez" userId="686aeec9-d228-4f5c-866f-834e64171512" providerId="ADAL" clId="{424DC71C-C9F9-4C03-8898-0CC1B5A6EEA1}" dt="2025-05-13T16:57:41.554" v="26457" actId="478"/>
          <ac:picMkLst>
            <pc:docMk/>
            <pc:sldMk cId="2705967137" sldId="2147482625"/>
            <ac:picMk id="2059" creationId="{DD34A04D-B41D-1C3D-18AE-D60BCF04BF34}"/>
          </ac:picMkLst>
        </pc:picChg>
      </pc:sldChg>
      <pc:sldChg chg="addSp delSp modSp add mod ord modNotesTx">
        <pc:chgData name="Juan Carlos Llamas Nuñez" userId="686aeec9-d228-4f5c-866f-834e64171512" providerId="ADAL" clId="{424DC71C-C9F9-4C03-8898-0CC1B5A6EEA1}" dt="2025-05-13T17:00:40.456" v="26504" actId="14100"/>
        <pc:sldMkLst>
          <pc:docMk/>
          <pc:sldMk cId="1506109221" sldId="2147482626"/>
        </pc:sldMkLst>
        <pc:spChg chg="mod">
          <ac:chgData name="Juan Carlos Llamas Nuñez" userId="686aeec9-d228-4f5c-866f-834e64171512" providerId="ADAL" clId="{424DC71C-C9F9-4C03-8898-0CC1B5A6EEA1}" dt="2025-05-11T19:22:28.240" v="17288" actId="20577"/>
          <ac:spMkLst>
            <pc:docMk/>
            <pc:sldMk cId="1506109221" sldId="2147482626"/>
            <ac:spMk id="2" creationId="{6457CBCA-03D6-2D6D-F49C-A5E053FB2E76}"/>
          </ac:spMkLst>
        </pc:spChg>
        <pc:spChg chg="add mod ord">
          <ac:chgData name="Juan Carlos Llamas Nuñez" userId="686aeec9-d228-4f5c-866f-834e64171512" providerId="ADAL" clId="{424DC71C-C9F9-4C03-8898-0CC1B5A6EEA1}" dt="2025-05-12T12:43:50.497" v="21517" actId="167"/>
          <ac:spMkLst>
            <pc:docMk/>
            <pc:sldMk cId="1506109221" sldId="2147482626"/>
            <ac:spMk id="5" creationId="{A976ABA1-8BA3-503B-209E-18CF263CBE44}"/>
          </ac:spMkLst>
        </pc:spChg>
        <pc:spChg chg="mod">
          <ac:chgData name="Juan Carlos Llamas Nuñez" userId="686aeec9-d228-4f5c-866f-834e64171512" providerId="ADAL" clId="{424DC71C-C9F9-4C03-8898-0CC1B5A6EEA1}" dt="2025-05-13T16:58:53.071" v="26461" actId="20577"/>
          <ac:spMkLst>
            <pc:docMk/>
            <pc:sldMk cId="1506109221" sldId="2147482626"/>
            <ac:spMk id="8" creationId="{CD0A6741-F31A-BCEE-EC3F-1A922AE126FA}"/>
          </ac:spMkLst>
        </pc:spChg>
        <pc:spChg chg="add mod">
          <ac:chgData name="Juan Carlos Llamas Nuñez" userId="686aeec9-d228-4f5c-866f-834e64171512" providerId="ADAL" clId="{424DC71C-C9F9-4C03-8898-0CC1B5A6EEA1}" dt="2025-05-11T20:10:19.836" v="19223" actId="12788"/>
          <ac:spMkLst>
            <pc:docMk/>
            <pc:sldMk cId="1506109221" sldId="2147482626"/>
            <ac:spMk id="13" creationId="{4D2EA87F-FEAB-650B-2828-E704BF09EBC1}"/>
          </ac:spMkLst>
        </pc:spChg>
        <pc:spChg chg="mod">
          <ac:chgData name="Juan Carlos Llamas Nuñez" userId="686aeec9-d228-4f5c-866f-834e64171512" providerId="ADAL" clId="{424DC71C-C9F9-4C03-8898-0CC1B5A6EEA1}" dt="2025-05-13T17:00:40.456" v="26504" actId="14100"/>
          <ac:spMkLst>
            <pc:docMk/>
            <pc:sldMk cId="1506109221" sldId="2147482626"/>
            <ac:spMk id="11270" creationId="{ACE9EF8F-7ED2-E490-D1D8-DDF664817ADD}"/>
          </ac:spMkLst>
        </pc:spChg>
        <pc:spChg chg="mod">
          <ac:chgData name="Juan Carlos Llamas Nuñez" userId="686aeec9-d228-4f5c-866f-834e64171512" providerId="ADAL" clId="{424DC71C-C9F9-4C03-8898-0CC1B5A6EEA1}" dt="2025-05-13T17:00:33.150" v="26503" actId="1036"/>
          <ac:spMkLst>
            <pc:docMk/>
            <pc:sldMk cId="1506109221" sldId="2147482626"/>
            <ac:spMk id="11286" creationId="{1F2BD382-7331-F386-C9C0-85A041E5A638}"/>
          </ac:spMkLst>
        </pc:spChg>
      </pc:sldChg>
      <pc:sldChg chg="addSp delSp modSp add mod ord">
        <pc:chgData name="Juan Carlos Llamas Nuñez" userId="686aeec9-d228-4f5c-866f-834e64171512" providerId="ADAL" clId="{424DC71C-C9F9-4C03-8898-0CC1B5A6EEA1}" dt="2025-05-12T12:44:12.040" v="21525" actId="167"/>
        <pc:sldMkLst>
          <pc:docMk/>
          <pc:sldMk cId="925948538" sldId="2147482627"/>
        </pc:sldMkLst>
        <pc:spChg chg="mod">
          <ac:chgData name="Juan Carlos Llamas Nuñez" userId="686aeec9-d228-4f5c-866f-834e64171512" providerId="ADAL" clId="{424DC71C-C9F9-4C03-8898-0CC1B5A6EEA1}" dt="2025-05-11T19:31:15.023" v="17921" actId="20577"/>
          <ac:spMkLst>
            <pc:docMk/>
            <pc:sldMk cId="925948538" sldId="2147482627"/>
            <ac:spMk id="2" creationId="{45D282A0-7CF7-B706-9DDC-93EF23A9C8EA}"/>
          </ac:spMkLst>
        </pc:spChg>
        <pc:spChg chg="add del mod">
          <ac:chgData name="Juan Carlos Llamas Nuñez" userId="686aeec9-d228-4f5c-866f-834e64171512" providerId="ADAL" clId="{424DC71C-C9F9-4C03-8898-0CC1B5A6EEA1}" dt="2025-05-11T19:58:42.995" v="18757" actId="1076"/>
          <ac:spMkLst>
            <pc:docMk/>
            <pc:sldMk cId="925948538" sldId="2147482627"/>
            <ac:spMk id="5" creationId="{197C01C6-1793-3FE4-9C0C-19CDF268A607}"/>
          </ac:spMkLst>
        </pc:spChg>
        <pc:spChg chg="mod">
          <ac:chgData name="Juan Carlos Llamas Nuñez" userId="686aeec9-d228-4f5c-866f-834e64171512" providerId="ADAL" clId="{424DC71C-C9F9-4C03-8898-0CC1B5A6EEA1}" dt="2025-05-11T19:57:53.942" v="18748" actId="14100"/>
          <ac:spMkLst>
            <pc:docMk/>
            <pc:sldMk cId="925948538" sldId="2147482627"/>
            <ac:spMk id="6" creationId="{B70A9E2B-7686-12AD-78ED-1D17CD7A044C}"/>
          </ac:spMkLst>
        </pc:spChg>
        <pc:spChg chg="add mod">
          <ac:chgData name="Juan Carlos Llamas Nuñez" userId="686aeec9-d228-4f5c-866f-834e64171512" providerId="ADAL" clId="{424DC71C-C9F9-4C03-8898-0CC1B5A6EEA1}" dt="2025-05-12T07:56:33.599" v="20457"/>
          <ac:spMkLst>
            <pc:docMk/>
            <pc:sldMk cId="925948538" sldId="2147482627"/>
            <ac:spMk id="7" creationId="{518AD5B2-42A4-0BB1-1569-1B9FE3E62A62}"/>
          </ac:spMkLst>
        </pc:spChg>
        <pc:spChg chg="mod">
          <ac:chgData name="Juan Carlos Llamas Nuñez" userId="686aeec9-d228-4f5c-866f-834e64171512" providerId="ADAL" clId="{424DC71C-C9F9-4C03-8898-0CC1B5A6EEA1}" dt="2025-05-11T19:57:08.786" v="18726" actId="6549"/>
          <ac:spMkLst>
            <pc:docMk/>
            <pc:sldMk cId="925948538" sldId="2147482627"/>
            <ac:spMk id="8" creationId="{412AF8E5-A0B4-965F-CEB1-07F6B81BF210}"/>
          </ac:spMkLst>
        </pc:spChg>
        <pc:spChg chg="add mod ord">
          <ac:chgData name="Juan Carlos Llamas Nuñez" userId="686aeec9-d228-4f5c-866f-834e64171512" providerId="ADAL" clId="{424DC71C-C9F9-4C03-8898-0CC1B5A6EEA1}" dt="2025-05-12T12:44:12.040" v="21525" actId="167"/>
          <ac:spMkLst>
            <pc:docMk/>
            <pc:sldMk cId="925948538" sldId="2147482627"/>
            <ac:spMk id="9" creationId="{D37F14DD-B20D-66AE-855C-61ED5C748D2A}"/>
          </ac:spMkLst>
        </pc:spChg>
        <pc:spChg chg="mod">
          <ac:chgData name="Juan Carlos Llamas Nuñez" userId="686aeec9-d228-4f5c-866f-834e64171512" providerId="ADAL" clId="{424DC71C-C9F9-4C03-8898-0CC1B5A6EEA1}" dt="2025-05-11T20:01:35.452" v="18825" actId="1076"/>
          <ac:spMkLst>
            <pc:docMk/>
            <pc:sldMk cId="925948538" sldId="2147482627"/>
            <ac:spMk id="10" creationId="{4294A18F-D2C9-BE33-B9E3-BFB8F7F35B62}"/>
          </ac:spMkLst>
        </pc:spChg>
        <pc:spChg chg="add mod">
          <ac:chgData name="Juan Carlos Llamas Nuñez" userId="686aeec9-d228-4f5c-866f-834e64171512" providerId="ADAL" clId="{424DC71C-C9F9-4C03-8898-0CC1B5A6EEA1}" dt="2025-05-11T19:51:37.863" v="18625" actId="1037"/>
          <ac:spMkLst>
            <pc:docMk/>
            <pc:sldMk cId="925948538" sldId="2147482627"/>
            <ac:spMk id="12" creationId="{C3FC03FC-3B9C-AAE6-4187-E867F47F493E}"/>
          </ac:spMkLst>
        </pc:spChg>
        <pc:spChg chg="add mod">
          <ac:chgData name="Juan Carlos Llamas Nuñez" userId="686aeec9-d228-4f5c-866f-834e64171512" providerId="ADAL" clId="{424DC71C-C9F9-4C03-8898-0CC1B5A6EEA1}" dt="2025-05-11T19:59:46.518" v="18792" actId="1036"/>
          <ac:spMkLst>
            <pc:docMk/>
            <pc:sldMk cId="925948538" sldId="2147482627"/>
            <ac:spMk id="15" creationId="{E1DD74BC-FB66-0441-2A57-0B2442868C88}"/>
          </ac:spMkLst>
        </pc:spChg>
        <pc:spChg chg="add mod">
          <ac:chgData name="Juan Carlos Llamas Nuñez" userId="686aeec9-d228-4f5c-866f-834e64171512" providerId="ADAL" clId="{424DC71C-C9F9-4C03-8898-0CC1B5A6EEA1}" dt="2025-05-11T19:51:37.863" v="18625" actId="1037"/>
          <ac:spMkLst>
            <pc:docMk/>
            <pc:sldMk cId="925948538" sldId="2147482627"/>
            <ac:spMk id="17" creationId="{2E75CFAB-B280-0409-7F41-918848291093}"/>
          </ac:spMkLst>
        </pc:spChg>
        <pc:spChg chg="add mod">
          <ac:chgData name="Juan Carlos Llamas Nuñez" userId="686aeec9-d228-4f5c-866f-834e64171512" providerId="ADAL" clId="{424DC71C-C9F9-4C03-8898-0CC1B5A6EEA1}" dt="2025-05-11T19:51:37.863" v="18625" actId="1037"/>
          <ac:spMkLst>
            <pc:docMk/>
            <pc:sldMk cId="925948538" sldId="2147482627"/>
            <ac:spMk id="18" creationId="{0AA4D713-A976-556C-96A2-F1FE12124071}"/>
          </ac:spMkLst>
        </pc:spChg>
        <pc:spChg chg="add mod">
          <ac:chgData name="Juan Carlos Llamas Nuñez" userId="686aeec9-d228-4f5c-866f-834e64171512" providerId="ADAL" clId="{424DC71C-C9F9-4C03-8898-0CC1B5A6EEA1}" dt="2025-05-11T19:58:06.551" v="18749" actId="1076"/>
          <ac:spMkLst>
            <pc:docMk/>
            <pc:sldMk cId="925948538" sldId="2147482627"/>
            <ac:spMk id="30" creationId="{D7F599C7-1F7C-97EB-D611-27D15D2CBA26}"/>
          </ac:spMkLst>
        </pc:spChg>
        <pc:spChg chg="add mod">
          <ac:chgData name="Juan Carlos Llamas Nuñez" userId="686aeec9-d228-4f5c-866f-834e64171512" providerId="ADAL" clId="{424DC71C-C9F9-4C03-8898-0CC1B5A6EEA1}" dt="2025-05-11T19:55:11.014" v="18662" actId="1076"/>
          <ac:spMkLst>
            <pc:docMk/>
            <pc:sldMk cId="925948538" sldId="2147482627"/>
            <ac:spMk id="31" creationId="{56EA0DD0-27BE-537B-8B43-DB9C3F68C54A}"/>
          </ac:spMkLst>
        </pc:spChg>
        <pc:spChg chg="add mod">
          <ac:chgData name="Juan Carlos Llamas Nuñez" userId="686aeec9-d228-4f5c-866f-834e64171512" providerId="ADAL" clId="{424DC71C-C9F9-4C03-8898-0CC1B5A6EEA1}" dt="2025-05-11T20:00:31.415" v="18797" actId="1076"/>
          <ac:spMkLst>
            <pc:docMk/>
            <pc:sldMk cId="925948538" sldId="2147482627"/>
            <ac:spMk id="46" creationId="{2F99331D-2ADB-E816-8B2B-030E0BAB5AC2}"/>
          </ac:spMkLst>
        </pc:spChg>
        <pc:spChg chg="add mod">
          <ac:chgData name="Juan Carlos Llamas Nuñez" userId="686aeec9-d228-4f5c-866f-834e64171512" providerId="ADAL" clId="{424DC71C-C9F9-4C03-8898-0CC1B5A6EEA1}" dt="2025-05-11T20:00:44.388" v="18800" actId="1076"/>
          <ac:spMkLst>
            <pc:docMk/>
            <pc:sldMk cId="925948538" sldId="2147482627"/>
            <ac:spMk id="48" creationId="{5CEF5DB4-616A-E387-E873-AB17153CF929}"/>
          </ac:spMkLst>
        </pc:spChg>
        <pc:spChg chg="add mod">
          <ac:chgData name="Juan Carlos Llamas Nuñez" userId="686aeec9-d228-4f5c-866f-834e64171512" providerId="ADAL" clId="{424DC71C-C9F9-4C03-8898-0CC1B5A6EEA1}" dt="2025-05-11T19:58:48.878" v="18758" actId="1076"/>
          <ac:spMkLst>
            <pc:docMk/>
            <pc:sldMk cId="925948538" sldId="2147482627"/>
            <ac:spMk id="49" creationId="{F22D25FF-E206-0A9C-E77A-75E2D321CD30}"/>
          </ac:spMkLst>
        </pc:spChg>
        <pc:spChg chg="add mod">
          <ac:chgData name="Juan Carlos Llamas Nuñez" userId="686aeec9-d228-4f5c-866f-834e64171512" providerId="ADAL" clId="{424DC71C-C9F9-4C03-8898-0CC1B5A6EEA1}" dt="2025-05-11T20:01:59.399" v="18827" actId="121"/>
          <ac:spMkLst>
            <pc:docMk/>
            <pc:sldMk cId="925948538" sldId="2147482627"/>
            <ac:spMk id="50" creationId="{2256AEAB-C8C0-6DD2-CA5E-9487B5FE1E6D}"/>
          </ac:spMkLst>
        </pc:spChg>
        <pc:spChg chg="add mod">
          <ac:chgData name="Juan Carlos Llamas Nuñez" userId="686aeec9-d228-4f5c-866f-834e64171512" providerId="ADAL" clId="{424DC71C-C9F9-4C03-8898-0CC1B5A6EEA1}" dt="2025-05-11T20:01:38.631" v="18826" actId="1076"/>
          <ac:spMkLst>
            <pc:docMk/>
            <pc:sldMk cId="925948538" sldId="2147482627"/>
            <ac:spMk id="53" creationId="{374B5FC4-3D79-79A3-AD25-61351F4DFA87}"/>
          </ac:spMkLst>
        </pc:spChg>
        <pc:spChg chg="add mod">
          <ac:chgData name="Juan Carlos Llamas Nuñez" userId="686aeec9-d228-4f5c-866f-834e64171512" providerId="ADAL" clId="{424DC71C-C9F9-4C03-8898-0CC1B5A6EEA1}" dt="2025-05-11T19:55:30.193" v="18687" actId="20577"/>
          <ac:spMkLst>
            <pc:docMk/>
            <pc:sldMk cId="925948538" sldId="2147482627"/>
            <ac:spMk id="61" creationId="{F917E579-743A-F1F0-110A-D33A0AFDC193}"/>
          </ac:spMkLst>
        </pc:spChg>
        <pc:spChg chg="add mod">
          <ac:chgData name="Juan Carlos Llamas Nuñez" userId="686aeec9-d228-4f5c-866f-834e64171512" providerId="ADAL" clId="{424DC71C-C9F9-4C03-8898-0CC1B5A6EEA1}" dt="2025-05-11T19:56:00.271" v="18709" actId="1076"/>
          <ac:spMkLst>
            <pc:docMk/>
            <pc:sldMk cId="925948538" sldId="2147482627"/>
            <ac:spMk id="62" creationId="{318B9E10-F54A-BA68-E779-07BE743957DA}"/>
          </ac:spMkLst>
        </pc:spChg>
        <pc:spChg chg="add mod">
          <ac:chgData name="Juan Carlos Llamas Nuñez" userId="686aeec9-d228-4f5c-866f-834e64171512" providerId="ADAL" clId="{424DC71C-C9F9-4C03-8898-0CC1B5A6EEA1}" dt="2025-05-11T20:03:52.895" v="18903" actId="1076"/>
          <ac:spMkLst>
            <pc:docMk/>
            <pc:sldMk cId="925948538" sldId="2147482627"/>
            <ac:spMk id="2074" creationId="{EC3B20BA-3C6E-01FC-45F5-E26DECA4A9A4}"/>
          </ac:spMkLst>
        </pc:spChg>
        <pc:spChg chg="add mod">
          <ac:chgData name="Juan Carlos Llamas Nuñez" userId="686aeec9-d228-4f5c-866f-834e64171512" providerId="ADAL" clId="{424DC71C-C9F9-4C03-8898-0CC1B5A6EEA1}" dt="2025-05-11T20:04:54.763" v="18979" actId="1076"/>
          <ac:spMkLst>
            <pc:docMk/>
            <pc:sldMk cId="925948538" sldId="2147482627"/>
            <ac:spMk id="2075" creationId="{2D6C2E50-81BB-3F48-89E6-EBAC3460A216}"/>
          </ac:spMkLst>
        </pc:spChg>
        <pc:picChg chg="add mod">
          <ac:chgData name="Juan Carlos Llamas Nuñez" userId="686aeec9-d228-4f5c-866f-834e64171512" providerId="ADAL" clId="{424DC71C-C9F9-4C03-8898-0CC1B5A6EEA1}" dt="2025-05-11T20:03:57.437" v="18904" actId="1076"/>
          <ac:picMkLst>
            <pc:docMk/>
            <pc:sldMk cId="925948538" sldId="2147482627"/>
            <ac:picMk id="60" creationId="{C836649E-333D-7C05-179F-EA8EDA03CEB9}"/>
          </ac:picMkLst>
        </pc:picChg>
        <pc:cxnChg chg="add mod">
          <ac:chgData name="Juan Carlos Llamas Nuñez" userId="686aeec9-d228-4f5c-866f-834e64171512" providerId="ADAL" clId="{424DC71C-C9F9-4C03-8898-0CC1B5A6EEA1}" dt="2025-05-11T20:00:01.673" v="18793" actId="14100"/>
          <ac:cxnSpMkLst>
            <pc:docMk/>
            <pc:sldMk cId="925948538" sldId="2147482627"/>
            <ac:cxnSpMk id="24" creationId="{D444FA01-64CE-6892-8B45-C9204F988131}"/>
          </ac:cxnSpMkLst>
        </pc:cxnChg>
      </pc:sldChg>
      <pc:sldChg chg="addSp modSp mod">
        <pc:chgData name="Juan Carlos Llamas Nuñez" userId="686aeec9-d228-4f5c-866f-834e64171512" providerId="ADAL" clId="{424DC71C-C9F9-4C03-8898-0CC1B5A6EEA1}" dt="2025-05-13T16:32:24.384" v="26353" actId="20577"/>
        <pc:sldMkLst>
          <pc:docMk/>
          <pc:sldMk cId="1860253927" sldId="2147482628"/>
        </pc:sldMkLst>
        <pc:spChg chg="mod">
          <ac:chgData name="Juan Carlos Llamas Nuñez" userId="686aeec9-d228-4f5c-866f-834e64171512" providerId="ADAL" clId="{424DC71C-C9F9-4C03-8898-0CC1B5A6EEA1}" dt="2025-05-13T16:31:16.104" v="26350" actId="20577"/>
          <ac:spMkLst>
            <pc:docMk/>
            <pc:sldMk cId="1860253927" sldId="2147482628"/>
            <ac:spMk id="2" creationId="{9872F887-5434-96A0-3146-8C4D4CBDB621}"/>
          </ac:spMkLst>
        </pc:spChg>
        <pc:spChg chg="add mod ord">
          <ac:chgData name="Juan Carlos Llamas Nuñez" userId="686aeec9-d228-4f5c-866f-834e64171512" providerId="ADAL" clId="{424DC71C-C9F9-4C03-8898-0CC1B5A6EEA1}" dt="2025-05-12T12:44:40.829" v="21537" actId="167"/>
          <ac:spMkLst>
            <pc:docMk/>
            <pc:sldMk cId="1860253927" sldId="2147482628"/>
            <ac:spMk id="3" creationId="{D38E06B8-F236-CB47-01FA-9450D2888F2C}"/>
          </ac:spMkLst>
        </pc:spChg>
        <pc:spChg chg="add mod">
          <ac:chgData name="Juan Carlos Llamas Nuñez" userId="686aeec9-d228-4f5c-866f-834e64171512" providerId="ADAL" clId="{424DC71C-C9F9-4C03-8898-0CC1B5A6EEA1}" dt="2025-05-12T07:43:31.975" v="20384"/>
          <ac:spMkLst>
            <pc:docMk/>
            <pc:sldMk cId="1860253927" sldId="2147482628"/>
            <ac:spMk id="3" creationId="{DBEF9DD2-C36C-8676-2491-887291B9DD8A}"/>
          </ac:spMkLst>
        </pc:spChg>
        <pc:spChg chg="add mod">
          <ac:chgData name="Juan Carlos Llamas Nuñez" userId="686aeec9-d228-4f5c-866f-834e64171512" providerId="ADAL" clId="{424DC71C-C9F9-4C03-8898-0CC1B5A6EEA1}" dt="2025-05-13T16:29:43.728" v="26328" actId="123"/>
          <ac:spMkLst>
            <pc:docMk/>
            <pc:sldMk cId="1860253927" sldId="2147482628"/>
            <ac:spMk id="4" creationId="{15FD9EA0-3602-3005-9F50-E17199624163}"/>
          </ac:spMkLst>
        </pc:spChg>
        <pc:spChg chg="mod">
          <ac:chgData name="Juan Carlos Llamas Nuñez" userId="686aeec9-d228-4f5c-866f-834e64171512" providerId="ADAL" clId="{424DC71C-C9F9-4C03-8898-0CC1B5A6EEA1}" dt="2025-05-13T16:31:07.666" v="26342" actId="20577"/>
          <ac:spMkLst>
            <pc:docMk/>
            <pc:sldMk cId="1860253927" sldId="2147482628"/>
            <ac:spMk id="8" creationId="{DC64AFAC-CCB9-90F3-83BF-72D11F42FAB5}"/>
          </ac:spMkLst>
        </pc:spChg>
        <pc:spChg chg="mod">
          <ac:chgData name="Juan Carlos Llamas Nuñez" userId="686aeec9-d228-4f5c-866f-834e64171512" providerId="ADAL" clId="{424DC71C-C9F9-4C03-8898-0CC1B5A6EEA1}" dt="2025-05-13T15:10:46.375" v="24541" actId="123"/>
          <ac:spMkLst>
            <pc:docMk/>
            <pc:sldMk cId="1860253927" sldId="2147482628"/>
            <ac:spMk id="13" creationId="{BF4D9C88-F670-34B4-4E38-0E01DEBCDE12}"/>
          </ac:spMkLst>
        </pc:spChg>
        <pc:spChg chg="mod">
          <ac:chgData name="Juan Carlos Llamas Nuñez" userId="686aeec9-d228-4f5c-866f-834e64171512" providerId="ADAL" clId="{424DC71C-C9F9-4C03-8898-0CC1B5A6EEA1}" dt="2025-05-13T15:10:53.030" v="24542" actId="123"/>
          <ac:spMkLst>
            <pc:docMk/>
            <pc:sldMk cId="1860253927" sldId="2147482628"/>
            <ac:spMk id="18" creationId="{9E9D6203-A581-F23C-D196-851F93F713FB}"/>
          </ac:spMkLst>
        </pc:spChg>
        <pc:spChg chg="mod">
          <ac:chgData name="Juan Carlos Llamas Nuñez" userId="686aeec9-d228-4f5c-866f-834e64171512" providerId="ADAL" clId="{424DC71C-C9F9-4C03-8898-0CC1B5A6EEA1}" dt="2025-05-13T15:10:56.044" v="24543" actId="123"/>
          <ac:spMkLst>
            <pc:docMk/>
            <pc:sldMk cId="1860253927" sldId="2147482628"/>
            <ac:spMk id="20" creationId="{2296F648-1B7F-9448-21D5-C7FC7C2FCADD}"/>
          </ac:spMkLst>
        </pc:spChg>
        <pc:spChg chg="mod">
          <ac:chgData name="Juan Carlos Llamas Nuñez" userId="686aeec9-d228-4f5c-866f-834e64171512" providerId="ADAL" clId="{424DC71C-C9F9-4C03-8898-0CC1B5A6EEA1}" dt="2025-05-13T16:32:24.384" v="26353" actId="20577"/>
          <ac:spMkLst>
            <pc:docMk/>
            <pc:sldMk cId="1860253927" sldId="2147482628"/>
            <ac:spMk id="22" creationId="{E1306CF2-9B8A-D4E8-277E-5F2828E8DFC2}"/>
          </ac:spMkLst>
        </pc:spChg>
        <pc:spChg chg="mod">
          <ac:chgData name="Juan Carlos Llamas Nuñez" userId="686aeec9-d228-4f5c-866f-834e64171512" providerId="ADAL" clId="{424DC71C-C9F9-4C03-8898-0CC1B5A6EEA1}" dt="2025-05-13T15:11:03.232" v="24546" actId="123"/>
          <ac:spMkLst>
            <pc:docMk/>
            <pc:sldMk cId="1860253927" sldId="2147482628"/>
            <ac:spMk id="36" creationId="{CC4EA27C-3E36-4CD1-50B9-4B7D247EAAC0}"/>
          </ac:spMkLst>
        </pc:spChg>
        <pc:spChg chg="mod">
          <ac:chgData name="Juan Carlos Llamas Nuñez" userId="686aeec9-d228-4f5c-866f-834e64171512" providerId="ADAL" clId="{424DC71C-C9F9-4C03-8898-0CC1B5A6EEA1}" dt="2025-05-13T15:11:06.377" v="24547" actId="123"/>
          <ac:spMkLst>
            <pc:docMk/>
            <pc:sldMk cId="1860253927" sldId="2147482628"/>
            <ac:spMk id="45" creationId="{0C117A2A-7F95-4F48-9BB8-D4910C9B3B83}"/>
          </ac:spMkLst>
        </pc:spChg>
      </pc:sldChg>
      <pc:sldChg chg="addSp modSp mod">
        <pc:chgData name="Juan Carlos Llamas Nuñez" userId="686aeec9-d228-4f5c-866f-834e64171512" providerId="ADAL" clId="{424DC71C-C9F9-4C03-8898-0CC1B5A6EEA1}" dt="2025-05-13T19:19:52.786" v="27528"/>
        <pc:sldMkLst>
          <pc:docMk/>
          <pc:sldMk cId="1237165465" sldId="2147482629"/>
        </pc:sldMkLst>
        <pc:spChg chg="mod">
          <ac:chgData name="Juan Carlos Llamas Nuñez" userId="686aeec9-d228-4f5c-866f-834e64171512" providerId="ADAL" clId="{424DC71C-C9F9-4C03-8898-0CC1B5A6EEA1}" dt="2025-05-12T12:21:15.941" v="20478" actId="20577"/>
          <ac:spMkLst>
            <pc:docMk/>
            <pc:sldMk cId="1237165465" sldId="2147482629"/>
            <ac:spMk id="2" creationId="{231D05DF-D15C-8C70-1AF9-3EBB522E35AC}"/>
          </ac:spMkLst>
        </pc:spChg>
        <pc:spChg chg="mod">
          <ac:chgData name="Juan Carlos Llamas Nuñez" userId="686aeec9-d228-4f5c-866f-834e64171512" providerId="ADAL" clId="{424DC71C-C9F9-4C03-8898-0CC1B5A6EEA1}" dt="2025-05-12T12:31:11.725" v="21010" actId="6549"/>
          <ac:spMkLst>
            <pc:docMk/>
            <pc:sldMk cId="1237165465" sldId="2147482629"/>
            <ac:spMk id="4" creationId="{42901E07-566F-EA2F-EDD8-A10FE2C989D7}"/>
          </ac:spMkLst>
        </pc:spChg>
        <pc:spChg chg="add mod">
          <ac:chgData name="Juan Carlos Llamas Nuñez" userId="686aeec9-d228-4f5c-866f-834e64171512" providerId="ADAL" clId="{424DC71C-C9F9-4C03-8898-0CC1B5A6EEA1}" dt="2025-05-13T17:19:47.172" v="26871" actId="113"/>
          <ac:spMkLst>
            <pc:docMk/>
            <pc:sldMk cId="1237165465" sldId="2147482629"/>
            <ac:spMk id="5" creationId="{49F3394D-63C5-AF84-68D0-8AA477280239}"/>
          </ac:spMkLst>
        </pc:spChg>
        <pc:spChg chg="add mod ord">
          <ac:chgData name="Juan Carlos Llamas Nuñez" userId="686aeec9-d228-4f5c-866f-834e64171512" providerId="ADAL" clId="{424DC71C-C9F9-4C03-8898-0CC1B5A6EEA1}" dt="2025-05-12T12:42:22.469" v="21491" actId="167"/>
          <ac:spMkLst>
            <pc:docMk/>
            <pc:sldMk cId="1237165465" sldId="2147482629"/>
            <ac:spMk id="7" creationId="{85B8E636-84CA-9B6E-2320-611ECD2E7D71}"/>
          </ac:spMkLst>
        </pc:spChg>
        <pc:spChg chg="add mod">
          <ac:chgData name="Juan Carlos Llamas Nuñez" userId="686aeec9-d228-4f5c-866f-834e64171512" providerId="ADAL" clId="{424DC71C-C9F9-4C03-8898-0CC1B5A6EEA1}" dt="2025-05-12T12:51:04.396" v="21598"/>
          <ac:spMkLst>
            <pc:docMk/>
            <pc:sldMk cId="1237165465" sldId="2147482629"/>
            <ac:spMk id="9" creationId="{A940BEA0-8ECF-E28E-590B-1711BF3DDF25}"/>
          </ac:spMkLst>
        </pc:spChg>
        <pc:picChg chg="mod">
          <ac:chgData name="Juan Carlos Llamas Nuñez" userId="686aeec9-d228-4f5c-866f-834e64171512" providerId="ADAL" clId="{424DC71C-C9F9-4C03-8898-0CC1B5A6EEA1}" dt="2025-05-12T12:41:02.724" v="21483" actId="1076"/>
          <ac:picMkLst>
            <pc:docMk/>
            <pc:sldMk cId="1237165465" sldId="2147482629"/>
            <ac:picMk id="13" creationId="{05EB5CB7-DE7C-37C4-BE63-874CBD951A24}"/>
          </ac:picMkLst>
        </pc:picChg>
        <pc:cxnChg chg="add mod">
          <ac:chgData name="Juan Carlos Llamas Nuñez" userId="686aeec9-d228-4f5c-866f-834e64171512" providerId="ADAL" clId="{424DC71C-C9F9-4C03-8898-0CC1B5A6EEA1}" dt="2025-05-13T19:19:52.786" v="27528"/>
          <ac:cxnSpMkLst>
            <pc:docMk/>
            <pc:sldMk cId="1237165465" sldId="2147482629"/>
            <ac:cxnSpMk id="6" creationId="{BDF7B169-11E1-ADDC-0A5F-998D7FC719CD}"/>
          </ac:cxnSpMkLst>
        </pc:cxnChg>
      </pc:sldChg>
      <pc:sldChg chg="addSp modSp mod">
        <pc:chgData name="Juan Carlos Llamas Nuñez" userId="686aeec9-d228-4f5c-866f-834e64171512" providerId="ADAL" clId="{424DC71C-C9F9-4C03-8898-0CC1B5A6EEA1}" dt="2025-05-12T18:44:09.029" v="21815" actId="123"/>
        <pc:sldMkLst>
          <pc:docMk/>
          <pc:sldMk cId="1911351029" sldId="2147482630"/>
        </pc:sldMkLst>
        <pc:spChg chg="mod">
          <ac:chgData name="Juan Carlos Llamas Nuñez" userId="686aeec9-d228-4f5c-866f-834e64171512" providerId="ADAL" clId="{424DC71C-C9F9-4C03-8898-0CC1B5A6EEA1}" dt="2025-05-12T18:44:09.029" v="21815" actId="123"/>
          <ac:spMkLst>
            <pc:docMk/>
            <pc:sldMk cId="1911351029" sldId="2147482630"/>
            <ac:spMk id="4" creationId="{C836CD13-4D48-9B37-7022-2AD024DE9A78}"/>
          </ac:spMkLst>
        </pc:spChg>
        <pc:spChg chg="add mod">
          <ac:chgData name="Juan Carlos Llamas Nuñez" userId="686aeec9-d228-4f5c-866f-834e64171512" providerId="ADAL" clId="{424DC71C-C9F9-4C03-8898-0CC1B5A6EEA1}" dt="2025-05-12T07:44:11.318" v="20450" actId="14100"/>
          <ac:spMkLst>
            <pc:docMk/>
            <pc:sldMk cId="1911351029" sldId="2147482630"/>
            <ac:spMk id="5" creationId="{7D18B1A0-64C2-C3DA-3ECA-4D5EEE5AE382}"/>
          </ac:spMkLst>
        </pc:spChg>
        <pc:spChg chg="add mod ord">
          <ac:chgData name="Juan Carlos Llamas Nuñez" userId="686aeec9-d228-4f5c-866f-834e64171512" providerId="ADAL" clId="{424DC71C-C9F9-4C03-8898-0CC1B5A6EEA1}" dt="2025-05-12T12:44:31.577" v="21533" actId="167"/>
          <ac:spMkLst>
            <pc:docMk/>
            <pc:sldMk cId="1911351029" sldId="2147482630"/>
            <ac:spMk id="6" creationId="{3C9521A8-1B31-1EBC-0465-93E705B57934}"/>
          </ac:spMkLst>
        </pc:spChg>
      </pc:sldChg>
      <pc:sldChg chg="modSp mod">
        <pc:chgData name="Juan Carlos Llamas Nuñez" userId="686aeec9-d228-4f5c-866f-834e64171512" providerId="ADAL" clId="{424DC71C-C9F9-4C03-8898-0CC1B5A6EEA1}" dt="2025-05-13T16:57:05.175" v="26454" actId="20577"/>
        <pc:sldMkLst>
          <pc:docMk/>
          <pc:sldMk cId="2397531578" sldId="2147482639"/>
        </pc:sldMkLst>
        <pc:spChg chg="mod">
          <ac:chgData name="Juan Carlos Llamas Nuñez" userId="686aeec9-d228-4f5c-866f-834e64171512" providerId="ADAL" clId="{424DC71C-C9F9-4C03-8898-0CC1B5A6EEA1}" dt="2025-05-13T16:57:05.175" v="26454" actId="20577"/>
          <ac:spMkLst>
            <pc:docMk/>
            <pc:sldMk cId="2397531578" sldId="2147482639"/>
            <ac:spMk id="6" creationId="{84077303-C9FA-D497-1E35-F512B74D0CD5}"/>
          </ac:spMkLst>
        </pc:spChg>
        <pc:spChg chg="mod">
          <ac:chgData name="Juan Carlos Llamas Nuñez" userId="686aeec9-d228-4f5c-866f-834e64171512" providerId="ADAL" clId="{424DC71C-C9F9-4C03-8898-0CC1B5A6EEA1}" dt="2025-05-13T16:55:54.962" v="26424" actId="14100"/>
          <ac:spMkLst>
            <pc:docMk/>
            <pc:sldMk cId="2397531578" sldId="2147482639"/>
            <ac:spMk id="7" creationId="{38A51EE9-95BB-BAC1-6330-1C9ACC366E62}"/>
          </ac:spMkLst>
        </pc:spChg>
        <pc:spChg chg="mod">
          <ac:chgData name="Juan Carlos Llamas Nuñez" userId="686aeec9-d228-4f5c-866f-834e64171512" providerId="ADAL" clId="{424DC71C-C9F9-4C03-8898-0CC1B5A6EEA1}" dt="2025-05-13T16:56:02.780" v="26430" actId="1035"/>
          <ac:spMkLst>
            <pc:docMk/>
            <pc:sldMk cId="2397531578" sldId="2147482639"/>
            <ac:spMk id="12" creationId="{2EAFCDEE-99DC-6317-1E47-406E0F46BD79}"/>
          </ac:spMkLst>
        </pc:spChg>
      </pc:sldChg>
      <pc:sldChg chg="modSp mod">
        <pc:chgData name="Juan Carlos Llamas Nuñez" userId="686aeec9-d228-4f5c-866f-834e64171512" providerId="ADAL" clId="{424DC71C-C9F9-4C03-8898-0CC1B5A6EEA1}" dt="2025-05-12T18:45:26.582" v="21816" actId="123"/>
        <pc:sldMkLst>
          <pc:docMk/>
          <pc:sldMk cId="107964468" sldId="2147482640"/>
        </pc:sldMkLst>
        <pc:spChg chg="mod">
          <ac:chgData name="Juan Carlos Llamas Nuñez" userId="686aeec9-d228-4f5c-866f-834e64171512" providerId="ADAL" clId="{424DC71C-C9F9-4C03-8898-0CC1B5A6EEA1}" dt="2025-05-12T18:45:26.582" v="21816" actId="123"/>
          <ac:spMkLst>
            <pc:docMk/>
            <pc:sldMk cId="107964468" sldId="2147482640"/>
            <ac:spMk id="4" creationId="{0E76C989-C217-DF3D-E998-27DA3A58ED6D}"/>
          </ac:spMkLst>
        </pc:spChg>
      </pc:sldChg>
      <pc:sldChg chg="modSp mod">
        <pc:chgData name="Juan Carlos Llamas Nuñez" userId="686aeec9-d228-4f5c-866f-834e64171512" providerId="ADAL" clId="{424DC71C-C9F9-4C03-8898-0CC1B5A6EEA1}" dt="2025-05-13T16:40:59.668" v="26354" actId="13926"/>
        <pc:sldMkLst>
          <pc:docMk/>
          <pc:sldMk cId="509301475" sldId="2147482641"/>
        </pc:sldMkLst>
        <pc:spChg chg="mod">
          <ac:chgData name="Juan Carlos Llamas Nuñez" userId="686aeec9-d228-4f5c-866f-834e64171512" providerId="ADAL" clId="{424DC71C-C9F9-4C03-8898-0CC1B5A6EEA1}" dt="2025-05-12T19:56:13.551" v="21817" actId="6549"/>
          <ac:spMkLst>
            <pc:docMk/>
            <pc:sldMk cId="509301475" sldId="2147482641"/>
            <ac:spMk id="12" creationId="{0626094F-FA71-8E86-8EDF-C20CA1F28AF6}"/>
          </ac:spMkLst>
        </pc:spChg>
        <pc:spChg chg="mod">
          <ac:chgData name="Juan Carlos Llamas Nuñez" userId="686aeec9-d228-4f5c-866f-834e64171512" providerId="ADAL" clId="{424DC71C-C9F9-4C03-8898-0CC1B5A6EEA1}" dt="2025-05-13T16:40:59.668" v="26354" actId="13926"/>
          <ac:spMkLst>
            <pc:docMk/>
            <pc:sldMk cId="509301475" sldId="2147482641"/>
            <ac:spMk id="19" creationId="{08B4ED9F-1C00-8954-4A91-A364B63BF351}"/>
          </ac:spMkLst>
        </pc:spChg>
      </pc:sldChg>
      <pc:sldChg chg="addSp delSp modSp mod ord">
        <pc:chgData name="Juan Carlos Llamas Nuñez" userId="686aeec9-d228-4f5c-866f-834e64171512" providerId="ADAL" clId="{424DC71C-C9F9-4C03-8898-0CC1B5A6EEA1}" dt="2025-05-13T19:20:02.690" v="27531"/>
        <pc:sldMkLst>
          <pc:docMk/>
          <pc:sldMk cId="3546817221" sldId="2147482642"/>
        </pc:sldMkLst>
        <pc:spChg chg="add del mod">
          <ac:chgData name="Juan Carlos Llamas Nuñez" userId="686aeec9-d228-4f5c-866f-834e64171512" providerId="ADAL" clId="{424DC71C-C9F9-4C03-8898-0CC1B5A6EEA1}" dt="2025-05-13T09:44:00.115" v="21821" actId="478"/>
          <ac:spMkLst>
            <pc:docMk/>
            <pc:sldMk cId="3546817221" sldId="2147482642"/>
            <ac:spMk id="19" creationId="{8BBAC350-9BA6-CA9C-CC47-0A214CBA9645}"/>
          </ac:spMkLst>
        </pc:spChg>
        <pc:spChg chg="mod">
          <ac:chgData name="Juan Carlos Llamas Nuñez" userId="686aeec9-d228-4f5c-866f-834e64171512" providerId="ADAL" clId="{424DC71C-C9F9-4C03-8898-0CC1B5A6EEA1}" dt="2025-05-13T10:11:36.373" v="21981" actId="20577"/>
          <ac:spMkLst>
            <pc:docMk/>
            <pc:sldMk cId="3546817221" sldId="2147482642"/>
            <ac:spMk id="20" creationId="{66A1627D-13FA-CB71-DD90-A833036CA627}"/>
          </ac:spMkLst>
        </pc:spChg>
        <pc:spChg chg="add del">
          <ac:chgData name="Juan Carlos Llamas Nuñez" userId="686aeec9-d228-4f5c-866f-834e64171512" providerId="ADAL" clId="{424DC71C-C9F9-4C03-8898-0CC1B5A6EEA1}" dt="2025-05-13T10:12:04.178" v="21983" actId="22"/>
          <ac:spMkLst>
            <pc:docMk/>
            <pc:sldMk cId="3546817221" sldId="2147482642"/>
            <ac:spMk id="23" creationId="{49D49A79-EED2-7A82-9FCD-80BDFA418663}"/>
          </ac:spMkLst>
        </pc:spChg>
        <pc:cxnChg chg="add mod">
          <ac:chgData name="Juan Carlos Llamas Nuñez" userId="686aeec9-d228-4f5c-866f-834e64171512" providerId="ADAL" clId="{424DC71C-C9F9-4C03-8898-0CC1B5A6EEA1}" dt="2025-05-13T19:20:02.690" v="27531"/>
          <ac:cxnSpMkLst>
            <pc:docMk/>
            <pc:sldMk cId="3546817221" sldId="2147482642"/>
            <ac:cxnSpMk id="5" creationId="{4668D195-DF89-14D2-F28D-AAD40C0CDF15}"/>
          </ac:cxnSpMkLst>
        </pc:cxnChg>
      </pc:sldChg>
      <pc:sldChg chg="addSp delSp modSp mod">
        <pc:chgData name="Juan Carlos Llamas Nuñez" userId="686aeec9-d228-4f5c-866f-834e64171512" providerId="ADAL" clId="{424DC71C-C9F9-4C03-8898-0CC1B5A6EEA1}" dt="2025-05-13T15:53:36.214" v="25117" actId="20577"/>
        <pc:sldMkLst>
          <pc:docMk/>
          <pc:sldMk cId="1088214694" sldId="2147482643"/>
        </pc:sldMkLst>
        <pc:spChg chg="mod">
          <ac:chgData name="Juan Carlos Llamas Nuñez" userId="686aeec9-d228-4f5c-866f-834e64171512" providerId="ADAL" clId="{424DC71C-C9F9-4C03-8898-0CC1B5A6EEA1}" dt="2025-05-13T09:59:43.263" v="21868" actId="6549"/>
          <ac:spMkLst>
            <pc:docMk/>
            <pc:sldMk cId="1088214694" sldId="2147482643"/>
            <ac:spMk id="2" creationId="{7C0A23E6-EB03-6426-EB3E-410638DCB26A}"/>
          </ac:spMkLst>
        </pc:spChg>
        <pc:spChg chg="del mod">
          <ac:chgData name="Juan Carlos Llamas Nuñez" userId="686aeec9-d228-4f5c-866f-834e64171512" providerId="ADAL" clId="{424DC71C-C9F9-4C03-8898-0CC1B5A6EEA1}" dt="2025-05-13T15:52:38.313" v="25059" actId="478"/>
          <ac:spMkLst>
            <pc:docMk/>
            <pc:sldMk cId="1088214694" sldId="2147482643"/>
            <ac:spMk id="5" creationId="{886CC8D2-61E4-15EE-0EDA-68505624EB7B}"/>
          </ac:spMkLst>
        </pc:spChg>
        <pc:spChg chg="add mod">
          <ac:chgData name="Juan Carlos Llamas Nuñez" userId="686aeec9-d228-4f5c-866f-834e64171512" providerId="ADAL" clId="{424DC71C-C9F9-4C03-8898-0CC1B5A6EEA1}" dt="2025-05-13T15:02:32.892" v="24493"/>
          <ac:spMkLst>
            <pc:docMk/>
            <pc:sldMk cId="1088214694" sldId="2147482643"/>
            <ac:spMk id="9" creationId="{74C95DE4-1A85-8B1C-8471-D4BF9D72A679}"/>
          </ac:spMkLst>
        </pc:spChg>
        <pc:spChg chg="add mod">
          <ac:chgData name="Juan Carlos Llamas Nuñez" userId="686aeec9-d228-4f5c-866f-834e64171512" providerId="ADAL" clId="{424DC71C-C9F9-4C03-8898-0CC1B5A6EEA1}" dt="2025-05-13T15:53:36.214" v="25117" actId="20577"/>
          <ac:spMkLst>
            <pc:docMk/>
            <pc:sldMk cId="1088214694" sldId="2147482643"/>
            <ac:spMk id="10" creationId="{5CDFC3A8-4DDD-6C05-3DAB-6972A6C6083A}"/>
          </ac:spMkLst>
        </pc:spChg>
        <pc:spChg chg="mod">
          <ac:chgData name="Juan Carlos Llamas Nuñez" userId="686aeec9-d228-4f5c-866f-834e64171512" providerId="ADAL" clId="{424DC71C-C9F9-4C03-8898-0CC1B5A6EEA1}" dt="2025-05-13T15:05:27.051" v="24510" actId="123"/>
          <ac:spMkLst>
            <pc:docMk/>
            <pc:sldMk cId="1088214694" sldId="2147482643"/>
            <ac:spMk id="19" creationId="{B0FE2B0C-0ACA-0F86-3E1C-245BA3CFFB6C}"/>
          </ac:spMkLst>
        </pc:spChg>
        <pc:spChg chg="mod">
          <ac:chgData name="Juan Carlos Llamas Nuñez" userId="686aeec9-d228-4f5c-866f-834e64171512" providerId="ADAL" clId="{424DC71C-C9F9-4C03-8898-0CC1B5A6EEA1}" dt="2025-05-13T15:05:19.006" v="24508" actId="123"/>
          <ac:spMkLst>
            <pc:docMk/>
            <pc:sldMk cId="1088214694" sldId="2147482643"/>
            <ac:spMk id="20" creationId="{423231E9-87D3-8108-7DA3-559848339AB5}"/>
          </ac:spMkLst>
        </pc:spChg>
        <pc:spChg chg="mod">
          <ac:chgData name="Juan Carlos Llamas Nuñez" userId="686aeec9-d228-4f5c-866f-834e64171512" providerId="ADAL" clId="{424DC71C-C9F9-4C03-8898-0CC1B5A6EEA1}" dt="2025-05-13T15:05:22.995" v="24509" actId="123"/>
          <ac:spMkLst>
            <pc:docMk/>
            <pc:sldMk cId="1088214694" sldId="2147482643"/>
            <ac:spMk id="21" creationId="{6C17FD80-E035-C719-4759-13DA017A3169}"/>
          </ac:spMkLst>
        </pc:spChg>
      </pc:sldChg>
      <pc:sldChg chg="addSp modSp mod">
        <pc:chgData name="Juan Carlos Llamas Nuñez" userId="686aeec9-d228-4f5c-866f-834e64171512" providerId="ADAL" clId="{424DC71C-C9F9-4C03-8898-0CC1B5A6EEA1}" dt="2025-05-13T15:02:34.061" v="24494"/>
        <pc:sldMkLst>
          <pc:docMk/>
          <pc:sldMk cId="940909386" sldId="2147482644"/>
        </pc:sldMkLst>
        <pc:spChg chg="mod">
          <ac:chgData name="Juan Carlos Llamas Nuñez" userId="686aeec9-d228-4f5c-866f-834e64171512" providerId="ADAL" clId="{424DC71C-C9F9-4C03-8898-0CC1B5A6EEA1}" dt="2025-05-13T09:59:49.523" v="21870" actId="20577"/>
          <ac:spMkLst>
            <pc:docMk/>
            <pc:sldMk cId="940909386" sldId="2147482644"/>
            <ac:spMk id="2" creationId="{E913B5BC-6051-10A3-5B71-93DB1F2FD1B6}"/>
          </ac:spMkLst>
        </pc:spChg>
        <pc:spChg chg="mod">
          <ac:chgData name="Juan Carlos Llamas Nuñez" userId="686aeec9-d228-4f5c-866f-834e64171512" providerId="ADAL" clId="{424DC71C-C9F9-4C03-8898-0CC1B5A6EEA1}" dt="2025-05-13T15:02:07.853" v="24490" actId="164"/>
          <ac:spMkLst>
            <pc:docMk/>
            <pc:sldMk cId="940909386" sldId="2147482644"/>
            <ac:spMk id="7" creationId="{2534A84B-32C9-B87F-E159-723C9CA77C70}"/>
          </ac:spMkLst>
        </pc:spChg>
        <pc:spChg chg="mod">
          <ac:chgData name="Juan Carlos Llamas Nuñez" userId="686aeec9-d228-4f5c-866f-834e64171512" providerId="ADAL" clId="{424DC71C-C9F9-4C03-8898-0CC1B5A6EEA1}" dt="2025-05-13T15:02:07.853" v="24490" actId="164"/>
          <ac:spMkLst>
            <pc:docMk/>
            <pc:sldMk cId="940909386" sldId="2147482644"/>
            <ac:spMk id="8" creationId="{9BE53E7B-923B-FAD9-3C4D-04F33F77A305}"/>
          </ac:spMkLst>
        </pc:spChg>
        <pc:spChg chg="mod">
          <ac:chgData name="Juan Carlos Llamas Nuñez" userId="686aeec9-d228-4f5c-866f-834e64171512" providerId="ADAL" clId="{424DC71C-C9F9-4C03-8898-0CC1B5A6EEA1}" dt="2025-05-13T15:02:02.641" v="24489" actId="164"/>
          <ac:spMkLst>
            <pc:docMk/>
            <pc:sldMk cId="940909386" sldId="2147482644"/>
            <ac:spMk id="9" creationId="{2817E2AF-2242-5C56-A192-7FC34A60A073}"/>
          </ac:spMkLst>
        </pc:spChg>
        <pc:spChg chg="mod">
          <ac:chgData name="Juan Carlos Llamas Nuñez" userId="686aeec9-d228-4f5c-866f-834e64171512" providerId="ADAL" clId="{424DC71C-C9F9-4C03-8898-0CC1B5A6EEA1}" dt="2025-05-13T15:02:02.641" v="24489" actId="164"/>
          <ac:spMkLst>
            <pc:docMk/>
            <pc:sldMk cId="940909386" sldId="2147482644"/>
            <ac:spMk id="10" creationId="{86AC6227-8582-810F-7B0D-6B15D047AA4C}"/>
          </ac:spMkLst>
        </pc:spChg>
        <pc:spChg chg="mod">
          <ac:chgData name="Juan Carlos Llamas Nuñez" userId="686aeec9-d228-4f5c-866f-834e64171512" providerId="ADAL" clId="{424DC71C-C9F9-4C03-8898-0CC1B5A6EEA1}" dt="2025-05-13T15:01:56.725" v="24488" actId="164"/>
          <ac:spMkLst>
            <pc:docMk/>
            <pc:sldMk cId="940909386" sldId="2147482644"/>
            <ac:spMk id="11" creationId="{688DAD38-DFAA-32DF-35D7-0E29717F4141}"/>
          </ac:spMkLst>
        </pc:spChg>
        <pc:spChg chg="mod">
          <ac:chgData name="Juan Carlos Llamas Nuñez" userId="686aeec9-d228-4f5c-866f-834e64171512" providerId="ADAL" clId="{424DC71C-C9F9-4C03-8898-0CC1B5A6EEA1}" dt="2025-05-13T15:01:56.725" v="24488" actId="164"/>
          <ac:spMkLst>
            <pc:docMk/>
            <pc:sldMk cId="940909386" sldId="2147482644"/>
            <ac:spMk id="12" creationId="{6904EE29-C7EC-C0C3-3A59-197E48671F80}"/>
          </ac:spMkLst>
        </pc:spChg>
        <pc:spChg chg="add mod">
          <ac:chgData name="Juan Carlos Llamas Nuñez" userId="686aeec9-d228-4f5c-866f-834e64171512" providerId="ADAL" clId="{424DC71C-C9F9-4C03-8898-0CC1B5A6EEA1}" dt="2025-05-13T15:02:34.061" v="24494"/>
          <ac:spMkLst>
            <pc:docMk/>
            <pc:sldMk cId="940909386" sldId="2147482644"/>
            <ac:spMk id="20" creationId="{9177615E-0576-BAEB-3E8C-27BD33E82DA1}"/>
          </ac:spMkLst>
        </pc:spChg>
        <pc:grpChg chg="add mod">
          <ac:chgData name="Juan Carlos Llamas Nuñez" userId="686aeec9-d228-4f5c-866f-834e64171512" providerId="ADAL" clId="{424DC71C-C9F9-4C03-8898-0CC1B5A6EEA1}" dt="2025-05-13T15:02:14.250" v="24491" actId="12788"/>
          <ac:grpSpMkLst>
            <pc:docMk/>
            <pc:sldMk cId="940909386" sldId="2147482644"/>
            <ac:grpSpMk id="13" creationId="{C5729BEA-1A87-D46D-BD2F-4942A387AE19}"/>
          </ac:grpSpMkLst>
        </pc:grpChg>
        <pc:grpChg chg="add mod">
          <ac:chgData name="Juan Carlos Llamas Nuñez" userId="686aeec9-d228-4f5c-866f-834e64171512" providerId="ADAL" clId="{424DC71C-C9F9-4C03-8898-0CC1B5A6EEA1}" dt="2025-05-13T15:02:17.440" v="24492" actId="465"/>
          <ac:grpSpMkLst>
            <pc:docMk/>
            <pc:sldMk cId="940909386" sldId="2147482644"/>
            <ac:grpSpMk id="16" creationId="{B6EE34D8-24B8-E84D-B7E4-478E2E990806}"/>
          </ac:grpSpMkLst>
        </pc:grpChg>
        <pc:grpChg chg="add mod">
          <ac:chgData name="Juan Carlos Llamas Nuñez" userId="686aeec9-d228-4f5c-866f-834e64171512" providerId="ADAL" clId="{424DC71C-C9F9-4C03-8898-0CC1B5A6EEA1}" dt="2025-05-13T15:02:14.250" v="24491" actId="12788"/>
          <ac:grpSpMkLst>
            <pc:docMk/>
            <pc:sldMk cId="940909386" sldId="2147482644"/>
            <ac:grpSpMk id="18" creationId="{ABD69403-CD01-F6CE-5965-14D7F5CF5850}"/>
          </ac:grpSpMkLst>
        </pc:grpChg>
      </pc:sldChg>
      <pc:sldChg chg="addSp modSp mod">
        <pc:chgData name="Juan Carlos Llamas Nuñez" userId="686aeec9-d228-4f5c-866f-834e64171512" providerId="ADAL" clId="{424DC71C-C9F9-4C03-8898-0CC1B5A6EEA1}" dt="2025-05-13T16:14:52.046" v="26033" actId="20577"/>
        <pc:sldMkLst>
          <pc:docMk/>
          <pc:sldMk cId="2677786426" sldId="2147482645"/>
        </pc:sldMkLst>
        <pc:spChg chg="add mod">
          <ac:chgData name="Juan Carlos Llamas Nuñez" userId="686aeec9-d228-4f5c-866f-834e64171512" providerId="ADAL" clId="{424DC71C-C9F9-4C03-8898-0CC1B5A6EEA1}" dt="2025-05-13T15:02:35.193" v="24495"/>
          <ac:spMkLst>
            <pc:docMk/>
            <pc:sldMk cId="2677786426" sldId="2147482645"/>
            <ac:spMk id="2" creationId="{8B0DEEE2-153E-701E-781E-C7F4C61A7F79}"/>
          </ac:spMkLst>
        </pc:spChg>
        <pc:spChg chg="add mod">
          <ac:chgData name="Juan Carlos Llamas Nuñez" userId="686aeec9-d228-4f5c-866f-834e64171512" providerId="ADAL" clId="{424DC71C-C9F9-4C03-8898-0CC1B5A6EEA1}" dt="2025-05-13T16:14:52.046" v="26033" actId="20577"/>
          <ac:spMkLst>
            <pc:docMk/>
            <pc:sldMk cId="2677786426" sldId="2147482645"/>
            <ac:spMk id="6" creationId="{321A5F8B-1BCB-30AB-E0E7-764ED5122BBA}"/>
          </ac:spMkLst>
        </pc:spChg>
        <pc:spChg chg="mod">
          <ac:chgData name="Juan Carlos Llamas Nuñez" userId="686aeec9-d228-4f5c-866f-834e64171512" providerId="ADAL" clId="{424DC71C-C9F9-4C03-8898-0CC1B5A6EEA1}" dt="2025-05-13T16:14:11.943" v="25933" actId="1035"/>
          <ac:spMkLst>
            <pc:docMk/>
            <pc:sldMk cId="2677786426" sldId="2147482645"/>
            <ac:spMk id="10" creationId="{A359D692-D788-36EB-FB68-1D3ECBE815F4}"/>
          </ac:spMkLst>
        </pc:spChg>
        <pc:spChg chg="mod">
          <ac:chgData name="Juan Carlos Llamas Nuñez" userId="686aeec9-d228-4f5c-866f-834e64171512" providerId="ADAL" clId="{424DC71C-C9F9-4C03-8898-0CC1B5A6EEA1}" dt="2025-05-13T16:14:11.943" v="25933" actId="1035"/>
          <ac:spMkLst>
            <pc:docMk/>
            <pc:sldMk cId="2677786426" sldId="2147482645"/>
            <ac:spMk id="11" creationId="{A7322450-DE75-1B87-BE1F-BFFD655B69EA}"/>
          </ac:spMkLst>
        </pc:spChg>
        <pc:spChg chg="mod">
          <ac:chgData name="Juan Carlos Llamas Nuñez" userId="686aeec9-d228-4f5c-866f-834e64171512" providerId="ADAL" clId="{424DC71C-C9F9-4C03-8898-0CC1B5A6EEA1}" dt="2025-05-13T15:05:41.149" v="24512" actId="123"/>
          <ac:spMkLst>
            <pc:docMk/>
            <pc:sldMk cId="2677786426" sldId="2147482645"/>
            <ac:spMk id="12" creationId="{E2695CDA-DAE8-99C7-09F5-EBC21708C5A8}"/>
          </ac:spMkLst>
        </pc:spChg>
        <pc:spChg chg="mod">
          <ac:chgData name="Juan Carlos Llamas Nuñez" userId="686aeec9-d228-4f5c-866f-834e64171512" providerId="ADAL" clId="{424DC71C-C9F9-4C03-8898-0CC1B5A6EEA1}" dt="2025-05-13T16:14:11.943" v="25933" actId="1035"/>
          <ac:spMkLst>
            <pc:docMk/>
            <pc:sldMk cId="2677786426" sldId="2147482645"/>
            <ac:spMk id="13" creationId="{58FE647B-27C7-6F15-C52E-9B406BEB8A23}"/>
          </ac:spMkLst>
        </pc:spChg>
        <pc:spChg chg="mod">
          <ac:chgData name="Juan Carlos Llamas Nuñez" userId="686aeec9-d228-4f5c-866f-834e64171512" providerId="ADAL" clId="{424DC71C-C9F9-4C03-8898-0CC1B5A6EEA1}" dt="2025-05-13T16:14:11.943" v="25933" actId="1035"/>
          <ac:spMkLst>
            <pc:docMk/>
            <pc:sldMk cId="2677786426" sldId="2147482645"/>
            <ac:spMk id="15" creationId="{448D2CE0-E6AF-17AA-A810-90A98130E37B}"/>
          </ac:spMkLst>
        </pc:spChg>
        <pc:spChg chg="mod">
          <ac:chgData name="Juan Carlos Llamas Nuñez" userId="686aeec9-d228-4f5c-866f-834e64171512" providerId="ADAL" clId="{424DC71C-C9F9-4C03-8898-0CC1B5A6EEA1}" dt="2025-05-13T16:14:11.943" v="25933" actId="1035"/>
          <ac:spMkLst>
            <pc:docMk/>
            <pc:sldMk cId="2677786426" sldId="2147482645"/>
            <ac:spMk id="16" creationId="{6561249E-057A-17D9-7279-193585A3FAAB}"/>
          </ac:spMkLst>
        </pc:spChg>
        <pc:spChg chg="mod">
          <ac:chgData name="Juan Carlos Llamas Nuñez" userId="686aeec9-d228-4f5c-866f-834e64171512" providerId="ADAL" clId="{424DC71C-C9F9-4C03-8898-0CC1B5A6EEA1}" dt="2025-05-13T16:14:11.943" v="25933" actId="1035"/>
          <ac:spMkLst>
            <pc:docMk/>
            <pc:sldMk cId="2677786426" sldId="2147482645"/>
            <ac:spMk id="17" creationId="{59DD738D-2C9C-A410-F24E-215946C284B0}"/>
          </ac:spMkLst>
        </pc:spChg>
        <pc:spChg chg="mod">
          <ac:chgData name="Juan Carlos Llamas Nuñez" userId="686aeec9-d228-4f5c-866f-834e64171512" providerId="ADAL" clId="{424DC71C-C9F9-4C03-8898-0CC1B5A6EEA1}" dt="2025-05-13T16:14:11.943" v="25933" actId="1035"/>
          <ac:spMkLst>
            <pc:docMk/>
            <pc:sldMk cId="2677786426" sldId="2147482645"/>
            <ac:spMk id="18" creationId="{53F37FC6-76D4-411B-52BA-7DACAB053E6B}"/>
          </ac:spMkLst>
        </pc:spChg>
        <pc:spChg chg="mod">
          <ac:chgData name="Juan Carlos Llamas Nuñez" userId="686aeec9-d228-4f5c-866f-834e64171512" providerId="ADAL" clId="{424DC71C-C9F9-4C03-8898-0CC1B5A6EEA1}" dt="2025-05-13T16:14:11.943" v="25933" actId="1035"/>
          <ac:spMkLst>
            <pc:docMk/>
            <pc:sldMk cId="2677786426" sldId="2147482645"/>
            <ac:spMk id="20" creationId="{5EC41C84-000C-7EDD-B425-6AC14FAD9249}"/>
          </ac:spMkLst>
        </pc:spChg>
        <pc:spChg chg="mod">
          <ac:chgData name="Juan Carlos Llamas Nuñez" userId="686aeec9-d228-4f5c-866f-834e64171512" providerId="ADAL" clId="{424DC71C-C9F9-4C03-8898-0CC1B5A6EEA1}" dt="2025-05-13T16:14:11.943" v="25933" actId="1035"/>
          <ac:spMkLst>
            <pc:docMk/>
            <pc:sldMk cId="2677786426" sldId="2147482645"/>
            <ac:spMk id="21" creationId="{6F19B3B1-9FC6-0682-F7BC-DCD004791C14}"/>
          </ac:spMkLst>
        </pc:spChg>
        <pc:spChg chg="mod">
          <ac:chgData name="Juan Carlos Llamas Nuñez" userId="686aeec9-d228-4f5c-866f-834e64171512" providerId="ADAL" clId="{424DC71C-C9F9-4C03-8898-0CC1B5A6EEA1}" dt="2025-05-13T16:14:11.943" v="25933" actId="1035"/>
          <ac:spMkLst>
            <pc:docMk/>
            <pc:sldMk cId="2677786426" sldId="2147482645"/>
            <ac:spMk id="24" creationId="{8F0CBD9F-63A4-07E0-CCC7-80619D9D5A8F}"/>
          </ac:spMkLst>
        </pc:spChg>
      </pc:sldChg>
      <pc:sldChg chg="addSp delSp modSp mod">
        <pc:chgData name="Juan Carlos Llamas Nuñez" userId="686aeec9-d228-4f5c-866f-834e64171512" providerId="ADAL" clId="{424DC71C-C9F9-4C03-8898-0CC1B5A6EEA1}" dt="2025-05-13T19:20:50.596" v="27540" actId="1035"/>
        <pc:sldMkLst>
          <pc:docMk/>
          <pc:sldMk cId="1002626331" sldId="2147482646"/>
        </pc:sldMkLst>
        <pc:spChg chg="add mod">
          <ac:chgData name="Juan Carlos Llamas Nuñez" userId="686aeec9-d228-4f5c-866f-834e64171512" providerId="ADAL" clId="{424DC71C-C9F9-4C03-8898-0CC1B5A6EEA1}" dt="2025-05-13T19:20:50.596" v="27540" actId="1035"/>
          <ac:spMkLst>
            <pc:docMk/>
            <pc:sldMk cId="1002626331" sldId="2147482646"/>
            <ac:spMk id="5" creationId="{EC13EF85-4545-8D2C-BF44-E988E50AC96D}"/>
          </ac:spMkLst>
        </pc:spChg>
        <pc:spChg chg="mod">
          <ac:chgData name="Juan Carlos Llamas Nuñez" userId="686aeec9-d228-4f5c-866f-834e64171512" providerId="ADAL" clId="{424DC71C-C9F9-4C03-8898-0CC1B5A6EEA1}" dt="2025-05-13T16:15:19.237" v="26077" actId="1036"/>
          <ac:spMkLst>
            <pc:docMk/>
            <pc:sldMk cId="1002626331" sldId="2147482646"/>
            <ac:spMk id="6" creationId="{A59D40A8-77DB-2B9F-AE36-7DD98195D866}"/>
          </ac:spMkLst>
        </pc:spChg>
        <pc:spChg chg="mod">
          <ac:chgData name="Juan Carlos Llamas Nuñez" userId="686aeec9-d228-4f5c-866f-834e64171512" providerId="ADAL" clId="{424DC71C-C9F9-4C03-8898-0CC1B5A6EEA1}" dt="2025-05-13T16:15:57.570" v="26107" actId="14100"/>
          <ac:spMkLst>
            <pc:docMk/>
            <pc:sldMk cId="1002626331" sldId="2147482646"/>
            <ac:spMk id="8" creationId="{311EC250-4133-0FFF-00E1-B6D60E34E7AF}"/>
          </ac:spMkLst>
        </pc:spChg>
        <pc:spChg chg="mod">
          <ac:chgData name="Juan Carlos Llamas Nuñez" userId="686aeec9-d228-4f5c-866f-834e64171512" providerId="ADAL" clId="{424DC71C-C9F9-4C03-8898-0CC1B5A6EEA1}" dt="2025-05-13T16:15:19.237" v="26077" actId="1036"/>
          <ac:spMkLst>
            <pc:docMk/>
            <pc:sldMk cId="1002626331" sldId="2147482646"/>
            <ac:spMk id="10" creationId="{16B44EDF-45C7-DDFB-6A3A-6F2FC3DC7C20}"/>
          </ac:spMkLst>
        </pc:spChg>
        <pc:spChg chg="mod">
          <ac:chgData name="Juan Carlos Llamas Nuñez" userId="686aeec9-d228-4f5c-866f-834e64171512" providerId="ADAL" clId="{424DC71C-C9F9-4C03-8898-0CC1B5A6EEA1}" dt="2025-05-13T16:15:19.237" v="26077" actId="1036"/>
          <ac:spMkLst>
            <pc:docMk/>
            <pc:sldMk cId="1002626331" sldId="2147482646"/>
            <ac:spMk id="11" creationId="{6642ED58-D5F8-F737-B489-CA0DDF006FA0}"/>
          </ac:spMkLst>
        </pc:spChg>
        <pc:spChg chg="add mod">
          <ac:chgData name="Juan Carlos Llamas Nuñez" userId="686aeec9-d228-4f5c-866f-834e64171512" providerId="ADAL" clId="{424DC71C-C9F9-4C03-8898-0CC1B5A6EEA1}" dt="2025-05-13T16:01:01.280" v="25253" actId="20577"/>
          <ac:spMkLst>
            <pc:docMk/>
            <pc:sldMk cId="1002626331" sldId="2147482646"/>
            <ac:spMk id="12" creationId="{E3A5FC65-4116-863D-EA4A-B2C3881A7F5D}"/>
          </ac:spMkLst>
        </pc:spChg>
        <pc:spChg chg="add del">
          <ac:chgData name="Juan Carlos Llamas Nuñez" userId="686aeec9-d228-4f5c-866f-834e64171512" providerId="ADAL" clId="{424DC71C-C9F9-4C03-8898-0CC1B5A6EEA1}" dt="2025-05-13T16:15:00.230" v="26035" actId="22"/>
          <ac:spMkLst>
            <pc:docMk/>
            <pc:sldMk cId="1002626331" sldId="2147482646"/>
            <ac:spMk id="14" creationId="{60416302-8608-2160-0181-F37334E041DD}"/>
          </ac:spMkLst>
        </pc:spChg>
        <pc:spChg chg="add mod">
          <ac:chgData name="Juan Carlos Llamas Nuñez" userId="686aeec9-d228-4f5c-866f-834e64171512" providerId="ADAL" clId="{424DC71C-C9F9-4C03-8898-0CC1B5A6EEA1}" dt="2025-05-13T16:15:06.762" v="26036"/>
          <ac:spMkLst>
            <pc:docMk/>
            <pc:sldMk cId="1002626331" sldId="2147482646"/>
            <ac:spMk id="15" creationId="{C7655019-2330-0A57-6631-77809DAED33D}"/>
          </ac:spMkLst>
        </pc:spChg>
        <pc:picChg chg="mod">
          <ac:chgData name="Juan Carlos Llamas Nuñez" userId="686aeec9-d228-4f5c-866f-834e64171512" providerId="ADAL" clId="{424DC71C-C9F9-4C03-8898-0CC1B5A6EEA1}" dt="2025-05-13T16:15:19.237" v="26077" actId="1036"/>
          <ac:picMkLst>
            <pc:docMk/>
            <pc:sldMk cId="1002626331" sldId="2147482646"/>
            <ac:picMk id="7" creationId="{C4CD8258-999F-C295-7231-6F950859021C}"/>
          </ac:picMkLst>
        </pc:picChg>
      </pc:sldChg>
      <pc:sldChg chg="addSp modSp mod">
        <pc:chgData name="Juan Carlos Llamas Nuñez" userId="686aeec9-d228-4f5c-866f-834e64171512" providerId="ADAL" clId="{424DC71C-C9F9-4C03-8898-0CC1B5A6EEA1}" dt="2025-05-13T16:20:41.402" v="26251" actId="1076"/>
        <pc:sldMkLst>
          <pc:docMk/>
          <pc:sldMk cId="1325635042" sldId="2147482647"/>
        </pc:sldMkLst>
        <pc:spChg chg="mod">
          <ac:chgData name="Juan Carlos Llamas Nuñez" userId="686aeec9-d228-4f5c-866f-834e64171512" providerId="ADAL" clId="{424DC71C-C9F9-4C03-8898-0CC1B5A6EEA1}" dt="2025-05-13T16:20:34.704" v="26250" actId="14100"/>
          <ac:spMkLst>
            <pc:docMk/>
            <pc:sldMk cId="1325635042" sldId="2147482647"/>
            <ac:spMk id="10" creationId="{59AFD40E-19A6-CE29-9BF7-48E930FD2971}"/>
          </ac:spMkLst>
        </pc:spChg>
        <pc:spChg chg="mod">
          <ac:chgData name="Juan Carlos Llamas Nuñez" userId="686aeec9-d228-4f5c-866f-834e64171512" providerId="ADAL" clId="{424DC71C-C9F9-4C03-8898-0CC1B5A6EEA1}" dt="2025-05-13T16:20:41.402" v="26251" actId="1076"/>
          <ac:spMkLst>
            <pc:docMk/>
            <pc:sldMk cId="1325635042" sldId="2147482647"/>
            <ac:spMk id="12" creationId="{96FC11E6-0638-4F61-3C5F-6144A782433A}"/>
          </ac:spMkLst>
        </pc:spChg>
        <pc:spChg chg="mod">
          <ac:chgData name="Juan Carlos Llamas Nuñez" userId="686aeec9-d228-4f5c-866f-834e64171512" providerId="ADAL" clId="{424DC71C-C9F9-4C03-8898-0CC1B5A6EEA1}" dt="2025-05-13T16:16:36.345" v="26123" actId="1036"/>
          <ac:spMkLst>
            <pc:docMk/>
            <pc:sldMk cId="1325635042" sldId="2147482647"/>
            <ac:spMk id="14" creationId="{C3A3061F-6E51-2969-88A8-29307F77F408}"/>
          </ac:spMkLst>
        </pc:spChg>
        <pc:spChg chg="mod">
          <ac:chgData name="Juan Carlos Llamas Nuñez" userId="686aeec9-d228-4f5c-866f-834e64171512" providerId="ADAL" clId="{424DC71C-C9F9-4C03-8898-0CC1B5A6EEA1}" dt="2025-05-13T16:16:36.345" v="26123" actId="1036"/>
          <ac:spMkLst>
            <pc:docMk/>
            <pc:sldMk cId="1325635042" sldId="2147482647"/>
            <ac:spMk id="15" creationId="{B9AB4CC2-074F-E06C-D4B6-49398FAEA039}"/>
          </ac:spMkLst>
        </pc:spChg>
        <pc:spChg chg="mod">
          <ac:chgData name="Juan Carlos Llamas Nuñez" userId="686aeec9-d228-4f5c-866f-834e64171512" providerId="ADAL" clId="{424DC71C-C9F9-4C03-8898-0CC1B5A6EEA1}" dt="2025-05-13T16:20:34.704" v="26250" actId="14100"/>
          <ac:spMkLst>
            <pc:docMk/>
            <pc:sldMk cId="1325635042" sldId="2147482647"/>
            <ac:spMk id="16" creationId="{FC85D83D-CA9F-E78E-5300-CFF6E9B97AA3}"/>
          </ac:spMkLst>
        </pc:spChg>
        <pc:spChg chg="mod">
          <ac:chgData name="Juan Carlos Llamas Nuñez" userId="686aeec9-d228-4f5c-866f-834e64171512" providerId="ADAL" clId="{424DC71C-C9F9-4C03-8898-0CC1B5A6EEA1}" dt="2025-05-13T16:16:36.345" v="26123" actId="1036"/>
          <ac:spMkLst>
            <pc:docMk/>
            <pc:sldMk cId="1325635042" sldId="2147482647"/>
            <ac:spMk id="17" creationId="{3FF9A013-81ED-88BF-646E-FA7340597A72}"/>
          </ac:spMkLst>
        </pc:spChg>
        <pc:spChg chg="add mod">
          <ac:chgData name="Juan Carlos Llamas Nuñez" userId="686aeec9-d228-4f5c-866f-834e64171512" providerId="ADAL" clId="{424DC71C-C9F9-4C03-8898-0CC1B5A6EEA1}" dt="2025-05-13T15:02:37.413" v="24497"/>
          <ac:spMkLst>
            <pc:docMk/>
            <pc:sldMk cId="1325635042" sldId="2147482647"/>
            <ac:spMk id="18" creationId="{527C3FF0-2D86-3CF8-C5BA-B0FB4D38EE87}"/>
          </ac:spMkLst>
        </pc:spChg>
        <pc:spChg chg="mod">
          <ac:chgData name="Juan Carlos Llamas Nuñez" userId="686aeec9-d228-4f5c-866f-834e64171512" providerId="ADAL" clId="{424DC71C-C9F9-4C03-8898-0CC1B5A6EEA1}" dt="2025-05-13T16:20:31.177" v="26249" actId="14100"/>
          <ac:spMkLst>
            <pc:docMk/>
            <pc:sldMk cId="1325635042" sldId="2147482647"/>
            <ac:spMk id="19" creationId="{9133553C-9A17-8D49-0633-FBBDFA17A1B3}"/>
          </ac:spMkLst>
        </pc:spChg>
        <pc:spChg chg="add mod">
          <ac:chgData name="Juan Carlos Llamas Nuñez" userId="686aeec9-d228-4f5c-866f-834e64171512" providerId="ADAL" clId="{424DC71C-C9F9-4C03-8898-0CC1B5A6EEA1}" dt="2025-05-13T16:08:57.620" v="25849" actId="20577"/>
          <ac:spMkLst>
            <pc:docMk/>
            <pc:sldMk cId="1325635042" sldId="2147482647"/>
            <ac:spMk id="20" creationId="{E3C8A894-B055-3287-C9A3-5A61FB7B9F91}"/>
          </ac:spMkLst>
        </pc:spChg>
        <pc:spChg chg="mod">
          <ac:chgData name="Juan Carlos Llamas Nuñez" userId="686aeec9-d228-4f5c-866f-834e64171512" providerId="ADAL" clId="{424DC71C-C9F9-4C03-8898-0CC1B5A6EEA1}" dt="2025-05-13T16:16:36.345" v="26123" actId="1036"/>
          <ac:spMkLst>
            <pc:docMk/>
            <pc:sldMk cId="1325635042" sldId="2147482647"/>
            <ac:spMk id="21" creationId="{DE99BF27-23F0-BBD8-62B0-61624A3FEA76}"/>
          </ac:spMkLst>
        </pc:spChg>
        <pc:spChg chg="add mod">
          <ac:chgData name="Juan Carlos Llamas Nuñez" userId="686aeec9-d228-4f5c-866f-834e64171512" providerId="ADAL" clId="{424DC71C-C9F9-4C03-8898-0CC1B5A6EEA1}" dt="2025-05-13T16:06:09.748" v="25809" actId="20577"/>
          <ac:spMkLst>
            <pc:docMk/>
            <pc:sldMk cId="1325635042" sldId="2147482647"/>
            <ac:spMk id="22" creationId="{29717B2C-D426-3187-66E4-46644E90A9F9}"/>
          </ac:spMkLst>
        </pc:spChg>
        <pc:spChg chg="add mod">
          <ac:chgData name="Juan Carlos Llamas Nuñez" userId="686aeec9-d228-4f5c-866f-834e64171512" providerId="ADAL" clId="{424DC71C-C9F9-4C03-8898-0CC1B5A6EEA1}" dt="2025-05-13T16:20:05.448" v="26245" actId="20577"/>
          <ac:spMkLst>
            <pc:docMk/>
            <pc:sldMk cId="1325635042" sldId="2147482647"/>
            <ac:spMk id="23" creationId="{E12B1877-CA7B-2053-E8D3-8040A458E358}"/>
          </ac:spMkLst>
        </pc:spChg>
      </pc:sldChg>
      <pc:sldChg chg="addSp delSp modSp add mod">
        <pc:chgData name="Juan Carlos Llamas Nuñez" userId="686aeec9-d228-4f5c-866f-834e64171512" providerId="ADAL" clId="{424DC71C-C9F9-4C03-8898-0CC1B5A6EEA1}" dt="2025-05-13T19:22:14.258" v="27543" actId="478"/>
        <pc:sldMkLst>
          <pc:docMk/>
          <pc:sldMk cId="1475230372" sldId="2147482648"/>
        </pc:sldMkLst>
        <pc:spChg chg="mod">
          <ac:chgData name="Juan Carlos Llamas Nuñez" userId="686aeec9-d228-4f5c-866f-834e64171512" providerId="ADAL" clId="{424DC71C-C9F9-4C03-8898-0CC1B5A6EEA1}" dt="2025-05-13T10:13:02.261" v="22116" actId="6549"/>
          <ac:spMkLst>
            <pc:docMk/>
            <pc:sldMk cId="1475230372" sldId="2147482648"/>
            <ac:spMk id="2" creationId="{D76A241D-AAC1-F2A4-2E96-DFCFC0991FA2}"/>
          </ac:spMkLst>
        </pc:spChg>
        <pc:spChg chg="del">
          <ac:chgData name="Juan Carlos Llamas Nuñez" userId="686aeec9-d228-4f5c-866f-834e64171512" providerId="ADAL" clId="{424DC71C-C9F9-4C03-8898-0CC1B5A6EEA1}" dt="2025-05-13T19:22:14.258" v="27543" actId="478"/>
          <ac:spMkLst>
            <pc:docMk/>
            <pc:sldMk cId="1475230372" sldId="2147482648"/>
            <ac:spMk id="8" creationId="{505D171F-5925-BF12-595D-01297003FC19}"/>
          </ac:spMkLst>
        </pc:spChg>
        <pc:spChg chg="add mod">
          <ac:chgData name="Juan Carlos Llamas Nuñez" userId="686aeec9-d228-4f5c-866f-834e64171512" providerId="ADAL" clId="{424DC71C-C9F9-4C03-8898-0CC1B5A6EEA1}" dt="2025-05-13T14:35:54.886" v="23318" actId="20577"/>
          <ac:spMkLst>
            <pc:docMk/>
            <pc:sldMk cId="1475230372" sldId="2147482648"/>
            <ac:spMk id="17" creationId="{1DEA3A58-A408-DAE2-33F6-94F42063E569}"/>
          </ac:spMkLst>
        </pc:spChg>
        <pc:spChg chg="del">
          <ac:chgData name="Juan Carlos Llamas Nuñez" userId="686aeec9-d228-4f5c-866f-834e64171512" providerId="ADAL" clId="{424DC71C-C9F9-4C03-8898-0CC1B5A6EEA1}" dt="2025-05-13T10:13:10.104" v="22117" actId="478"/>
          <ac:spMkLst>
            <pc:docMk/>
            <pc:sldMk cId="1475230372" sldId="2147482648"/>
            <ac:spMk id="20" creationId="{5DACB6F8-7FEE-D323-1B3A-F19A4662C3BA}"/>
          </ac:spMkLst>
        </pc:spChg>
        <pc:grpChg chg="add del mod">
          <ac:chgData name="Juan Carlos Llamas Nuñez" userId="686aeec9-d228-4f5c-866f-834e64171512" providerId="ADAL" clId="{424DC71C-C9F9-4C03-8898-0CC1B5A6EEA1}" dt="2025-05-13T14:36:47.862" v="23341" actId="165"/>
          <ac:grpSpMkLst>
            <pc:docMk/>
            <pc:sldMk cId="1475230372" sldId="2147482648"/>
            <ac:grpSpMk id="18" creationId="{27C0DA63-091D-99D7-B165-134FBFCFEE68}"/>
          </ac:grpSpMkLst>
        </pc:grpChg>
        <pc:graphicFrameChg chg="add del mod">
          <ac:chgData name="Juan Carlos Llamas Nuñez" userId="686aeec9-d228-4f5c-866f-834e64171512" providerId="ADAL" clId="{424DC71C-C9F9-4C03-8898-0CC1B5A6EEA1}" dt="2025-05-13T10:24:43.223" v="22283" actId="478"/>
          <ac:graphicFrameMkLst>
            <pc:docMk/>
            <pc:sldMk cId="1475230372" sldId="2147482648"/>
            <ac:graphicFrameMk id="5" creationId="{FFF61F6F-A16B-E86A-6DC0-850A7DE7900E}"/>
          </ac:graphicFrameMkLst>
        </pc:graphicFrameChg>
        <pc:graphicFrameChg chg="add del mod">
          <ac:chgData name="Juan Carlos Llamas Nuñez" userId="686aeec9-d228-4f5c-866f-834e64171512" providerId="ADAL" clId="{424DC71C-C9F9-4C03-8898-0CC1B5A6EEA1}" dt="2025-05-13T10:28:19.359" v="22290" actId="478"/>
          <ac:graphicFrameMkLst>
            <pc:docMk/>
            <pc:sldMk cId="1475230372" sldId="2147482648"/>
            <ac:graphicFrameMk id="6" creationId="{22887D4A-9A73-3CED-1F5C-6B449BFD866D}"/>
          </ac:graphicFrameMkLst>
        </pc:graphicFrameChg>
        <pc:graphicFrameChg chg="add del mod">
          <ac:chgData name="Juan Carlos Llamas Nuñez" userId="686aeec9-d228-4f5c-866f-834e64171512" providerId="ADAL" clId="{424DC71C-C9F9-4C03-8898-0CC1B5A6EEA1}" dt="2025-05-13T10:29:49.589" v="22297" actId="478"/>
          <ac:graphicFrameMkLst>
            <pc:docMk/>
            <pc:sldMk cId="1475230372" sldId="2147482648"/>
            <ac:graphicFrameMk id="7" creationId="{D3DF2052-9225-73C6-E1C4-C5630CD0EB57}"/>
          </ac:graphicFrameMkLst>
        </pc:graphicFrameChg>
        <pc:graphicFrameChg chg="add del mod">
          <ac:chgData name="Juan Carlos Llamas Nuñez" userId="686aeec9-d228-4f5c-866f-834e64171512" providerId="ADAL" clId="{424DC71C-C9F9-4C03-8898-0CC1B5A6EEA1}" dt="2025-05-13T13:13:25.867" v="22408" actId="478"/>
          <ac:graphicFrameMkLst>
            <pc:docMk/>
            <pc:sldMk cId="1475230372" sldId="2147482648"/>
            <ac:graphicFrameMk id="9" creationId="{4E98A23E-E86B-D4B9-7F05-AFCA22499DF6}"/>
          </ac:graphicFrameMkLst>
        </pc:graphicFrameChg>
        <pc:graphicFrameChg chg="add del mod">
          <ac:chgData name="Juan Carlos Llamas Nuñez" userId="686aeec9-d228-4f5c-866f-834e64171512" providerId="ADAL" clId="{424DC71C-C9F9-4C03-8898-0CC1B5A6EEA1}" dt="2025-05-13T13:14:18.094" v="22412" actId="478"/>
          <ac:graphicFrameMkLst>
            <pc:docMk/>
            <pc:sldMk cId="1475230372" sldId="2147482648"/>
            <ac:graphicFrameMk id="10" creationId="{89CD651A-4DD8-FAF2-69AA-0070DEC8C1D7}"/>
          </ac:graphicFrameMkLst>
        </pc:graphicFrameChg>
        <pc:graphicFrameChg chg="add mod ord">
          <ac:chgData name="Juan Carlos Llamas Nuñez" userId="686aeec9-d228-4f5c-866f-834e64171512" providerId="ADAL" clId="{424DC71C-C9F9-4C03-8898-0CC1B5A6EEA1}" dt="2025-05-13T13:45:28.627" v="22516"/>
          <ac:graphicFrameMkLst>
            <pc:docMk/>
            <pc:sldMk cId="1475230372" sldId="2147482648"/>
            <ac:graphicFrameMk id="11" creationId="{79BD75F9-703A-AD4F-7CD4-72F8255FD284}"/>
          </ac:graphicFrameMkLst>
        </pc:graphicFrameChg>
        <pc:graphicFrameChg chg="add mod topLvl">
          <ac:chgData name="Juan Carlos Llamas Nuñez" userId="686aeec9-d228-4f5c-866f-834e64171512" providerId="ADAL" clId="{424DC71C-C9F9-4C03-8898-0CC1B5A6EEA1}" dt="2025-05-13T14:36:47.862" v="23341" actId="165"/>
          <ac:graphicFrameMkLst>
            <pc:docMk/>
            <pc:sldMk cId="1475230372" sldId="2147482648"/>
            <ac:graphicFrameMk id="12" creationId="{EDC86110-CBE6-4A8F-81D3-20BF23C30E11}"/>
          </ac:graphicFrameMkLst>
        </pc:graphicFrameChg>
        <pc:graphicFrameChg chg="add mod">
          <ac:chgData name="Juan Carlos Llamas Nuñez" userId="686aeec9-d228-4f5c-866f-834e64171512" providerId="ADAL" clId="{424DC71C-C9F9-4C03-8898-0CC1B5A6EEA1}" dt="2025-05-13T14:10:53.978" v="22522"/>
          <ac:graphicFrameMkLst>
            <pc:docMk/>
            <pc:sldMk cId="1475230372" sldId="2147482648"/>
            <ac:graphicFrameMk id="13" creationId="{A732DD31-B3A1-E126-0F52-A42DB7FD0A93}"/>
          </ac:graphicFrameMkLst>
        </pc:graphicFrameChg>
        <pc:graphicFrameChg chg="add mod topLvl">
          <ac:chgData name="Juan Carlos Llamas Nuñez" userId="686aeec9-d228-4f5c-866f-834e64171512" providerId="ADAL" clId="{424DC71C-C9F9-4C03-8898-0CC1B5A6EEA1}" dt="2025-05-13T14:36:53.252" v="23342" actId="14100"/>
          <ac:graphicFrameMkLst>
            <pc:docMk/>
            <pc:sldMk cId="1475230372" sldId="2147482648"/>
            <ac:graphicFrameMk id="14" creationId="{230270BC-5160-45A9-BD38-F9F94C119CD4}"/>
          </ac:graphicFrameMkLst>
        </pc:graphicFrameChg>
        <pc:graphicFrameChg chg="add del mod">
          <ac:chgData name="Juan Carlos Llamas Nuñez" userId="686aeec9-d228-4f5c-866f-834e64171512" providerId="ADAL" clId="{424DC71C-C9F9-4C03-8898-0CC1B5A6EEA1}" dt="2025-05-13T14:24:19.500" v="22596" actId="21"/>
          <ac:graphicFrameMkLst>
            <pc:docMk/>
            <pc:sldMk cId="1475230372" sldId="2147482648"/>
            <ac:graphicFrameMk id="15" creationId="{7FB64C4D-97EA-AB75-9F14-F6B800D0E099}"/>
          </ac:graphicFrameMkLst>
        </pc:graphicFrameChg>
        <pc:graphicFrameChg chg="add del mod">
          <ac:chgData name="Juan Carlos Llamas Nuñez" userId="686aeec9-d228-4f5c-866f-834e64171512" providerId="ADAL" clId="{424DC71C-C9F9-4C03-8898-0CC1B5A6EEA1}" dt="2025-05-13T14:27:55.408" v="22636" actId="21"/>
          <ac:graphicFrameMkLst>
            <pc:docMk/>
            <pc:sldMk cId="1475230372" sldId="2147482648"/>
            <ac:graphicFrameMk id="16" creationId="{590A7C29-B8DD-5BA7-8428-3642C9980716}"/>
          </ac:graphicFrameMkLst>
        </pc:graphicFrameChg>
        <pc:cxnChg chg="add mod">
          <ac:chgData name="Juan Carlos Llamas Nuñez" userId="686aeec9-d228-4f5c-866f-834e64171512" providerId="ADAL" clId="{424DC71C-C9F9-4C03-8898-0CC1B5A6EEA1}" dt="2025-05-13T19:20:05.679" v="27533"/>
          <ac:cxnSpMkLst>
            <pc:docMk/>
            <pc:sldMk cId="1475230372" sldId="2147482648"/>
            <ac:cxnSpMk id="5" creationId="{A4B974E7-93B8-96A7-C24B-357DC939B63F}"/>
          </ac:cxnSpMkLst>
        </pc:cxnChg>
      </pc:sldChg>
      <pc:sldChg chg="addSp delSp modSp add mod">
        <pc:chgData name="Juan Carlos Llamas Nuñez" userId="686aeec9-d228-4f5c-866f-834e64171512" providerId="ADAL" clId="{424DC71C-C9F9-4C03-8898-0CC1B5A6EEA1}" dt="2025-05-13T19:22:17.014" v="27544" actId="478"/>
        <pc:sldMkLst>
          <pc:docMk/>
          <pc:sldMk cId="2963548294" sldId="2147482649"/>
        </pc:sldMkLst>
        <pc:spChg chg="mod">
          <ac:chgData name="Juan Carlos Llamas Nuñez" userId="686aeec9-d228-4f5c-866f-834e64171512" providerId="ADAL" clId="{424DC71C-C9F9-4C03-8898-0CC1B5A6EEA1}" dt="2025-05-13T10:14:47.227" v="22164" actId="20577"/>
          <ac:spMkLst>
            <pc:docMk/>
            <pc:sldMk cId="2963548294" sldId="2147482649"/>
            <ac:spMk id="2" creationId="{D2832975-E254-0022-D843-B816AE5D705E}"/>
          </ac:spMkLst>
        </pc:spChg>
        <pc:spChg chg="del">
          <ac:chgData name="Juan Carlos Llamas Nuñez" userId="686aeec9-d228-4f5c-866f-834e64171512" providerId="ADAL" clId="{424DC71C-C9F9-4C03-8898-0CC1B5A6EEA1}" dt="2025-05-13T19:22:17.014" v="27544" actId="478"/>
          <ac:spMkLst>
            <pc:docMk/>
            <pc:sldMk cId="2963548294" sldId="2147482649"/>
            <ac:spMk id="8" creationId="{CB6CDD85-14C4-C1A2-1D05-DA1A9E235BFF}"/>
          </ac:spMkLst>
        </pc:spChg>
        <pc:spChg chg="add mod">
          <ac:chgData name="Juan Carlos Llamas Nuñez" userId="686aeec9-d228-4f5c-866f-834e64171512" providerId="ADAL" clId="{424DC71C-C9F9-4C03-8898-0CC1B5A6EEA1}" dt="2025-05-13T14:41:04.754" v="23615" actId="20577"/>
          <ac:spMkLst>
            <pc:docMk/>
            <pc:sldMk cId="2963548294" sldId="2147482649"/>
            <ac:spMk id="9" creationId="{81A8FC20-FFA5-227E-381D-50EE19C4F168}"/>
          </ac:spMkLst>
        </pc:spChg>
        <pc:grpChg chg="add mod">
          <ac:chgData name="Juan Carlos Llamas Nuñez" userId="686aeec9-d228-4f5c-866f-834e64171512" providerId="ADAL" clId="{424DC71C-C9F9-4C03-8898-0CC1B5A6EEA1}" dt="2025-05-13T14:40:26.136" v="23612" actId="12788"/>
          <ac:grpSpMkLst>
            <pc:docMk/>
            <pc:sldMk cId="2963548294" sldId="2147482649"/>
            <ac:grpSpMk id="10" creationId="{57C507C0-24C2-E9B8-6926-97102594306E}"/>
          </ac:grpSpMkLst>
        </pc:grpChg>
        <pc:graphicFrameChg chg="add mod">
          <ac:chgData name="Juan Carlos Llamas Nuñez" userId="686aeec9-d228-4f5c-866f-834e64171512" providerId="ADAL" clId="{424DC71C-C9F9-4C03-8898-0CC1B5A6EEA1}" dt="2025-05-13T14:14:07.837" v="22589"/>
          <ac:graphicFrameMkLst>
            <pc:docMk/>
            <pc:sldMk cId="2963548294" sldId="2147482649"/>
            <ac:graphicFrameMk id="5" creationId="{B49F7FE7-691F-5075-995A-E5AEB8C95D6D}"/>
          </ac:graphicFrameMkLst>
        </pc:graphicFrameChg>
        <pc:graphicFrameChg chg="add del mod">
          <ac:chgData name="Juan Carlos Llamas Nuñez" userId="686aeec9-d228-4f5c-866f-834e64171512" providerId="ADAL" clId="{424DC71C-C9F9-4C03-8898-0CC1B5A6EEA1}" dt="2025-05-13T13:12:53.839" v="22354" actId="478"/>
          <ac:graphicFrameMkLst>
            <pc:docMk/>
            <pc:sldMk cId="2963548294" sldId="2147482649"/>
            <ac:graphicFrameMk id="6" creationId="{72D15CA6-7861-1158-C548-7573E2F89AA6}"/>
          </ac:graphicFrameMkLst>
        </pc:graphicFrameChg>
        <pc:graphicFrameChg chg="add mod">
          <ac:chgData name="Juan Carlos Llamas Nuñez" userId="686aeec9-d228-4f5c-866f-834e64171512" providerId="ADAL" clId="{424DC71C-C9F9-4C03-8898-0CC1B5A6EEA1}" dt="2025-05-13T14:23:56.560" v="22591"/>
          <ac:graphicFrameMkLst>
            <pc:docMk/>
            <pc:sldMk cId="2963548294" sldId="2147482649"/>
            <ac:graphicFrameMk id="7" creationId="{7FB64C4D-97EA-AB75-9F14-F6B800D0E099}"/>
          </ac:graphicFrameMkLst>
        </pc:graphicFrameChg>
        <pc:graphicFrameChg chg="add mod">
          <ac:chgData name="Juan Carlos Llamas Nuñez" userId="686aeec9-d228-4f5c-866f-834e64171512" providerId="ADAL" clId="{424DC71C-C9F9-4C03-8898-0CC1B5A6EEA1}" dt="2025-05-13T14:40:13.101" v="23591" actId="164"/>
          <ac:graphicFrameMkLst>
            <pc:docMk/>
            <pc:sldMk cId="2963548294" sldId="2147482649"/>
            <ac:graphicFrameMk id="15" creationId="{7FB64C4D-97EA-AB75-9F14-F6B800D0E099}"/>
          </ac:graphicFrameMkLst>
        </pc:graphicFrameChg>
        <pc:graphicFrameChg chg="add mod">
          <ac:chgData name="Juan Carlos Llamas Nuñez" userId="686aeec9-d228-4f5c-866f-834e64171512" providerId="ADAL" clId="{424DC71C-C9F9-4C03-8898-0CC1B5A6EEA1}" dt="2025-05-13T14:40:13.101" v="23591" actId="164"/>
          <ac:graphicFrameMkLst>
            <pc:docMk/>
            <pc:sldMk cId="2963548294" sldId="2147482649"/>
            <ac:graphicFrameMk id="16" creationId="{590A7C29-B8DD-5BA7-8428-3642C9980716}"/>
          </ac:graphicFrameMkLst>
        </pc:graphicFrameChg>
        <pc:cxnChg chg="add mod">
          <ac:chgData name="Juan Carlos Llamas Nuñez" userId="686aeec9-d228-4f5c-866f-834e64171512" providerId="ADAL" clId="{424DC71C-C9F9-4C03-8898-0CC1B5A6EEA1}" dt="2025-05-13T19:20:06.365" v="27534"/>
          <ac:cxnSpMkLst>
            <pc:docMk/>
            <pc:sldMk cId="2963548294" sldId="2147482649"/>
            <ac:cxnSpMk id="6" creationId="{1A062F72-F532-5ED6-E296-2C356588829F}"/>
          </ac:cxnSpMkLst>
        </pc:cxnChg>
      </pc:sldChg>
      <pc:sldChg chg="addSp delSp modSp add mod ord">
        <pc:chgData name="Juan Carlos Llamas Nuñez" userId="686aeec9-d228-4f5c-866f-834e64171512" providerId="ADAL" clId="{424DC71C-C9F9-4C03-8898-0CC1B5A6EEA1}" dt="2025-05-13T19:22:09.088" v="27542" actId="478"/>
        <pc:sldMkLst>
          <pc:docMk/>
          <pc:sldMk cId="451578304" sldId="2147482650"/>
        </pc:sldMkLst>
        <pc:spChg chg="mod">
          <ac:chgData name="Juan Carlos Llamas Nuñez" userId="686aeec9-d228-4f5c-866f-834e64171512" providerId="ADAL" clId="{424DC71C-C9F9-4C03-8898-0CC1B5A6EEA1}" dt="2025-05-13T10:15:03.649" v="22257" actId="20577"/>
          <ac:spMkLst>
            <pc:docMk/>
            <pc:sldMk cId="451578304" sldId="2147482650"/>
            <ac:spMk id="2" creationId="{8F8B0A1C-8C6E-D3ED-AA7A-72EAE3FA202F}"/>
          </ac:spMkLst>
        </pc:spChg>
        <pc:spChg chg="del">
          <ac:chgData name="Juan Carlos Llamas Nuñez" userId="686aeec9-d228-4f5c-866f-834e64171512" providerId="ADAL" clId="{424DC71C-C9F9-4C03-8898-0CC1B5A6EEA1}" dt="2025-05-13T19:22:09.088" v="27542" actId="478"/>
          <ac:spMkLst>
            <pc:docMk/>
            <pc:sldMk cId="451578304" sldId="2147482650"/>
            <ac:spMk id="8" creationId="{3DCA6BFE-9891-C84D-B96A-F89DB76C9656}"/>
          </ac:spMkLst>
        </pc:spChg>
        <pc:spChg chg="add mod">
          <ac:chgData name="Juan Carlos Llamas Nuñez" userId="686aeec9-d228-4f5c-866f-834e64171512" providerId="ADAL" clId="{424DC71C-C9F9-4C03-8898-0CC1B5A6EEA1}" dt="2025-05-13T14:42:47.626" v="23865" actId="20577"/>
          <ac:spMkLst>
            <pc:docMk/>
            <pc:sldMk cId="451578304" sldId="2147482650"/>
            <ac:spMk id="11" creationId="{C07CB6C9-5660-3779-C9EF-C9535B356F9D}"/>
          </ac:spMkLst>
        </pc:spChg>
        <pc:graphicFrameChg chg="add mod ord">
          <ac:chgData name="Juan Carlos Llamas Nuñez" userId="686aeec9-d228-4f5c-866f-834e64171512" providerId="ADAL" clId="{424DC71C-C9F9-4C03-8898-0CC1B5A6EEA1}" dt="2025-05-13T13:44:13.412" v="22501"/>
          <ac:graphicFrameMkLst>
            <pc:docMk/>
            <pc:sldMk cId="451578304" sldId="2147482650"/>
            <ac:graphicFrameMk id="5" creationId="{8373930F-85D8-7557-2FD6-FE7F052B9547}"/>
          </ac:graphicFrameMkLst>
        </pc:graphicFrameChg>
        <pc:graphicFrameChg chg="add del mod ord">
          <ac:chgData name="Juan Carlos Llamas Nuñez" userId="686aeec9-d228-4f5c-866f-834e64171512" providerId="ADAL" clId="{424DC71C-C9F9-4C03-8898-0CC1B5A6EEA1}" dt="2025-05-13T13:12:30.848" v="22335" actId="478"/>
          <ac:graphicFrameMkLst>
            <pc:docMk/>
            <pc:sldMk cId="451578304" sldId="2147482650"/>
            <ac:graphicFrameMk id="6" creationId="{3CEC448A-2605-B5C7-7114-4BD6F524D555}"/>
          </ac:graphicFrameMkLst>
        </pc:graphicFrameChg>
        <pc:graphicFrameChg chg="add del mod">
          <ac:chgData name="Juan Carlos Llamas Nuñez" userId="686aeec9-d228-4f5c-866f-834e64171512" providerId="ADAL" clId="{424DC71C-C9F9-4C03-8898-0CC1B5A6EEA1}" dt="2025-05-13T13:43:46.049" v="22499" actId="478"/>
          <ac:graphicFrameMkLst>
            <pc:docMk/>
            <pc:sldMk cId="451578304" sldId="2147482650"/>
            <ac:graphicFrameMk id="7" creationId="{F79AF518-750C-4373-99ED-3952B665FD46}"/>
          </ac:graphicFrameMkLst>
        </pc:graphicFrameChg>
        <pc:graphicFrameChg chg="add del mod">
          <ac:chgData name="Juan Carlos Llamas Nuñez" userId="686aeec9-d228-4f5c-866f-834e64171512" providerId="ADAL" clId="{424DC71C-C9F9-4C03-8898-0CC1B5A6EEA1}" dt="2025-05-13T13:40:46.851" v="22459" actId="478"/>
          <ac:graphicFrameMkLst>
            <pc:docMk/>
            <pc:sldMk cId="451578304" sldId="2147482650"/>
            <ac:graphicFrameMk id="9" creationId="{F79AF518-750C-4373-99ED-3952B665FD46}"/>
          </ac:graphicFrameMkLst>
        </pc:graphicFrameChg>
        <pc:graphicFrameChg chg="add mod">
          <ac:chgData name="Juan Carlos Llamas Nuñez" userId="686aeec9-d228-4f5c-866f-834e64171512" providerId="ADAL" clId="{424DC71C-C9F9-4C03-8898-0CC1B5A6EEA1}" dt="2025-05-13T14:43:11.828" v="23892" actId="1036"/>
          <ac:graphicFrameMkLst>
            <pc:docMk/>
            <pc:sldMk cId="451578304" sldId="2147482650"/>
            <ac:graphicFrameMk id="10" creationId="{F79AF518-750C-4373-99ED-3952B665FD46}"/>
          </ac:graphicFrameMkLst>
        </pc:graphicFrameChg>
        <pc:cxnChg chg="add mod">
          <ac:chgData name="Juan Carlos Llamas Nuñez" userId="686aeec9-d228-4f5c-866f-834e64171512" providerId="ADAL" clId="{424DC71C-C9F9-4C03-8898-0CC1B5A6EEA1}" dt="2025-05-13T19:20:04.892" v="27532"/>
          <ac:cxnSpMkLst>
            <pc:docMk/>
            <pc:sldMk cId="451578304" sldId="2147482650"/>
            <ac:cxnSpMk id="6" creationId="{FEDA352E-A278-90C6-0199-51189544D004}"/>
          </ac:cxnSpMkLst>
        </pc:cxnChg>
      </pc:sldChg>
      <pc:sldChg chg="addSp delSp modSp add mod">
        <pc:chgData name="Juan Carlos Llamas Nuñez" userId="686aeec9-d228-4f5c-866f-834e64171512" providerId="ADAL" clId="{424DC71C-C9F9-4C03-8898-0CC1B5A6EEA1}" dt="2025-05-13T19:22:21.735" v="27545" actId="478"/>
        <pc:sldMkLst>
          <pc:docMk/>
          <pc:sldMk cId="953461810" sldId="2147482651"/>
        </pc:sldMkLst>
        <pc:spChg chg="mod">
          <ac:chgData name="Juan Carlos Llamas Nuñez" userId="686aeec9-d228-4f5c-866f-834e64171512" providerId="ADAL" clId="{424DC71C-C9F9-4C03-8898-0CC1B5A6EEA1}" dt="2025-05-13T10:15:53.104" v="22276" actId="20577"/>
          <ac:spMkLst>
            <pc:docMk/>
            <pc:sldMk cId="953461810" sldId="2147482651"/>
            <ac:spMk id="2" creationId="{4975BD63-DBB2-D510-95B0-AB23C15420F3}"/>
          </ac:spMkLst>
        </pc:spChg>
        <pc:spChg chg="del">
          <ac:chgData name="Juan Carlos Llamas Nuñez" userId="686aeec9-d228-4f5c-866f-834e64171512" providerId="ADAL" clId="{424DC71C-C9F9-4C03-8898-0CC1B5A6EEA1}" dt="2025-05-13T19:22:21.735" v="27545" actId="478"/>
          <ac:spMkLst>
            <pc:docMk/>
            <pc:sldMk cId="953461810" sldId="2147482651"/>
            <ac:spMk id="8" creationId="{9EC148EE-E580-9F1B-347D-EACF9E855309}"/>
          </ac:spMkLst>
        </pc:spChg>
        <pc:spChg chg="add mod">
          <ac:chgData name="Juan Carlos Llamas Nuñez" userId="686aeec9-d228-4f5c-866f-834e64171512" providerId="ADAL" clId="{424DC71C-C9F9-4C03-8898-0CC1B5A6EEA1}" dt="2025-05-13T14:51:07.548" v="24325" actId="5793"/>
          <ac:spMkLst>
            <pc:docMk/>
            <pc:sldMk cId="953461810" sldId="2147482651"/>
            <ac:spMk id="9" creationId="{7CB4C47D-DDE3-B327-BF37-2772D9ED5051}"/>
          </ac:spMkLst>
        </pc:spChg>
        <pc:graphicFrameChg chg="add mod">
          <ac:chgData name="Juan Carlos Llamas Nuñez" userId="686aeec9-d228-4f5c-866f-834e64171512" providerId="ADAL" clId="{424DC71C-C9F9-4C03-8898-0CC1B5A6EEA1}" dt="2025-05-13T14:45:36.524" v="23894"/>
          <ac:graphicFrameMkLst>
            <pc:docMk/>
            <pc:sldMk cId="953461810" sldId="2147482651"/>
            <ac:graphicFrameMk id="5" creationId="{56223067-444D-F340-654D-D890332F05B5}"/>
          </ac:graphicFrameMkLst>
        </pc:graphicFrameChg>
        <pc:graphicFrameChg chg="add del mod">
          <ac:chgData name="Juan Carlos Llamas Nuñez" userId="686aeec9-d228-4f5c-866f-834e64171512" providerId="ADAL" clId="{424DC71C-C9F9-4C03-8898-0CC1B5A6EEA1}" dt="2025-05-13T13:43:11.126" v="22463" actId="478"/>
          <ac:graphicFrameMkLst>
            <pc:docMk/>
            <pc:sldMk cId="953461810" sldId="2147482651"/>
            <ac:graphicFrameMk id="6" creationId="{0FF8319C-6BB5-C8A0-3233-C1A4B400CF34}"/>
          </ac:graphicFrameMkLst>
        </pc:graphicFrameChg>
        <pc:graphicFrameChg chg="add mod">
          <ac:chgData name="Juan Carlos Llamas Nuñez" userId="686aeec9-d228-4f5c-866f-834e64171512" providerId="ADAL" clId="{424DC71C-C9F9-4C03-8898-0CC1B5A6EEA1}" dt="2025-05-13T14:53:31.900" v="24351" actId="403"/>
          <ac:graphicFrameMkLst>
            <pc:docMk/>
            <pc:sldMk cId="953461810" sldId="2147482651"/>
            <ac:graphicFrameMk id="7" creationId="{0FF8319C-6BB5-C8A0-3233-C1A4B400CF34}"/>
          </ac:graphicFrameMkLst>
        </pc:graphicFrameChg>
        <pc:graphicFrameChg chg="add del mod">
          <ac:chgData name="Juan Carlos Llamas Nuñez" userId="686aeec9-d228-4f5c-866f-834e64171512" providerId="ADAL" clId="{424DC71C-C9F9-4C03-8898-0CC1B5A6EEA1}" dt="2025-05-13T14:53:19.272" v="24349" actId="478"/>
          <ac:graphicFrameMkLst>
            <pc:docMk/>
            <pc:sldMk cId="953461810" sldId="2147482651"/>
            <ac:graphicFrameMk id="10" creationId="{48E59B8C-4610-E112-3E09-17D066D5DD11}"/>
          </ac:graphicFrameMkLst>
        </pc:graphicFrameChg>
        <pc:cxnChg chg="add mod">
          <ac:chgData name="Juan Carlos Llamas Nuñez" userId="686aeec9-d228-4f5c-866f-834e64171512" providerId="ADAL" clId="{424DC71C-C9F9-4C03-8898-0CC1B5A6EEA1}" dt="2025-05-13T19:20:06.973" v="27535"/>
          <ac:cxnSpMkLst>
            <pc:docMk/>
            <pc:sldMk cId="953461810" sldId="2147482651"/>
            <ac:cxnSpMk id="6" creationId="{186C37EB-43BC-89A7-2C4F-A9E654BA3DBD}"/>
          </ac:cxnSpMkLst>
        </pc:cxnChg>
      </pc:sldChg>
      <pc:sldChg chg="modSp mod">
        <pc:chgData name="Juan Carlos Llamas Nuñez" userId="686aeec9-d228-4f5c-866f-834e64171512" providerId="ADAL" clId="{424DC71C-C9F9-4C03-8898-0CC1B5A6EEA1}" dt="2025-05-13T15:10:34.756" v="24536" actId="123"/>
        <pc:sldMkLst>
          <pc:docMk/>
          <pc:sldMk cId="766944061" sldId="2147482652"/>
        </pc:sldMkLst>
        <pc:spChg chg="mod">
          <ac:chgData name="Juan Carlos Llamas Nuñez" userId="686aeec9-d228-4f5c-866f-834e64171512" providerId="ADAL" clId="{424DC71C-C9F9-4C03-8898-0CC1B5A6EEA1}" dt="2025-05-13T15:10:34.756" v="24536" actId="123"/>
          <ac:spMkLst>
            <pc:docMk/>
            <pc:sldMk cId="766944061" sldId="2147482652"/>
            <ac:spMk id="4" creationId="{355202F3-DA70-7E3C-1BD9-B9148DA0FA82}"/>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gmsmanagementsolutions-my.sharepoint.com/personal/juan_carlos_llamas_1_managementsolutions_com/Documents/Microsoft%20Teams%20Chat%20Files/Depreciaci&#243;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gmsmanagementsolutions-my.sharepoint.com/personal/juan_carlos_llamas_1_managementsolutions_com/Documents/Microsoft%20Teams%20Chat%20Files/Depreciaci&#243;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ucia.garcia.de.san1\Documents\TFM\Dato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lucia.garcia.de.san1\Documents\TFM\Dato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ucia.bravo.dalmau\Downloads\VALOR_RESIDUAL_TFM.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lucia.bravo.dalmau\Downloads\VALOR_RESIDUAL_TFM.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gmsmanagementsolutions-my.sharepoint.com/personal/juan_carlos_llamas_1_managementsolutions_com/Documents/Microsoft%20Teams%20Chat%20Files/Calculadora%20cuadro%20amortizaci&#243;n.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Worksheet%20in%20ValorResidual_TFM_v1.0.ppt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Worksheet%20in%20ValorResidual_TFM_v1.0.pptx%202"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Worksheet%20in%20ValorResidual_TFM_v1.0.pptx%202"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Worksheet%20in%20ValorResidual_TFM_v1.0.pptx%202"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Worksheet%20in%20ValorResidual_TFM_v1.0.pptx%202"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Worksheet%20in%20ValorResidual_TFM_v1.0.ppt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Valor </c:v>
                </c:pt>
              </c:strCache>
            </c:strRef>
          </c:tx>
          <c:spPr>
            <a:ln w="28575" cap="rnd">
              <a:solidFill>
                <a:schemeClr val="accent1"/>
              </a:solidFill>
              <a:round/>
            </a:ln>
            <a:effectLst/>
          </c:spPr>
          <c:marker>
            <c:symbol val="none"/>
          </c:marker>
          <c:cat>
            <c:strRef>
              <c:f>Sheet1!$A$2:$A$13</c:f>
              <c:strCache>
                <c:ptCount val="12"/>
                <c:pt idx="0">
                  <c:v>0</c:v>
                </c:pt>
                <c:pt idx="1">
                  <c:v>1</c:v>
                </c:pt>
                <c:pt idx="2">
                  <c:v>2</c:v>
                </c:pt>
                <c:pt idx="3">
                  <c:v>3</c:v>
                </c:pt>
                <c:pt idx="4">
                  <c:v>4</c:v>
                </c:pt>
                <c:pt idx="5">
                  <c:v>5</c:v>
                </c:pt>
                <c:pt idx="6">
                  <c:v>6</c:v>
                </c:pt>
                <c:pt idx="7">
                  <c:v>7</c:v>
                </c:pt>
                <c:pt idx="8">
                  <c:v>8</c:v>
                </c:pt>
                <c:pt idx="9">
                  <c:v>9</c:v>
                </c:pt>
                <c:pt idx="10">
                  <c:v>10</c:v>
                </c:pt>
                <c:pt idx="11">
                  <c:v>Venta inmobiliaria</c:v>
                </c:pt>
              </c:strCache>
            </c:strRef>
          </c:cat>
          <c:val>
            <c:numRef>
              <c:f>Sheet1!$B$2:$B$13</c:f>
              <c:numCache>
                <c:formatCode>_-* #,##0\ "€"_-;\-* #,##0\ "€"_-;_-* "-"??\ "€"_-;_-@_-</c:formatCode>
                <c:ptCount val="12"/>
                <c:pt idx="0">
                  <c:v>100000</c:v>
                </c:pt>
                <c:pt idx="1">
                  <c:v>95000</c:v>
                </c:pt>
                <c:pt idx="2">
                  <c:v>90000</c:v>
                </c:pt>
                <c:pt idx="3">
                  <c:v>85000</c:v>
                </c:pt>
                <c:pt idx="4">
                  <c:v>80000</c:v>
                </c:pt>
                <c:pt idx="5">
                  <c:v>75000</c:v>
                </c:pt>
                <c:pt idx="6">
                  <c:v>70000</c:v>
                </c:pt>
                <c:pt idx="7">
                  <c:v>65000</c:v>
                </c:pt>
                <c:pt idx="8">
                  <c:v>60000</c:v>
                </c:pt>
                <c:pt idx="9">
                  <c:v>55000</c:v>
                </c:pt>
                <c:pt idx="10">
                  <c:v>50000</c:v>
                </c:pt>
                <c:pt idx="11">
                  <c:v>35000</c:v>
                </c:pt>
              </c:numCache>
            </c:numRef>
          </c:val>
          <c:smooth val="0"/>
          <c:extLst>
            <c:ext xmlns:c16="http://schemas.microsoft.com/office/drawing/2014/chart" uri="{C3380CC4-5D6E-409C-BE32-E72D297353CC}">
              <c16:uniqueId val="{00000000-A178-453F-B06C-687A94A580E1}"/>
            </c:ext>
          </c:extLst>
        </c:ser>
        <c:dLbls>
          <c:showLegendKey val="0"/>
          <c:showVal val="0"/>
          <c:showCatName val="0"/>
          <c:showSerName val="0"/>
          <c:showPercent val="0"/>
          <c:showBubbleSize val="0"/>
        </c:dLbls>
        <c:smooth val="0"/>
        <c:axId val="546156416"/>
        <c:axId val="547850448"/>
      </c:lineChart>
      <c:catAx>
        <c:axId val="546156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1">
                    <a:lumMod val="50000"/>
                  </a:schemeClr>
                </a:solidFill>
                <a:latin typeface="Segoe Print" panose="02000600000000000000" pitchFamily="2" charset="0"/>
                <a:ea typeface="+mn-ea"/>
                <a:cs typeface="+mn-cs"/>
              </a:defRPr>
            </a:pPr>
            <a:endParaRPr lang="es-ES_tradnl"/>
          </a:p>
        </c:txPr>
        <c:crossAx val="547850448"/>
        <c:crosses val="autoZero"/>
        <c:auto val="1"/>
        <c:lblAlgn val="ctr"/>
        <c:lblOffset val="100"/>
        <c:noMultiLvlLbl val="0"/>
      </c:catAx>
      <c:valAx>
        <c:axId val="547850448"/>
        <c:scaling>
          <c:orientation val="minMax"/>
        </c:scaling>
        <c:delete val="0"/>
        <c:axPos val="l"/>
        <c:majorGridlines>
          <c:spPr>
            <a:ln w="9525" cap="flat" cmpd="sng" algn="ctr">
              <a:solidFill>
                <a:schemeClr val="tx1">
                  <a:lumMod val="15000"/>
                  <a:lumOff val="85000"/>
                </a:schemeClr>
              </a:solidFill>
              <a:round/>
            </a:ln>
            <a:effectLst/>
          </c:spPr>
        </c:majorGridlines>
        <c:numFmt formatCode="_-* #,##0\ &quot;€&quot;_-;\-* #,##0\ &quot;€&quot;_-;_-* &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lumMod val="50000"/>
                  </a:schemeClr>
                </a:solidFill>
                <a:latin typeface="Segoe Print" panose="02000600000000000000" pitchFamily="2" charset="0"/>
                <a:ea typeface="+mn-ea"/>
                <a:cs typeface="+mn-cs"/>
              </a:defRPr>
            </a:pPr>
            <a:endParaRPr lang="es-ES_tradnl"/>
          </a:p>
        </c:txPr>
        <c:crossAx val="546156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Sheet1!$B$20</c:f>
              <c:strCache>
                <c:ptCount val="1"/>
                <c:pt idx="0">
                  <c:v> Valor </c:v>
                </c:pt>
              </c:strCache>
            </c:strRef>
          </c:tx>
          <c:spPr>
            <a:ln w="28575" cap="rnd">
              <a:solidFill>
                <a:schemeClr val="accent1"/>
              </a:solidFill>
              <a:round/>
            </a:ln>
            <a:effectLst/>
          </c:spPr>
          <c:marker>
            <c:symbol val="none"/>
          </c:marker>
          <c:cat>
            <c:numRef>
              <c:f>Sheet1!$A$21:$A$26</c:f>
              <c:numCache>
                <c:formatCode>General</c:formatCode>
                <c:ptCount val="6"/>
                <c:pt idx="0">
                  <c:v>0</c:v>
                </c:pt>
                <c:pt idx="1">
                  <c:v>1</c:v>
                </c:pt>
                <c:pt idx="2">
                  <c:v>2</c:v>
                </c:pt>
                <c:pt idx="3">
                  <c:v>3</c:v>
                </c:pt>
                <c:pt idx="4">
                  <c:v>4</c:v>
                </c:pt>
                <c:pt idx="5">
                  <c:v>5</c:v>
                </c:pt>
              </c:numCache>
            </c:numRef>
          </c:cat>
          <c:val>
            <c:numRef>
              <c:f>Sheet1!$B$21:$B$26</c:f>
              <c:numCache>
                <c:formatCode>_-* #,##0\ "€"_-;\-* #,##0\ "€"_-;_-* "-"??\ "€"_-;_-@_-</c:formatCode>
                <c:ptCount val="6"/>
                <c:pt idx="0">
                  <c:v>1000</c:v>
                </c:pt>
                <c:pt idx="1">
                  <c:v>549.28026999999997</c:v>
                </c:pt>
                <c:pt idx="2">
                  <c:v>301.70881501127292</c:v>
                </c:pt>
                <c:pt idx="3">
                  <c:v>165.72269937077203</c:v>
                </c:pt>
                <c:pt idx="4">
                  <c:v>91.028209055506494</c:v>
                </c:pt>
                <c:pt idx="5">
                  <c:v>49.999999247625055</c:v>
                </c:pt>
              </c:numCache>
            </c:numRef>
          </c:val>
          <c:smooth val="0"/>
          <c:extLst>
            <c:ext xmlns:c16="http://schemas.microsoft.com/office/drawing/2014/chart" uri="{C3380CC4-5D6E-409C-BE32-E72D297353CC}">
              <c16:uniqueId val="{00000000-A6A0-4342-85AD-86BD37D159A5}"/>
            </c:ext>
          </c:extLst>
        </c:ser>
        <c:dLbls>
          <c:showLegendKey val="0"/>
          <c:showVal val="0"/>
          <c:showCatName val="0"/>
          <c:showSerName val="0"/>
          <c:showPercent val="0"/>
          <c:showBubbleSize val="0"/>
        </c:dLbls>
        <c:smooth val="0"/>
        <c:axId val="850143568"/>
        <c:axId val="850144048"/>
      </c:lineChart>
      <c:catAx>
        <c:axId val="850143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Segoe Print" panose="02000600000000000000" pitchFamily="2" charset="0"/>
                <a:ea typeface="+mn-ea"/>
                <a:cs typeface="+mn-cs"/>
              </a:defRPr>
            </a:pPr>
            <a:endParaRPr lang="es-ES_tradnl"/>
          </a:p>
        </c:txPr>
        <c:crossAx val="850144048"/>
        <c:crosses val="autoZero"/>
        <c:auto val="1"/>
        <c:lblAlgn val="ctr"/>
        <c:lblOffset val="100"/>
        <c:noMultiLvlLbl val="0"/>
      </c:catAx>
      <c:valAx>
        <c:axId val="850144048"/>
        <c:scaling>
          <c:orientation val="minMax"/>
        </c:scaling>
        <c:delete val="0"/>
        <c:axPos val="l"/>
        <c:majorGridlines>
          <c:spPr>
            <a:ln w="9525" cap="flat" cmpd="sng" algn="ctr">
              <a:solidFill>
                <a:schemeClr val="tx1">
                  <a:lumMod val="15000"/>
                  <a:lumOff val="85000"/>
                </a:schemeClr>
              </a:solidFill>
              <a:round/>
            </a:ln>
            <a:effectLst/>
          </c:spPr>
        </c:majorGridlines>
        <c:numFmt formatCode="_-* #,##0\ &quot;€&quot;_-;\-* #,##0\ &quot;€&quot;_-;_-* &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Segoe Print" panose="02000600000000000000" pitchFamily="2" charset="0"/>
                <a:ea typeface="+mn-ea"/>
                <a:cs typeface="+mn-cs"/>
              </a:defRPr>
            </a:pPr>
            <a:endParaRPr lang="es-ES_tradnl"/>
          </a:p>
        </c:txPr>
        <c:crossAx val="850143568"/>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es-ES_trad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11677022036286"/>
          <c:y val="8.2927664284240338E-2"/>
          <c:w val="0.85219685039370074"/>
          <c:h val="0.77838423765593856"/>
        </c:manualLayout>
      </c:layout>
      <c:areaChart>
        <c:grouping val="stacked"/>
        <c:varyColors val="0"/>
        <c:ser>
          <c:idx val="0"/>
          <c:order val="0"/>
          <c:tx>
            <c:strRef>
              <c:f>Sheet2!$C$2</c:f>
              <c:strCache>
                <c:ptCount val="1"/>
                <c:pt idx="0">
                  <c:v>Compras en renting</c:v>
                </c:pt>
              </c:strCache>
            </c:strRef>
          </c:tx>
          <c:spPr>
            <a:solidFill>
              <a:schemeClr val="accent1"/>
            </a:solidFill>
            <a:ln>
              <a:noFill/>
            </a:ln>
            <a:effectLst/>
          </c:spPr>
          <c:cat>
            <c:numRef>
              <c:f>Sheet2!$B$3:$B$42</c:f>
              <c:numCache>
                <c:formatCode>General</c:formatCode>
                <c:ptCount val="40"/>
                <c:pt idx="0">
                  <c:v>1985</c:v>
                </c:pt>
                <c:pt idx="1">
                  <c:v>1986</c:v>
                </c:pt>
                <c:pt idx="2">
                  <c:v>1987</c:v>
                </c:pt>
                <c:pt idx="3">
                  <c:v>1988</c:v>
                </c:pt>
                <c:pt idx="4">
                  <c:v>1989</c:v>
                </c:pt>
                <c:pt idx="5">
                  <c:v>1990</c:v>
                </c:pt>
                <c:pt idx="6">
                  <c:v>1991</c:v>
                </c:pt>
                <c:pt idx="7">
                  <c:v>1992</c:v>
                </c:pt>
                <c:pt idx="8">
                  <c:v>1993</c:v>
                </c:pt>
                <c:pt idx="9">
                  <c:v>1994</c:v>
                </c:pt>
                <c:pt idx="10">
                  <c:v>1995</c:v>
                </c:pt>
                <c:pt idx="11">
                  <c:v>1996</c:v>
                </c:pt>
                <c:pt idx="12">
                  <c:v>1997</c:v>
                </c:pt>
                <c:pt idx="13">
                  <c:v>1998</c:v>
                </c:pt>
                <c:pt idx="14">
                  <c:v>1999</c:v>
                </c:pt>
                <c:pt idx="15">
                  <c:v>2000</c:v>
                </c:pt>
                <c:pt idx="16">
                  <c:v>2001</c:v>
                </c:pt>
                <c:pt idx="17">
                  <c:v>2002</c:v>
                </c:pt>
                <c:pt idx="18">
                  <c:v>2003</c:v>
                </c:pt>
                <c:pt idx="19">
                  <c:v>2004</c:v>
                </c:pt>
                <c:pt idx="20">
                  <c:v>2005</c:v>
                </c:pt>
                <c:pt idx="21">
                  <c:v>2006</c:v>
                </c:pt>
                <c:pt idx="22">
                  <c:v>2007</c:v>
                </c:pt>
                <c:pt idx="23">
                  <c:v>2008</c:v>
                </c:pt>
                <c:pt idx="24">
                  <c:v>2009</c:v>
                </c:pt>
                <c:pt idx="25">
                  <c:v>2010</c:v>
                </c:pt>
                <c:pt idx="26">
                  <c:v>2011</c:v>
                </c:pt>
                <c:pt idx="27">
                  <c:v>2012</c:v>
                </c:pt>
                <c:pt idx="28">
                  <c:v>2013</c:v>
                </c:pt>
                <c:pt idx="29">
                  <c:v>2014</c:v>
                </c:pt>
                <c:pt idx="30">
                  <c:v>2015</c:v>
                </c:pt>
                <c:pt idx="31">
                  <c:v>2016</c:v>
                </c:pt>
                <c:pt idx="32">
                  <c:v>2017</c:v>
                </c:pt>
                <c:pt idx="33">
                  <c:v>2018</c:v>
                </c:pt>
                <c:pt idx="34">
                  <c:v>2019</c:v>
                </c:pt>
                <c:pt idx="35">
                  <c:v>2020</c:v>
                </c:pt>
                <c:pt idx="36">
                  <c:v>2021</c:v>
                </c:pt>
                <c:pt idx="37">
                  <c:v>2022</c:v>
                </c:pt>
                <c:pt idx="38">
                  <c:v>2023</c:v>
                </c:pt>
                <c:pt idx="39">
                  <c:v>2024</c:v>
                </c:pt>
              </c:numCache>
            </c:numRef>
          </c:cat>
          <c:val>
            <c:numRef>
              <c:f>Sheet2!$C$3:$C$42</c:f>
              <c:numCache>
                <c:formatCode>General</c:formatCode>
                <c:ptCount val="40"/>
                <c:pt idx="0">
                  <c:v>84</c:v>
                </c:pt>
                <c:pt idx="1">
                  <c:v>155</c:v>
                </c:pt>
                <c:pt idx="2">
                  <c:v>398</c:v>
                </c:pt>
                <c:pt idx="3">
                  <c:v>1005</c:v>
                </c:pt>
                <c:pt idx="4" formatCode="#,##0">
                  <c:v>2082</c:v>
                </c:pt>
                <c:pt idx="5" formatCode="#,##0">
                  <c:v>3478</c:v>
                </c:pt>
                <c:pt idx="6" formatCode="#,##0">
                  <c:v>4498</c:v>
                </c:pt>
                <c:pt idx="7" formatCode="#,##0">
                  <c:v>7258</c:v>
                </c:pt>
                <c:pt idx="8" formatCode="#,##0">
                  <c:v>9211</c:v>
                </c:pt>
                <c:pt idx="9" formatCode="#,##0">
                  <c:v>13226</c:v>
                </c:pt>
                <c:pt idx="10" formatCode="#,##0">
                  <c:v>17102</c:v>
                </c:pt>
                <c:pt idx="11" formatCode="#,##0">
                  <c:v>23165</c:v>
                </c:pt>
                <c:pt idx="12" formatCode="#,##0">
                  <c:v>24931</c:v>
                </c:pt>
                <c:pt idx="13" formatCode="#,##0">
                  <c:v>49614</c:v>
                </c:pt>
                <c:pt idx="14" formatCode="#,##0">
                  <c:v>69350</c:v>
                </c:pt>
                <c:pt idx="15" formatCode="#,##0">
                  <c:v>84820</c:v>
                </c:pt>
                <c:pt idx="16" formatCode="#,##0">
                  <c:v>104074</c:v>
                </c:pt>
                <c:pt idx="17" formatCode="#,##0">
                  <c:v>111046</c:v>
                </c:pt>
                <c:pt idx="18" formatCode="#,##0">
                  <c:v>125693</c:v>
                </c:pt>
                <c:pt idx="19" formatCode="#,##0">
                  <c:v>144777</c:v>
                </c:pt>
                <c:pt idx="20" formatCode="#,##0">
                  <c:v>165574</c:v>
                </c:pt>
                <c:pt idx="21" formatCode="#,##0">
                  <c:v>185173</c:v>
                </c:pt>
                <c:pt idx="22" formatCode="#,##0">
                  <c:v>202910</c:v>
                </c:pt>
                <c:pt idx="23" formatCode="#,##0">
                  <c:v>181833</c:v>
                </c:pt>
                <c:pt idx="24" formatCode="#,##0">
                  <c:v>96306</c:v>
                </c:pt>
                <c:pt idx="25" formatCode="#,##0">
                  <c:v>119660</c:v>
                </c:pt>
                <c:pt idx="26" formatCode="#,##0">
                  <c:v>123333</c:v>
                </c:pt>
                <c:pt idx="27" formatCode="#,##0">
                  <c:v>106016</c:v>
                </c:pt>
                <c:pt idx="28" formatCode="#,##0">
                  <c:v>119836</c:v>
                </c:pt>
                <c:pt idx="29" formatCode="#,##0">
                  <c:v>143027</c:v>
                </c:pt>
                <c:pt idx="30" formatCode="#,##0">
                  <c:v>172321</c:v>
                </c:pt>
                <c:pt idx="31" formatCode="#,##0">
                  <c:v>205573</c:v>
                </c:pt>
                <c:pt idx="32" formatCode="#,##0">
                  <c:v>248602</c:v>
                </c:pt>
                <c:pt idx="33" formatCode="#,##0">
                  <c:v>267732</c:v>
                </c:pt>
                <c:pt idx="34" formatCode="#,##0">
                  <c:v>302900</c:v>
                </c:pt>
                <c:pt idx="35" formatCode="#,##0">
                  <c:v>209271</c:v>
                </c:pt>
                <c:pt idx="36" formatCode="#,##0">
                  <c:v>260834</c:v>
                </c:pt>
                <c:pt idx="37" formatCode="#,##0">
                  <c:v>254948</c:v>
                </c:pt>
                <c:pt idx="38" formatCode="#,##0">
                  <c:v>296465</c:v>
                </c:pt>
                <c:pt idx="39" formatCode="#,##0">
                  <c:v>336140</c:v>
                </c:pt>
              </c:numCache>
            </c:numRef>
          </c:val>
          <c:extLst>
            <c:ext xmlns:c16="http://schemas.microsoft.com/office/drawing/2014/chart" uri="{C3380CC4-5D6E-409C-BE32-E72D297353CC}">
              <c16:uniqueId val="{00000000-BE71-41C0-98F8-F28EBC6E34FE}"/>
            </c:ext>
          </c:extLst>
        </c:ser>
        <c:dLbls>
          <c:showLegendKey val="0"/>
          <c:showVal val="0"/>
          <c:showCatName val="0"/>
          <c:showSerName val="0"/>
          <c:showPercent val="0"/>
          <c:showBubbleSize val="0"/>
        </c:dLbls>
        <c:axId val="991934624"/>
        <c:axId val="991935104"/>
      </c:areaChart>
      <c:catAx>
        <c:axId val="9919346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991935104"/>
        <c:crosses val="autoZero"/>
        <c:auto val="1"/>
        <c:lblAlgn val="ctr"/>
        <c:lblOffset val="100"/>
        <c:noMultiLvlLbl val="0"/>
      </c:catAx>
      <c:valAx>
        <c:axId val="991935104"/>
        <c:scaling>
          <c:orientation val="minMax"/>
          <c:max val="3500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991934624"/>
        <c:crosses val="autoZero"/>
        <c:crossBetween val="midCat"/>
      </c:valAx>
      <c:spPr>
        <a:noFill/>
        <a:ln>
          <a:noFill/>
        </a:ln>
        <a:effectLst/>
      </c:spPr>
    </c:plotArea>
    <c:plotVisOnly val="1"/>
    <c:dispBlanksAs val="zero"/>
    <c:showDLblsOverMax val="0"/>
  </c:chart>
  <c:spPr>
    <a:noFill/>
    <a:ln>
      <a:noFill/>
    </a:ln>
    <a:effectLst/>
  </c:spPr>
  <c:txPr>
    <a:bodyPr/>
    <a:lstStyle/>
    <a:p>
      <a:pPr>
        <a:defRPr/>
      </a:pPr>
      <a:endParaRPr lang="es-ES_trad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Datos_carburante!$I$6</c:f>
              <c:strCache>
                <c:ptCount val="1"/>
                <c:pt idx="0">
                  <c:v>Diésel</c:v>
                </c:pt>
              </c:strCache>
            </c:strRef>
          </c:tx>
          <c:spPr>
            <a:solidFill>
              <a:schemeClr val="accent1"/>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Datos_carburante!$I$7:$I$13</c:f>
              <c:numCache>
                <c:formatCode>#,##0</c:formatCode>
                <c:ptCount val="7"/>
                <c:pt idx="0">
                  <c:v>446892</c:v>
                </c:pt>
                <c:pt idx="1">
                  <c:v>409986</c:v>
                </c:pt>
                <c:pt idx="2">
                  <c:v>251661</c:v>
                </c:pt>
                <c:pt idx="3">
                  <c:v>267787</c:v>
                </c:pt>
                <c:pt idx="4">
                  <c:v>229318</c:v>
                </c:pt>
                <c:pt idx="5">
                  <c:v>262554</c:v>
                </c:pt>
                <c:pt idx="6">
                  <c:v>723332</c:v>
                </c:pt>
              </c:numCache>
            </c:numRef>
          </c:val>
          <c:extLst>
            <c:ext xmlns:c16="http://schemas.microsoft.com/office/drawing/2014/chart" uri="{C3380CC4-5D6E-409C-BE32-E72D297353CC}">
              <c16:uniqueId val="{00000000-6794-431F-AE62-C661F3794D6E}"/>
            </c:ext>
          </c:extLst>
        </c:ser>
        <c:ser>
          <c:idx val="1"/>
          <c:order val="1"/>
          <c:tx>
            <c:strRef>
              <c:f>Datos_carburante!$J$6</c:f>
              <c:strCache>
                <c:ptCount val="1"/>
                <c:pt idx="0">
                  <c:v>Gasolina</c:v>
                </c:pt>
              </c:strCache>
            </c:strRef>
          </c:tx>
          <c:spPr>
            <a:solidFill>
              <a:schemeClr val="accent2"/>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Datos_carburante!$J$7:$J$13</c:f>
              <c:numCache>
                <c:formatCode>#,##0</c:formatCode>
                <c:ptCount val="7"/>
                <c:pt idx="0">
                  <c:v>211179</c:v>
                </c:pt>
                <c:pt idx="1">
                  <c:v>282989</c:v>
                </c:pt>
                <c:pt idx="2">
                  <c:v>152467</c:v>
                </c:pt>
                <c:pt idx="3">
                  <c:v>201757</c:v>
                </c:pt>
                <c:pt idx="4">
                  <c:v>183937</c:v>
                </c:pt>
                <c:pt idx="5">
                  <c:v>218196</c:v>
                </c:pt>
                <c:pt idx="6">
                  <c:v>659880</c:v>
                </c:pt>
              </c:numCache>
            </c:numRef>
          </c:val>
          <c:extLst>
            <c:ext xmlns:c16="http://schemas.microsoft.com/office/drawing/2014/chart" uri="{C3380CC4-5D6E-409C-BE32-E72D297353CC}">
              <c16:uniqueId val="{00000001-6794-431F-AE62-C661F3794D6E}"/>
            </c:ext>
          </c:extLst>
        </c:ser>
        <c:ser>
          <c:idx val="2"/>
          <c:order val="2"/>
          <c:tx>
            <c:strRef>
              <c:f>Datos_carburante!$K$6</c:f>
              <c:strCache>
                <c:ptCount val="1"/>
                <c:pt idx="0">
                  <c:v>Híbrido</c:v>
                </c:pt>
              </c:strCache>
            </c:strRef>
          </c:tx>
          <c:spPr>
            <a:solidFill>
              <a:schemeClr val="accent3"/>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Datos_carburante!$K$7:$K$13</c:f>
              <c:numCache>
                <c:formatCode>#,##0</c:formatCode>
                <c:ptCount val="7"/>
                <c:pt idx="0">
                  <c:v>34940</c:v>
                </c:pt>
                <c:pt idx="1">
                  <c:v>54659</c:v>
                </c:pt>
                <c:pt idx="2">
                  <c:v>70931</c:v>
                </c:pt>
                <c:pt idx="3">
                  <c:v>135458</c:v>
                </c:pt>
                <c:pt idx="4">
                  <c:v>151776</c:v>
                </c:pt>
                <c:pt idx="5">
                  <c:v>174441</c:v>
                </c:pt>
                <c:pt idx="6">
                  <c:v>614587</c:v>
                </c:pt>
              </c:numCache>
            </c:numRef>
          </c:val>
          <c:extLst>
            <c:ext xmlns:c16="http://schemas.microsoft.com/office/drawing/2014/chart" uri="{C3380CC4-5D6E-409C-BE32-E72D297353CC}">
              <c16:uniqueId val="{00000002-6794-431F-AE62-C661F3794D6E}"/>
            </c:ext>
          </c:extLst>
        </c:ser>
        <c:ser>
          <c:idx val="3"/>
          <c:order val="3"/>
          <c:tx>
            <c:strRef>
              <c:f>Datos_carburante!$L$6</c:f>
              <c:strCache>
                <c:ptCount val="1"/>
                <c:pt idx="0">
                  <c:v>Electrico</c:v>
                </c:pt>
              </c:strCache>
            </c:strRef>
          </c:tx>
          <c:spPr>
            <a:solidFill>
              <a:schemeClr val="accent4"/>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Datos_carburante!$L$7:$L$13</c:f>
              <c:numCache>
                <c:formatCode>#,##0</c:formatCode>
                <c:ptCount val="7"/>
                <c:pt idx="0">
                  <c:v>4557</c:v>
                </c:pt>
                <c:pt idx="1">
                  <c:v>8625</c:v>
                </c:pt>
                <c:pt idx="2">
                  <c:v>8951</c:v>
                </c:pt>
                <c:pt idx="3">
                  <c:v>12581</c:v>
                </c:pt>
                <c:pt idx="4">
                  <c:v>14722</c:v>
                </c:pt>
                <c:pt idx="5">
                  <c:v>26782</c:v>
                </c:pt>
                <c:pt idx="6">
                  <c:v>68094</c:v>
                </c:pt>
              </c:numCache>
            </c:numRef>
          </c:val>
          <c:extLst>
            <c:ext xmlns:c16="http://schemas.microsoft.com/office/drawing/2014/chart" uri="{C3380CC4-5D6E-409C-BE32-E72D297353CC}">
              <c16:uniqueId val="{00000003-6794-431F-AE62-C661F3794D6E}"/>
            </c:ext>
          </c:extLst>
        </c:ser>
        <c:dLbls>
          <c:showLegendKey val="0"/>
          <c:showVal val="0"/>
          <c:showCatName val="0"/>
          <c:showSerName val="0"/>
          <c:showPercent val="0"/>
          <c:showBubbleSize val="0"/>
        </c:dLbls>
        <c:gapWidth val="219"/>
        <c:axId val="1062593312"/>
        <c:axId val="1062594272"/>
      </c:barChart>
      <c:catAx>
        <c:axId val="1062593312"/>
        <c:scaling>
          <c:orientation val="minMax"/>
        </c:scaling>
        <c:delete val="0"/>
        <c:axPos val="b"/>
        <c:numFmt formatCode="[$-C0A]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062594272"/>
        <c:crosses val="autoZero"/>
        <c:auto val="0"/>
        <c:lblAlgn val="ctr"/>
        <c:lblOffset val="100"/>
        <c:noMultiLvlLbl val="0"/>
      </c:catAx>
      <c:valAx>
        <c:axId val="1062594272"/>
        <c:scaling>
          <c:orientation val="minMax"/>
          <c:max val="750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062593312"/>
        <c:crosses val="autoZero"/>
        <c:crossBetween val="between"/>
      </c:valAx>
      <c:spPr>
        <a:noFill/>
        <a:ln>
          <a:noFill/>
        </a:ln>
        <a:effectLst/>
      </c:spPr>
    </c:plotArea>
    <c:legend>
      <c:legendPos val="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Datos_carburante!$I$33</c:f>
              <c:strCache>
                <c:ptCount val="1"/>
                <c:pt idx="0">
                  <c:v>Renting</c:v>
                </c:pt>
              </c:strCache>
            </c:strRef>
          </c:tx>
          <c:spPr>
            <a:ln w="28575" cap="rnd">
              <a:solidFill>
                <a:schemeClr val="accent1"/>
              </a:solidFill>
              <a:round/>
            </a:ln>
            <a:effectLst/>
          </c:spPr>
          <c:marker>
            <c:symbol val="none"/>
          </c:marker>
          <c:cat>
            <c:strRef>
              <c:f>Datos_carburante!$H$34:$H$40</c:f>
              <c:strCache>
                <c:ptCount val="7"/>
                <c:pt idx="0">
                  <c:v>2018</c:v>
                </c:pt>
                <c:pt idx="1">
                  <c:v>2019</c:v>
                </c:pt>
                <c:pt idx="2">
                  <c:v>2020</c:v>
                </c:pt>
                <c:pt idx="3">
                  <c:v>2021</c:v>
                </c:pt>
                <c:pt idx="4">
                  <c:v>2022</c:v>
                </c:pt>
                <c:pt idx="5">
                  <c:v>2023</c:v>
                </c:pt>
                <c:pt idx="6">
                  <c:v>2024</c:v>
                </c:pt>
              </c:strCache>
            </c:strRef>
          </c:cat>
          <c:val>
            <c:numRef>
              <c:f>Datos_carburante!$I$34:$I$40</c:f>
              <c:numCache>
                <c:formatCode>#,##0</c:formatCode>
                <c:ptCount val="7"/>
                <c:pt idx="0">
                  <c:v>4557</c:v>
                </c:pt>
                <c:pt idx="1">
                  <c:v>8625</c:v>
                </c:pt>
                <c:pt idx="2">
                  <c:v>8951</c:v>
                </c:pt>
                <c:pt idx="3">
                  <c:v>12581</c:v>
                </c:pt>
                <c:pt idx="4">
                  <c:v>14722</c:v>
                </c:pt>
                <c:pt idx="5">
                  <c:v>26782</c:v>
                </c:pt>
                <c:pt idx="6">
                  <c:v>68094</c:v>
                </c:pt>
              </c:numCache>
            </c:numRef>
          </c:val>
          <c:smooth val="0"/>
          <c:extLst>
            <c:ext xmlns:c16="http://schemas.microsoft.com/office/drawing/2014/chart" uri="{C3380CC4-5D6E-409C-BE32-E72D297353CC}">
              <c16:uniqueId val="{00000000-EEDA-429F-A91D-0EEECF2CEF60}"/>
            </c:ext>
          </c:extLst>
        </c:ser>
        <c:ser>
          <c:idx val="1"/>
          <c:order val="1"/>
          <c:tx>
            <c:strRef>
              <c:f>Datos_carburante!$J$33</c:f>
              <c:strCache>
                <c:ptCount val="1"/>
                <c:pt idx="0">
                  <c:v>Total matriculaciones</c:v>
                </c:pt>
              </c:strCache>
            </c:strRef>
          </c:tx>
          <c:spPr>
            <a:ln w="28575" cap="rnd">
              <a:solidFill>
                <a:schemeClr val="accent2"/>
              </a:solidFill>
              <a:round/>
            </a:ln>
            <a:effectLst/>
          </c:spPr>
          <c:marker>
            <c:symbol val="none"/>
          </c:marker>
          <c:cat>
            <c:strRef>
              <c:f>Datos_carburante!$H$34:$H$40</c:f>
              <c:strCache>
                <c:ptCount val="7"/>
                <c:pt idx="0">
                  <c:v>2018</c:v>
                </c:pt>
                <c:pt idx="1">
                  <c:v>2019</c:v>
                </c:pt>
                <c:pt idx="2">
                  <c:v>2020</c:v>
                </c:pt>
                <c:pt idx="3">
                  <c:v>2021</c:v>
                </c:pt>
                <c:pt idx="4">
                  <c:v>2022</c:v>
                </c:pt>
                <c:pt idx="5">
                  <c:v>2023</c:v>
                </c:pt>
                <c:pt idx="6">
                  <c:v>2024</c:v>
                </c:pt>
              </c:strCache>
            </c:strRef>
          </c:cat>
          <c:val>
            <c:numRef>
              <c:f>Datos_carburante!$J$34:$J$40</c:f>
              <c:numCache>
                <c:formatCode>#,##0</c:formatCode>
                <c:ptCount val="7"/>
                <c:pt idx="0">
                  <c:v>17354</c:v>
                </c:pt>
                <c:pt idx="1">
                  <c:v>30686</c:v>
                </c:pt>
                <c:pt idx="2">
                  <c:v>41125</c:v>
                </c:pt>
                <c:pt idx="3">
                  <c:v>58171</c:v>
                </c:pt>
                <c:pt idx="4">
                  <c:v>83972</c:v>
                </c:pt>
                <c:pt idx="5">
                  <c:v>145268</c:v>
                </c:pt>
                <c:pt idx="6">
                  <c:v>371271</c:v>
                </c:pt>
              </c:numCache>
            </c:numRef>
          </c:val>
          <c:smooth val="0"/>
          <c:extLst>
            <c:ext xmlns:c16="http://schemas.microsoft.com/office/drawing/2014/chart" uri="{C3380CC4-5D6E-409C-BE32-E72D297353CC}">
              <c16:uniqueId val="{00000001-EEDA-429F-A91D-0EEECF2CEF60}"/>
            </c:ext>
          </c:extLst>
        </c:ser>
        <c:dLbls>
          <c:showLegendKey val="0"/>
          <c:showVal val="0"/>
          <c:showCatName val="0"/>
          <c:showSerName val="0"/>
          <c:showPercent val="0"/>
          <c:showBubbleSize val="0"/>
        </c:dLbls>
        <c:smooth val="0"/>
        <c:axId val="1178274720"/>
        <c:axId val="1178276640"/>
      </c:lineChart>
      <c:catAx>
        <c:axId val="11782747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178276640"/>
        <c:crosses val="autoZero"/>
        <c:auto val="0"/>
        <c:lblAlgn val="ctr"/>
        <c:lblOffset val="100"/>
        <c:noMultiLvlLbl val="0"/>
      </c:catAx>
      <c:valAx>
        <c:axId val="117827664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178274720"/>
        <c:crosses val="autoZero"/>
        <c:crossBetween val="between"/>
      </c:valAx>
      <c:spPr>
        <a:noFill/>
        <a:ln>
          <a:noFill/>
        </a:ln>
        <a:effectLst/>
      </c:spPr>
    </c:plotArea>
    <c:legend>
      <c:legendPos val="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r>
              <a:rPr lang="en-US" sz="1000"/>
              <a:t>Promedio</a:t>
            </a:r>
            <a:r>
              <a:rPr lang="en-US" sz="1000" baseline="0"/>
              <a:t> de importancia asignada a cada componente</a:t>
            </a:r>
            <a:endParaRPr lang="en-US" sz="1000"/>
          </a:p>
        </c:rich>
      </c:tx>
      <c:layout>
        <c:manualLayout>
          <c:xMode val="edge"/>
          <c:yMode val="edge"/>
          <c:x val="0.16893627174746287"/>
          <c:y val="3.644646924829157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Promedio</c:v>
                </c:pt>
              </c:strCache>
            </c:strRef>
          </c:tx>
          <c:spPr>
            <a:solidFill>
              <a:schemeClr val="accent1"/>
            </a:solidFill>
            <a:ln>
              <a:noFill/>
            </a:ln>
            <a:effectLst/>
          </c:spPr>
          <c:invertIfNegative val="0"/>
          <c:cat>
            <c:strRef>
              <c:f>Sheet1!$A$2:$A$9</c:f>
              <c:strCache>
                <c:ptCount val="8"/>
                <c:pt idx="0">
                  <c:v>Equipamiento</c:v>
                </c:pt>
                <c:pt idx="1">
                  <c:v>Kilometraje</c:v>
                </c:pt>
                <c:pt idx="2">
                  <c:v>Color </c:v>
                </c:pt>
                <c:pt idx="3">
                  <c:v>Tecnología</c:v>
                </c:pt>
                <c:pt idx="4">
                  <c:v>Edad</c:v>
                </c:pt>
                <c:pt idx="5">
                  <c:v>Tipo y consumo de combustible </c:v>
                </c:pt>
                <c:pt idx="6">
                  <c:v>Marca y modelo</c:v>
                </c:pt>
                <c:pt idx="7">
                  <c:v>Precio</c:v>
                </c:pt>
              </c:strCache>
            </c:strRef>
          </c:cat>
          <c:val>
            <c:numRef>
              <c:f>Sheet1!$B$2:$B$9</c:f>
              <c:numCache>
                <c:formatCode>0.00</c:formatCode>
                <c:ptCount val="8"/>
                <c:pt idx="0">
                  <c:v>6.25</c:v>
                </c:pt>
                <c:pt idx="1">
                  <c:v>5.458333333333333</c:v>
                </c:pt>
                <c:pt idx="2">
                  <c:v>5.291666666666667</c:v>
                </c:pt>
                <c:pt idx="3">
                  <c:v>4.708333333333333</c:v>
                </c:pt>
                <c:pt idx="4">
                  <c:v>4.041666666666667</c:v>
                </c:pt>
                <c:pt idx="5">
                  <c:v>3.75</c:v>
                </c:pt>
                <c:pt idx="6">
                  <c:v>3.2916666666666665</c:v>
                </c:pt>
                <c:pt idx="7">
                  <c:v>3.2083333333333335</c:v>
                </c:pt>
              </c:numCache>
            </c:numRef>
          </c:val>
          <c:extLst>
            <c:ext xmlns:c16="http://schemas.microsoft.com/office/drawing/2014/chart" uri="{C3380CC4-5D6E-409C-BE32-E72D297353CC}">
              <c16:uniqueId val="{00000000-0535-4B2B-AC76-517D67F2D724}"/>
            </c:ext>
          </c:extLst>
        </c:ser>
        <c:dLbls>
          <c:showLegendKey val="0"/>
          <c:showVal val="0"/>
          <c:showCatName val="0"/>
          <c:showSerName val="0"/>
          <c:showPercent val="0"/>
          <c:showBubbleSize val="0"/>
        </c:dLbls>
        <c:gapWidth val="182"/>
        <c:axId val="335587264"/>
        <c:axId val="335590144"/>
      </c:barChart>
      <c:catAx>
        <c:axId val="3355872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335590144"/>
        <c:crosses val="autoZero"/>
        <c:auto val="1"/>
        <c:lblAlgn val="ctr"/>
        <c:lblOffset val="100"/>
        <c:noMultiLvlLbl val="0"/>
      </c:catAx>
      <c:valAx>
        <c:axId val="335590144"/>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33558726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r>
              <a:rPr lang="es-ES_tradnl" sz="1000" b="0" i="0" u="none" strike="noStrike" baseline="0"/>
              <a:t>% Distribución de las Preferencias del Usuario</a:t>
            </a:r>
            <a:endParaRPr lang="es-ES_tradnl" sz="1000"/>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mn-lt"/>
              <a:ea typeface="+mn-ea"/>
              <a:cs typeface="+mn-cs"/>
            </a:defRPr>
          </a:pPr>
          <a:endParaRPr lang="es-ES_tradnl"/>
        </a:p>
      </c:txPr>
    </c:title>
    <c:autoTitleDeleted val="0"/>
    <c:plotArea>
      <c:layout/>
      <c:barChart>
        <c:barDir val="col"/>
        <c:grouping val="stacked"/>
        <c:varyColors val="0"/>
        <c:ser>
          <c:idx val="0"/>
          <c:order val="0"/>
          <c:tx>
            <c:strRef>
              <c:f>Sheet1!$X$2</c:f>
              <c:strCache>
                <c:ptCount val="1"/>
                <c:pt idx="0">
                  <c:v>8</c:v>
                </c:pt>
              </c:strCache>
            </c:strRef>
          </c:tx>
          <c:spPr>
            <a:solidFill>
              <a:schemeClr val="accent3"/>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Sheet1!$Y$2:$AF$2</c:f>
              <c:numCache>
                <c:formatCode>General</c:formatCode>
                <c:ptCount val="8"/>
                <c:pt idx="0">
                  <c:v>8.3333333333333329E-2</c:v>
                </c:pt>
                <c:pt idx="1">
                  <c:v>0</c:v>
                </c:pt>
                <c:pt idx="2">
                  <c:v>4.1666666666666664E-2</c:v>
                </c:pt>
                <c:pt idx="3">
                  <c:v>4.1666666666666664E-2</c:v>
                </c:pt>
                <c:pt idx="4">
                  <c:v>0</c:v>
                </c:pt>
                <c:pt idx="5">
                  <c:v>0.29166666666666669</c:v>
                </c:pt>
                <c:pt idx="6">
                  <c:v>0.25</c:v>
                </c:pt>
                <c:pt idx="7">
                  <c:v>0.29166666666666669</c:v>
                </c:pt>
              </c:numCache>
            </c:numRef>
          </c:val>
          <c:extLst>
            <c:ext xmlns:c16="http://schemas.microsoft.com/office/drawing/2014/chart" uri="{C3380CC4-5D6E-409C-BE32-E72D297353CC}">
              <c16:uniqueId val="{00000000-409F-4692-922B-A86681648D72}"/>
            </c:ext>
          </c:extLst>
        </c:ser>
        <c:ser>
          <c:idx val="1"/>
          <c:order val="1"/>
          <c:tx>
            <c:strRef>
              <c:f>Sheet1!$X$3</c:f>
              <c:strCache>
                <c:ptCount val="1"/>
                <c:pt idx="0">
                  <c:v>7</c:v>
                </c:pt>
              </c:strCache>
            </c:strRef>
          </c:tx>
          <c:spPr>
            <a:solidFill>
              <a:schemeClr val="accent1"/>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Sheet1!$Y$3:$AF$3</c:f>
              <c:numCache>
                <c:formatCode>General</c:formatCode>
                <c:ptCount val="8"/>
                <c:pt idx="0">
                  <c:v>4.1666666666666664E-2</c:v>
                </c:pt>
                <c:pt idx="1">
                  <c:v>4.1666666666666664E-2</c:v>
                </c:pt>
                <c:pt idx="2">
                  <c:v>0</c:v>
                </c:pt>
                <c:pt idx="3">
                  <c:v>0.20833333333333334</c:v>
                </c:pt>
                <c:pt idx="4">
                  <c:v>0.125</c:v>
                </c:pt>
                <c:pt idx="5">
                  <c:v>0.25</c:v>
                </c:pt>
                <c:pt idx="6">
                  <c:v>0.16666666666666666</c:v>
                </c:pt>
                <c:pt idx="7">
                  <c:v>0.16666666666666666</c:v>
                </c:pt>
              </c:numCache>
            </c:numRef>
          </c:val>
          <c:extLst>
            <c:ext xmlns:c16="http://schemas.microsoft.com/office/drawing/2014/chart" uri="{C3380CC4-5D6E-409C-BE32-E72D297353CC}">
              <c16:uniqueId val="{00000001-409F-4692-922B-A86681648D72}"/>
            </c:ext>
          </c:extLst>
        </c:ser>
        <c:ser>
          <c:idx val="2"/>
          <c:order val="2"/>
          <c:tx>
            <c:strRef>
              <c:f>Sheet1!$X$4</c:f>
              <c:strCache>
                <c:ptCount val="1"/>
                <c:pt idx="0">
                  <c:v>6</c:v>
                </c:pt>
              </c:strCache>
            </c:strRef>
          </c:tx>
          <c:spPr>
            <a:solidFill>
              <a:schemeClr val="accent5"/>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Sheet1!$Y$4:$AF$4</c:f>
              <c:numCache>
                <c:formatCode>General</c:formatCode>
                <c:ptCount val="8"/>
                <c:pt idx="0">
                  <c:v>8.3333333333333329E-2</c:v>
                </c:pt>
                <c:pt idx="1">
                  <c:v>4.1666666666666664E-2</c:v>
                </c:pt>
                <c:pt idx="2">
                  <c:v>0.125</c:v>
                </c:pt>
                <c:pt idx="3">
                  <c:v>4.1666666666666664E-2</c:v>
                </c:pt>
                <c:pt idx="4">
                  <c:v>0.20833333333333334</c:v>
                </c:pt>
                <c:pt idx="5">
                  <c:v>4.1666666666666664E-2</c:v>
                </c:pt>
                <c:pt idx="6">
                  <c:v>0.16666666666666666</c:v>
                </c:pt>
                <c:pt idx="7">
                  <c:v>0.29166666666666669</c:v>
                </c:pt>
              </c:numCache>
            </c:numRef>
          </c:val>
          <c:extLst>
            <c:ext xmlns:c16="http://schemas.microsoft.com/office/drawing/2014/chart" uri="{C3380CC4-5D6E-409C-BE32-E72D297353CC}">
              <c16:uniqueId val="{00000002-409F-4692-922B-A86681648D72}"/>
            </c:ext>
          </c:extLst>
        </c:ser>
        <c:ser>
          <c:idx val="3"/>
          <c:order val="3"/>
          <c:tx>
            <c:strRef>
              <c:f>Sheet1!$X$5</c:f>
              <c:strCache>
                <c:ptCount val="1"/>
                <c:pt idx="0">
                  <c:v>5</c:v>
                </c:pt>
              </c:strCache>
            </c:strRef>
          </c:tx>
          <c:spPr>
            <a:solidFill>
              <a:srgbClr val="7030A0"/>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Sheet1!$Y$5:$AF$5</c:f>
              <c:numCache>
                <c:formatCode>General</c:formatCode>
                <c:ptCount val="8"/>
                <c:pt idx="0">
                  <c:v>4.1666666666666664E-2</c:v>
                </c:pt>
                <c:pt idx="1">
                  <c:v>0.125</c:v>
                </c:pt>
                <c:pt idx="2">
                  <c:v>0.20833333333333334</c:v>
                </c:pt>
                <c:pt idx="3">
                  <c:v>4.1666666666666664E-2</c:v>
                </c:pt>
                <c:pt idx="4">
                  <c:v>0.25</c:v>
                </c:pt>
                <c:pt idx="5">
                  <c:v>8.3333333333333329E-2</c:v>
                </c:pt>
                <c:pt idx="6">
                  <c:v>0.125</c:v>
                </c:pt>
                <c:pt idx="7">
                  <c:v>0.125</c:v>
                </c:pt>
              </c:numCache>
            </c:numRef>
          </c:val>
          <c:extLst>
            <c:ext xmlns:c16="http://schemas.microsoft.com/office/drawing/2014/chart" uri="{C3380CC4-5D6E-409C-BE32-E72D297353CC}">
              <c16:uniqueId val="{00000003-409F-4692-922B-A86681648D72}"/>
            </c:ext>
          </c:extLst>
        </c:ser>
        <c:ser>
          <c:idx val="4"/>
          <c:order val="4"/>
          <c:tx>
            <c:strRef>
              <c:f>Sheet1!$X$6</c:f>
              <c:strCache>
                <c:ptCount val="1"/>
                <c:pt idx="0">
                  <c:v>4</c:v>
                </c:pt>
              </c:strCache>
            </c:strRef>
          </c:tx>
          <c:spPr>
            <a:solidFill>
              <a:srgbClr val="00B050"/>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Sheet1!$Y$6:$AF$6</c:f>
              <c:numCache>
                <c:formatCode>General</c:formatCode>
                <c:ptCount val="8"/>
                <c:pt idx="0">
                  <c:v>8.3333333333333329E-2</c:v>
                </c:pt>
                <c:pt idx="1">
                  <c:v>0.16666666666666666</c:v>
                </c:pt>
                <c:pt idx="2">
                  <c:v>0.16666666666666666</c:v>
                </c:pt>
                <c:pt idx="3">
                  <c:v>0.25</c:v>
                </c:pt>
                <c:pt idx="4">
                  <c:v>0.16666666666666666</c:v>
                </c:pt>
                <c:pt idx="5">
                  <c:v>4.1666666666666664E-2</c:v>
                </c:pt>
                <c:pt idx="6">
                  <c:v>8.3333333333333329E-2</c:v>
                </c:pt>
                <c:pt idx="7">
                  <c:v>4.1666666666666664E-2</c:v>
                </c:pt>
              </c:numCache>
            </c:numRef>
          </c:val>
          <c:extLst>
            <c:ext xmlns:c16="http://schemas.microsoft.com/office/drawing/2014/chart" uri="{C3380CC4-5D6E-409C-BE32-E72D297353CC}">
              <c16:uniqueId val="{00000004-409F-4692-922B-A86681648D72}"/>
            </c:ext>
          </c:extLst>
        </c:ser>
        <c:ser>
          <c:idx val="5"/>
          <c:order val="5"/>
          <c:tx>
            <c:strRef>
              <c:f>Sheet1!$X$7</c:f>
              <c:strCache>
                <c:ptCount val="1"/>
                <c:pt idx="0">
                  <c:v>3</c:v>
                </c:pt>
              </c:strCache>
            </c:strRef>
          </c:tx>
          <c:spPr>
            <a:solidFill>
              <a:schemeClr val="accent5">
                <a:lumMod val="60000"/>
              </a:schemeClr>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Sheet1!$Y$7:$AF$7</c:f>
              <c:numCache>
                <c:formatCode>General</c:formatCode>
                <c:ptCount val="8"/>
                <c:pt idx="0">
                  <c:v>0.16666666666666666</c:v>
                </c:pt>
                <c:pt idx="1">
                  <c:v>0.29166666666666669</c:v>
                </c:pt>
                <c:pt idx="2">
                  <c:v>0.20833333333333334</c:v>
                </c:pt>
                <c:pt idx="3">
                  <c:v>8.3333333333333329E-2</c:v>
                </c:pt>
                <c:pt idx="4">
                  <c:v>0.16666666666666666</c:v>
                </c:pt>
                <c:pt idx="5">
                  <c:v>0</c:v>
                </c:pt>
                <c:pt idx="6">
                  <c:v>4.1666666666666664E-2</c:v>
                </c:pt>
                <c:pt idx="7">
                  <c:v>4.1666666666666664E-2</c:v>
                </c:pt>
              </c:numCache>
            </c:numRef>
          </c:val>
          <c:extLst>
            <c:ext xmlns:c16="http://schemas.microsoft.com/office/drawing/2014/chart" uri="{C3380CC4-5D6E-409C-BE32-E72D297353CC}">
              <c16:uniqueId val="{00000005-409F-4692-922B-A86681648D72}"/>
            </c:ext>
          </c:extLst>
        </c:ser>
        <c:ser>
          <c:idx val="6"/>
          <c:order val="6"/>
          <c:tx>
            <c:strRef>
              <c:f>Sheet1!$X$8</c:f>
              <c:strCache>
                <c:ptCount val="1"/>
                <c:pt idx="0">
                  <c:v>2</c:v>
                </c:pt>
              </c:strCache>
            </c:strRef>
          </c:tx>
          <c:spPr>
            <a:solidFill>
              <a:schemeClr val="tx2">
                <a:lumMod val="90000"/>
                <a:lumOff val="10000"/>
              </a:schemeClr>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Sheet1!$Y$8:$AF$8</c:f>
              <c:numCache>
                <c:formatCode>General</c:formatCode>
                <c:ptCount val="8"/>
                <c:pt idx="0">
                  <c:v>0.20833333333333334</c:v>
                </c:pt>
                <c:pt idx="1">
                  <c:v>0.25</c:v>
                </c:pt>
                <c:pt idx="2">
                  <c:v>8.3333333333333329E-2</c:v>
                </c:pt>
                <c:pt idx="3">
                  <c:v>0.20833333333333334</c:v>
                </c:pt>
                <c:pt idx="4">
                  <c:v>8.3333333333333329E-2</c:v>
                </c:pt>
                <c:pt idx="5">
                  <c:v>8.3333333333333329E-2</c:v>
                </c:pt>
                <c:pt idx="6">
                  <c:v>4.1666666666666664E-2</c:v>
                </c:pt>
                <c:pt idx="7">
                  <c:v>4.1666666666666664E-2</c:v>
                </c:pt>
              </c:numCache>
            </c:numRef>
          </c:val>
          <c:extLst>
            <c:ext xmlns:c16="http://schemas.microsoft.com/office/drawing/2014/chart" uri="{C3380CC4-5D6E-409C-BE32-E72D297353CC}">
              <c16:uniqueId val="{00000006-409F-4692-922B-A86681648D72}"/>
            </c:ext>
          </c:extLst>
        </c:ser>
        <c:ser>
          <c:idx val="7"/>
          <c:order val="7"/>
          <c:tx>
            <c:strRef>
              <c:f>Sheet1!$X$9</c:f>
              <c:strCache>
                <c:ptCount val="1"/>
                <c:pt idx="0">
                  <c:v>1</c:v>
                </c:pt>
              </c:strCache>
            </c:strRef>
          </c:tx>
          <c:spPr>
            <a:solidFill>
              <a:srgbClr val="C00000"/>
            </a:solidFill>
            <a:ln>
              <a:noFill/>
            </a:ln>
            <a:effectLst/>
          </c:spPr>
          <c:invertIfNegative val="0"/>
          <c:cat>
            <c:strRef>
              <c:f>Sheet1!$Y$1:$AF$1</c:f>
              <c:strCache>
                <c:ptCount val="8"/>
                <c:pt idx="0">
                  <c:v>Precio</c:v>
                </c:pt>
                <c:pt idx="1">
                  <c:v>Marca y modelo</c:v>
                </c:pt>
                <c:pt idx="2">
                  <c:v>Combustible </c:v>
                </c:pt>
                <c:pt idx="3">
                  <c:v>Edad</c:v>
                </c:pt>
                <c:pt idx="4">
                  <c:v>Tecnología</c:v>
                </c:pt>
                <c:pt idx="5">
                  <c:v>Color </c:v>
                </c:pt>
                <c:pt idx="6">
                  <c:v>Kilometraje</c:v>
                </c:pt>
                <c:pt idx="7">
                  <c:v>Equipamiento</c:v>
                </c:pt>
              </c:strCache>
            </c:strRef>
          </c:cat>
          <c:val>
            <c:numRef>
              <c:f>Sheet1!$Y$9:$AF$9</c:f>
              <c:numCache>
                <c:formatCode>General</c:formatCode>
                <c:ptCount val="8"/>
                <c:pt idx="0">
                  <c:v>0.29166666666666669</c:v>
                </c:pt>
                <c:pt idx="1">
                  <c:v>8.3333333333333329E-2</c:v>
                </c:pt>
                <c:pt idx="2">
                  <c:v>0.16666666666666666</c:v>
                </c:pt>
                <c:pt idx="3">
                  <c:v>0.125</c:v>
                </c:pt>
                <c:pt idx="4">
                  <c:v>0</c:v>
                </c:pt>
                <c:pt idx="5">
                  <c:v>0.20833333333333334</c:v>
                </c:pt>
                <c:pt idx="6">
                  <c:v>0.125</c:v>
                </c:pt>
                <c:pt idx="7">
                  <c:v>0</c:v>
                </c:pt>
              </c:numCache>
            </c:numRef>
          </c:val>
          <c:extLst>
            <c:ext xmlns:c16="http://schemas.microsoft.com/office/drawing/2014/chart" uri="{C3380CC4-5D6E-409C-BE32-E72D297353CC}">
              <c16:uniqueId val="{00000007-409F-4692-922B-A86681648D72}"/>
            </c:ext>
          </c:extLst>
        </c:ser>
        <c:dLbls>
          <c:showLegendKey val="0"/>
          <c:showVal val="0"/>
          <c:showCatName val="0"/>
          <c:showSerName val="0"/>
          <c:showPercent val="0"/>
          <c:showBubbleSize val="0"/>
        </c:dLbls>
        <c:gapWidth val="151"/>
        <c:overlap val="100"/>
        <c:axId val="206097344"/>
        <c:axId val="206082464"/>
      </c:barChart>
      <c:catAx>
        <c:axId val="206097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ES_tradnl"/>
          </a:p>
        </c:txPr>
        <c:crossAx val="206082464"/>
        <c:crosses val="autoZero"/>
        <c:auto val="1"/>
        <c:lblAlgn val="ctr"/>
        <c:lblOffset val="100"/>
        <c:noMultiLvlLbl val="0"/>
      </c:catAx>
      <c:valAx>
        <c:axId val="206082464"/>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206097344"/>
        <c:crosses val="autoZero"/>
        <c:crossBetween val="between"/>
        <c:minorUnit val="4.0000000000000008E-2"/>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Sheet1!$J$5</c:f>
              <c:strCache>
                <c:ptCount val="1"/>
                <c:pt idx="0">
                  <c:v>Capital pagado</c:v>
                </c:pt>
              </c:strCache>
            </c:strRef>
          </c:tx>
          <c:spPr>
            <a:solidFill>
              <a:schemeClr val="accent1"/>
            </a:solidFill>
            <a:ln>
              <a:noFill/>
            </a:ln>
            <a:effectLst/>
          </c:spPr>
          <c:invertIfNegative val="0"/>
          <c:cat>
            <c:numRef>
              <c:f>Sheet1!$G$6:$G$66</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Sheet1!$J$7:$J$66</c:f>
              <c:numCache>
                <c:formatCode>"€"#,##0.00_);[Red]\("€"#,##0.00\)</c:formatCode>
                <c:ptCount val="60"/>
                <c:pt idx="0">
                  <c:v>231.3653695696992</c:v>
                </c:pt>
                <c:pt idx="1">
                  <c:v>232.90780536683053</c:v>
                </c:pt>
                <c:pt idx="2">
                  <c:v>234.46052406927606</c:v>
                </c:pt>
                <c:pt idx="3">
                  <c:v>236.02359422973791</c:v>
                </c:pt>
                <c:pt idx="4">
                  <c:v>237.59708485793615</c:v>
                </c:pt>
                <c:pt idx="5">
                  <c:v>239.18106542365572</c:v>
                </c:pt>
                <c:pt idx="6">
                  <c:v>240.7756058598134</c:v>
                </c:pt>
                <c:pt idx="7">
                  <c:v>242.38077656554549</c:v>
                </c:pt>
                <c:pt idx="8">
                  <c:v>243.99664840931578</c:v>
                </c:pt>
                <c:pt idx="9">
                  <c:v>245.62329273204458</c:v>
                </c:pt>
                <c:pt idx="10">
                  <c:v>247.26078135025821</c:v>
                </c:pt>
                <c:pt idx="11">
                  <c:v>248.90918655925992</c:v>
                </c:pt>
                <c:pt idx="12">
                  <c:v>250.56858113632165</c:v>
                </c:pt>
                <c:pt idx="13">
                  <c:v>252.23903834389714</c:v>
                </c:pt>
                <c:pt idx="14">
                  <c:v>253.92063193285645</c:v>
                </c:pt>
                <c:pt idx="15">
                  <c:v>255.61343614574216</c:v>
                </c:pt>
                <c:pt idx="16">
                  <c:v>257.31752572004712</c:v>
                </c:pt>
                <c:pt idx="17">
                  <c:v>259.03297589151407</c:v>
                </c:pt>
                <c:pt idx="18">
                  <c:v>260.75986239745748</c:v>
                </c:pt>
                <c:pt idx="19">
                  <c:v>262.4982614801072</c:v>
                </c:pt>
                <c:pt idx="20">
                  <c:v>264.2482498899746</c:v>
                </c:pt>
                <c:pt idx="21">
                  <c:v>266.00990488924106</c:v>
                </c:pt>
                <c:pt idx="22">
                  <c:v>267.78330425516936</c:v>
                </c:pt>
                <c:pt idx="23">
                  <c:v>269.56852628353715</c:v>
                </c:pt>
                <c:pt idx="24">
                  <c:v>271.36564979209408</c:v>
                </c:pt>
                <c:pt idx="25">
                  <c:v>273.17475412404133</c:v>
                </c:pt>
                <c:pt idx="26">
                  <c:v>274.99591915153496</c:v>
                </c:pt>
                <c:pt idx="27">
                  <c:v>276.82922527921187</c:v>
                </c:pt>
                <c:pt idx="28">
                  <c:v>278.67475344773993</c:v>
                </c:pt>
                <c:pt idx="29">
                  <c:v>280.53258513739149</c:v>
                </c:pt>
                <c:pt idx="30">
                  <c:v>282.4028023716408</c:v>
                </c:pt>
                <c:pt idx="31">
                  <c:v>284.28548772078511</c:v>
                </c:pt>
                <c:pt idx="32">
                  <c:v>286.18072430559033</c:v>
                </c:pt>
                <c:pt idx="33">
                  <c:v>288.08859580096095</c:v>
                </c:pt>
                <c:pt idx="34">
                  <c:v>290.00918643963405</c:v>
                </c:pt>
                <c:pt idx="35">
                  <c:v>291.94258101589821</c:v>
                </c:pt>
                <c:pt idx="36">
                  <c:v>293.88886488933758</c:v>
                </c:pt>
                <c:pt idx="37">
                  <c:v>295.84812398859981</c:v>
                </c:pt>
                <c:pt idx="38">
                  <c:v>297.82044481519046</c:v>
                </c:pt>
                <c:pt idx="39">
                  <c:v>299.80591444729174</c:v>
                </c:pt>
                <c:pt idx="40">
                  <c:v>301.80462054360703</c:v>
                </c:pt>
                <c:pt idx="41">
                  <c:v>303.81665134723107</c:v>
                </c:pt>
                <c:pt idx="42">
                  <c:v>305.84209568954594</c:v>
                </c:pt>
                <c:pt idx="43">
                  <c:v>307.88104299414294</c:v>
                </c:pt>
                <c:pt idx="44">
                  <c:v>309.93358328077056</c:v>
                </c:pt>
                <c:pt idx="45">
                  <c:v>311.99980716930901</c:v>
                </c:pt>
                <c:pt idx="46">
                  <c:v>314.07980588377109</c:v>
                </c:pt>
                <c:pt idx="47">
                  <c:v>316.1736712563295</c:v>
                </c:pt>
                <c:pt idx="48">
                  <c:v>318.28149573137171</c:v>
                </c:pt>
                <c:pt idx="49">
                  <c:v>320.40337236958089</c:v>
                </c:pt>
                <c:pt idx="50">
                  <c:v>322.53939485204472</c:v>
                </c:pt>
                <c:pt idx="51">
                  <c:v>324.68965748439166</c:v>
                </c:pt>
                <c:pt idx="52">
                  <c:v>326.8542552009543</c:v>
                </c:pt>
                <c:pt idx="53">
                  <c:v>329.03328356896066</c:v>
                </c:pt>
                <c:pt idx="54">
                  <c:v>331.22683879275371</c:v>
                </c:pt>
                <c:pt idx="55">
                  <c:v>333.43501771803875</c:v>
                </c:pt>
                <c:pt idx="56">
                  <c:v>335.65791783615902</c:v>
                </c:pt>
                <c:pt idx="57">
                  <c:v>337.89563728840011</c:v>
                </c:pt>
                <c:pt idx="58">
                  <c:v>340.14827487032278</c:v>
                </c:pt>
                <c:pt idx="59">
                  <c:v>342.41593003612491</c:v>
                </c:pt>
              </c:numCache>
            </c:numRef>
          </c:val>
          <c:extLst>
            <c:ext xmlns:c16="http://schemas.microsoft.com/office/drawing/2014/chart" uri="{C3380CC4-5D6E-409C-BE32-E72D297353CC}">
              <c16:uniqueId val="{00000000-6123-4D76-BAFF-2BA4A04E96C4}"/>
            </c:ext>
          </c:extLst>
        </c:ser>
        <c:ser>
          <c:idx val="1"/>
          <c:order val="1"/>
          <c:tx>
            <c:strRef>
              <c:f>Sheet1!$K$5</c:f>
              <c:strCache>
                <c:ptCount val="1"/>
                <c:pt idx="0">
                  <c:v>Intereses pagados</c:v>
                </c:pt>
              </c:strCache>
            </c:strRef>
          </c:tx>
          <c:spPr>
            <a:solidFill>
              <a:srgbClr val="FFC000"/>
            </a:solidFill>
            <a:ln>
              <a:noFill/>
            </a:ln>
            <a:effectLst/>
          </c:spPr>
          <c:invertIfNegative val="0"/>
          <c:cat>
            <c:numRef>
              <c:f>Sheet1!$G$6:$G$66</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Sheet1!$K$7:$K$66</c:f>
              <c:numCache>
                <c:formatCode>_("€"* #,##0.00_);_("€"* \(#,##0.00\);_("€"* "-"??_);_(@_)</c:formatCode>
                <c:ptCount val="60"/>
                <c:pt idx="0">
                  <c:v>213.33333333333334</c:v>
                </c:pt>
                <c:pt idx="1">
                  <c:v>211.79089753620201</c:v>
                </c:pt>
                <c:pt idx="2">
                  <c:v>210.23817883375648</c:v>
                </c:pt>
                <c:pt idx="3">
                  <c:v>208.67510867329463</c:v>
                </c:pt>
                <c:pt idx="4">
                  <c:v>207.10161804509639</c:v>
                </c:pt>
                <c:pt idx="5">
                  <c:v>205.51763747937682</c:v>
                </c:pt>
                <c:pt idx="6">
                  <c:v>203.92309704321914</c:v>
                </c:pt>
                <c:pt idx="7">
                  <c:v>202.31792633748705</c:v>
                </c:pt>
                <c:pt idx="8">
                  <c:v>200.70205449371676</c:v>
                </c:pt>
                <c:pt idx="9">
                  <c:v>199.07541017098796</c:v>
                </c:pt>
                <c:pt idx="10">
                  <c:v>197.43792155277433</c:v>
                </c:pt>
                <c:pt idx="11">
                  <c:v>195.78951634377262</c:v>
                </c:pt>
                <c:pt idx="12">
                  <c:v>194.13012176671089</c:v>
                </c:pt>
                <c:pt idx="13">
                  <c:v>192.4596645591354</c:v>
                </c:pt>
                <c:pt idx="14">
                  <c:v>190.77807097017609</c:v>
                </c:pt>
                <c:pt idx="15">
                  <c:v>189.08526675729038</c:v>
                </c:pt>
                <c:pt idx="16">
                  <c:v>187.38117718298545</c:v>
                </c:pt>
                <c:pt idx="17">
                  <c:v>185.66572701151847</c:v>
                </c:pt>
                <c:pt idx="18">
                  <c:v>183.93884050557506</c:v>
                </c:pt>
                <c:pt idx="19">
                  <c:v>182.20044142292534</c:v>
                </c:pt>
                <c:pt idx="20">
                  <c:v>180.45045301305794</c:v>
                </c:pt>
                <c:pt idx="21">
                  <c:v>178.68879801379146</c:v>
                </c:pt>
                <c:pt idx="22">
                  <c:v>176.91539864786319</c:v>
                </c:pt>
                <c:pt idx="23">
                  <c:v>175.13017661949539</c:v>
                </c:pt>
                <c:pt idx="24">
                  <c:v>173.33305311093847</c:v>
                </c:pt>
                <c:pt idx="25">
                  <c:v>171.52394877899118</c:v>
                </c:pt>
                <c:pt idx="26">
                  <c:v>169.70278375149758</c:v>
                </c:pt>
                <c:pt idx="27">
                  <c:v>167.8694776238207</c:v>
                </c:pt>
                <c:pt idx="28">
                  <c:v>166.02394945529261</c:v>
                </c:pt>
                <c:pt idx="29">
                  <c:v>164.16611776564102</c:v>
                </c:pt>
                <c:pt idx="30">
                  <c:v>162.29590053139174</c:v>
                </c:pt>
                <c:pt idx="31">
                  <c:v>160.41321518224746</c:v>
                </c:pt>
                <c:pt idx="32">
                  <c:v>158.51797859744221</c:v>
                </c:pt>
                <c:pt idx="33">
                  <c:v>156.61010710207159</c:v>
                </c:pt>
                <c:pt idx="34">
                  <c:v>154.68951646339852</c:v>
                </c:pt>
                <c:pt idx="35">
                  <c:v>152.7561218871343</c:v>
                </c:pt>
                <c:pt idx="36">
                  <c:v>150.80983801369499</c:v>
                </c:pt>
                <c:pt idx="37">
                  <c:v>148.85057891443273</c:v>
                </c:pt>
                <c:pt idx="38">
                  <c:v>146.87825808784208</c:v>
                </c:pt>
                <c:pt idx="39">
                  <c:v>144.8927884557408</c:v>
                </c:pt>
                <c:pt idx="40">
                  <c:v>142.89408235942554</c:v>
                </c:pt>
                <c:pt idx="41">
                  <c:v>140.88205155580147</c:v>
                </c:pt>
                <c:pt idx="42">
                  <c:v>138.8566072134866</c:v>
                </c:pt>
                <c:pt idx="43">
                  <c:v>136.81765990888962</c:v>
                </c:pt>
                <c:pt idx="44">
                  <c:v>134.76511962226201</c:v>
                </c:pt>
                <c:pt idx="45">
                  <c:v>132.69889573372353</c:v>
                </c:pt>
                <c:pt idx="46">
                  <c:v>130.61889701926148</c:v>
                </c:pt>
                <c:pt idx="47">
                  <c:v>128.52503164670301</c:v>
                </c:pt>
                <c:pt idx="48">
                  <c:v>126.41720717166081</c:v>
                </c:pt>
                <c:pt idx="49">
                  <c:v>124.29533053345166</c:v>
                </c:pt>
                <c:pt idx="50">
                  <c:v>122.1593080509878</c:v>
                </c:pt>
                <c:pt idx="51">
                  <c:v>120.00904541864085</c:v>
                </c:pt>
                <c:pt idx="52">
                  <c:v>117.84444770207823</c:v>
                </c:pt>
                <c:pt idx="53">
                  <c:v>115.66541933407188</c:v>
                </c:pt>
                <c:pt idx="54">
                  <c:v>113.4718641102788</c:v>
                </c:pt>
                <c:pt idx="55">
                  <c:v>111.26368518499378</c:v>
                </c:pt>
                <c:pt idx="56">
                  <c:v>109.04078506687351</c:v>
                </c:pt>
                <c:pt idx="57">
                  <c:v>106.80306561463244</c:v>
                </c:pt>
                <c:pt idx="58">
                  <c:v>104.55042803270979</c:v>
                </c:pt>
                <c:pt idx="59">
                  <c:v>102.28277286690764</c:v>
                </c:pt>
              </c:numCache>
            </c:numRef>
          </c:val>
          <c:extLst>
            <c:ext xmlns:c16="http://schemas.microsoft.com/office/drawing/2014/chart" uri="{C3380CC4-5D6E-409C-BE32-E72D297353CC}">
              <c16:uniqueId val="{00000001-6123-4D76-BAFF-2BA4A04E96C4}"/>
            </c:ext>
          </c:extLst>
        </c:ser>
        <c:dLbls>
          <c:showLegendKey val="0"/>
          <c:showVal val="0"/>
          <c:showCatName val="0"/>
          <c:showSerName val="0"/>
          <c:showPercent val="0"/>
          <c:showBubbleSize val="0"/>
        </c:dLbls>
        <c:gapWidth val="219"/>
        <c:overlap val="100"/>
        <c:axId val="758125840"/>
        <c:axId val="758090800"/>
      </c:barChart>
      <c:catAx>
        <c:axId val="758125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758090800"/>
        <c:crosses val="autoZero"/>
        <c:auto val="1"/>
        <c:lblAlgn val="ctr"/>
        <c:lblOffset val="100"/>
        <c:tickLblSkip val="5"/>
        <c:noMultiLvlLbl val="0"/>
      </c:catAx>
      <c:valAx>
        <c:axId val="758090800"/>
        <c:scaling>
          <c:orientation val="minMax"/>
        </c:scaling>
        <c:delete val="0"/>
        <c:axPos val="l"/>
        <c:numFmt formatCode="&quot;€&quot;#,##0.00_);[Red]\(&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758125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Quattrocento Sans" panose="020B0502050000020003" pitchFamily="34" charset="0"/>
              <a:ea typeface="+mn-ea"/>
              <a:cs typeface="+mn-cs"/>
            </a:defRPr>
          </a:pPr>
          <a:endParaRPr lang="es-ES_trad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[Worksheet in ValorResidual_TFM_v1.0.pptx]EU!TablaDinámica18</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sz="1400" b="0" i="0" u="none" strike="noStrike" kern="1200" spc="0" baseline="0">
                <a:solidFill>
                  <a:sysClr val="windowText" lastClr="000000">
                    <a:lumMod val="65000"/>
                    <a:lumOff val="35000"/>
                  </a:sysClr>
                </a:solidFill>
              </a:rPr>
              <a:t>Nueva producción leasing (EU)</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S_tradnl"/>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EU!$B$3</c:f>
              <c:strCache>
                <c:ptCount val="1"/>
                <c:pt idx="0">
                  <c:v>Equipamiento</c:v>
                </c:pt>
              </c:strCache>
            </c:strRef>
          </c:tx>
          <c:spPr>
            <a:ln w="28575" cap="rnd">
              <a:solidFill>
                <a:schemeClr val="accent1"/>
              </a:solidFill>
              <a:round/>
            </a:ln>
            <a:effectLst/>
          </c:spPr>
          <c:marker>
            <c:symbol val="none"/>
          </c:marker>
          <c:cat>
            <c:strRef>
              <c:f>EU!$A$4:$A$16</c:f>
              <c:strCache>
                <c:ptCount val="12"/>
                <c:pt idx="0">
                  <c:v>1st Sem. 2013</c:v>
                </c:pt>
                <c:pt idx="1">
                  <c:v>1st Sem. 2014</c:v>
                </c:pt>
                <c:pt idx="2">
                  <c:v>1st Sem. 2015</c:v>
                </c:pt>
                <c:pt idx="3">
                  <c:v>1st Sem. 2016</c:v>
                </c:pt>
                <c:pt idx="4">
                  <c:v>1st Sem. 2017</c:v>
                </c:pt>
                <c:pt idx="5">
                  <c:v>1st Sem. 2018</c:v>
                </c:pt>
                <c:pt idx="6">
                  <c:v>1st Sem. 2019</c:v>
                </c:pt>
                <c:pt idx="7">
                  <c:v>1st Sem. 2020</c:v>
                </c:pt>
                <c:pt idx="8">
                  <c:v>1st Sem. 2021</c:v>
                </c:pt>
                <c:pt idx="9">
                  <c:v>1st Sem. 2022</c:v>
                </c:pt>
                <c:pt idx="10">
                  <c:v>1st Sem. 2023</c:v>
                </c:pt>
                <c:pt idx="11">
                  <c:v>1st Sem. 2024</c:v>
                </c:pt>
              </c:strCache>
            </c:strRef>
          </c:cat>
          <c:val>
            <c:numRef>
              <c:f>EU!$B$4:$B$16</c:f>
              <c:numCache>
                <c:formatCode>_-* #,##0_-;\-* #,##0_-;_-* "-"??_-;_-@_-</c:formatCode>
                <c:ptCount val="12"/>
                <c:pt idx="0">
                  <c:v>36783</c:v>
                </c:pt>
                <c:pt idx="1">
                  <c:v>38765.891999999993</c:v>
                </c:pt>
                <c:pt idx="2">
                  <c:v>39861.145206205591</c:v>
                </c:pt>
                <c:pt idx="3">
                  <c:v>43522.499999999993</c:v>
                </c:pt>
                <c:pt idx="4">
                  <c:v>46149.3</c:v>
                </c:pt>
                <c:pt idx="5">
                  <c:v>46881.499999999993</c:v>
                </c:pt>
                <c:pt idx="6">
                  <c:v>51462.729999999996</c:v>
                </c:pt>
                <c:pt idx="7">
                  <c:v>39726.700000000004</c:v>
                </c:pt>
                <c:pt idx="8">
                  <c:v>46449.693664122125</c:v>
                </c:pt>
                <c:pt idx="9">
                  <c:v>48048.880000000005</c:v>
                </c:pt>
                <c:pt idx="10">
                  <c:v>50846.216140743651</c:v>
                </c:pt>
                <c:pt idx="11">
                  <c:v>50609</c:v>
                </c:pt>
              </c:numCache>
            </c:numRef>
          </c:val>
          <c:smooth val="0"/>
          <c:extLst>
            <c:ext xmlns:c16="http://schemas.microsoft.com/office/drawing/2014/chart" uri="{C3380CC4-5D6E-409C-BE32-E72D297353CC}">
              <c16:uniqueId val="{00000000-8BB3-418C-ACEE-B574BC277F8D}"/>
            </c:ext>
          </c:extLst>
        </c:ser>
        <c:ser>
          <c:idx val="1"/>
          <c:order val="1"/>
          <c:tx>
            <c:strRef>
              <c:f>EU!$C$3</c:f>
              <c:strCache>
                <c:ptCount val="1"/>
                <c:pt idx="0">
                  <c:v>Vehículos</c:v>
                </c:pt>
              </c:strCache>
            </c:strRef>
          </c:tx>
          <c:spPr>
            <a:ln w="28575" cap="rnd">
              <a:solidFill>
                <a:schemeClr val="accent2"/>
              </a:solidFill>
              <a:round/>
            </a:ln>
            <a:effectLst/>
          </c:spPr>
          <c:marker>
            <c:symbol val="none"/>
          </c:marker>
          <c:cat>
            <c:strRef>
              <c:f>EU!$A$4:$A$16</c:f>
              <c:strCache>
                <c:ptCount val="12"/>
                <c:pt idx="0">
                  <c:v>1st Sem. 2013</c:v>
                </c:pt>
                <c:pt idx="1">
                  <c:v>1st Sem. 2014</c:v>
                </c:pt>
                <c:pt idx="2">
                  <c:v>1st Sem. 2015</c:v>
                </c:pt>
                <c:pt idx="3">
                  <c:v>1st Sem. 2016</c:v>
                </c:pt>
                <c:pt idx="4">
                  <c:v>1st Sem. 2017</c:v>
                </c:pt>
                <c:pt idx="5">
                  <c:v>1st Sem. 2018</c:v>
                </c:pt>
                <c:pt idx="6">
                  <c:v>1st Sem. 2019</c:v>
                </c:pt>
                <c:pt idx="7">
                  <c:v>1st Sem. 2020</c:v>
                </c:pt>
                <c:pt idx="8">
                  <c:v>1st Sem. 2021</c:v>
                </c:pt>
                <c:pt idx="9">
                  <c:v>1st Sem. 2022</c:v>
                </c:pt>
                <c:pt idx="10">
                  <c:v>1st Sem. 2023</c:v>
                </c:pt>
                <c:pt idx="11">
                  <c:v>1st Sem. 2024</c:v>
                </c:pt>
              </c:strCache>
            </c:strRef>
          </c:cat>
          <c:val>
            <c:numRef>
              <c:f>EU!$C$4:$C$16</c:f>
              <c:numCache>
                <c:formatCode>_-* #,##0_-;\-* #,##0_-;_-* "-"??_-;_-@_-</c:formatCode>
                <c:ptCount val="12"/>
                <c:pt idx="0">
                  <c:v>68548.5</c:v>
                </c:pt>
                <c:pt idx="1">
                  <c:v>83692.833000000013</c:v>
                </c:pt>
                <c:pt idx="2">
                  <c:v>89259.064098361036</c:v>
                </c:pt>
                <c:pt idx="3">
                  <c:v>103145.9</c:v>
                </c:pt>
                <c:pt idx="4">
                  <c:v>108497.69999999998</c:v>
                </c:pt>
                <c:pt idx="5">
                  <c:v>113096.10000000002</c:v>
                </c:pt>
                <c:pt idx="6">
                  <c:v>120611.55999999998</c:v>
                </c:pt>
                <c:pt idx="7">
                  <c:v>77126.45</c:v>
                </c:pt>
                <c:pt idx="8">
                  <c:v>105371.45124798329</c:v>
                </c:pt>
                <c:pt idx="9">
                  <c:v>112877.56</c:v>
                </c:pt>
                <c:pt idx="10">
                  <c:v>125448.09426128994</c:v>
                </c:pt>
                <c:pt idx="11">
                  <c:v>136251</c:v>
                </c:pt>
              </c:numCache>
            </c:numRef>
          </c:val>
          <c:smooth val="0"/>
          <c:extLst>
            <c:ext xmlns:c16="http://schemas.microsoft.com/office/drawing/2014/chart" uri="{C3380CC4-5D6E-409C-BE32-E72D297353CC}">
              <c16:uniqueId val="{00000001-8BB3-418C-ACEE-B574BC277F8D}"/>
            </c:ext>
          </c:extLst>
        </c:ser>
        <c:ser>
          <c:idx val="2"/>
          <c:order val="2"/>
          <c:tx>
            <c:strRef>
              <c:f>EU!$D$3</c:f>
              <c:strCache>
                <c:ptCount val="1"/>
                <c:pt idx="0">
                  <c:v>Inmobiliario</c:v>
                </c:pt>
              </c:strCache>
            </c:strRef>
          </c:tx>
          <c:spPr>
            <a:ln w="28575" cap="rnd">
              <a:solidFill>
                <a:schemeClr val="accent3"/>
              </a:solidFill>
              <a:round/>
            </a:ln>
            <a:effectLst/>
          </c:spPr>
          <c:marker>
            <c:symbol val="none"/>
          </c:marker>
          <c:cat>
            <c:strRef>
              <c:f>EU!$A$4:$A$16</c:f>
              <c:strCache>
                <c:ptCount val="12"/>
                <c:pt idx="0">
                  <c:v>1st Sem. 2013</c:v>
                </c:pt>
                <c:pt idx="1">
                  <c:v>1st Sem. 2014</c:v>
                </c:pt>
                <c:pt idx="2">
                  <c:v>1st Sem. 2015</c:v>
                </c:pt>
                <c:pt idx="3">
                  <c:v>1st Sem. 2016</c:v>
                </c:pt>
                <c:pt idx="4">
                  <c:v>1st Sem. 2017</c:v>
                </c:pt>
                <c:pt idx="5">
                  <c:v>1st Sem. 2018</c:v>
                </c:pt>
                <c:pt idx="6">
                  <c:v>1st Sem. 2019</c:v>
                </c:pt>
                <c:pt idx="7">
                  <c:v>1st Sem. 2020</c:v>
                </c:pt>
                <c:pt idx="8">
                  <c:v>1st Sem. 2021</c:v>
                </c:pt>
                <c:pt idx="9">
                  <c:v>1st Sem. 2022</c:v>
                </c:pt>
                <c:pt idx="10">
                  <c:v>1st Sem. 2023</c:v>
                </c:pt>
                <c:pt idx="11">
                  <c:v>1st Sem. 2024</c:v>
                </c:pt>
              </c:strCache>
            </c:strRef>
          </c:cat>
          <c:val>
            <c:numRef>
              <c:f>EU!$D$4:$D$16</c:f>
              <c:numCache>
                <c:formatCode>_-* #,##0_-;\-* #,##0_-;_-* "-"??_-;_-@_-</c:formatCode>
                <c:ptCount val="12"/>
                <c:pt idx="0">
                  <c:v>6524.7</c:v>
                </c:pt>
                <c:pt idx="1">
                  <c:v>6618.2130000000006</c:v>
                </c:pt>
                <c:pt idx="2">
                  <c:v>9719.1351761585283</c:v>
                </c:pt>
                <c:pt idx="3">
                  <c:v>9186.3000000000011</c:v>
                </c:pt>
                <c:pt idx="4">
                  <c:v>6671.9999999999991</c:v>
                </c:pt>
                <c:pt idx="5">
                  <c:v>6133.7</c:v>
                </c:pt>
                <c:pt idx="6">
                  <c:v>7417.5</c:v>
                </c:pt>
                <c:pt idx="7">
                  <c:v>5091.17</c:v>
                </c:pt>
                <c:pt idx="8">
                  <c:v>6159.5466888810943</c:v>
                </c:pt>
                <c:pt idx="9">
                  <c:v>6440.5299999999979</c:v>
                </c:pt>
                <c:pt idx="10">
                  <c:v>5083.8457127013526</c:v>
                </c:pt>
                <c:pt idx="11">
                  <c:v>4719</c:v>
                </c:pt>
              </c:numCache>
            </c:numRef>
          </c:val>
          <c:smooth val="0"/>
          <c:extLst>
            <c:ext xmlns:c16="http://schemas.microsoft.com/office/drawing/2014/chart" uri="{C3380CC4-5D6E-409C-BE32-E72D297353CC}">
              <c16:uniqueId val="{00000002-8BB3-418C-ACEE-B574BC277F8D}"/>
            </c:ext>
          </c:extLst>
        </c:ser>
        <c:ser>
          <c:idx val="3"/>
          <c:order val="3"/>
          <c:tx>
            <c:strRef>
              <c:f>EU!$E$3</c:f>
              <c:strCache>
                <c:ptCount val="1"/>
                <c:pt idx="0">
                  <c:v>Total</c:v>
                </c:pt>
              </c:strCache>
            </c:strRef>
          </c:tx>
          <c:spPr>
            <a:ln w="28575" cap="rnd">
              <a:solidFill>
                <a:schemeClr val="accent4"/>
              </a:solidFill>
              <a:round/>
            </a:ln>
            <a:effectLst/>
          </c:spPr>
          <c:marker>
            <c:symbol val="none"/>
          </c:marker>
          <c:cat>
            <c:strRef>
              <c:f>EU!$A$4:$A$16</c:f>
              <c:strCache>
                <c:ptCount val="12"/>
                <c:pt idx="0">
                  <c:v>1st Sem. 2013</c:v>
                </c:pt>
                <c:pt idx="1">
                  <c:v>1st Sem. 2014</c:v>
                </c:pt>
                <c:pt idx="2">
                  <c:v>1st Sem. 2015</c:v>
                </c:pt>
                <c:pt idx="3">
                  <c:v>1st Sem. 2016</c:v>
                </c:pt>
                <c:pt idx="4">
                  <c:v>1st Sem. 2017</c:v>
                </c:pt>
                <c:pt idx="5">
                  <c:v>1st Sem. 2018</c:v>
                </c:pt>
                <c:pt idx="6">
                  <c:v>1st Sem. 2019</c:v>
                </c:pt>
                <c:pt idx="7">
                  <c:v>1st Sem. 2020</c:v>
                </c:pt>
                <c:pt idx="8">
                  <c:v>1st Sem. 2021</c:v>
                </c:pt>
                <c:pt idx="9">
                  <c:v>1st Sem. 2022</c:v>
                </c:pt>
                <c:pt idx="10">
                  <c:v>1st Sem. 2023</c:v>
                </c:pt>
                <c:pt idx="11">
                  <c:v>1st Sem. 2024</c:v>
                </c:pt>
              </c:strCache>
            </c:strRef>
          </c:cat>
          <c:val>
            <c:numRef>
              <c:f>EU!$E$4:$E$16</c:f>
              <c:numCache>
                <c:formatCode>_-* #,##0_-;\-* #,##0_-;_-* "-"??_-;_-@_-</c:formatCode>
                <c:ptCount val="12"/>
                <c:pt idx="0">
                  <c:v>111295.80000000002</c:v>
                </c:pt>
                <c:pt idx="1">
                  <c:v>129077.19999999997</c:v>
                </c:pt>
                <c:pt idx="2">
                  <c:v>138839.34448072515</c:v>
                </c:pt>
                <c:pt idx="3">
                  <c:v>155854.70000000001</c:v>
                </c:pt>
                <c:pt idx="4">
                  <c:v>161319</c:v>
                </c:pt>
                <c:pt idx="5">
                  <c:v>166111.30000000002</c:v>
                </c:pt>
                <c:pt idx="6">
                  <c:v>179491.79</c:v>
                </c:pt>
                <c:pt idx="7">
                  <c:v>121944.32000000001</c:v>
                </c:pt>
                <c:pt idx="8">
                  <c:v>157980.69160098652</c:v>
                </c:pt>
                <c:pt idx="9">
                  <c:v>167366.97</c:v>
                </c:pt>
                <c:pt idx="10">
                  <c:v>181369.82706251057</c:v>
                </c:pt>
                <c:pt idx="11">
                  <c:v>191579</c:v>
                </c:pt>
              </c:numCache>
            </c:numRef>
          </c:val>
          <c:smooth val="0"/>
          <c:extLst>
            <c:ext xmlns:c16="http://schemas.microsoft.com/office/drawing/2014/chart" uri="{C3380CC4-5D6E-409C-BE32-E72D297353CC}">
              <c16:uniqueId val="{00000003-8BB3-418C-ACEE-B574BC277F8D}"/>
            </c:ext>
          </c:extLst>
        </c:ser>
        <c:dLbls>
          <c:showLegendKey val="0"/>
          <c:showVal val="0"/>
          <c:showCatName val="0"/>
          <c:showSerName val="0"/>
          <c:showPercent val="0"/>
          <c:showBubbleSize val="0"/>
        </c:dLbls>
        <c:smooth val="0"/>
        <c:axId val="864002256"/>
        <c:axId val="864010896"/>
      </c:lineChart>
      <c:catAx>
        <c:axId val="864002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64010896"/>
        <c:crosses val="autoZero"/>
        <c:auto val="1"/>
        <c:lblAlgn val="ctr"/>
        <c:lblOffset val="100"/>
        <c:noMultiLvlLbl val="0"/>
      </c:catAx>
      <c:valAx>
        <c:axId val="8640108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ES"/>
                  <a:t>MIllones</a:t>
                </a:r>
                <a:r>
                  <a:rPr lang="es-ES" baseline="0"/>
                  <a:t> Euros</a:t>
                </a:r>
                <a:endParaRPr lang="es-E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ES"/>
            </a:p>
          </c:txPr>
        </c:title>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640022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_tradnl"/>
              <a:t>Stock</a:t>
            </a:r>
            <a:r>
              <a:rPr lang="es-ES_tradnl" baseline="0"/>
              <a:t> de vehículos en los principales mercados europeos</a:t>
            </a:r>
            <a:endParaRPr lang="es-ES_tradnl"/>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_tradnl"/>
        </a:p>
      </c:txPr>
    </c:title>
    <c:autoTitleDeleted val="0"/>
    <c:plotArea>
      <c:layout/>
      <c:lineChart>
        <c:grouping val="standard"/>
        <c:varyColors val="0"/>
        <c:ser>
          <c:idx val="6"/>
          <c:order val="6"/>
          <c:tx>
            <c:strRef>
              <c:f>'[Worksheet in ValorResidual_TFM_v1.0.pptx 2]Sheet 1'!$A$16</c:f>
              <c:strCache>
                <c:ptCount val="1"/>
                <c:pt idx="0">
                  <c:v>Germany</c:v>
                </c:pt>
              </c:strCache>
            </c:strRef>
          </c:tx>
          <c:spPr>
            <a:ln w="28575" cap="rnd">
              <a:solidFill>
                <a:schemeClr val="accent1">
                  <a:lumMod val="60000"/>
                </a:schemeClr>
              </a:solidFill>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1'!$B$16:$K$16</c:f>
              <c:numCache>
                <c:formatCode>#,##0</c:formatCode>
                <c:ptCount val="10"/>
                <c:pt idx="0">
                  <c:v>44403000</c:v>
                </c:pt>
                <c:pt idx="1">
                  <c:v>45071000</c:v>
                </c:pt>
                <c:pt idx="2">
                  <c:v>45803560</c:v>
                </c:pt>
                <c:pt idx="3">
                  <c:v>46474594</c:v>
                </c:pt>
                <c:pt idx="4">
                  <c:v>47095784</c:v>
                </c:pt>
                <c:pt idx="5">
                  <c:v>47715977</c:v>
                </c:pt>
                <c:pt idx="6">
                  <c:v>48248584</c:v>
                </c:pt>
                <c:pt idx="7">
                  <c:v>48540878</c:v>
                </c:pt>
                <c:pt idx="8">
                  <c:v>48763036</c:v>
                </c:pt>
                <c:pt idx="9">
                  <c:v>49098685</c:v>
                </c:pt>
              </c:numCache>
            </c:numRef>
          </c:val>
          <c:smooth val="0"/>
          <c:extLst>
            <c:ext xmlns:c16="http://schemas.microsoft.com/office/drawing/2014/chart" uri="{C3380CC4-5D6E-409C-BE32-E72D297353CC}">
              <c16:uniqueId val="{00000000-979A-4432-8B62-24707799A90E}"/>
            </c:ext>
          </c:extLst>
        </c:ser>
        <c:ser>
          <c:idx val="10"/>
          <c:order val="10"/>
          <c:tx>
            <c:strRef>
              <c:f>'[Worksheet in ValorResidual_TFM_v1.0.pptx 2]Sheet 1'!$A$20</c:f>
              <c:strCache>
                <c:ptCount val="1"/>
                <c:pt idx="0">
                  <c:v>Spain</c:v>
                </c:pt>
              </c:strCache>
            </c:strRef>
          </c:tx>
          <c:spPr>
            <a:ln w="28575" cap="rnd">
              <a:solidFill>
                <a:schemeClr val="accent5">
                  <a:lumMod val="60000"/>
                </a:schemeClr>
              </a:solidFill>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1'!$B$20:$K$20</c:f>
              <c:numCache>
                <c:formatCode>#,##0</c:formatCode>
                <c:ptCount val="10"/>
                <c:pt idx="0">
                  <c:v>22029512</c:v>
                </c:pt>
                <c:pt idx="1">
                  <c:v>22355549</c:v>
                </c:pt>
                <c:pt idx="2">
                  <c:v>22876830</c:v>
                </c:pt>
                <c:pt idx="3">
                  <c:v>24676557</c:v>
                </c:pt>
                <c:pt idx="4">
                  <c:v>25304190</c:v>
                </c:pt>
                <c:pt idx="5">
                  <c:v>25836586</c:v>
                </c:pt>
                <c:pt idx="6">
                  <c:v>26034347</c:v>
                </c:pt>
                <c:pt idx="7">
                  <c:v>26293882</c:v>
                </c:pt>
                <c:pt idx="8">
                  <c:v>26605478</c:v>
                </c:pt>
                <c:pt idx="9">
                  <c:v>26778142</c:v>
                </c:pt>
              </c:numCache>
            </c:numRef>
          </c:val>
          <c:smooth val="0"/>
          <c:extLst>
            <c:ext xmlns:c16="http://schemas.microsoft.com/office/drawing/2014/chart" uri="{C3380CC4-5D6E-409C-BE32-E72D297353CC}">
              <c16:uniqueId val="{00000001-979A-4432-8B62-24707799A90E}"/>
            </c:ext>
          </c:extLst>
        </c:ser>
        <c:ser>
          <c:idx val="11"/>
          <c:order val="11"/>
          <c:tx>
            <c:strRef>
              <c:f>'[Worksheet in ValorResidual_TFM_v1.0.pptx 2]Sheet 1'!$A$21</c:f>
              <c:strCache>
                <c:ptCount val="1"/>
                <c:pt idx="0">
                  <c:v>France</c:v>
                </c:pt>
              </c:strCache>
            </c:strRef>
          </c:tx>
          <c:spPr>
            <a:ln w="28575" cap="rnd">
              <a:solidFill>
                <a:schemeClr val="accent6">
                  <a:lumMod val="60000"/>
                </a:schemeClr>
              </a:solidFill>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1'!$B$21:$K$21</c:f>
              <c:numCache>
                <c:formatCode>#,##0</c:formatCode>
                <c:ptCount val="10"/>
                <c:pt idx="0">
                  <c:v>36647883</c:v>
                </c:pt>
                <c:pt idx="1">
                  <c:v>37180101</c:v>
                </c:pt>
                <c:pt idx="2">
                  <c:v>37673476</c:v>
                </c:pt>
                <c:pt idx="3">
                  <c:v>38117663</c:v>
                </c:pt>
                <c:pt idx="4">
                  <c:v>38229305</c:v>
                </c:pt>
                <c:pt idx="5">
                  <c:v>38421218</c:v>
                </c:pt>
                <c:pt idx="6">
                  <c:v>38467643</c:v>
                </c:pt>
                <c:pt idx="7">
                  <c:v>38814659</c:v>
                </c:pt>
                <c:pt idx="8">
                  <c:v>38856492</c:v>
                </c:pt>
                <c:pt idx="9">
                  <c:v>39258632</c:v>
                </c:pt>
              </c:numCache>
            </c:numRef>
          </c:val>
          <c:smooth val="0"/>
          <c:extLst>
            <c:ext xmlns:c16="http://schemas.microsoft.com/office/drawing/2014/chart" uri="{C3380CC4-5D6E-409C-BE32-E72D297353CC}">
              <c16:uniqueId val="{00000002-979A-4432-8B62-24707799A90E}"/>
            </c:ext>
          </c:extLst>
        </c:ser>
        <c:ser>
          <c:idx val="13"/>
          <c:order val="13"/>
          <c:tx>
            <c:strRef>
              <c:f>'[Worksheet in ValorResidual_TFM_v1.0.pptx 2]Sheet 1'!$A$23</c:f>
              <c:strCache>
                <c:ptCount val="1"/>
                <c:pt idx="0">
                  <c:v>Italy</c:v>
                </c:pt>
              </c:strCache>
            </c:strRef>
          </c:tx>
          <c:spPr>
            <a:ln w="28575" cap="rnd">
              <a:solidFill>
                <a:schemeClr val="accent2">
                  <a:lumMod val="80000"/>
                  <a:lumOff val="20000"/>
                </a:schemeClr>
              </a:solidFill>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1'!$B$23:$K$23</c:f>
              <c:numCache>
                <c:formatCode>#,##0</c:formatCode>
                <c:ptCount val="10"/>
                <c:pt idx="0">
                  <c:v>37080753</c:v>
                </c:pt>
                <c:pt idx="1">
                  <c:v>37351233</c:v>
                </c:pt>
                <c:pt idx="2">
                  <c:v>37876138</c:v>
                </c:pt>
                <c:pt idx="3">
                  <c:v>38520321</c:v>
                </c:pt>
                <c:pt idx="4">
                  <c:v>39018170</c:v>
                </c:pt>
                <c:pt idx="5">
                  <c:v>39545232</c:v>
                </c:pt>
                <c:pt idx="6">
                  <c:v>39717874</c:v>
                </c:pt>
                <c:pt idx="7">
                  <c:v>39822723</c:v>
                </c:pt>
                <c:pt idx="8">
                  <c:v>40213061</c:v>
                </c:pt>
                <c:pt idx="9">
                  <c:v>40915229</c:v>
                </c:pt>
              </c:numCache>
            </c:numRef>
          </c:val>
          <c:smooth val="0"/>
          <c:extLst>
            <c:ext xmlns:c16="http://schemas.microsoft.com/office/drawing/2014/chart" uri="{C3380CC4-5D6E-409C-BE32-E72D297353CC}">
              <c16:uniqueId val="{00000003-979A-4432-8B62-24707799A90E}"/>
            </c:ext>
          </c:extLst>
        </c:ser>
        <c:ser>
          <c:idx val="22"/>
          <c:order val="22"/>
          <c:tx>
            <c:strRef>
              <c:f>'[Worksheet in ValorResidual_TFM_v1.0.pptx 2]Sheet 1'!$A$32</c:f>
              <c:strCache>
                <c:ptCount val="1"/>
                <c:pt idx="0">
                  <c:v>Poland</c:v>
                </c:pt>
              </c:strCache>
            </c:strRef>
          </c:tx>
          <c:spPr>
            <a:ln w="28575" cap="rnd">
              <a:solidFill>
                <a:schemeClr val="accent5">
                  <a:lumMod val="80000"/>
                </a:schemeClr>
              </a:solidFill>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1'!$B$32:$K$32</c:f>
              <c:numCache>
                <c:formatCode>#,##0</c:formatCode>
                <c:ptCount val="10"/>
                <c:pt idx="0">
                  <c:v>20003863</c:v>
                </c:pt>
                <c:pt idx="1">
                  <c:v>18011775</c:v>
                </c:pt>
                <c:pt idx="2">
                  <c:v>18718408</c:v>
                </c:pt>
                <c:pt idx="3">
                  <c:v>19266117</c:v>
                </c:pt>
                <c:pt idx="4">
                  <c:v>19911107</c:v>
                </c:pt>
                <c:pt idx="5">
                  <c:v>20544344</c:v>
                </c:pt>
                <c:pt idx="6">
                  <c:v>20985865</c:v>
                </c:pt>
                <c:pt idx="7">
                  <c:v>21356007</c:v>
                </c:pt>
                <c:pt idx="8">
                  <c:v>21458101</c:v>
                </c:pt>
                <c:pt idx="9">
                  <c:v>21796947</c:v>
                </c:pt>
              </c:numCache>
            </c:numRef>
          </c:val>
          <c:smooth val="0"/>
          <c:extLst>
            <c:ext xmlns:c16="http://schemas.microsoft.com/office/drawing/2014/chart" uri="{C3380CC4-5D6E-409C-BE32-E72D297353CC}">
              <c16:uniqueId val="{00000004-979A-4432-8B62-24707799A90E}"/>
            </c:ext>
          </c:extLst>
        </c:ser>
        <c:ser>
          <c:idx val="33"/>
          <c:order val="33"/>
          <c:tx>
            <c:strRef>
              <c:f>'[Worksheet in ValorResidual_TFM_v1.0.pptx 2]Sheet 1'!$A$43</c:f>
              <c:strCache>
                <c:ptCount val="1"/>
                <c:pt idx="0">
                  <c:v>United Kingdom</c:v>
                </c:pt>
              </c:strCache>
            </c:strRef>
          </c:tx>
          <c:spPr>
            <a:ln w="28575" cap="rnd">
              <a:solidFill>
                <a:srgbClr val="0070C0"/>
              </a:solidFill>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1'!$B$43:$K$43</c:f>
              <c:numCache>
                <c:formatCode>#,##0</c:formatCode>
                <c:ptCount val="10"/>
                <c:pt idx="1">
                  <c:v>30250294</c:v>
                </c:pt>
                <c:pt idx="2">
                  <c:v>30850440</c:v>
                </c:pt>
                <c:pt idx="3">
                  <c:v>31200182</c:v>
                </c:pt>
                <c:pt idx="4">
                  <c:v>31517597</c:v>
                </c:pt>
                <c:pt idx="7">
                  <c:v>31878624</c:v>
                </c:pt>
                <c:pt idx="8">
                  <c:v>32169932</c:v>
                </c:pt>
                <c:pt idx="9">
                  <c:v>32546013</c:v>
                </c:pt>
              </c:numCache>
            </c:numRef>
          </c:val>
          <c:smooth val="0"/>
          <c:extLst>
            <c:ext xmlns:c16="http://schemas.microsoft.com/office/drawing/2014/chart" uri="{C3380CC4-5D6E-409C-BE32-E72D297353CC}">
              <c16:uniqueId val="{00000005-979A-4432-8B62-24707799A90E}"/>
            </c:ext>
          </c:extLst>
        </c:ser>
        <c:ser>
          <c:idx val="43"/>
          <c:order val="43"/>
          <c:tx>
            <c:strRef>
              <c:f>'[Worksheet in ValorResidual_TFM_v1.0.pptx 2]Sheet 1'!$A$53</c:f>
              <c:strCache>
                <c:ptCount val="1"/>
                <c:pt idx="0">
                  <c:v>UK-projection</c:v>
                </c:pt>
              </c:strCache>
            </c:strRef>
          </c:tx>
          <c:spPr>
            <a:ln w="28575" cap="rnd">
              <a:solidFill>
                <a:srgbClr val="0070C0"/>
              </a:solidFill>
              <a:prstDash val="dash"/>
              <a:round/>
            </a:ln>
            <a:effectLst/>
          </c:spPr>
          <c:marker>
            <c:symbol val="none"/>
          </c:marker>
          <c:cat>
            <c:strRef>
              <c:f>'[Worksheet in ValorResidual_TFM_v1.0.pptx 2]Sheet 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1'!$B$53:$K$53</c:f>
              <c:numCache>
                <c:formatCode>#,##0</c:formatCode>
                <c:ptCount val="10"/>
                <c:pt idx="0">
                  <c:v>29650148</c:v>
                </c:pt>
                <c:pt idx="1">
                  <c:v>30250294</c:v>
                </c:pt>
                <c:pt idx="4">
                  <c:v>31517597</c:v>
                </c:pt>
                <c:pt idx="5" formatCode="General">
                  <c:v>31637939.333333332</c:v>
                </c:pt>
                <c:pt idx="6" formatCode="General">
                  <c:v>31758281.666666668</c:v>
                </c:pt>
                <c:pt idx="7">
                  <c:v>31878624</c:v>
                </c:pt>
              </c:numCache>
            </c:numRef>
          </c:val>
          <c:smooth val="0"/>
          <c:extLst>
            <c:ext xmlns:c16="http://schemas.microsoft.com/office/drawing/2014/chart" uri="{C3380CC4-5D6E-409C-BE32-E72D297353CC}">
              <c16:uniqueId val="{00000006-979A-4432-8B62-24707799A90E}"/>
            </c:ext>
          </c:extLst>
        </c:ser>
        <c:dLbls>
          <c:showLegendKey val="0"/>
          <c:showVal val="0"/>
          <c:showCatName val="0"/>
          <c:showSerName val="0"/>
          <c:showPercent val="0"/>
          <c:showBubbleSize val="0"/>
        </c:dLbls>
        <c:smooth val="0"/>
        <c:axId val="1238767296"/>
        <c:axId val="1238753856"/>
        <c:extLst>
          <c:ext xmlns:c15="http://schemas.microsoft.com/office/drawing/2012/chart" uri="{02D57815-91ED-43cb-92C2-25804820EDAC}">
            <c15:filteredLineSeries>
              <c15:ser>
                <c:idx val="0"/>
                <c:order val="0"/>
                <c:tx>
                  <c:strRef>
                    <c:extLst>
                      <c:ext uri="{02D57815-91ED-43cb-92C2-25804820EDAC}">
                        <c15:formulaRef>
                          <c15:sqref>'[Worksheet in ValorResidual_TFM_v1.0.pptx 2]Sheet 1'!$A$10</c15:sqref>
                        </c15:formulaRef>
                      </c:ext>
                    </c:extLst>
                    <c:strCache>
                      <c:ptCount val="1"/>
                      <c:pt idx="0">
                        <c:v>GEO (Labels)</c:v>
                      </c:pt>
                    </c:strCache>
                  </c:strRef>
                </c:tx>
                <c:spPr>
                  <a:ln w="28575" cap="rnd">
                    <a:solidFill>
                      <a:schemeClr val="accent1"/>
                    </a:solidFill>
                    <a:round/>
                  </a:ln>
                  <a:effectLst/>
                </c:spPr>
                <c:marker>
                  <c:symbol val="none"/>
                </c:marker>
                <c:cat>
                  <c:strRef>
                    <c:extLst>
                      <c:ex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c:ext uri="{02D57815-91ED-43cb-92C2-25804820EDAC}">
                        <c15:formulaRef>
                          <c15:sqref>'[Worksheet in ValorResidual_TFM_v1.0.pptx 2]Sheet 1'!$B$10:$K$10</c15:sqref>
                        </c15:formulaRef>
                      </c:ext>
                    </c:extLst>
                    <c:numCache>
                      <c:formatCode>General</c:formatCode>
                      <c:ptCount val="10"/>
                      <c:pt idx="0">
                        <c:v>0</c:v>
                      </c:pt>
                      <c:pt idx="1">
                        <c:v>0</c:v>
                      </c:pt>
                      <c:pt idx="2">
                        <c:v>0</c:v>
                      </c:pt>
                      <c:pt idx="3">
                        <c:v>0</c:v>
                      </c:pt>
                      <c:pt idx="4">
                        <c:v>0</c:v>
                      </c:pt>
                      <c:pt idx="5">
                        <c:v>0</c:v>
                      </c:pt>
                      <c:pt idx="6">
                        <c:v>0</c:v>
                      </c:pt>
                      <c:pt idx="7">
                        <c:v>0</c:v>
                      </c:pt>
                      <c:pt idx="8">
                        <c:v>0</c:v>
                      </c:pt>
                      <c:pt idx="9">
                        <c:v>0</c:v>
                      </c:pt>
                    </c:numCache>
                  </c:numRef>
                </c:val>
                <c:smooth val="0"/>
                <c:extLst>
                  <c:ext xmlns:c16="http://schemas.microsoft.com/office/drawing/2014/chart" uri="{C3380CC4-5D6E-409C-BE32-E72D297353CC}">
                    <c16:uniqueId val="{00000007-979A-4432-8B62-24707799A90E}"/>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'[Worksheet in ValorResidual_TFM_v1.0.pptx 2]Sheet 1'!$A$11</c15:sqref>
                        </c15:formulaRef>
                      </c:ext>
                    </c:extLst>
                    <c:strCache>
                      <c:ptCount val="1"/>
                      <c:pt idx="0">
                        <c:v>European Union - 27 countries (from 2020)</c:v>
                      </c:pt>
                    </c:strCache>
                  </c:strRef>
                </c:tx>
                <c:spPr>
                  <a:ln w="28575" cap="rnd">
                    <a:solidFill>
                      <a:schemeClr val="accent2"/>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1'!$B$11:$K$11</c15:sqref>
                        </c15:formulaRef>
                      </c:ext>
                    </c:extLst>
                    <c:numCache>
                      <c:formatCode>#,##0</c:formatCode>
                      <c:ptCount val="10"/>
                      <c:pt idx="0">
                        <c:v>224317337</c:v>
                      </c:pt>
                      <c:pt idx="1">
                        <c:v>225651590</c:v>
                      </c:pt>
                      <c:pt idx="2">
                        <c:v>230249119</c:v>
                      </c:pt>
                      <c:pt idx="3">
                        <c:v>236047946</c:v>
                      </c:pt>
                      <c:pt idx="4">
                        <c:v>240409941</c:v>
                      </c:pt>
                      <c:pt idx="5">
                        <c:v>244850251</c:v>
                      </c:pt>
                      <c:pt idx="6">
                        <c:v>247656045</c:v>
                      </c:pt>
                      <c:pt idx="7">
                        <c:v>250246879</c:v>
                      </c:pt>
                      <c:pt idx="8">
                        <c:v>252612228</c:v>
                      </c:pt>
                      <c:pt idx="9">
                        <c:v>256129947</c:v>
                      </c:pt>
                    </c:numCache>
                  </c:numRef>
                </c:val>
                <c:smooth val="0"/>
                <c:extLst xmlns:c15="http://schemas.microsoft.com/office/drawing/2012/chart">
                  <c:ext xmlns:c16="http://schemas.microsoft.com/office/drawing/2014/chart" uri="{C3380CC4-5D6E-409C-BE32-E72D297353CC}">
                    <c16:uniqueId val="{00000008-979A-4432-8B62-24707799A90E}"/>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'[Worksheet in ValorResidual_TFM_v1.0.pptx 2]Sheet 1'!$A$12</c15:sqref>
                        </c15:formulaRef>
                      </c:ext>
                    </c:extLst>
                    <c:strCache>
                      <c:ptCount val="1"/>
                      <c:pt idx="0">
                        <c:v>Belgium</c:v>
                      </c:pt>
                    </c:strCache>
                  </c:strRef>
                </c:tx>
                <c:spPr>
                  <a:ln w="28575" cap="rnd">
                    <a:solidFill>
                      <a:schemeClr val="accent3"/>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1'!$B$12:$K$12</c15:sqref>
                        </c15:formulaRef>
                      </c:ext>
                    </c:extLst>
                    <c:numCache>
                      <c:formatCode>#,##0</c:formatCode>
                      <c:ptCount val="10"/>
                      <c:pt idx="0">
                        <c:v>5584690</c:v>
                      </c:pt>
                      <c:pt idx="1">
                        <c:v>5662059</c:v>
                      </c:pt>
                      <c:pt idx="2">
                        <c:v>5731292</c:v>
                      </c:pt>
                      <c:pt idx="3">
                        <c:v>5798939</c:v>
                      </c:pt>
                      <c:pt idx="4">
                        <c:v>5848425</c:v>
                      </c:pt>
                      <c:pt idx="5">
                        <c:v>5881874</c:v>
                      </c:pt>
                      <c:pt idx="6">
                        <c:v>5897488</c:v>
                      </c:pt>
                      <c:pt idx="7">
                        <c:v>5926009</c:v>
                      </c:pt>
                      <c:pt idx="8">
                        <c:v>5955127</c:v>
                      </c:pt>
                      <c:pt idx="9">
                        <c:v>6047551</c:v>
                      </c:pt>
                    </c:numCache>
                  </c:numRef>
                </c:val>
                <c:smooth val="0"/>
                <c:extLst xmlns:c15="http://schemas.microsoft.com/office/drawing/2012/chart">
                  <c:ext xmlns:c16="http://schemas.microsoft.com/office/drawing/2014/chart" uri="{C3380CC4-5D6E-409C-BE32-E72D297353CC}">
                    <c16:uniqueId val="{00000009-979A-4432-8B62-24707799A90E}"/>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'[Worksheet in ValorResidual_TFM_v1.0.pptx 2]Sheet 1'!$A$13</c15:sqref>
                        </c15:formulaRef>
                      </c:ext>
                    </c:extLst>
                    <c:strCache>
                      <c:ptCount val="1"/>
                      <c:pt idx="0">
                        <c:v>Bulgaria</c:v>
                      </c:pt>
                    </c:strCache>
                  </c:strRef>
                </c:tx>
                <c:spPr>
                  <a:ln w="28575" cap="rnd">
                    <a:solidFill>
                      <a:schemeClr val="accent4"/>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1'!$B$13:$K$13</c15:sqref>
                        </c15:formulaRef>
                      </c:ext>
                    </c:extLst>
                    <c:numCache>
                      <c:formatCode>#,##0</c:formatCode>
                      <c:ptCount val="10"/>
                      <c:pt idx="0">
                        <c:v>3013863</c:v>
                      </c:pt>
                      <c:pt idx="1">
                        <c:v>3162037</c:v>
                      </c:pt>
                      <c:pt idx="2">
                        <c:v>3143568</c:v>
                      </c:pt>
                      <c:pt idx="3">
                        <c:v>2770615</c:v>
                      </c:pt>
                      <c:pt idx="4">
                        <c:v>2773325</c:v>
                      </c:pt>
                      <c:pt idx="5">
                        <c:v>2829946</c:v>
                      </c:pt>
                      <c:pt idx="6">
                        <c:v>2866763</c:v>
                      </c:pt>
                      <c:pt idx="7">
                        <c:v>2830464</c:v>
                      </c:pt>
                      <c:pt idx="8">
                        <c:v>2896777</c:v>
                      </c:pt>
                      <c:pt idx="9">
                        <c:v>3006215</c:v>
                      </c:pt>
                    </c:numCache>
                  </c:numRef>
                </c:val>
                <c:smooth val="0"/>
                <c:extLst xmlns:c15="http://schemas.microsoft.com/office/drawing/2012/chart">
                  <c:ext xmlns:c16="http://schemas.microsoft.com/office/drawing/2014/chart" uri="{C3380CC4-5D6E-409C-BE32-E72D297353CC}">
                    <c16:uniqueId val="{0000000A-979A-4432-8B62-24707799A90E}"/>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'[Worksheet in ValorResidual_TFM_v1.0.pptx 2]Sheet 1'!$A$14</c15:sqref>
                        </c15:formulaRef>
                      </c:ext>
                    </c:extLst>
                    <c:strCache>
                      <c:ptCount val="1"/>
                      <c:pt idx="0">
                        <c:v>Czechia</c:v>
                      </c:pt>
                    </c:strCache>
                  </c:strRef>
                </c:tx>
                <c:spPr>
                  <a:ln w="28575" cap="rnd">
                    <a:solidFill>
                      <a:schemeClr val="accent5"/>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1'!$B$14:$K$14</c15:sqref>
                        </c15:formulaRef>
                      </c:ext>
                    </c:extLst>
                    <c:numCache>
                      <c:formatCode>#,##0</c:formatCode>
                      <c:ptCount val="10"/>
                      <c:pt idx="0">
                        <c:v>4833386</c:v>
                      </c:pt>
                      <c:pt idx="1">
                        <c:v>5115316</c:v>
                      </c:pt>
                      <c:pt idx="2">
                        <c:v>5307808</c:v>
                      </c:pt>
                      <c:pt idx="3">
                        <c:v>5538222</c:v>
                      </c:pt>
                      <c:pt idx="4">
                        <c:v>5747913</c:v>
                      </c:pt>
                      <c:pt idx="5">
                        <c:v>5924995</c:v>
                      </c:pt>
                      <c:pt idx="6">
                        <c:v>6049255</c:v>
                      </c:pt>
                      <c:pt idx="7">
                        <c:v>6088730</c:v>
                      </c:pt>
                      <c:pt idx="8">
                        <c:v>6305934</c:v>
                      </c:pt>
                      <c:pt idx="9">
                        <c:v>6512774</c:v>
                      </c:pt>
                    </c:numCache>
                  </c:numRef>
                </c:val>
                <c:smooth val="0"/>
                <c:extLst xmlns:c15="http://schemas.microsoft.com/office/drawing/2012/chart">
                  <c:ext xmlns:c16="http://schemas.microsoft.com/office/drawing/2014/chart" uri="{C3380CC4-5D6E-409C-BE32-E72D297353CC}">
                    <c16:uniqueId val="{0000000B-979A-4432-8B62-24707799A90E}"/>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'[Worksheet in ValorResidual_TFM_v1.0.pptx 2]Sheet 1'!$A$15</c15:sqref>
                        </c15:formulaRef>
                      </c:ext>
                    </c:extLst>
                    <c:strCache>
                      <c:ptCount val="1"/>
                      <c:pt idx="0">
                        <c:v>Denmark</c:v>
                      </c:pt>
                    </c:strCache>
                  </c:strRef>
                </c:tx>
                <c:spPr>
                  <a:ln w="28575" cap="rnd">
                    <a:solidFill>
                      <a:schemeClr val="accent6"/>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1'!$B$15:$K$15</c15:sqref>
                        </c15:formulaRef>
                      </c:ext>
                    </c:extLst>
                    <c:numCache>
                      <c:formatCode>#,##0</c:formatCode>
                      <c:ptCount val="10"/>
                      <c:pt idx="0">
                        <c:v>2319207</c:v>
                      </c:pt>
                      <c:pt idx="1">
                        <c:v>2390823</c:v>
                      </c:pt>
                      <c:pt idx="2">
                        <c:v>2465534</c:v>
                      </c:pt>
                      <c:pt idx="3">
                        <c:v>2530052</c:v>
                      </c:pt>
                      <c:pt idx="4">
                        <c:v>2594482</c:v>
                      </c:pt>
                      <c:pt idx="5">
                        <c:v>2651741</c:v>
                      </c:pt>
                      <c:pt idx="6">
                        <c:v>2723612</c:v>
                      </c:pt>
                      <c:pt idx="7">
                        <c:v>2787553</c:v>
                      </c:pt>
                      <c:pt idx="8">
                        <c:v>2801076</c:v>
                      </c:pt>
                      <c:pt idx="9">
                        <c:v>2827864</c:v>
                      </c:pt>
                    </c:numCache>
                  </c:numRef>
                </c:val>
                <c:smooth val="0"/>
                <c:extLst xmlns:c15="http://schemas.microsoft.com/office/drawing/2012/chart">
                  <c:ext xmlns:c16="http://schemas.microsoft.com/office/drawing/2014/chart" uri="{C3380CC4-5D6E-409C-BE32-E72D297353CC}">
                    <c16:uniqueId val="{0000000C-979A-4432-8B62-24707799A90E}"/>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'[Worksheet in ValorResidual_TFM_v1.0.pptx 2]Sheet 1'!$A$17</c15:sqref>
                        </c15:formulaRef>
                      </c:ext>
                    </c:extLst>
                    <c:strCache>
                      <c:ptCount val="1"/>
                      <c:pt idx="0">
                        <c:v>Estonia</c:v>
                      </c:pt>
                    </c:strCache>
                  </c:strRef>
                </c:tx>
                <c:spPr>
                  <a:ln w="28575" cap="rnd">
                    <a:solidFill>
                      <a:schemeClr val="accent2">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1'!$B$17:$K$17</c15:sqref>
                        </c15:formulaRef>
                      </c:ext>
                    </c:extLst>
                    <c:numCache>
                      <c:formatCode>#,##0</c:formatCode>
                      <c:ptCount val="10"/>
                      <c:pt idx="0">
                        <c:v>652950</c:v>
                      </c:pt>
                      <c:pt idx="1">
                        <c:v>676596</c:v>
                      </c:pt>
                      <c:pt idx="2">
                        <c:v>703151</c:v>
                      </c:pt>
                      <c:pt idx="3">
                        <c:v>725944</c:v>
                      </c:pt>
                      <c:pt idx="4">
                        <c:v>746464</c:v>
                      </c:pt>
                      <c:pt idx="5">
                        <c:v>794926</c:v>
                      </c:pt>
                      <c:pt idx="6">
                        <c:v>808689</c:v>
                      </c:pt>
                      <c:pt idx="7">
                        <c:v>825936</c:v>
                      </c:pt>
                      <c:pt idx="8">
                        <c:v>849294</c:v>
                      </c:pt>
                      <c:pt idx="9">
                        <c:v>865773</c:v>
                      </c:pt>
                    </c:numCache>
                  </c:numRef>
                </c:val>
                <c:smooth val="0"/>
                <c:extLst xmlns:c15="http://schemas.microsoft.com/office/drawing/2012/chart">
                  <c:ext xmlns:c16="http://schemas.microsoft.com/office/drawing/2014/chart" uri="{C3380CC4-5D6E-409C-BE32-E72D297353CC}">
                    <c16:uniqueId val="{0000000D-979A-4432-8B62-24707799A90E}"/>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'[Worksheet in ValorResidual_TFM_v1.0.pptx 2]Sheet 1'!$A$18</c15:sqref>
                        </c15:formulaRef>
                      </c:ext>
                    </c:extLst>
                    <c:strCache>
                      <c:ptCount val="1"/>
                      <c:pt idx="0">
                        <c:v>Ireland</c:v>
                      </c:pt>
                    </c:strCache>
                  </c:strRef>
                </c:tx>
                <c:spPr>
                  <a:ln w="28575" cap="rnd">
                    <a:solidFill>
                      <a:schemeClr val="accent3">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1'!$B$18:$K$18</c15:sqref>
                        </c15:formulaRef>
                      </c:ext>
                    </c:extLst>
                    <c:numCache>
                      <c:formatCode>#,##0</c:formatCode>
                      <c:ptCount val="10"/>
                      <c:pt idx="0">
                        <c:v>2018310</c:v>
                      </c:pt>
                      <c:pt idx="1">
                        <c:v>2060170</c:v>
                      </c:pt>
                      <c:pt idx="2">
                        <c:v>2102720</c:v>
                      </c:pt>
                      <c:pt idx="3">
                        <c:v>2142390</c:v>
                      </c:pt>
                      <c:pt idx="4">
                        <c:v>2182920</c:v>
                      </c:pt>
                      <c:pt idx="5">
                        <c:v>2253210</c:v>
                      </c:pt>
                      <c:pt idx="6">
                        <c:v>2291940</c:v>
                      </c:pt>
                      <c:pt idx="7">
                        <c:v>2309760</c:v>
                      </c:pt>
                      <c:pt idx="8">
                        <c:v>2335130</c:v>
                      </c:pt>
                      <c:pt idx="9">
                        <c:v>2404140</c:v>
                      </c:pt>
                    </c:numCache>
                  </c:numRef>
                </c:val>
                <c:smooth val="0"/>
                <c:extLst xmlns:c15="http://schemas.microsoft.com/office/drawing/2012/chart">
                  <c:ext xmlns:c16="http://schemas.microsoft.com/office/drawing/2014/chart" uri="{C3380CC4-5D6E-409C-BE32-E72D297353CC}">
                    <c16:uniqueId val="{0000000E-979A-4432-8B62-24707799A90E}"/>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'[Worksheet in ValorResidual_TFM_v1.0.pptx 2]Sheet 1'!$A$19</c15:sqref>
                        </c15:formulaRef>
                      </c:ext>
                    </c:extLst>
                    <c:strCache>
                      <c:ptCount val="1"/>
                      <c:pt idx="0">
                        <c:v>Greece</c:v>
                      </c:pt>
                    </c:strCache>
                  </c:strRef>
                </c:tx>
                <c:spPr>
                  <a:ln w="28575" cap="rnd">
                    <a:solidFill>
                      <a:schemeClr val="accent4">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1'!$B$19:$K$19</c15:sqref>
                        </c15:formulaRef>
                      </c:ext>
                    </c:extLst>
                    <c:numCache>
                      <c:formatCode>#,##0</c:formatCode>
                      <c:ptCount val="10"/>
                      <c:pt idx="0">
                        <c:v>5110873</c:v>
                      </c:pt>
                      <c:pt idx="1">
                        <c:v>5107620</c:v>
                      </c:pt>
                      <c:pt idx="2">
                        <c:v>5160056</c:v>
                      </c:pt>
                      <c:pt idx="3">
                        <c:v>5235928</c:v>
                      </c:pt>
                      <c:pt idx="4">
                        <c:v>5282695</c:v>
                      </c:pt>
                      <c:pt idx="5">
                        <c:v>5406551</c:v>
                      </c:pt>
                      <c:pt idx="6">
                        <c:v>5492176</c:v>
                      </c:pt>
                      <c:pt idx="7">
                        <c:v>5604192</c:v>
                      </c:pt>
                      <c:pt idx="8">
                        <c:v>5726012</c:v>
                      </c:pt>
                      <c:pt idx="9">
                        <c:v>5877759</c:v>
                      </c:pt>
                    </c:numCache>
                  </c:numRef>
                </c:val>
                <c:smooth val="0"/>
                <c:extLst xmlns:c15="http://schemas.microsoft.com/office/drawing/2012/chart">
                  <c:ext xmlns:c16="http://schemas.microsoft.com/office/drawing/2014/chart" uri="{C3380CC4-5D6E-409C-BE32-E72D297353CC}">
                    <c16:uniqueId val="{0000000F-979A-4432-8B62-24707799A90E}"/>
                  </c:ext>
                </c:extLst>
              </c15:ser>
            </c15:filteredLineSeries>
            <c15:filteredLineSeries>
              <c15:ser>
                <c:idx val="12"/>
                <c:order val="12"/>
                <c:tx>
                  <c:strRef>
                    <c:extLst xmlns:c15="http://schemas.microsoft.com/office/drawing/2012/chart">
                      <c:ext xmlns:c15="http://schemas.microsoft.com/office/drawing/2012/chart" uri="{02D57815-91ED-43cb-92C2-25804820EDAC}">
                        <c15:formulaRef>
                          <c15:sqref>'[Worksheet in ValorResidual_TFM_v1.0.pptx 2]Sheet 1'!$A$22</c15:sqref>
                        </c15:formulaRef>
                      </c:ext>
                    </c:extLst>
                    <c:strCache>
                      <c:ptCount val="1"/>
                      <c:pt idx="0">
                        <c:v>Croatia</c:v>
                      </c:pt>
                    </c:strCache>
                  </c:strRef>
                </c:tx>
                <c:spPr>
                  <a:ln w="28575" cap="rnd">
                    <a:solidFill>
                      <a:schemeClr val="accent1">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1'!$B$22:$K$22</c15:sqref>
                        </c15:formulaRef>
                      </c:ext>
                    </c:extLst>
                    <c:numCache>
                      <c:formatCode>#,##0</c:formatCode>
                      <c:ptCount val="10"/>
                      <c:pt idx="0">
                        <c:v>1474495</c:v>
                      </c:pt>
                      <c:pt idx="1">
                        <c:v>1499802</c:v>
                      </c:pt>
                      <c:pt idx="2">
                        <c:v>1552904</c:v>
                      </c:pt>
                      <c:pt idx="3">
                        <c:v>1596087</c:v>
                      </c:pt>
                      <c:pt idx="4">
                        <c:v>1666413</c:v>
                      </c:pt>
                      <c:pt idx="5">
                        <c:v>1724900</c:v>
                      </c:pt>
                      <c:pt idx="6">
                        <c:v>1746285</c:v>
                      </c:pt>
                      <c:pt idx="7">
                        <c:v>1795465</c:v>
                      </c:pt>
                      <c:pt idx="8">
                        <c:v>1840767</c:v>
                      </c:pt>
                      <c:pt idx="9">
                        <c:v>1910131</c:v>
                      </c:pt>
                    </c:numCache>
                  </c:numRef>
                </c:val>
                <c:smooth val="0"/>
                <c:extLst xmlns:c15="http://schemas.microsoft.com/office/drawing/2012/chart">
                  <c:ext xmlns:c16="http://schemas.microsoft.com/office/drawing/2014/chart" uri="{C3380CC4-5D6E-409C-BE32-E72D297353CC}">
                    <c16:uniqueId val="{00000010-979A-4432-8B62-24707799A90E}"/>
                  </c:ext>
                </c:extLst>
              </c15:ser>
            </c15:filteredLineSeries>
            <c15:filteredLineSeries>
              <c15:ser>
                <c:idx val="14"/>
                <c:order val="14"/>
                <c:tx>
                  <c:strRef>
                    <c:extLst xmlns:c15="http://schemas.microsoft.com/office/drawing/2012/chart">
                      <c:ext xmlns:c15="http://schemas.microsoft.com/office/drawing/2012/chart" uri="{02D57815-91ED-43cb-92C2-25804820EDAC}">
                        <c15:formulaRef>
                          <c15:sqref>'[Worksheet in ValorResidual_TFM_v1.0.pptx 2]Sheet 1'!$A$24</c15:sqref>
                        </c15:formulaRef>
                      </c:ext>
                    </c:extLst>
                    <c:strCache>
                      <c:ptCount val="1"/>
                      <c:pt idx="0">
                        <c:v>Cyprus</c:v>
                      </c:pt>
                    </c:strCache>
                  </c:strRef>
                </c:tx>
                <c:spPr>
                  <a:ln w="28575" cap="rnd">
                    <a:solidFill>
                      <a:schemeClr val="accent3">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1'!$B$24:$K$24</c15:sqref>
                        </c15:formulaRef>
                      </c:ext>
                    </c:extLst>
                    <c:numCache>
                      <c:formatCode>#,##0</c:formatCode>
                      <c:ptCount val="10"/>
                      <c:pt idx="0">
                        <c:v>478492</c:v>
                      </c:pt>
                      <c:pt idx="1">
                        <c:v>487692</c:v>
                      </c:pt>
                      <c:pt idx="2">
                        <c:v>508284</c:v>
                      </c:pt>
                      <c:pt idx="3">
                        <c:v>526617</c:v>
                      </c:pt>
                      <c:pt idx="4">
                        <c:v>550695</c:v>
                      </c:pt>
                      <c:pt idx="5">
                        <c:v>572501</c:v>
                      </c:pt>
                      <c:pt idx="6">
                        <c:v>578158</c:v>
                      </c:pt>
                      <c:pt idx="7">
                        <c:v>592156</c:v>
                      </c:pt>
                      <c:pt idx="8">
                        <c:v>601131</c:v>
                      </c:pt>
                      <c:pt idx="9">
                        <c:v>625625</c:v>
                      </c:pt>
                    </c:numCache>
                  </c:numRef>
                </c:val>
                <c:smooth val="0"/>
                <c:extLst xmlns:c15="http://schemas.microsoft.com/office/drawing/2012/chart">
                  <c:ext xmlns:c16="http://schemas.microsoft.com/office/drawing/2014/chart" uri="{C3380CC4-5D6E-409C-BE32-E72D297353CC}">
                    <c16:uniqueId val="{00000011-979A-4432-8B62-24707799A90E}"/>
                  </c:ext>
                </c:extLst>
              </c15:ser>
            </c15:filteredLineSeries>
            <c15:filteredLineSeries>
              <c15:ser>
                <c:idx val="15"/>
                <c:order val="15"/>
                <c:tx>
                  <c:strRef>
                    <c:extLst xmlns:c15="http://schemas.microsoft.com/office/drawing/2012/chart">
                      <c:ext xmlns:c15="http://schemas.microsoft.com/office/drawing/2012/chart" uri="{02D57815-91ED-43cb-92C2-25804820EDAC}">
                        <c15:formulaRef>
                          <c15:sqref>'[Worksheet in ValorResidual_TFM_v1.0.pptx 2]Sheet 1'!$A$25</c15:sqref>
                        </c15:formulaRef>
                      </c:ext>
                    </c:extLst>
                    <c:strCache>
                      <c:ptCount val="1"/>
                      <c:pt idx="0">
                        <c:v>Latvia</c:v>
                      </c:pt>
                    </c:strCache>
                  </c:strRef>
                </c:tx>
                <c:spPr>
                  <a:ln w="28575" cap="rnd">
                    <a:solidFill>
                      <a:schemeClr val="accent4">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1'!$B$25:$K$25</c15:sqref>
                        </c15:formulaRef>
                      </c:ext>
                    </c:extLst>
                    <c:numCache>
                      <c:formatCode>#,##0</c:formatCode>
                      <c:ptCount val="10"/>
                      <c:pt idx="0">
                        <c:v>657799</c:v>
                      </c:pt>
                      <c:pt idx="1">
                        <c:v>679048</c:v>
                      </c:pt>
                      <c:pt idx="2">
                        <c:v>664177</c:v>
                      </c:pt>
                      <c:pt idx="3">
                        <c:v>689536</c:v>
                      </c:pt>
                      <c:pt idx="4">
                        <c:v>707841</c:v>
                      </c:pt>
                      <c:pt idx="5">
                        <c:v>727164</c:v>
                      </c:pt>
                      <c:pt idx="6">
                        <c:v>739124</c:v>
                      </c:pt>
                      <c:pt idx="7">
                        <c:v>758688</c:v>
                      </c:pt>
                      <c:pt idx="8">
                        <c:v>769723</c:v>
                      </c:pt>
                      <c:pt idx="9">
                        <c:v>781690</c:v>
                      </c:pt>
                    </c:numCache>
                  </c:numRef>
                </c:val>
                <c:smooth val="0"/>
                <c:extLst xmlns:c15="http://schemas.microsoft.com/office/drawing/2012/chart">
                  <c:ext xmlns:c16="http://schemas.microsoft.com/office/drawing/2014/chart" uri="{C3380CC4-5D6E-409C-BE32-E72D297353CC}">
                    <c16:uniqueId val="{00000012-979A-4432-8B62-24707799A90E}"/>
                  </c:ext>
                </c:extLst>
              </c15:ser>
            </c15:filteredLineSeries>
            <c15:filteredLineSeries>
              <c15:ser>
                <c:idx val="16"/>
                <c:order val="16"/>
                <c:tx>
                  <c:strRef>
                    <c:extLst xmlns:c15="http://schemas.microsoft.com/office/drawing/2012/chart">
                      <c:ext xmlns:c15="http://schemas.microsoft.com/office/drawing/2012/chart" uri="{02D57815-91ED-43cb-92C2-25804820EDAC}">
                        <c15:formulaRef>
                          <c15:sqref>'[Worksheet in ValorResidual_TFM_v1.0.pptx 2]Sheet 1'!$A$26</c15:sqref>
                        </c15:formulaRef>
                      </c:ext>
                    </c:extLst>
                    <c:strCache>
                      <c:ptCount val="1"/>
                      <c:pt idx="0">
                        <c:v>Lithuania</c:v>
                      </c:pt>
                    </c:strCache>
                  </c:strRef>
                </c:tx>
                <c:spPr>
                  <a:ln w="28575" cap="rnd">
                    <a:solidFill>
                      <a:schemeClr val="accent5">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1'!$B$26:$K$26</c15:sqref>
                        </c15:formulaRef>
                      </c:ext>
                    </c:extLst>
                    <c:numCache>
                      <c:formatCode>#,##0</c:formatCode>
                      <c:ptCount val="10"/>
                      <c:pt idx="0">
                        <c:v>1205668</c:v>
                      </c:pt>
                      <c:pt idx="1">
                        <c:v>1244063</c:v>
                      </c:pt>
                      <c:pt idx="2">
                        <c:v>1298737</c:v>
                      </c:pt>
                      <c:pt idx="3">
                        <c:v>1356987</c:v>
                      </c:pt>
                      <c:pt idx="4">
                        <c:v>1430520</c:v>
                      </c:pt>
                      <c:pt idx="5">
                        <c:v>1498688</c:v>
                      </c:pt>
                      <c:pt idx="6">
                        <c:v>1565465</c:v>
                      </c:pt>
                      <c:pt idx="7">
                        <c:v>1611143</c:v>
                      </c:pt>
                      <c:pt idx="8">
                        <c:v>1650384</c:v>
                      </c:pt>
                      <c:pt idx="9">
                        <c:v>1700524</c:v>
                      </c:pt>
                    </c:numCache>
                  </c:numRef>
                </c:val>
                <c:smooth val="0"/>
                <c:extLst xmlns:c15="http://schemas.microsoft.com/office/drawing/2012/chart">
                  <c:ext xmlns:c16="http://schemas.microsoft.com/office/drawing/2014/chart" uri="{C3380CC4-5D6E-409C-BE32-E72D297353CC}">
                    <c16:uniqueId val="{00000013-979A-4432-8B62-24707799A90E}"/>
                  </c:ext>
                </c:extLst>
              </c15:ser>
            </c15:filteredLineSeries>
            <c15:filteredLineSeries>
              <c15:ser>
                <c:idx val="17"/>
                <c:order val="17"/>
                <c:tx>
                  <c:strRef>
                    <c:extLst xmlns:c15="http://schemas.microsoft.com/office/drawing/2012/chart">
                      <c:ext xmlns:c15="http://schemas.microsoft.com/office/drawing/2012/chart" uri="{02D57815-91ED-43cb-92C2-25804820EDAC}">
                        <c15:formulaRef>
                          <c15:sqref>'[Worksheet in ValorResidual_TFM_v1.0.pptx 2]Sheet 1'!$A$27</c15:sqref>
                        </c15:formulaRef>
                      </c:ext>
                    </c:extLst>
                    <c:strCache>
                      <c:ptCount val="1"/>
                      <c:pt idx="0">
                        <c:v>Luxembourg</c:v>
                      </c:pt>
                    </c:strCache>
                  </c:strRef>
                </c:tx>
                <c:spPr>
                  <a:ln w="28575" cap="rnd">
                    <a:solidFill>
                      <a:schemeClr val="accent6">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1'!$B$27:$K$27</c15:sqref>
                        </c15:formulaRef>
                      </c:ext>
                    </c:extLst>
                    <c:numCache>
                      <c:formatCode>#,##0</c:formatCode>
                      <c:ptCount val="10"/>
                      <c:pt idx="0">
                        <c:v>372827</c:v>
                      </c:pt>
                      <c:pt idx="1">
                        <c:v>381103</c:v>
                      </c:pt>
                      <c:pt idx="2">
                        <c:v>390935</c:v>
                      </c:pt>
                      <c:pt idx="3">
                        <c:v>403282</c:v>
                      </c:pt>
                      <c:pt idx="4">
                        <c:v>415145</c:v>
                      </c:pt>
                      <c:pt idx="5">
                        <c:v>426346</c:v>
                      </c:pt>
                      <c:pt idx="6">
                        <c:v>433183</c:v>
                      </c:pt>
                      <c:pt idx="7">
                        <c:v>439919</c:v>
                      </c:pt>
                      <c:pt idx="8">
                        <c:v>444818</c:v>
                      </c:pt>
                      <c:pt idx="9">
                        <c:v>453614</c:v>
                      </c:pt>
                    </c:numCache>
                  </c:numRef>
                </c:val>
                <c:smooth val="0"/>
                <c:extLst xmlns:c15="http://schemas.microsoft.com/office/drawing/2012/chart">
                  <c:ext xmlns:c16="http://schemas.microsoft.com/office/drawing/2014/chart" uri="{C3380CC4-5D6E-409C-BE32-E72D297353CC}">
                    <c16:uniqueId val="{00000014-979A-4432-8B62-24707799A90E}"/>
                  </c:ext>
                </c:extLst>
              </c15:ser>
            </c15:filteredLineSeries>
            <c15:filteredLineSeries>
              <c15:ser>
                <c:idx val="18"/>
                <c:order val="18"/>
                <c:tx>
                  <c:strRef>
                    <c:extLst xmlns:c15="http://schemas.microsoft.com/office/drawing/2012/chart">
                      <c:ext xmlns:c15="http://schemas.microsoft.com/office/drawing/2012/chart" uri="{02D57815-91ED-43cb-92C2-25804820EDAC}">
                        <c15:formulaRef>
                          <c15:sqref>'[Worksheet in ValorResidual_TFM_v1.0.pptx 2]Sheet 1'!$A$28</c15:sqref>
                        </c15:formulaRef>
                      </c:ext>
                    </c:extLst>
                    <c:strCache>
                      <c:ptCount val="1"/>
                      <c:pt idx="0">
                        <c:v>Hungary</c:v>
                      </c:pt>
                    </c:strCache>
                  </c:strRef>
                </c:tx>
                <c:spPr>
                  <a:ln w="28575" cap="rnd">
                    <a:solidFill>
                      <a:schemeClr val="accent1">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1'!$B$28:$K$28</c15:sqref>
                        </c15:formulaRef>
                      </c:ext>
                    </c:extLst>
                    <c:numCache>
                      <c:formatCode>#,##0</c:formatCode>
                      <c:ptCount val="10"/>
                      <c:pt idx="0">
                        <c:v>3107695</c:v>
                      </c:pt>
                      <c:pt idx="1">
                        <c:v>3196856</c:v>
                      </c:pt>
                      <c:pt idx="2">
                        <c:v>3313206</c:v>
                      </c:pt>
                      <c:pt idx="3">
                        <c:v>3471997</c:v>
                      </c:pt>
                      <c:pt idx="4">
                        <c:v>3641823</c:v>
                      </c:pt>
                      <c:pt idx="5">
                        <c:v>3812013</c:v>
                      </c:pt>
                      <c:pt idx="6">
                        <c:v>3920799</c:v>
                      </c:pt>
                      <c:pt idx="7">
                        <c:v>4020159</c:v>
                      </c:pt>
                      <c:pt idx="8">
                        <c:v>4094129</c:v>
                      </c:pt>
                      <c:pt idx="9">
                        <c:v>4168651</c:v>
                      </c:pt>
                    </c:numCache>
                  </c:numRef>
                </c:val>
                <c:smooth val="0"/>
                <c:extLst xmlns:c15="http://schemas.microsoft.com/office/drawing/2012/chart">
                  <c:ext xmlns:c16="http://schemas.microsoft.com/office/drawing/2014/chart" uri="{C3380CC4-5D6E-409C-BE32-E72D297353CC}">
                    <c16:uniqueId val="{00000015-979A-4432-8B62-24707799A90E}"/>
                  </c:ext>
                </c:extLst>
              </c15:ser>
            </c15:filteredLineSeries>
            <c15:filteredLineSeries>
              <c15:ser>
                <c:idx val="19"/>
                <c:order val="19"/>
                <c:tx>
                  <c:strRef>
                    <c:extLst xmlns:c15="http://schemas.microsoft.com/office/drawing/2012/chart">
                      <c:ext xmlns:c15="http://schemas.microsoft.com/office/drawing/2012/chart" uri="{02D57815-91ED-43cb-92C2-25804820EDAC}">
                        <c15:formulaRef>
                          <c15:sqref>'[Worksheet in ValorResidual_TFM_v1.0.pptx 2]Sheet 1'!$A$29</c15:sqref>
                        </c15:formulaRef>
                      </c:ext>
                    </c:extLst>
                    <c:strCache>
                      <c:ptCount val="1"/>
                      <c:pt idx="0">
                        <c:v>Malta</c:v>
                      </c:pt>
                    </c:strCache>
                  </c:strRef>
                </c:tx>
                <c:spPr>
                  <a:ln w="28575" cap="rnd">
                    <a:solidFill>
                      <a:schemeClr val="accent2">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1'!$B$29:$K$29</c15:sqref>
                        </c15:formulaRef>
                      </c:ext>
                    </c:extLst>
                    <c:numCache>
                      <c:formatCode>#,##0</c:formatCode>
                      <c:ptCount val="10"/>
                      <c:pt idx="0">
                        <c:v>265950</c:v>
                      </c:pt>
                      <c:pt idx="1">
                        <c:v>275380</c:v>
                      </c:pt>
                      <c:pt idx="2">
                        <c:v>282921</c:v>
                      </c:pt>
                      <c:pt idx="3">
                        <c:v>291798</c:v>
                      </c:pt>
                      <c:pt idx="4">
                        <c:v>300140</c:v>
                      </c:pt>
                      <c:pt idx="5">
                        <c:v>307130</c:v>
                      </c:pt>
                      <c:pt idx="6">
                        <c:v>308358</c:v>
                      </c:pt>
                      <c:pt idx="7">
                        <c:v>313177</c:v>
                      </c:pt>
                      <c:pt idx="8">
                        <c:v>317234</c:v>
                      </c:pt>
                      <c:pt idx="9">
                        <c:v>323852</c:v>
                      </c:pt>
                    </c:numCache>
                  </c:numRef>
                </c:val>
                <c:smooth val="0"/>
                <c:extLst xmlns:c15="http://schemas.microsoft.com/office/drawing/2012/chart">
                  <c:ext xmlns:c16="http://schemas.microsoft.com/office/drawing/2014/chart" uri="{C3380CC4-5D6E-409C-BE32-E72D297353CC}">
                    <c16:uniqueId val="{00000016-979A-4432-8B62-24707799A90E}"/>
                  </c:ext>
                </c:extLst>
              </c15:ser>
            </c15:filteredLineSeries>
            <c15:filteredLineSeries>
              <c15:ser>
                <c:idx val="20"/>
                <c:order val="20"/>
                <c:tx>
                  <c:strRef>
                    <c:extLst xmlns:c15="http://schemas.microsoft.com/office/drawing/2012/chart">
                      <c:ext xmlns:c15="http://schemas.microsoft.com/office/drawing/2012/chart" uri="{02D57815-91ED-43cb-92C2-25804820EDAC}">
                        <c15:formulaRef>
                          <c15:sqref>'[Worksheet in ValorResidual_TFM_v1.0.pptx 2]Sheet 1'!$A$30</c15:sqref>
                        </c15:formulaRef>
                      </c:ext>
                    </c:extLst>
                    <c:strCache>
                      <c:ptCount val="1"/>
                      <c:pt idx="0">
                        <c:v>Netherlands</c:v>
                      </c:pt>
                    </c:strCache>
                  </c:strRef>
                </c:tx>
                <c:spPr>
                  <a:ln w="28575" cap="rnd">
                    <a:solidFill>
                      <a:schemeClr val="accent3">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1'!$B$30:$K$30</c15:sqref>
                        </c15:formulaRef>
                      </c:ext>
                    </c:extLst>
                    <c:numCache>
                      <c:formatCode>#,##0</c:formatCode>
                      <c:ptCount val="10"/>
                      <c:pt idx="0">
                        <c:v>7979083</c:v>
                      </c:pt>
                      <c:pt idx="1">
                        <c:v>8100864</c:v>
                      </c:pt>
                      <c:pt idx="2">
                        <c:v>8222974</c:v>
                      </c:pt>
                      <c:pt idx="3">
                        <c:v>8373244</c:v>
                      </c:pt>
                      <c:pt idx="4">
                        <c:v>8442982</c:v>
                      </c:pt>
                      <c:pt idx="5">
                        <c:v>8584391</c:v>
                      </c:pt>
                      <c:pt idx="6">
                        <c:v>8686419</c:v>
                      </c:pt>
                      <c:pt idx="7">
                        <c:v>8827709</c:v>
                      </c:pt>
                      <c:pt idx="8">
                        <c:v>8917107</c:v>
                      </c:pt>
                      <c:pt idx="9">
                        <c:v>9067393</c:v>
                      </c:pt>
                    </c:numCache>
                  </c:numRef>
                </c:val>
                <c:smooth val="0"/>
                <c:extLst xmlns:c15="http://schemas.microsoft.com/office/drawing/2012/chart">
                  <c:ext xmlns:c16="http://schemas.microsoft.com/office/drawing/2014/chart" uri="{C3380CC4-5D6E-409C-BE32-E72D297353CC}">
                    <c16:uniqueId val="{00000017-979A-4432-8B62-24707799A90E}"/>
                  </c:ext>
                </c:extLst>
              </c15:ser>
            </c15:filteredLineSeries>
            <c15:filteredLineSeries>
              <c15:ser>
                <c:idx val="21"/>
                <c:order val="21"/>
                <c:tx>
                  <c:strRef>
                    <c:extLst xmlns:c15="http://schemas.microsoft.com/office/drawing/2012/chart">
                      <c:ext xmlns:c15="http://schemas.microsoft.com/office/drawing/2012/chart" uri="{02D57815-91ED-43cb-92C2-25804820EDAC}">
                        <c15:formulaRef>
                          <c15:sqref>'[Worksheet in ValorResidual_TFM_v1.0.pptx 2]Sheet 1'!$A$31</c15:sqref>
                        </c15:formulaRef>
                      </c:ext>
                    </c:extLst>
                    <c:strCache>
                      <c:ptCount val="1"/>
                      <c:pt idx="0">
                        <c:v>Austria</c:v>
                      </c:pt>
                    </c:strCache>
                  </c:strRef>
                </c:tx>
                <c:spPr>
                  <a:ln w="28575" cap="rnd">
                    <a:solidFill>
                      <a:schemeClr val="accent4">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1'!$B$31:$K$31</c15:sqref>
                        </c15:formulaRef>
                      </c:ext>
                    </c:extLst>
                    <c:numCache>
                      <c:formatCode>#,##0</c:formatCode>
                      <c:ptCount val="10"/>
                      <c:pt idx="0">
                        <c:v>4694921</c:v>
                      </c:pt>
                      <c:pt idx="1">
                        <c:v>4748048</c:v>
                      </c:pt>
                      <c:pt idx="2">
                        <c:v>4821557</c:v>
                      </c:pt>
                      <c:pt idx="3">
                        <c:v>4898578</c:v>
                      </c:pt>
                      <c:pt idx="4">
                        <c:v>4978852</c:v>
                      </c:pt>
                      <c:pt idx="5">
                        <c:v>5039548</c:v>
                      </c:pt>
                      <c:pt idx="6">
                        <c:v>5091827</c:v>
                      </c:pt>
                      <c:pt idx="7">
                        <c:v>5133836</c:v>
                      </c:pt>
                      <c:pt idx="8">
                        <c:v>5150890</c:v>
                      </c:pt>
                      <c:pt idx="9">
                        <c:v>5185006</c:v>
                      </c:pt>
                    </c:numCache>
                  </c:numRef>
                </c:val>
                <c:smooth val="0"/>
                <c:extLst xmlns:c15="http://schemas.microsoft.com/office/drawing/2012/chart">
                  <c:ext xmlns:c16="http://schemas.microsoft.com/office/drawing/2014/chart" uri="{C3380CC4-5D6E-409C-BE32-E72D297353CC}">
                    <c16:uniqueId val="{00000018-979A-4432-8B62-24707799A90E}"/>
                  </c:ext>
                </c:extLst>
              </c15:ser>
            </c15:filteredLineSeries>
            <c15:filteredLineSeries>
              <c15:ser>
                <c:idx val="23"/>
                <c:order val="23"/>
                <c:tx>
                  <c:strRef>
                    <c:extLst xmlns:c15="http://schemas.microsoft.com/office/drawing/2012/chart">
                      <c:ext xmlns:c15="http://schemas.microsoft.com/office/drawing/2012/chart" uri="{02D57815-91ED-43cb-92C2-25804820EDAC}">
                        <c15:formulaRef>
                          <c15:sqref>'[Worksheet in ValorResidual_TFM_v1.0.pptx 2]Sheet 1'!$A$33</c15:sqref>
                        </c15:formulaRef>
                      </c:ext>
                    </c:extLst>
                    <c:strCache>
                      <c:ptCount val="1"/>
                      <c:pt idx="0">
                        <c:v>Portugal</c:v>
                      </c:pt>
                    </c:strCache>
                  </c:strRef>
                </c:tx>
                <c:spPr>
                  <a:ln w="28575" cap="rnd">
                    <a:solidFill>
                      <a:schemeClr val="accent6">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1'!$B$33:$K$33</c15:sqref>
                        </c15:formulaRef>
                      </c:ext>
                    </c:extLst>
                    <c:numCache>
                      <c:formatCode>#,##0</c:formatCode>
                      <c:ptCount val="10"/>
                      <c:pt idx="0">
                        <c:v>4699645</c:v>
                      </c:pt>
                      <c:pt idx="1">
                        <c:v>4722963</c:v>
                      </c:pt>
                      <c:pt idx="2">
                        <c:v>4850229</c:v>
                      </c:pt>
                      <c:pt idx="3">
                        <c:v>5059472</c:v>
                      </c:pt>
                      <c:pt idx="4">
                        <c:v>5282970</c:v>
                      </c:pt>
                      <c:pt idx="5">
                        <c:v>5452119</c:v>
                      </c:pt>
                      <c:pt idx="6">
                        <c:v>5565963</c:v>
                      </c:pt>
                      <c:pt idx="7">
                        <c:v>5632644</c:v>
                      </c:pt>
                      <c:pt idx="8">
                        <c:v>5778584</c:v>
                      </c:pt>
                      <c:pt idx="9">
                        <c:v>5847610</c:v>
                      </c:pt>
                    </c:numCache>
                  </c:numRef>
                </c:val>
                <c:smooth val="0"/>
                <c:extLst xmlns:c15="http://schemas.microsoft.com/office/drawing/2012/chart">
                  <c:ext xmlns:c16="http://schemas.microsoft.com/office/drawing/2014/chart" uri="{C3380CC4-5D6E-409C-BE32-E72D297353CC}">
                    <c16:uniqueId val="{00000019-979A-4432-8B62-24707799A90E}"/>
                  </c:ext>
                </c:extLst>
              </c15:ser>
            </c15:filteredLineSeries>
            <c15:filteredLineSeries>
              <c15:ser>
                <c:idx val="24"/>
                <c:order val="24"/>
                <c:tx>
                  <c:strRef>
                    <c:extLst xmlns:c15="http://schemas.microsoft.com/office/drawing/2012/chart">
                      <c:ext xmlns:c15="http://schemas.microsoft.com/office/drawing/2012/chart" uri="{02D57815-91ED-43cb-92C2-25804820EDAC}">
                        <c15:formulaRef>
                          <c15:sqref>'[Worksheet in ValorResidual_TFM_v1.0.pptx 2]Sheet 1'!$A$34</c15:sqref>
                        </c15:formulaRef>
                      </c:ext>
                    </c:extLst>
                    <c:strCache>
                      <c:ptCount val="1"/>
                      <c:pt idx="0">
                        <c:v>Romania</c:v>
                      </c:pt>
                    </c:strCache>
                  </c:strRef>
                </c:tx>
                <c:spPr>
                  <a:ln w="28575" cap="rnd">
                    <a:solidFill>
                      <a:schemeClr val="accent1">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1'!$B$34:$K$34</c15:sqref>
                        </c15:formulaRef>
                      </c:ext>
                    </c:extLst>
                    <c:numCache>
                      <c:formatCode>#,##0</c:formatCode>
                      <c:ptCount val="10"/>
                      <c:pt idx="0">
                        <c:v>4907564</c:v>
                      </c:pt>
                      <c:pt idx="1">
                        <c:v>5155059</c:v>
                      </c:pt>
                      <c:pt idx="2">
                        <c:v>5472423</c:v>
                      </c:pt>
                      <c:pt idx="3">
                        <c:v>5998194</c:v>
                      </c:pt>
                      <c:pt idx="4">
                        <c:v>6452536</c:v>
                      </c:pt>
                      <c:pt idx="5">
                        <c:v>6902984</c:v>
                      </c:pt>
                      <c:pt idx="6">
                        <c:v>7274728</c:v>
                      </c:pt>
                      <c:pt idx="7">
                        <c:v>7611039</c:v>
                      </c:pt>
                      <c:pt idx="8">
                        <c:v>7865186</c:v>
                      </c:pt>
                      <c:pt idx="9">
                        <c:v>8106570</c:v>
                      </c:pt>
                    </c:numCache>
                  </c:numRef>
                </c:val>
                <c:smooth val="0"/>
                <c:extLst xmlns:c15="http://schemas.microsoft.com/office/drawing/2012/chart">
                  <c:ext xmlns:c16="http://schemas.microsoft.com/office/drawing/2014/chart" uri="{C3380CC4-5D6E-409C-BE32-E72D297353CC}">
                    <c16:uniqueId val="{0000001A-979A-4432-8B62-24707799A90E}"/>
                  </c:ext>
                </c:extLst>
              </c15:ser>
            </c15:filteredLineSeries>
            <c15:filteredLineSeries>
              <c15:ser>
                <c:idx val="25"/>
                <c:order val="25"/>
                <c:tx>
                  <c:strRef>
                    <c:extLst xmlns:c15="http://schemas.microsoft.com/office/drawing/2012/chart">
                      <c:ext xmlns:c15="http://schemas.microsoft.com/office/drawing/2012/chart" uri="{02D57815-91ED-43cb-92C2-25804820EDAC}">
                        <c15:formulaRef>
                          <c15:sqref>'[Worksheet in ValorResidual_TFM_v1.0.pptx 2]Sheet 1'!$A$35</c15:sqref>
                        </c15:formulaRef>
                      </c:ext>
                    </c:extLst>
                    <c:strCache>
                      <c:ptCount val="1"/>
                      <c:pt idx="0">
                        <c:v>Slovenia</c:v>
                      </c:pt>
                    </c:strCache>
                  </c:strRef>
                </c:tx>
                <c:spPr>
                  <a:ln w="28575" cap="rnd">
                    <a:solidFill>
                      <a:schemeClr val="accent2">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1'!$B$35:$K$35</c15:sqref>
                        </c15:formulaRef>
                      </c:ext>
                    </c:extLst>
                    <c:numCache>
                      <c:formatCode>#,##0</c:formatCode>
                      <c:ptCount val="10"/>
                      <c:pt idx="0">
                        <c:v>1068362</c:v>
                      </c:pt>
                      <c:pt idx="1">
                        <c:v>1078737</c:v>
                      </c:pt>
                      <c:pt idx="2">
                        <c:v>1096523</c:v>
                      </c:pt>
                      <c:pt idx="3">
                        <c:v>1117935</c:v>
                      </c:pt>
                      <c:pt idx="4">
                        <c:v>1143150</c:v>
                      </c:pt>
                      <c:pt idx="5">
                        <c:v>1165371</c:v>
                      </c:pt>
                      <c:pt idx="6">
                        <c:v>1170690</c:v>
                      </c:pt>
                      <c:pt idx="7">
                        <c:v>1189457</c:v>
                      </c:pt>
                      <c:pt idx="8">
                        <c:v>1207755</c:v>
                      </c:pt>
                      <c:pt idx="9">
                        <c:v>1230565</c:v>
                      </c:pt>
                    </c:numCache>
                  </c:numRef>
                </c:val>
                <c:smooth val="0"/>
                <c:extLst xmlns:c15="http://schemas.microsoft.com/office/drawing/2012/chart">
                  <c:ext xmlns:c16="http://schemas.microsoft.com/office/drawing/2014/chart" uri="{C3380CC4-5D6E-409C-BE32-E72D297353CC}">
                    <c16:uniqueId val="{0000001B-979A-4432-8B62-24707799A90E}"/>
                  </c:ext>
                </c:extLst>
              </c15:ser>
            </c15:filteredLineSeries>
            <c15:filteredLineSeries>
              <c15:ser>
                <c:idx val="26"/>
                <c:order val="26"/>
                <c:tx>
                  <c:strRef>
                    <c:extLst xmlns:c15="http://schemas.microsoft.com/office/drawing/2012/chart">
                      <c:ext xmlns:c15="http://schemas.microsoft.com/office/drawing/2012/chart" uri="{02D57815-91ED-43cb-92C2-25804820EDAC}">
                        <c15:formulaRef>
                          <c15:sqref>'[Worksheet in ValorResidual_TFM_v1.0.pptx 2]Sheet 1'!$A$36</c15:sqref>
                        </c15:formulaRef>
                      </c:ext>
                    </c:extLst>
                    <c:strCache>
                      <c:ptCount val="1"/>
                      <c:pt idx="0">
                        <c:v>Slovakia</c:v>
                      </c:pt>
                    </c:strCache>
                  </c:strRef>
                </c:tx>
                <c:spPr>
                  <a:ln w="28575" cap="rnd">
                    <a:solidFill>
                      <a:schemeClr val="accent3">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1'!$B$36:$K$36</c15:sqref>
                        </c15:formulaRef>
                      </c:ext>
                    </c:extLst>
                    <c:numCache>
                      <c:formatCode>#,##0</c:formatCode>
                      <c:ptCount val="10"/>
                      <c:pt idx="0">
                        <c:v>1949100</c:v>
                      </c:pt>
                      <c:pt idx="1">
                        <c:v>2034574</c:v>
                      </c:pt>
                      <c:pt idx="2">
                        <c:v>2121774</c:v>
                      </c:pt>
                      <c:pt idx="3">
                        <c:v>2223117</c:v>
                      </c:pt>
                      <c:pt idx="4">
                        <c:v>2321608</c:v>
                      </c:pt>
                      <c:pt idx="5">
                        <c:v>2393577</c:v>
                      </c:pt>
                      <c:pt idx="6">
                        <c:v>2439986</c:v>
                      </c:pt>
                      <c:pt idx="7">
                        <c:v>2493183</c:v>
                      </c:pt>
                      <c:pt idx="8">
                        <c:v>2555491</c:v>
                      </c:pt>
                      <c:pt idx="9">
                        <c:v>2644361</c:v>
                      </c:pt>
                    </c:numCache>
                  </c:numRef>
                </c:val>
                <c:smooth val="0"/>
                <c:extLst xmlns:c15="http://schemas.microsoft.com/office/drawing/2012/chart">
                  <c:ext xmlns:c16="http://schemas.microsoft.com/office/drawing/2014/chart" uri="{C3380CC4-5D6E-409C-BE32-E72D297353CC}">
                    <c16:uniqueId val="{0000001C-979A-4432-8B62-24707799A90E}"/>
                  </c:ext>
                </c:extLst>
              </c15:ser>
            </c15:filteredLineSeries>
            <c15:filteredLineSeries>
              <c15:ser>
                <c:idx val="27"/>
                <c:order val="27"/>
                <c:tx>
                  <c:strRef>
                    <c:extLst xmlns:c15="http://schemas.microsoft.com/office/drawing/2012/chart">
                      <c:ext xmlns:c15="http://schemas.microsoft.com/office/drawing/2012/chart" uri="{02D57815-91ED-43cb-92C2-25804820EDAC}">
                        <c15:formulaRef>
                          <c15:sqref>'[Worksheet in ValorResidual_TFM_v1.0.pptx 2]Sheet 1'!$A$37</c15:sqref>
                        </c15:formulaRef>
                      </c:ext>
                    </c:extLst>
                    <c:strCache>
                      <c:ptCount val="1"/>
                      <c:pt idx="0">
                        <c:v>Finland</c:v>
                      </c:pt>
                    </c:strCache>
                  </c:strRef>
                </c:tx>
                <c:spPr>
                  <a:ln w="28575" cap="rnd">
                    <a:solidFill>
                      <a:schemeClr val="accent4">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1'!$B$37:$K$37</c15:sqref>
                        </c15:formulaRef>
                      </c:ext>
                    </c:extLst>
                    <c:numCache>
                      <c:formatCode>#,##0</c:formatCode>
                      <c:ptCount val="10"/>
                      <c:pt idx="0">
                        <c:v>3172735</c:v>
                      </c:pt>
                      <c:pt idx="1">
                        <c:v>3234860</c:v>
                      </c:pt>
                      <c:pt idx="2">
                        <c:v>3322672</c:v>
                      </c:pt>
                      <c:pt idx="3">
                        <c:v>3398937</c:v>
                      </c:pt>
                      <c:pt idx="4">
                        <c:v>3470507</c:v>
                      </c:pt>
                      <c:pt idx="5">
                        <c:v>3549803</c:v>
                      </c:pt>
                      <c:pt idx="6">
                        <c:v>3607531</c:v>
                      </c:pt>
                      <c:pt idx="7">
                        <c:v>3641532</c:v>
                      </c:pt>
                      <c:pt idx="8">
                        <c:v>3673750</c:v>
                      </c:pt>
                      <c:pt idx="9">
                        <c:v>3718278</c:v>
                      </c:pt>
                    </c:numCache>
                  </c:numRef>
                </c:val>
                <c:smooth val="0"/>
                <c:extLst xmlns:c15="http://schemas.microsoft.com/office/drawing/2012/chart">
                  <c:ext xmlns:c16="http://schemas.microsoft.com/office/drawing/2014/chart" uri="{C3380CC4-5D6E-409C-BE32-E72D297353CC}">
                    <c16:uniqueId val="{0000001D-979A-4432-8B62-24707799A90E}"/>
                  </c:ext>
                </c:extLst>
              </c15:ser>
            </c15:filteredLineSeries>
            <c15:filteredLineSeries>
              <c15:ser>
                <c:idx val="28"/>
                <c:order val="28"/>
                <c:tx>
                  <c:strRef>
                    <c:extLst xmlns:c15="http://schemas.microsoft.com/office/drawing/2012/chart">
                      <c:ext xmlns:c15="http://schemas.microsoft.com/office/drawing/2012/chart" uri="{02D57815-91ED-43cb-92C2-25804820EDAC}">
                        <c15:formulaRef>
                          <c15:sqref>'[Worksheet in ValorResidual_TFM_v1.0.pptx 2]Sheet 1'!$A$38</c15:sqref>
                        </c15:formulaRef>
                      </c:ext>
                    </c:extLst>
                    <c:strCache>
                      <c:ptCount val="1"/>
                      <c:pt idx="0">
                        <c:v>Sweden</c:v>
                      </c:pt>
                    </c:strCache>
                  </c:strRef>
                </c:tx>
                <c:spPr>
                  <a:ln w="28575" cap="rnd">
                    <a:solidFill>
                      <a:schemeClr val="accent5">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1'!$B$38:$K$38</c15:sqref>
                        </c15:formulaRef>
                      </c:ext>
                    </c:extLst>
                    <c:numCache>
                      <c:formatCode>#,##0</c:formatCode>
                      <c:ptCount val="10"/>
                      <c:pt idx="0">
                        <c:v>4584711</c:v>
                      </c:pt>
                      <c:pt idx="1">
                        <c:v>4668262</c:v>
                      </c:pt>
                      <c:pt idx="2">
                        <c:v>4767262</c:v>
                      </c:pt>
                      <c:pt idx="3">
                        <c:v>4844823</c:v>
                      </c:pt>
                      <c:pt idx="4">
                        <c:v>4869979</c:v>
                      </c:pt>
                      <c:pt idx="5">
                        <c:v>4887116</c:v>
                      </c:pt>
                      <c:pt idx="6">
                        <c:v>4943293</c:v>
                      </c:pt>
                      <c:pt idx="7">
                        <c:v>4985979</c:v>
                      </c:pt>
                      <c:pt idx="8">
                        <c:v>4979761</c:v>
                      </c:pt>
                      <c:pt idx="9">
                        <c:v>4976366</c:v>
                      </c:pt>
                    </c:numCache>
                  </c:numRef>
                </c:val>
                <c:smooth val="0"/>
                <c:extLst xmlns:c15="http://schemas.microsoft.com/office/drawing/2012/chart">
                  <c:ext xmlns:c16="http://schemas.microsoft.com/office/drawing/2014/chart" uri="{C3380CC4-5D6E-409C-BE32-E72D297353CC}">
                    <c16:uniqueId val="{0000001E-979A-4432-8B62-24707799A90E}"/>
                  </c:ext>
                </c:extLst>
              </c15:ser>
            </c15:filteredLineSeries>
            <c15:filteredLineSeries>
              <c15:ser>
                <c:idx val="29"/>
                <c:order val="29"/>
                <c:tx>
                  <c:strRef>
                    <c:extLst xmlns:c15="http://schemas.microsoft.com/office/drawing/2012/chart">
                      <c:ext xmlns:c15="http://schemas.microsoft.com/office/drawing/2012/chart" uri="{02D57815-91ED-43cb-92C2-25804820EDAC}">
                        <c15:formulaRef>
                          <c15:sqref>'[Worksheet in ValorResidual_TFM_v1.0.pptx 2]Sheet 1'!$A$39</c15:sqref>
                        </c15:formulaRef>
                      </c:ext>
                    </c:extLst>
                    <c:strCache>
                      <c:ptCount val="1"/>
                      <c:pt idx="0">
                        <c:v>Iceland</c:v>
                      </c:pt>
                    </c:strCache>
                  </c:strRef>
                </c:tx>
                <c:spPr>
                  <a:ln w="28575" cap="rnd">
                    <a:solidFill>
                      <a:schemeClr val="accent6">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1'!$B$39:$K$39</c15:sqref>
                        </c15:formulaRef>
                      </c:ext>
                    </c:extLst>
                    <c:numCache>
                      <c:formatCode>#,##0</c:formatCode>
                      <c:ptCount val="10"/>
                      <c:pt idx="0">
                        <c:v>0</c:v>
                      </c:pt>
                      <c:pt idx="1">
                        <c:v>0</c:v>
                      </c:pt>
                      <c:pt idx="2">
                        <c:v>0</c:v>
                      </c:pt>
                      <c:pt idx="3">
                        <c:v>257100</c:v>
                      </c:pt>
                      <c:pt idx="4">
                        <c:v>267467</c:v>
                      </c:pt>
                      <c:pt idx="5">
                        <c:v>269825</c:v>
                      </c:pt>
                      <c:pt idx="6">
                        <c:v>269615</c:v>
                      </c:pt>
                      <c:pt idx="7">
                        <c:v>289017</c:v>
                      </c:pt>
                      <c:pt idx="8">
                        <c:v>287368</c:v>
                      </c:pt>
                      <c:pt idx="9">
                        <c:v>256000</c:v>
                      </c:pt>
                    </c:numCache>
                  </c:numRef>
                </c:val>
                <c:smooth val="0"/>
                <c:extLst xmlns:c15="http://schemas.microsoft.com/office/drawing/2012/chart">
                  <c:ext xmlns:c16="http://schemas.microsoft.com/office/drawing/2014/chart" uri="{C3380CC4-5D6E-409C-BE32-E72D297353CC}">
                    <c16:uniqueId val="{0000001F-979A-4432-8B62-24707799A90E}"/>
                  </c:ext>
                </c:extLst>
              </c15:ser>
            </c15:filteredLineSeries>
            <c15:filteredLineSeries>
              <c15:ser>
                <c:idx val="30"/>
                <c:order val="30"/>
                <c:tx>
                  <c:strRef>
                    <c:extLst xmlns:c15="http://schemas.microsoft.com/office/drawing/2012/chart">
                      <c:ext xmlns:c15="http://schemas.microsoft.com/office/drawing/2012/chart" uri="{02D57815-91ED-43cb-92C2-25804820EDAC}">
                        <c15:formulaRef>
                          <c15:sqref>'[Worksheet in ValorResidual_TFM_v1.0.pptx 2]Sheet 1'!$A$40</c15:sqref>
                        </c15:formulaRef>
                      </c:ext>
                    </c:extLst>
                    <c:strCache>
                      <c:ptCount val="1"/>
                      <c:pt idx="0">
                        <c:v>Liechtenstein</c:v>
                      </c:pt>
                    </c:strCache>
                  </c:strRef>
                </c:tx>
                <c:spPr>
                  <a:ln w="28575" cap="rnd">
                    <a:solidFill>
                      <a:schemeClr val="accent1">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1'!$B$40:$K$40</c15:sqref>
                        </c15:formulaRef>
                      </c:ext>
                    </c:extLst>
                    <c:numCache>
                      <c:formatCode>#,##0</c:formatCode>
                      <c:ptCount val="10"/>
                      <c:pt idx="0">
                        <c:v>28470</c:v>
                      </c:pt>
                      <c:pt idx="1">
                        <c:v>28802</c:v>
                      </c:pt>
                      <c:pt idx="2">
                        <c:v>29241</c:v>
                      </c:pt>
                      <c:pt idx="3">
                        <c:v>29675</c:v>
                      </c:pt>
                      <c:pt idx="4">
                        <c:v>29949</c:v>
                      </c:pt>
                      <c:pt idx="5">
                        <c:v>30249</c:v>
                      </c:pt>
                      <c:pt idx="6">
                        <c:v>30436</c:v>
                      </c:pt>
                      <c:pt idx="7">
                        <c:v>30541</c:v>
                      </c:pt>
                      <c:pt idx="8">
                        <c:v>30659</c:v>
                      </c:pt>
                      <c:pt idx="9">
                        <c:v>30964</c:v>
                      </c:pt>
                    </c:numCache>
                  </c:numRef>
                </c:val>
                <c:smooth val="0"/>
                <c:extLst xmlns:c15="http://schemas.microsoft.com/office/drawing/2012/chart">
                  <c:ext xmlns:c16="http://schemas.microsoft.com/office/drawing/2014/chart" uri="{C3380CC4-5D6E-409C-BE32-E72D297353CC}">
                    <c16:uniqueId val="{00000020-979A-4432-8B62-24707799A90E}"/>
                  </c:ext>
                </c:extLst>
              </c15:ser>
            </c15:filteredLineSeries>
            <c15:filteredLineSeries>
              <c15:ser>
                <c:idx val="31"/>
                <c:order val="31"/>
                <c:tx>
                  <c:strRef>
                    <c:extLst xmlns:c15="http://schemas.microsoft.com/office/drawing/2012/chart">
                      <c:ext xmlns:c15="http://schemas.microsoft.com/office/drawing/2012/chart" uri="{02D57815-91ED-43cb-92C2-25804820EDAC}">
                        <c15:formulaRef>
                          <c15:sqref>'[Worksheet in ValorResidual_TFM_v1.0.pptx 2]Sheet 1'!$A$41</c15:sqref>
                        </c15:formulaRef>
                      </c:ext>
                    </c:extLst>
                    <c:strCache>
                      <c:ptCount val="1"/>
                      <c:pt idx="0">
                        <c:v>Norway</c:v>
                      </c:pt>
                    </c:strCache>
                  </c:strRef>
                </c:tx>
                <c:spPr>
                  <a:ln w="28575" cap="rnd">
                    <a:solidFill>
                      <a:schemeClr val="accent2">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1'!$B$41:$K$41</c15:sqref>
                        </c15:formulaRef>
                      </c:ext>
                    </c:extLst>
                    <c:numCache>
                      <c:formatCode>#,##0</c:formatCode>
                      <c:ptCount val="10"/>
                      <c:pt idx="0">
                        <c:v>2555443</c:v>
                      </c:pt>
                      <c:pt idx="1">
                        <c:v>2610000</c:v>
                      </c:pt>
                      <c:pt idx="2">
                        <c:v>2662910</c:v>
                      </c:pt>
                      <c:pt idx="3">
                        <c:v>2719396</c:v>
                      </c:pt>
                      <c:pt idx="4">
                        <c:v>2751949</c:v>
                      </c:pt>
                      <c:pt idx="5">
                        <c:v>2801208</c:v>
                      </c:pt>
                      <c:pt idx="6">
                        <c:v>2934883</c:v>
                      </c:pt>
                      <c:pt idx="7">
                        <c:v>3003005</c:v>
                      </c:pt>
                      <c:pt idx="8">
                        <c:v>3018728</c:v>
                      </c:pt>
                      <c:pt idx="9">
                        <c:v>2889087</c:v>
                      </c:pt>
                    </c:numCache>
                  </c:numRef>
                </c:val>
                <c:smooth val="0"/>
                <c:extLst xmlns:c15="http://schemas.microsoft.com/office/drawing/2012/chart">
                  <c:ext xmlns:c16="http://schemas.microsoft.com/office/drawing/2014/chart" uri="{C3380CC4-5D6E-409C-BE32-E72D297353CC}">
                    <c16:uniqueId val="{00000021-979A-4432-8B62-24707799A90E}"/>
                  </c:ext>
                </c:extLst>
              </c15:ser>
            </c15:filteredLineSeries>
            <c15:filteredLineSeries>
              <c15:ser>
                <c:idx val="32"/>
                <c:order val="32"/>
                <c:tx>
                  <c:strRef>
                    <c:extLst xmlns:c15="http://schemas.microsoft.com/office/drawing/2012/chart">
                      <c:ext xmlns:c15="http://schemas.microsoft.com/office/drawing/2012/chart" uri="{02D57815-91ED-43cb-92C2-25804820EDAC}">
                        <c15:formulaRef>
                          <c15:sqref>'[Worksheet in ValorResidual_TFM_v1.0.pptx 2]Sheet 1'!$A$42</c15:sqref>
                        </c15:formulaRef>
                      </c:ext>
                    </c:extLst>
                    <c:strCache>
                      <c:ptCount val="1"/>
                      <c:pt idx="0">
                        <c:v>Switzerland</c:v>
                      </c:pt>
                    </c:strCache>
                  </c:strRef>
                </c:tx>
                <c:spPr>
                  <a:ln w="28575" cap="rnd">
                    <a:solidFill>
                      <a:schemeClr val="accent3">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1'!$B$42:$K$42</c15:sqref>
                        </c15:formulaRef>
                      </c:ext>
                    </c:extLst>
                    <c:numCache>
                      <c:formatCode>#,##0</c:formatCode>
                      <c:ptCount val="10"/>
                      <c:pt idx="0">
                        <c:v>4431886</c:v>
                      </c:pt>
                      <c:pt idx="1">
                        <c:v>4508898</c:v>
                      </c:pt>
                      <c:pt idx="2">
                        <c:v>4578963</c:v>
                      </c:pt>
                      <c:pt idx="3">
                        <c:v>4630054</c:v>
                      </c:pt>
                      <c:pt idx="4">
                        <c:v>4666278</c:v>
                      </c:pt>
                      <c:pt idx="5">
                        <c:v>4692741</c:v>
                      </c:pt>
                      <c:pt idx="6">
                        <c:v>4733517</c:v>
                      </c:pt>
                      <c:pt idx="7">
                        <c:v>4793803</c:v>
                      </c:pt>
                      <c:pt idx="8">
                        <c:v>4812896</c:v>
                      </c:pt>
                      <c:pt idx="9">
                        <c:v>4861544</c:v>
                      </c:pt>
                    </c:numCache>
                  </c:numRef>
                </c:val>
                <c:smooth val="0"/>
                <c:extLst xmlns:c15="http://schemas.microsoft.com/office/drawing/2012/chart">
                  <c:ext xmlns:c16="http://schemas.microsoft.com/office/drawing/2014/chart" uri="{C3380CC4-5D6E-409C-BE32-E72D297353CC}">
                    <c16:uniqueId val="{00000022-979A-4432-8B62-24707799A90E}"/>
                  </c:ext>
                </c:extLst>
              </c15:ser>
            </c15:filteredLineSeries>
            <c15:filteredLineSeries>
              <c15:ser>
                <c:idx val="34"/>
                <c:order val="34"/>
                <c:tx>
                  <c:strRef>
                    <c:extLst xmlns:c15="http://schemas.microsoft.com/office/drawing/2012/chart">
                      <c:ext xmlns:c15="http://schemas.microsoft.com/office/drawing/2012/chart" uri="{02D57815-91ED-43cb-92C2-25804820EDAC}">
                        <c15:formulaRef>
                          <c15:sqref>'[Worksheet in ValorResidual_TFM_v1.0.pptx 2]Sheet 1'!$A$44</c15:sqref>
                        </c15:formulaRef>
                      </c:ext>
                    </c:extLst>
                    <c:strCache>
                      <c:ptCount val="1"/>
                      <c:pt idx="0">
                        <c:v>Bosnia and Herzegovina</c:v>
                      </c:pt>
                    </c:strCache>
                  </c:strRef>
                </c:tx>
                <c:spPr>
                  <a:ln w="28575" cap="rnd">
                    <a:solidFill>
                      <a:schemeClr val="accent5">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1'!$B$44:$K$44</c15:sqref>
                        </c15:formulaRef>
                      </c:ext>
                    </c:extLst>
                    <c:numCache>
                      <c:formatCode>#,##0</c:formatCode>
                      <c:ptCount val="10"/>
                      <c:pt idx="0">
                        <c:v>799891</c:v>
                      </c:pt>
                      <c:pt idx="1">
                        <c:v>827224</c:v>
                      </c:pt>
                      <c:pt idx="2">
                        <c:v>859975</c:v>
                      </c:pt>
                      <c:pt idx="3">
                        <c:v>882999</c:v>
                      </c:pt>
                      <c:pt idx="4">
                        <c:v>919226</c:v>
                      </c:pt>
                      <c:pt idx="5">
                        <c:v>939283</c:v>
                      </c:pt>
                      <c:pt idx="6">
                        <c:v>936417</c:v>
                      </c:pt>
                      <c:pt idx="7">
                        <c:v>983077</c:v>
                      </c:pt>
                      <c:pt idx="8">
                        <c:v>1006142</c:v>
                      </c:pt>
                      <c:pt idx="9">
                        <c:v>1044950</c:v>
                      </c:pt>
                    </c:numCache>
                  </c:numRef>
                </c:val>
                <c:smooth val="0"/>
                <c:extLst xmlns:c15="http://schemas.microsoft.com/office/drawing/2012/chart">
                  <c:ext xmlns:c16="http://schemas.microsoft.com/office/drawing/2014/chart" uri="{C3380CC4-5D6E-409C-BE32-E72D297353CC}">
                    <c16:uniqueId val="{00000023-979A-4432-8B62-24707799A90E}"/>
                  </c:ext>
                </c:extLst>
              </c15:ser>
            </c15:filteredLineSeries>
            <c15:filteredLineSeries>
              <c15:ser>
                <c:idx val="35"/>
                <c:order val="35"/>
                <c:tx>
                  <c:strRef>
                    <c:extLst xmlns:c15="http://schemas.microsoft.com/office/drawing/2012/chart">
                      <c:ext xmlns:c15="http://schemas.microsoft.com/office/drawing/2012/chart" uri="{02D57815-91ED-43cb-92C2-25804820EDAC}">
                        <c15:formulaRef>
                          <c15:sqref>'[Worksheet in ValorResidual_TFM_v1.0.pptx 2]Sheet 1'!$A$45</c15:sqref>
                        </c15:formulaRef>
                      </c:ext>
                    </c:extLst>
                    <c:strCache>
                      <c:ptCount val="1"/>
                      <c:pt idx="0">
                        <c:v>Montenegro</c:v>
                      </c:pt>
                    </c:strCache>
                  </c:strRef>
                </c:tx>
                <c:spPr>
                  <a:ln w="28575" cap="rnd">
                    <a:solidFill>
                      <a:schemeClr val="accent6">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1'!$B$45:$K$45</c15:sqref>
                        </c15:formulaRef>
                      </c:ext>
                    </c:extLst>
                    <c:numCache>
                      <c:formatCode>#,##0</c:formatCode>
                      <c:ptCount val="10"/>
                      <c:pt idx="0">
                        <c:v>174073</c:v>
                      </c:pt>
                      <c:pt idx="1">
                        <c:v>175912</c:v>
                      </c:pt>
                      <c:pt idx="2">
                        <c:v>184734</c:v>
                      </c:pt>
                      <c:pt idx="3">
                        <c:v>193242</c:v>
                      </c:pt>
                      <c:pt idx="4">
                        <c:v>206453</c:v>
                      </c:pt>
                      <c:pt idx="5">
                        <c:v>217959</c:v>
                      </c:pt>
                      <c:pt idx="6">
                        <c:v>210113</c:v>
                      </c:pt>
                      <c:pt idx="7">
                        <c:v>221405</c:v>
                      </c:pt>
                      <c:pt idx="8">
                        <c:v>227716</c:v>
                      </c:pt>
                      <c:pt idx="9">
                        <c:v>242599</c:v>
                      </c:pt>
                    </c:numCache>
                  </c:numRef>
                </c:val>
                <c:smooth val="0"/>
                <c:extLst xmlns:c15="http://schemas.microsoft.com/office/drawing/2012/chart">
                  <c:ext xmlns:c16="http://schemas.microsoft.com/office/drawing/2014/chart" uri="{C3380CC4-5D6E-409C-BE32-E72D297353CC}">
                    <c16:uniqueId val="{00000024-979A-4432-8B62-24707799A90E}"/>
                  </c:ext>
                </c:extLst>
              </c15:ser>
            </c15:filteredLineSeries>
            <c15:filteredLineSeries>
              <c15:ser>
                <c:idx val="36"/>
                <c:order val="36"/>
                <c:tx>
                  <c:strRef>
                    <c:extLst xmlns:c15="http://schemas.microsoft.com/office/drawing/2012/chart">
                      <c:ext xmlns:c15="http://schemas.microsoft.com/office/drawing/2012/chart" uri="{02D57815-91ED-43cb-92C2-25804820EDAC}">
                        <c15:formulaRef>
                          <c15:sqref>'[Worksheet in ValorResidual_TFM_v1.0.pptx 2]Sheet 1'!$A$46</c15:sqref>
                        </c15:formulaRef>
                      </c:ext>
                    </c:extLst>
                    <c:strCache>
                      <c:ptCount val="1"/>
                      <c:pt idx="0">
                        <c:v>Moldova</c:v>
                      </c:pt>
                    </c:strCache>
                  </c:strRef>
                </c:tx>
                <c:spPr>
                  <a:ln w="28575" cap="rnd">
                    <a:solidFill>
                      <a:schemeClr val="accent1">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1'!$B$46:$K$46</c15:sqref>
                        </c15:formulaRef>
                      </c:ext>
                    </c:extLst>
                    <c:numCache>
                      <c:formatCode>#,##0</c:formatCode>
                      <c:ptCount val="10"/>
                      <c:pt idx="0">
                        <c:v>512561</c:v>
                      </c:pt>
                      <c:pt idx="1">
                        <c:v>529813</c:v>
                      </c:pt>
                      <c:pt idx="2">
                        <c:v>546781</c:v>
                      </c:pt>
                      <c:pt idx="3">
                        <c:v>588119</c:v>
                      </c:pt>
                      <c:pt idx="4">
                        <c:v>616800</c:v>
                      </c:pt>
                      <c:pt idx="5">
                        <c:v>648780</c:v>
                      </c:pt>
                      <c:pt idx="6">
                        <c:v>677670</c:v>
                      </c:pt>
                      <c:pt idx="7">
                        <c:v>716906</c:v>
                      </c:pt>
                      <c:pt idx="8">
                        <c:v>745970</c:v>
                      </c:pt>
                      <c:pt idx="9">
                        <c:v>788506</c:v>
                      </c:pt>
                    </c:numCache>
                  </c:numRef>
                </c:val>
                <c:smooth val="0"/>
                <c:extLst xmlns:c15="http://schemas.microsoft.com/office/drawing/2012/chart">
                  <c:ext xmlns:c16="http://schemas.microsoft.com/office/drawing/2014/chart" uri="{C3380CC4-5D6E-409C-BE32-E72D297353CC}">
                    <c16:uniqueId val="{00000025-979A-4432-8B62-24707799A90E}"/>
                  </c:ext>
                </c:extLst>
              </c15:ser>
            </c15:filteredLineSeries>
            <c15:filteredLineSeries>
              <c15:ser>
                <c:idx val="37"/>
                <c:order val="37"/>
                <c:tx>
                  <c:strRef>
                    <c:extLst xmlns:c15="http://schemas.microsoft.com/office/drawing/2012/chart">
                      <c:ext xmlns:c15="http://schemas.microsoft.com/office/drawing/2012/chart" uri="{02D57815-91ED-43cb-92C2-25804820EDAC}">
                        <c15:formulaRef>
                          <c15:sqref>'[Worksheet in ValorResidual_TFM_v1.0.pptx 2]Sheet 1'!$A$47</c15:sqref>
                        </c15:formulaRef>
                      </c:ext>
                    </c:extLst>
                    <c:strCache>
                      <c:ptCount val="1"/>
                      <c:pt idx="0">
                        <c:v>North Macedonia</c:v>
                      </c:pt>
                    </c:strCache>
                  </c:strRef>
                </c:tx>
                <c:spPr>
                  <a:ln w="28575" cap="rnd">
                    <a:solidFill>
                      <a:schemeClr val="accent2">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1'!$B$47:$K$47</c15:sqref>
                        </c15:formulaRef>
                      </c:ext>
                    </c:extLst>
                    <c:numCache>
                      <c:formatCode>#,##0</c:formatCode>
                      <c:ptCount val="10"/>
                      <c:pt idx="0">
                        <c:v>371449</c:v>
                      </c:pt>
                      <c:pt idx="1">
                        <c:v>383833</c:v>
                      </c:pt>
                      <c:pt idx="2">
                        <c:v>394934</c:v>
                      </c:pt>
                      <c:pt idx="3">
                        <c:v>403316</c:v>
                      </c:pt>
                      <c:pt idx="4">
                        <c:v>415062</c:v>
                      </c:pt>
                      <c:pt idx="5">
                        <c:v>426045</c:v>
                      </c:pt>
                      <c:pt idx="6">
                        <c:v>429196</c:v>
                      </c:pt>
                      <c:pt idx="7">
                        <c:v>477820</c:v>
                      </c:pt>
                      <c:pt idx="8">
                        <c:v>483482</c:v>
                      </c:pt>
                      <c:pt idx="9">
                        <c:v>552934</c:v>
                      </c:pt>
                    </c:numCache>
                  </c:numRef>
                </c:val>
                <c:smooth val="0"/>
                <c:extLst xmlns:c15="http://schemas.microsoft.com/office/drawing/2012/chart">
                  <c:ext xmlns:c16="http://schemas.microsoft.com/office/drawing/2014/chart" uri="{C3380CC4-5D6E-409C-BE32-E72D297353CC}">
                    <c16:uniqueId val="{00000026-979A-4432-8B62-24707799A90E}"/>
                  </c:ext>
                </c:extLst>
              </c15:ser>
            </c15:filteredLineSeries>
            <c15:filteredLineSeries>
              <c15:ser>
                <c:idx val="38"/>
                <c:order val="38"/>
                <c:tx>
                  <c:strRef>
                    <c:extLst xmlns:c15="http://schemas.microsoft.com/office/drawing/2012/chart">
                      <c:ext xmlns:c15="http://schemas.microsoft.com/office/drawing/2012/chart" uri="{02D57815-91ED-43cb-92C2-25804820EDAC}">
                        <c15:formulaRef>
                          <c15:sqref>'[Worksheet in ValorResidual_TFM_v1.0.pptx 2]Sheet 1'!$A$48</c15:sqref>
                        </c15:formulaRef>
                      </c:ext>
                    </c:extLst>
                    <c:strCache>
                      <c:ptCount val="1"/>
                      <c:pt idx="0">
                        <c:v>Georgia</c:v>
                      </c:pt>
                    </c:strCache>
                  </c:strRef>
                </c:tx>
                <c:spPr>
                  <a:ln w="28575" cap="rnd">
                    <a:solidFill>
                      <a:schemeClr val="accent3">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1'!$B$48:$K$48</c15:sqref>
                        </c15:formulaRef>
                      </c:ext>
                    </c:extLst>
                    <c:numCache>
                      <c:formatCode>#,##0</c:formatCode>
                      <c:ptCount val="10"/>
                      <c:pt idx="0">
                        <c:v>821100</c:v>
                      </c:pt>
                      <c:pt idx="1">
                        <c:v>894700</c:v>
                      </c:pt>
                      <c:pt idx="2">
                        <c:v>973300</c:v>
                      </c:pt>
                      <c:pt idx="3">
                        <c:v>1030421</c:v>
                      </c:pt>
                      <c:pt idx="4">
                        <c:v>1085638</c:v>
                      </c:pt>
                      <c:pt idx="5">
                        <c:v>1190070</c:v>
                      </c:pt>
                      <c:pt idx="6">
                        <c:v>1190070</c:v>
                      </c:pt>
                      <c:pt idx="7">
                        <c:v>1265867</c:v>
                      </c:pt>
                      <c:pt idx="8">
                        <c:v>1333012</c:v>
                      </c:pt>
                      <c:pt idx="9">
                        <c:v>1438585</c:v>
                      </c:pt>
                    </c:numCache>
                  </c:numRef>
                </c:val>
                <c:smooth val="0"/>
                <c:extLst xmlns:c15="http://schemas.microsoft.com/office/drawing/2012/chart">
                  <c:ext xmlns:c16="http://schemas.microsoft.com/office/drawing/2014/chart" uri="{C3380CC4-5D6E-409C-BE32-E72D297353CC}">
                    <c16:uniqueId val="{00000027-979A-4432-8B62-24707799A90E}"/>
                  </c:ext>
                </c:extLst>
              </c15:ser>
            </c15:filteredLineSeries>
            <c15:filteredLineSeries>
              <c15:ser>
                <c:idx val="39"/>
                <c:order val="39"/>
                <c:tx>
                  <c:strRef>
                    <c:extLst xmlns:c15="http://schemas.microsoft.com/office/drawing/2012/chart">
                      <c:ext xmlns:c15="http://schemas.microsoft.com/office/drawing/2012/chart" uri="{02D57815-91ED-43cb-92C2-25804820EDAC}">
                        <c15:formulaRef>
                          <c15:sqref>'[Worksheet in ValorResidual_TFM_v1.0.pptx 2]Sheet 1'!$A$49</c15:sqref>
                        </c15:formulaRef>
                      </c:ext>
                    </c:extLst>
                    <c:strCache>
                      <c:ptCount val="1"/>
                      <c:pt idx="0">
                        <c:v>Albania</c:v>
                      </c:pt>
                    </c:strCache>
                  </c:strRef>
                </c:tx>
                <c:spPr>
                  <a:ln w="28575" cap="rnd">
                    <a:solidFill>
                      <a:schemeClr val="accent4">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1'!$B$49:$K$49</c15:sqref>
                        </c15:formulaRef>
                      </c:ext>
                    </c:extLst>
                    <c:numCache>
                      <c:formatCode>#,##0</c:formatCode>
                      <c:ptCount val="10"/>
                      <c:pt idx="0">
                        <c:v>378053</c:v>
                      </c:pt>
                      <c:pt idx="1">
                        <c:v>403630</c:v>
                      </c:pt>
                      <c:pt idx="2">
                        <c:v>435613</c:v>
                      </c:pt>
                      <c:pt idx="3">
                        <c:v>417426</c:v>
                      </c:pt>
                      <c:pt idx="4">
                        <c:v>460027</c:v>
                      </c:pt>
                      <c:pt idx="5">
                        <c:v>499590</c:v>
                      </c:pt>
                      <c:pt idx="6">
                        <c:v>539497</c:v>
                      </c:pt>
                      <c:pt idx="7">
                        <c:v>593280</c:v>
                      </c:pt>
                      <c:pt idx="8">
                        <c:v>639379</c:v>
                      </c:pt>
                      <c:pt idx="9">
                        <c:v>699337</c:v>
                      </c:pt>
                    </c:numCache>
                  </c:numRef>
                </c:val>
                <c:smooth val="0"/>
                <c:extLst xmlns:c15="http://schemas.microsoft.com/office/drawing/2012/chart">
                  <c:ext xmlns:c16="http://schemas.microsoft.com/office/drawing/2014/chart" uri="{C3380CC4-5D6E-409C-BE32-E72D297353CC}">
                    <c16:uniqueId val="{00000028-979A-4432-8B62-24707799A90E}"/>
                  </c:ext>
                </c:extLst>
              </c15:ser>
            </c15:filteredLineSeries>
            <c15:filteredLineSeries>
              <c15:ser>
                <c:idx val="40"/>
                <c:order val="40"/>
                <c:tx>
                  <c:strRef>
                    <c:extLst xmlns:c15="http://schemas.microsoft.com/office/drawing/2012/chart">
                      <c:ext xmlns:c15="http://schemas.microsoft.com/office/drawing/2012/chart" uri="{02D57815-91ED-43cb-92C2-25804820EDAC}">
                        <c15:formulaRef>
                          <c15:sqref>'[Worksheet in ValorResidual_TFM_v1.0.pptx 2]Sheet 1'!$A$50</c15:sqref>
                        </c15:formulaRef>
                      </c:ext>
                    </c:extLst>
                    <c:strCache>
                      <c:ptCount val="1"/>
                      <c:pt idx="0">
                        <c:v>Serbia</c:v>
                      </c:pt>
                    </c:strCache>
                  </c:strRef>
                </c:tx>
                <c:spPr>
                  <a:ln w="28575" cap="rnd">
                    <a:solidFill>
                      <a:schemeClr val="accent5">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1'!$B$50:$K$50</c15:sqref>
                        </c15:formulaRef>
                      </c:ext>
                    </c:extLst>
                    <c:numCache>
                      <c:formatCode>#,##0</c:formatCode>
                      <c:ptCount val="10"/>
                      <c:pt idx="0">
                        <c:v>0</c:v>
                      </c:pt>
                      <c:pt idx="1">
                        <c:v>1833237</c:v>
                      </c:pt>
                      <c:pt idx="2">
                        <c:v>1888566</c:v>
                      </c:pt>
                      <c:pt idx="3">
                        <c:v>1968787</c:v>
                      </c:pt>
                      <c:pt idx="4">
                        <c:v>1999771</c:v>
                      </c:pt>
                      <c:pt idx="5">
                        <c:v>2083753</c:v>
                      </c:pt>
                      <c:pt idx="6">
                        <c:v>2164818</c:v>
                      </c:pt>
                      <c:pt idx="7">
                        <c:v>2235794</c:v>
                      </c:pt>
                      <c:pt idx="8">
                        <c:v>2337498</c:v>
                      </c:pt>
                      <c:pt idx="9">
                        <c:v>2389105</c:v>
                      </c:pt>
                    </c:numCache>
                  </c:numRef>
                </c:val>
                <c:smooth val="0"/>
                <c:extLst xmlns:c15="http://schemas.microsoft.com/office/drawing/2012/chart">
                  <c:ext xmlns:c16="http://schemas.microsoft.com/office/drawing/2014/chart" uri="{C3380CC4-5D6E-409C-BE32-E72D297353CC}">
                    <c16:uniqueId val="{00000029-979A-4432-8B62-24707799A90E}"/>
                  </c:ext>
                </c:extLst>
              </c15:ser>
            </c15:filteredLineSeries>
            <c15:filteredLineSeries>
              <c15:ser>
                <c:idx val="41"/>
                <c:order val="41"/>
                <c:tx>
                  <c:strRef>
                    <c:extLst xmlns:c15="http://schemas.microsoft.com/office/drawing/2012/chart">
                      <c:ext xmlns:c15="http://schemas.microsoft.com/office/drawing/2012/chart" uri="{02D57815-91ED-43cb-92C2-25804820EDAC}">
                        <c15:formulaRef>
                          <c15:sqref>'[Worksheet in ValorResidual_TFM_v1.0.pptx 2]Sheet 1'!$A$51</c15:sqref>
                        </c15:formulaRef>
                      </c:ext>
                    </c:extLst>
                    <c:strCache>
                      <c:ptCount val="1"/>
                      <c:pt idx="0">
                        <c:v>Türkiye</c:v>
                      </c:pt>
                    </c:strCache>
                  </c:strRef>
                </c:tx>
                <c:spPr>
                  <a:ln w="28575" cap="rnd">
                    <a:solidFill>
                      <a:schemeClr val="accent6">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1'!$B$51:$K$51</c15:sqref>
                        </c15:formulaRef>
                      </c:ext>
                    </c:extLst>
                    <c:numCache>
                      <c:formatCode>#,##0</c:formatCode>
                      <c:ptCount val="10"/>
                      <c:pt idx="0">
                        <c:v>9857915</c:v>
                      </c:pt>
                      <c:pt idx="1">
                        <c:v>10589337</c:v>
                      </c:pt>
                      <c:pt idx="2">
                        <c:v>11317998</c:v>
                      </c:pt>
                      <c:pt idx="3">
                        <c:v>12035978</c:v>
                      </c:pt>
                      <c:pt idx="4">
                        <c:v>12398190</c:v>
                      </c:pt>
                      <c:pt idx="5">
                        <c:v>12503049</c:v>
                      </c:pt>
                      <c:pt idx="6">
                        <c:v>13099041</c:v>
                      </c:pt>
                      <c:pt idx="7">
                        <c:v>13706065</c:v>
                      </c:pt>
                      <c:pt idx="8">
                        <c:v>14269352</c:v>
                      </c:pt>
                      <c:pt idx="9">
                        <c:v>15221134</c:v>
                      </c:pt>
                    </c:numCache>
                  </c:numRef>
                </c:val>
                <c:smooth val="0"/>
                <c:extLst xmlns:c15="http://schemas.microsoft.com/office/drawing/2012/chart">
                  <c:ext xmlns:c16="http://schemas.microsoft.com/office/drawing/2014/chart" uri="{C3380CC4-5D6E-409C-BE32-E72D297353CC}">
                    <c16:uniqueId val="{0000002A-979A-4432-8B62-24707799A90E}"/>
                  </c:ext>
                </c:extLst>
              </c15:ser>
            </c15:filteredLineSeries>
            <c15:filteredLineSeries>
              <c15:ser>
                <c:idx val="42"/>
                <c:order val="42"/>
                <c:tx>
                  <c:strRef>
                    <c:extLst xmlns:c15="http://schemas.microsoft.com/office/drawing/2012/chart">
                      <c:ext xmlns:c15="http://schemas.microsoft.com/office/drawing/2012/chart" uri="{02D57815-91ED-43cb-92C2-25804820EDAC}">
                        <c15:formulaRef>
                          <c15:sqref>'[Worksheet in ValorResidual_TFM_v1.0.pptx 2]Sheet 1'!$A$52</c15:sqref>
                        </c15:formulaRef>
                      </c:ext>
                    </c:extLst>
                    <c:strCache>
                      <c:ptCount val="1"/>
                      <c:pt idx="0">
                        <c:v>Kosovo*</c:v>
                      </c:pt>
                    </c:strCache>
                  </c:strRef>
                </c:tx>
                <c:spPr>
                  <a:ln w="28575" cap="rnd">
                    <a:solidFill>
                      <a:schemeClr val="accent1">
                        <a:lumMod val="7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1'!$B$52:$K$52</c15:sqref>
                        </c15:formulaRef>
                      </c:ext>
                    </c:extLst>
                    <c:numCache>
                      <c:formatCode>#,##0</c:formatCode>
                      <c:ptCount val="10"/>
                      <c:pt idx="0">
                        <c:v>236145</c:v>
                      </c:pt>
                      <c:pt idx="1">
                        <c:v>281847</c:v>
                      </c:pt>
                      <c:pt idx="2">
                        <c:v>260291</c:v>
                      </c:pt>
                      <c:pt idx="3">
                        <c:v>168759</c:v>
                      </c:pt>
                      <c:pt idx="4">
                        <c:v>256880</c:v>
                      </c:pt>
                      <c:pt idx="5">
                        <c:v>309509</c:v>
                      </c:pt>
                      <c:pt idx="6">
                        <c:v>292902</c:v>
                      </c:pt>
                      <c:pt idx="7">
                        <c:v>322701</c:v>
                      </c:pt>
                      <c:pt idx="8">
                        <c:v>339131</c:v>
                      </c:pt>
                      <c:pt idx="9">
                        <c:v>368818</c:v>
                      </c:pt>
                    </c:numCache>
                  </c:numRef>
                </c:val>
                <c:smooth val="0"/>
                <c:extLst xmlns:c15="http://schemas.microsoft.com/office/drawing/2012/chart">
                  <c:ext xmlns:c16="http://schemas.microsoft.com/office/drawing/2014/chart" uri="{C3380CC4-5D6E-409C-BE32-E72D297353CC}">
                    <c16:uniqueId val="{0000002B-979A-4432-8B62-24707799A90E}"/>
                  </c:ext>
                </c:extLst>
              </c15:ser>
            </c15:filteredLineSeries>
          </c:ext>
        </c:extLst>
      </c:lineChart>
      <c:catAx>
        <c:axId val="1238767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238753856"/>
        <c:crosses val="autoZero"/>
        <c:auto val="1"/>
        <c:lblAlgn val="ctr"/>
        <c:lblOffset val="100"/>
        <c:noMultiLvlLbl val="0"/>
      </c:catAx>
      <c:valAx>
        <c:axId val="123875385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2387672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showDLblsOverMax val="0"/>
  </c:chart>
  <c:spPr>
    <a:noFill/>
    <a:ln>
      <a:noFill/>
    </a:ln>
    <a:effectLst/>
  </c:spPr>
  <c:txPr>
    <a:bodyPr/>
    <a:lstStyle/>
    <a:p>
      <a:pPr>
        <a:defRPr/>
      </a:pPr>
      <a:endParaRPr lang="es-ES_tradn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_tradnl" sz="1400" b="0" i="0" u="none" strike="noStrike" kern="1200" spc="0" baseline="0">
                <a:solidFill>
                  <a:prstClr val="black">
                    <a:lumMod val="65000"/>
                    <a:lumOff val="35000"/>
                  </a:prstClr>
                </a:solidFill>
              </a:rPr>
              <a:t>Stock de vehículos eléctricos en los principales mercados europeos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_tradnl"/>
        </a:p>
      </c:txPr>
    </c:title>
    <c:autoTitleDeleted val="0"/>
    <c:plotArea>
      <c:layout/>
      <c:lineChart>
        <c:grouping val="standard"/>
        <c:varyColors val="0"/>
        <c:ser>
          <c:idx val="6"/>
          <c:order val="6"/>
          <c:tx>
            <c:strRef>
              <c:f>'[Worksheet in ValorResidual_TFM_v1.0.pptx 2]Sheet 6'!$A$16</c:f>
              <c:strCache>
                <c:ptCount val="1"/>
                <c:pt idx="0">
                  <c:v>Germany</c:v>
                </c:pt>
              </c:strCache>
            </c:strRef>
          </c:tx>
          <c:spPr>
            <a:ln w="28575" cap="rnd">
              <a:solidFill>
                <a:schemeClr val="accent1">
                  <a:lumMod val="60000"/>
                </a:schemeClr>
              </a:solidFill>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6'!$B$16:$K$16</c:f>
              <c:numCache>
                <c:formatCode>#,##0</c:formatCode>
                <c:ptCount val="10"/>
                <c:pt idx="0">
                  <c:v>19000</c:v>
                </c:pt>
                <c:pt idx="1">
                  <c:v>26000</c:v>
                </c:pt>
                <c:pt idx="2">
                  <c:v>34022</c:v>
                </c:pt>
                <c:pt idx="3">
                  <c:v>53861</c:v>
                </c:pt>
                <c:pt idx="4">
                  <c:v>83175</c:v>
                </c:pt>
                <c:pt idx="5">
                  <c:v>136617</c:v>
                </c:pt>
                <c:pt idx="6">
                  <c:v>309083</c:v>
                </c:pt>
                <c:pt idx="7">
                  <c:v>618460</c:v>
                </c:pt>
                <c:pt idx="8">
                  <c:v>1013009</c:v>
                </c:pt>
                <c:pt idx="9">
                  <c:v>1408681</c:v>
                </c:pt>
              </c:numCache>
            </c:numRef>
          </c:val>
          <c:smooth val="0"/>
          <c:extLst>
            <c:ext xmlns:c16="http://schemas.microsoft.com/office/drawing/2014/chart" uri="{C3380CC4-5D6E-409C-BE32-E72D297353CC}">
              <c16:uniqueId val="{00000000-E2ED-454C-9663-D033D26C5295}"/>
            </c:ext>
          </c:extLst>
        </c:ser>
        <c:ser>
          <c:idx val="10"/>
          <c:order val="10"/>
          <c:tx>
            <c:strRef>
              <c:f>'[Worksheet in ValorResidual_TFM_v1.0.pptx 2]Sheet 6'!$A$20</c:f>
              <c:strCache>
                <c:ptCount val="1"/>
                <c:pt idx="0">
                  <c:v>Spain</c:v>
                </c:pt>
              </c:strCache>
            </c:strRef>
          </c:tx>
          <c:spPr>
            <a:ln w="28575" cap="rnd">
              <a:solidFill>
                <a:schemeClr val="accent5">
                  <a:lumMod val="60000"/>
                </a:schemeClr>
              </a:solidFill>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6'!$B$20:$K$20</c:f>
              <c:numCache>
                <c:formatCode>#,##0</c:formatCode>
                <c:ptCount val="10"/>
                <c:pt idx="0">
                  <c:v>2832</c:v>
                </c:pt>
                <c:pt idx="1">
                  <c:v>5243</c:v>
                </c:pt>
                <c:pt idx="2">
                  <c:v>5756</c:v>
                </c:pt>
                <c:pt idx="3">
                  <c:v>9681</c:v>
                </c:pt>
                <c:pt idx="4">
                  <c:v>15865</c:v>
                </c:pt>
                <c:pt idx="5">
                  <c:v>26197</c:v>
                </c:pt>
                <c:pt idx="6">
                  <c:v>43203</c:v>
                </c:pt>
                <c:pt idx="7">
                  <c:v>66085</c:v>
                </c:pt>
                <c:pt idx="8">
                  <c:v>95617</c:v>
                </c:pt>
                <c:pt idx="9">
                  <c:v>150282</c:v>
                </c:pt>
              </c:numCache>
            </c:numRef>
          </c:val>
          <c:smooth val="0"/>
          <c:extLst>
            <c:ext xmlns:c16="http://schemas.microsoft.com/office/drawing/2014/chart" uri="{C3380CC4-5D6E-409C-BE32-E72D297353CC}">
              <c16:uniqueId val="{00000001-E2ED-454C-9663-D033D26C5295}"/>
            </c:ext>
          </c:extLst>
        </c:ser>
        <c:ser>
          <c:idx val="11"/>
          <c:order val="11"/>
          <c:tx>
            <c:strRef>
              <c:f>'[Worksheet in ValorResidual_TFM_v1.0.pptx 2]Sheet 6'!$A$21</c:f>
              <c:strCache>
                <c:ptCount val="1"/>
                <c:pt idx="0">
                  <c:v>France</c:v>
                </c:pt>
              </c:strCache>
            </c:strRef>
          </c:tx>
          <c:spPr>
            <a:ln w="28575" cap="rnd">
              <a:solidFill>
                <a:schemeClr val="accent6">
                  <a:lumMod val="60000"/>
                </a:schemeClr>
              </a:solidFill>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6'!$B$21:$K$21</c:f>
              <c:numCache>
                <c:formatCode>#,##0</c:formatCode>
                <c:ptCount val="10"/>
                <c:pt idx="0">
                  <c:v>25950</c:v>
                </c:pt>
                <c:pt idx="1">
                  <c:v>41901</c:v>
                </c:pt>
                <c:pt idx="2">
                  <c:v>61338</c:v>
                </c:pt>
                <c:pt idx="3">
                  <c:v>82481</c:v>
                </c:pt>
                <c:pt idx="4">
                  <c:v>106489</c:v>
                </c:pt>
                <c:pt idx="5">
                  <c:v>141357</c:v>
                </c:pt>
                <c:pt idx="6">
                  <c:v>245106</c:v>
                </c:pt>
                <c:pt idx="7">
                  <c:v>403326</c:v>
                </c:pt>
                <c:pt idx="8">
                  <c:v>595797</c:v>
                </c:pt>
                <c:pt idx="9">
                  <c:v>868233</c:v>
                </c:pt>
              </c:numCache>
            </c:numRef>
          </c:val>
          <c:smooth val="0"/>
          <c:extLst>
            <c:ext xmlns:c16="http://schemas.microsoft.com/office/drawing/2014/chart" uri="{C3380CC4-5D6E-409C-BE32-E72D297353CC}">
              <c16:uniqueId val="{00000002-E2ED-454C-9663-D033D26C5295}"/>
            </c:ext>
          </c:extLst>
        </c:ser>
        <c:ser>
          <c:idx val="13"/>
          <c:order val="13"/>
          <c:tx>
            <c:strRef>
              <c:f>'[Worksheet in ValorResidual_TFM_v1.0.pptx 2]Sheet 6'!$A$23</c:f>
              <c:strCache>
                <c:ptCount val="1"/>
                <c:pt idx="0">
                  <c:v>Italy</c:v>
                </c:pt>
              </c:strCache>
            </c:strRef>
          </c:tx>
          <c:spPr>
            <a:ln w="28575" cap="rnd">
              <a:solidFill>
                <a:schemeClr val="accent2">
                  <a:lumMod val="80000"/>
                  <a:lumOff val="20000"/>
                </a:schemeClr>
              </a:solidFill>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6'!$B$23:$K$23</c:f>
              <c:numCache>
                <c:formatCode>#,##0</c:formatCode>
                <c:ptCount val="10"/>
                <c:pt idx="0">
                  <c:v>3430</c:v>
                </c:pt>
                <c:pt idx="1">
                  <c:v>4584</c:v>
                </c:pt>
                <c:pt idx="2">
                  <c:v>5743</c:v>
                </c:pt>
                <c:pt idx="3">
                  <c:v>7560</c:v>
                </c:pt>
                <c:pt idx="4">
                  <c:v>12156</c:v>
                </c:pt>
                <c:pt idx="5">
                  <c:v>22728</c:v>
                </c:pt>
                <c:pt idx="6">
                  <c:v>53079</c:v>
                </c:pt>
                <c:pt idx="7">
                  <c:v>118034</c:v>
                </c:pt>
                <c:pt idx="8">
                  <c:v>158131</c:v>
                </c:pt>
                <c:pt idx="9">
                  <c:v>219540</c:v>
                </c:pt>
              </c:numCache>
            </c:numRef>
          </c:val>
          <c:smooth val="0"/>
          <c:extLst>
            <c:ext xmlns:c16="http://schemas.microsoft.com/office/drawing/2014/chart" uri="{C3380CC4-5D6E-409C-BE32-E72D297353CC}">
              <c16:uniqueId val="{00000003-E2ED-454C-9663-D033D26C5295}"/>
            </c:ext>
          </c:extLst>
        </c:ser>
        <c:ser>
          <c:idx val="22"/>
          <c:order val="22"/>
          <c:tx>
            <c:strRef>
              <c:f>'[Worksheet in ValorResidual_TFM_v1.0.pptx 2]Sheet 6'!$A$32</c:f>
              <c:strCache>
                <c:ptCount val="1"/>
                <c:pt idx="0">
                  <c:v>Poland</c:v>
                </c:pt>
              </c:strCache>
            </c:strRef>
          </c:tx>
          <c:spPr>
            <a:ln w="28575" cap="rnd">
              <a:solidFill>
                <a:schemeClr val="accent5">
                  <a:lumMod val="80000"/>
                </a:schemeClr>
              </a:solidFill>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6'!$B$32:$K$32</c:f>
              <c:numCache>
                <c:formatCode>#,##0</c:formatCode>
                <c:ptCount val="10"/>
                <c:pt idx="0">
                  <c:v>153</c:v>
                </c:pt>
                <c:pt idx="1">
                  <c:v>219</c:v>
                </c:pt>
                <c:pt idx="2">
                  <c:v>348</c:v>
                </c:pt>
                <c:pt idx="3">
                  <c:v>896</c:v>
                </c:pt>
                <c:pt idx="4">
                  <c:v>3018</c:v>
                </c:pt>
                <c:pt idx="5">
                  <c:v>5196</c:v>
                </c:pt>
                <c:pt idx="6">
                  <c:v>9772</c:v>
                </c:pt>
                <c:pt idx="7">
                  <c:v>18132</c:v>
                </c:pt>
                <c:pt idx="8">
                  <c:v>30841</c:v>
                </c:pt>
                <c:pt idx="9">
                  <c:v>51364</c:v>
                </c:pt>
              </c:numCache>
            </c:numRef>
          </c:val>
          <c:smooth val="0"/>
          <c:extLst>
            <c:ext xmlns:c16="http://schemas.microsoft.com/office/drawing/2014/chart" uri="{C3380CC4-5D6E-409C-BE32-E72D297353CC}">
              <c16:uniqueId val="{00000004-E2ED-454C-9663-D033D26C5295}"/>
            </c:ext>
          </c:extLst>
        </c:ser>
        <c:ser>
          <c:idx val="33"/>
          <c:order val="33"/>
          <c:tx>
            <c:strRef>
              <c:f>'[Worksheet in ValorResidual_TFM_v1.0.pptx 2]Sheet 6'!$A$43</c:f>
              <c:strCache>
                <c:ptCount val="1"/>
                <c:pt idx="0">
                  <c:v>United Kingdom</c:v>
                </c:pt>
              </c:strCache>
            </c:strRef>
          </c:tx>
          <c:spPr>
            <a:ln w="28575" cap="rnd">
              <a:solidFill>
                <a:srgbClr val="0070C0"/>
              </a:solidFill>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6'!$B$43:$K$43</c:f>
              <c:numCache>
                <c:formatCode>#,##0</c:formatCode>
                <c:ptCount val="10"/>
                <c:pt idx="1">
                  <c:v>24683</c:v>
                </c:pt>
                <c:pt idx="2">
                  <c:v>33434</c:v>
                </c:pt>
                <c:pt idx="3">
                  <c:v>41218</c:v>
                </c:pt>
                <c:pt idx="4">
                  <c:v>55335</c:v>
                </c:pt>
                <c:pt idx="7">
                  <c:v>374598</c:v>
                </c:pt>
                <c:pt idx="8">
                  <c:v>620632</c:v>
                </c:pt>
                <c:pt idx="9">
                  <c:v>916576</c:v>
                </c:pt>
              </c:numCache>
            </c:numRef>
          </c:val>
          <c:smooth val="0"/>
          <c:extLst>
            <c:ext xmlns:c16="http://schemas.microsoft.com/office/drawing/2014/chart" uri="{C3380CC4-5D6E-409C-BE32-E72D297353CC}">
              <c16:uniqueId val="{00000005-E2ED-454C-9663-D033D26C5295}"/>
            </c:ext>
          </c:extLst>
        </c:ser>
        <c:ser>
          <c:idx val="43"/>
          <c:order val="43"/>
          <c:tx>
            <c:strRef>
              <c:f>'[Worksheet in ValorResidual_TFM_v1.0.pptx 2]Sheet 6'!$A$53</c:f>
              <c:strCache>
                <c:ptCount val="1"/>
                <c:pt idx="0">
                  <c:v>UK-projection</c:v>
                </c:pt>
              </c:strCache>
            </c:strRef>
          </c:tx>
          <c:spPr>
            <a:ln w="28575" cap="rnd">
              <a:solidFill>
                <a:srgbClr val="0070C0"/>
              </a:solidFill>
              <a:prstDash val="dash"/>
              <a:round/>
            </a:ln>
            <a:effectLst/>
          </c:spPr>
          <c:marker>
            <c:symbol val="none"/>
          </c:marker>
          <c:cat>
            <c:strRef>
              <c:f>'[Worksheet in ValorResidual_TFM_v1.0.pptx 2]Sheet 6'!$B$9:$K$9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6'!$B$53:$K$53</c:f>
              <c:numCache>
                <c:formatCode>#,##0</c:formatCode>
                <c:ptCount val="10"/>
                <c:pt idx="0">
                  <c:v>15932</c:v>
                </c:pt>
                <c:pt idx="1">
                  <c:v>24683</c:v>
                </c:pt>
                <c:pt idx="4">
                  <c:v>55335</c:v>
                </c:pt>
                <c:pt idx="5" formatCode="General">
                  <c:v>161756</c:v>
                </c:pt>
                <c:pt idx="6" formatCode="General">
                  <c:v>268177</c:v>
                </c:pt>
                <c:pt idx="7">
                  <c:v>374598</c:v>
                </c:pt>
              </c:numCache>
            </c:numRef>
          </c:val>
          <c:smooth val="0"/>
          <c:extLst>
            <c:ext xmlns:c16="http://schemas.microsoft.com/office/drawing/2014/chart" uri="{C3380CC4-5D6E-409C-BE32-E72D297353CC}">
              <c16:uniqueId val="{00000006-E2ED-454C-9663-D033D26C5295}"/>
            </c:ext>
          </c:extLst>
        </c:ser>
        <c:dLbls>
          <c:showLegendKey val="0"/>
          <c:showVal val="0"/>
          <c:showCatName val="0"/>
          <c:showSerName val="0"/>
          <c:showPercent val="0"/>
          <c:showBubbleSize val="0"/>
        </c:dLbls>
        <c:smooth val="0"/>
        <c:axId val="1238781696"/>
        <c:axId val="1238778816"/>
        <c:extLst>
          <c:ext xmlns:c15="http://schemas.microsoft.com/office/drawing/2012/chart" uri="{02D57815-91ED-43cb-92C2-25804820EDAC}">
            <c15:filteredLineSeries>
              <c15:ser>
                <c:idx val="0"/>
                <c:order val="0"/>
                <c:tx>
                  <c:strRef>
                    <c:extLst>
                      <c:ext uri="{02D57815-91ED-43cb-92C2-25804820EDAC}">
                        <c15:formulaRef>
                          <c15:sqref>'[Worksheet in ValorResidual_TFM_v1.0.pptx 2]Sheet 6'!$A$10</c15:sqref>
                        </c15:formulaRef>
                      </c:ext>
                    </c:extLst>
                    <c:strCache>
                      <c:ptCount val="1"/>
                      <c:pt idx="0">
                        <c:v>GEO (Labels)</c:v>
                      </c:pt>
                    </c:strCache>
                  </c:strRef>
                </c:tx>
                <c:spPr>
                  <a:ln w="28575" cap="rnd">
                    <a:solidFill>
                      <a:schemeClr val="accent1"/>
                    </a:solidFill>
                    <a:round/>
                  </a:ln>
                  <a:effectLst/>
                </c:spPr>
                <c:marker>
                  <c:symbol val="none"/>
                </c:marker>
                <c:cat>
                  <c:strRef>
                    <c:extLst>
                      <c:ex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c:ext uri="{02D57815-91ED-43cb-92C2-25804820EDAC}">
                        <c15:formulaRef>
                          <c15:sqref>'[Worksheet in ValorResidual_TFM_v1.0.pptx 2]Sheet 6'!$B$10:$K$10</c15:sqref>
                        </c15:formulaRef>
                      </c:ext>
                    </c:extLst>
                    <c:numCache>
                      <c:formatCode>General</c:formatCode>
                      <c:ptCount val="10"/>
                      <c:pt idx="0">
                        <c:v>0</c:v>
                      </c:pt>
                      <c:pt idx="1">
                        <c:v>0</c:v>
                      </c:pt>
                      <c:pt idx="2">
                        <c:v>0</c:v>
                      </c:pt>
                      <c:pt idx="3">
                        <c:v>0</c:v>
                      </c:pt>
                      <c:pt idx="4">
                        <c:v>0</c:v>
                      </c:pt>
                      <c:pt idx="5">
                        <c:v>0</c:v>
                      </c:pt>
                      <c:pt idx="6">
                        <c:v>0</c:v>
                      </c:pt>
                      <c:pt idx="7">
                        <c:v>0</c:v>
                      </c:pt>
                      <c:pt idx="8">
                        <c:v>0</c:v>
                      </c:pt>
                      <c:pt idx="9">
                        <c:v>0</c:v>
                      </c:pt>
                    </c:numCache>
                  </c:numRef>
                </c:val>
                <c:smooth val="0"/>
                <c:extLst>
                  <c:ext xmlns:c16="http://schemas.microsoft.com/office/drawing/2014/chart" uri="{C3380CC4-5D6E-409C-BE32-E72D297353CC}">
                    <c16:uniqueId val="{00000007-E2ED-454C-9663-D033D26C5295}"/>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'[Worksheet in ValorResidual_TFM_v1.0.pptx 2]Sheet 6'!$A$11</c15:sqref>
                        </c15:formulaRef>
                      </c:ext>
                    </c:extLst>
                    <c:strCache>
                      <c:ptCount val="1"/>
                      <c:pt idx="0">
                        <c:v>European Union - 27 countries (from 2020)</c:v>
                      </c:pt>
                    </c:strCache>
                  </c:strRef>
                </c:tx>
                <c:spPr>
                  <a:ln w="28575" cap="rnd">
                    <a:solidFill>
                      <a:schemeClr val="accent2"/>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6'!$B$11:$K$11</c15:sqref>
                        </c15:formulaRef>
                      </c:ext>
                    </c:extLst>
                    <c:numCache>
                      <c:formatCode>#,##0</c:formatCode>
                      <c:ptCount val="10"/>
                      <c:pt idx="0">
                        <c:v>76277</c:v>
                      </c:pt>
                      <c:pt idx="1">
                        <c:v>120093</c:v>
                      </c:pt>
                      <c:pt idx="2">
                        <c:v>168279</c:v>
                      </c:pt>
                      <c:pt idx="3">
                        <c:v>246099</c:v>
                      </c:pt>
                      <c:pt idx="4">
                        <c:v>357349</c:v>
                      </c:pt>
                      <c:pt idx="5">
                        <c:v>590393</c:v>
                      </c:pt>
                      <c:pt idx="6">
                        <c:v>1093450</c:v>
                      </c:pt>
                      <c:pt idx="7">
                        <c:v>1940889</c:v>
                      </c:pt>
                      <c:pt idx="8">
                        <c:v>3015595</c:v>
                      </c:pt>
                      <c:pt idx="9">
                        <c:v>4434976</c:v>
                      </c:pt>
                    </c:numCache>
                  </c:numRef>
                </c:val>
                <c:smooth val="0"/>
                <c:extLst xmlns:c15="http://schemas.microsoft.com/office/drawing/2012/chart">
                  <c:ext xmlns:c16="http://schemas.microsoft.com/office/drawing/2014/chart" uri="{C3380CC4-5D6E-409C-BE32-E72D297353CC}">
                    <c16:uniqueId val="{00000008-E2ED-454C-9663-D033D26C5295}"/>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'[Worksheet in ValorResidual_TFM_v1.0.pptx 2]Sheet 6'!$A$12</c15:sqref>
                        </c15:formulaRef>
                      </c:ext>
                    </c:extLst>
                    <c:strCache>
                      <c:ptCount val="1"/>
                      <c:pt idx="0">
                        <c:v>Belgium</c:v>
                      </c:pt>
                    </c:strCache>
                  </c:strRef>
                </c:tx>
                <c:spPr>
                  <a:ln w="28575" cap="rnd">
                    <a:solidFill>
                      <a:schemeClr val="accent3"/>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6'!$B$12:$K$12</c15:sqref>
                        </c15:formulaRef>
                      </c:ext>
                    </c:extLst>
                    <c:numCache>
                      <c:formatCode>#,##0</c:formatCode>
                      <c:ptCount val="10"/>
                      <c:pt idx="0">
                        <c:v>2238</c:v>
                      </c:pt>
                      <c:pt idx="1">
                        <c:v>3317</c:v>
                      </c:pt>
                      <c:pt idx="2">
                        <c:v>5207</c:v>
                      </c:pt>
                      <c:pt idx="3">
                        <c:v>7557</c:v>
                      </c:pt>
                      <c:pt idx="4">
                        <c:v>10893</c:v>
                      </c:pt>
                      <c:pt idx="5">
                        <c:v>18724</c:v>
                      </c:pt>
                      <c:pt idx="6">
                        <c:v>31773</c:v>
                      </c:pt>
                      <c:pt idx="7">
                        <c:v>52375</c:v>
                      </c:pt>
                      <c:pt idx="8">
                        <c:v>89811</c:v>
                      </c:pt>
                      <c:pt idx="9">
                        <c:v>181447</c:v>
                      </c:pt>
                    </c:numCache>
                  </c:numRef>
                </c:val>
                <c:smooth val="0"/>
                <c:extLst xmlns:c15="http://schemas.microsoft.com/office/drawing/2012/chart">
                  <c:ext xmlns:c16="http://schemas.microsoft.com/office/drawing/2014/chart" uri="{C3380CC4-5D6E-409C-BE32-E72D297353CC}">
                    <c16:uniqueId val="{00000009-E2ED-454C-9663-D033D26C5295}"/>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'[Worksheet in ValorResidual_TFM_v1.0.pptx 2]Sheet 6'!$A$13</c15:sqref>
                        </c15:formulaRef>
                      </c:ext>
                    </c:extLst>
                    <c:strCache>
                      <c:ptCount val="1"/>
                      <c:pt idx="0">
                        <c:v>Bulgaria</c:v>
                      </c:pt>
                    </c:strCache>
                  </c:strRef>
                </c:tx>
                <c:spPr>
                  <a:ln w="28575" cap="rnd">
                    <a:solidFill>
                      <a:schemeClr val="accent4"/>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6'!$B$13:$K$13</c15:sqref>
                        </c15:formulaRef>
                      </c:ext>
                    </c:extLst>
                    <c:numCache>
                      <c:formatCode>#,##0</c:formatCode>
                      <c:ptCount val="10"/>
                      <c:pt idx="0">
                        <c:v>147</c:v>
                      </c:pt>
                      <c:pt idx="1">
                        <c:v>183</c:v>
                      </c:pt>
                      <c:pt idx="2">
                        <c:v>215</c:v>
                      </c:pt>
                      <c:pt idx="3">
                        <c:v>384</c:v>
                      </c:pt>
                      <c:pt idx="4">
                        <c:v>710</c:v>
                      </c:pt>
                      <c:pt idx="5">
                        <c:v>1185</c:v>
                      </c:pt>
                      <c:pt idx="6">
                        <c:v>1933</c:v>
                      </c:pt>
                      <c:pt idx="7">
                        <c:v>3369</c:v>
                      </c:pt>
                      <c:pt idx="8">
                        <c:v>6293</c:v>
                      </c:pt>
                      <c:pt idx="9">
                        <c:v>11472</c:v>
                      </c:pt>
                    </c:numCache>
                  </c:numRef>
                </c:val>
                <c:smooth val="0"/>
                <c:extLst xmlns:c15="http://schemas.microsoft.com/office/drawing/2012/chart">
                  <c:ext xmlns:c16="http://schemas.microsoft.com/office/drawing/2014/chart" uri="{C3380CC4-5D6E-409C-BE32-E72D297353CC}">
                    <c16:uniqueId val="{0000000A-E2ED-454C-9663-D033D26C5295}"/>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'[Worksheet in ValorResidual_TFM_v1.0.pptx 2]Sheet 6'!$A$14</c15:sqref>
                        </c15:formulaRef>
                      </c:ext>
                    </c:extLst>
                    <c:strCache>
                      <c:ptCount val="1"/>
                      <c:pt idx="0">
                        <c:v>Czechia</c:v>
                      </c:pt>
                    </c:strCache>
                  </c:strRef>
                </c:tx>
                <c:spPr>
                  <a:ln w="28575" cap="rnd">
                    <a:solidFill>
                      <a:schemeClr val="accent5"/>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6'!$B$14:$K$14</c15:sqref>
                        </c15:formulaRef>
                      </c:ext>
                    </c:extLst>
                    <c:numCache>
                      <c:formatCode>#,##0</c:formatCode>
                      <c:ptCount val="10"/>
                      <c:pt idx="0">
                        <c:v>417</c:v>
                      </c:pt>
                      <c:pt idx="1">
                        <c:v>713</c:v>
                      </c:pt>
                      <c:pt idx="2">
                        <c:v>974</c:v>
                      </c:pt>
                      <c:pt idx="3">
                        <c:v>1525</c:v>
                      </c:pt>
                      <c:pt idx="4">
                        <c:v>3405</c:v>
                      </c:pt>
                      <c:pt idx="5">
                        <c:v>4950</c:v>
                      </c:pt>
                      <c:pt idx="6">
                        <c:v>8109</c:v>
                      </c:pt>
                      <c:pt idx="7">
                        <c:v>9051</c:v>
                      </c:pt>
                      <c:pt idx="8">
                        <c:v>14195</c:v>
                      </c:pt>
                      <c:pt idx="9">
                        <c:v>22441</c:v>
                      </c:pt>
                    </c:numCache>
                  </c:numRef>
                </c:val>
                <c:smooth val="0"/>
                <c:extLst xmlns:c15="http://schemas.microsoft.com/office/drawing/2012/chart">
                  <c:ext xmlns:c16="http://schemas.microsoft.com/office/drawing/2014/chart" uri="{C3380CC4-5D6E-409C-BE32-E72D297353CC}">
                    <c16:uniqueId val="{0000000B-E2ED-454C-9663-D033D26C5295}"/>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'[Worksheet in ValorResidual_TFM_v1.0.pptx 2]Sheet 6'!$A$15</c15:sqref>
                        </c15:formulaRef>
                      </c:ext>
                    </c:extLst>
                    <c:strCache>
                      <c:ptCount val="1"/>
                      <c:pt idx="0">
                        <c:v>Denmark</c:v>
                      </c:pt>
                    </c:strCache>
                  </c:strRef>
                </c:tx>
                <c:spPr>
                  <a:ln w="28575" cap="rnd">
                    <a:solidFill>
                      <a:schemeClr val="accent6"/>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6'!$B$15:$K$15</c15:sqref>
                        </c15:formulaRef>
                      </c:ext>
                    </c:extLst>
                    <c:numCache>
                      <c:formatCode>#,##0</c:formatCode>
                      <c:ptCount val="10"/>
                      <c:pt idx="0">
                        <c:v>2916</c:v>
                      </c:pt>
                      <c:pt idx="1">
                        <c:v>7887</c:v>
                      </c:pt>
                      <c:pt idx="2">
                        <c:v>8662</c:v>
                      </c:pt>
                      <c:pt idx="3">
                        <c:v>8764</c:v>
                      </c:pt>
                      <c:pt idx="4">
                        <c:v>10037</c:v>
                      </c:pt>
                      <c:pt idx="5">
                        <c:v>15504</c:v>
                      </c:pt>
                      <c:pt idx="6">
                        <c:v>31886</c:v>
                      </c:pt>
                      <c:pt idx="7">
                        <c:v>66610</c:v>
                      </c:pt>
                      <c:pt idx="8">
                        <c:v>112674</c:v>
                      </c:pt>
                      <c:pt idx="9">
                        <c:v>200109</c:v>
                      </c:pt>
                    </c:numCache>
                  </c:numRef>
                </c:val>
                <c:smooth val="0"/>
                <c:extLst xmlns:c15="http://schemas.microsoft.com/office/drawing/2012/chart">
                  <c:ext xmlns:c16="http://schemas.microsoft.com/office/drawing/2014/chart" uri="{C3380CC4-5D6E-409C-BE32-E72D297353CC}">
                    <c16:uniqueId val="{0000000C-E2ED-454C-9663-D033D26C5295}"/>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'[Worksheet in ValorResidual_TFM_v1.0.pptx 2]Sheet 6'!$A$17</c15:sqref>
                        </c15:formulaRef>
                      </c:ext>
                    </c:extLst>
                    <c:strCache>
                      <c:ptCount val="1"/>
                      <c:pt idx="0">
                        <c:v>Estonia</c:v>
                      </c:pt>
                    </c:strCache>
                  </c:strRef>
                </c:tx>
                <c:spPr>
                  <a:ln w="28575" cap="rnd">
                    <a:solidFill>
                      <a:schemeClr val="accent2">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6'!$B$17:$K$17</c15:sqref>
                        </c15:formulaRef>
                      </c:ext>
                    </c:extLst>
                    <c:numCache>
                      <c:formatCode>#,##0</c:formatCode>
                      <c:ptCount val="10"/>
                      <c:pt idx="0">
                        <c:v>1067</c:v>
                      </c:pt>
                      <c:pt idx="1">
                        <c:v>1116</c:v>
                      </c:pt>
                      <c:pt idx="2">
                        <c:v>1156</c:v>
                      </c:pt>
                      <c:pt idx="3">
                        <c:v>1191</c:v>
                      </c:pt>
                      <c:pt idx="4">
                        <c:v>1254</c:v>
                      </c:pt>
                      <c:pt idx="5">
                        <c:v>1382</c:v>
                      </c:pt>
                      <c:pt idx="6">
                        <c:v>1773</c:v>
                      </c:pt>
                      <c:pt idx="7">
                        <c:v>2456</c:v>
                      </c:pt>
                      <c:pt idx="8">
                        <c:v>3461</c:v>
                      </c:pt>
                      <c:pt idx="9">
                        <c:v>5796</c:v>
                      </c:pt>
                    </c:numCache>
                  </c:numRef>
                </c:val>
                <c:smooth val="0"/>
                <c:extLst xmlns:c15="http://schemas.microsoft.com/office/drawing/2012/chart">
                  <c:ext xmlns:c16="http://schemas.microsoft.com/office/drawing/2014/chart" uri="{C3380CC4-5D6E-409C-BE32-E72D297353CC}">
                    <c16:uniqueId val="{0000000D-E2ED-454C-9663-D033D26C5295}"/>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'[Worksheet in ValorResidual_TFM_v1.0.pptx 2]Sheet 6'!$A$18</c15:sqref>
                        </c15:formulaRef>
                      </c:ext>
                    </c:extLst>
                    <c:strCache>
                      <c:ptCount val="1"/>
                      <c:pt idx="0">
                        <c:v>Ireland</c:v>
                      </c:pt>
                    </c:strCache>
                  </c:strRef>
                </c:tx>
                <c:spPr>
                  <a:ln w="28575" cap="rnd">
                    <a:solidFill>
                      <a:schemeClr val="accent3">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6'!$B$18:$K$18</c15:sqref>
                        </c15:formulaRef>
                      </c:ext>
                    </c:extLst>
                    <c:numCache>
                      <c:formatCode>#,##0</c:formatCode>
                      <c:ptCount val="10"/>
                      <c:pt idx="0">
                        <c:v>560</c:v>
                      </c:pt>
                      <c:pt idx="1">
                        <c:v>1120</c:v>
                      </c:pt>
                      <c:pt idx="2">
                        <c:v>1700</c:v>
                      </c:pt>
                      <c:pt idx="3">
                        <c:v>2770</c:v>
                      </c:pt>
                      <c:pt idx="4">
                        <c:v>4610</c:v>
                      </c:pt>
                      <c:pt idx="5">
                        <c:v>8590</c:v>
                      </c:pt>
                      <c:pt idx="6">
                        <c:v>12720</c:v>
                      </c:pt>
                      <c:pt idx="7">
                        <c:v>21440</c:v>
                      </c:pt>
                      <c:pt idx="8">
                        <c:v>36970</c:v>
                      </c:pt>
                      <c:pt idx="9">
                        <c:v>59400</c:v>
                      </c:pt>
                    </c:numCache>
                  </c:numRef>
                </c:val>
                <c:smooth val="0"/>
                <c:extLst xmlns:c15="http://schemas.microsoft.com/office/drawing/2012/chart">
                  <c:ext xmlns:c16="http://schemas.microsoft.com/office/drawing/2014/chart" uri="{C3380CC4-5D6E-409C-BE32-E72D297353CC}">
                    <c16:uniqueId val="{0000000E-E2ED-454C-9663-D033D26C5295}"/>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'[Worksheet in ValorResidual_TFM_v1.0.pptx 2]Sheet 6'!$A$19</c15:sqref>
                        </c15:formulaRef>
                      </c:ext>
                    </c:extLst>
                    <c:strCache>
                      <c:ptCount val="1"/>
                      <c:pt idx="0">
                        <c:v>Greece</c:v>
                      </c:pt>
                    </c:strCache>
                  </c:strRef>
                </c:tx>
                <c:spPr>
                  <a:ln w="28575" cap="rnd">
                    <a:solidFill>
                      <a:schemeClr val="accent4">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6'!$B$19:$K$19</c15:sqref>
                        </c15:formulaRef>
                      </c:ext>
                    </c:extLst>
                    <c:numCache>
                      <c:formatCode>#,##0</c:formatCode>
                      <c:ptCount val="10"/>
                      <c:pt idx="0">
                        <c:v>45</c:v>
                      </c:pt>
                      <c:pt idx="1">
                        <c:v>84</c:v>
                      </c:pt>
                      <c:pt idx="2">
                        <c:v>114</c:v>
                      </c:pt>
                      <c:pt idx="3">
                        <c:v>148</c:v>
                      </c:pt>
                      <c:pt idx="4">
                        <c:v>215</c:v>
                      </c:pt>
                      <c:pt idx="5">
                        <c:v>426</c:v>
                      </c:pt>
                      <c:pt idx="6">
                        <c:v>1104</c:v>
                      </c:pt>
                      <c:pt idx="7">
                        <c:v>3280</c:v>
                      </c:pt>
                      <c:pt idx="8">
                        <c:v>6306</c:v>
                      </c:pt>
                      <c:pt idx="9">
                        <c:v>12315</c:v>
                      </c:pt>
                    </c:numCache>
                  </c:numRef>
                </c:val>
                <c:smooth val="0"/>
                <c:extLst xmlns:c15="http://schemas.microsoft.com/office/drawing/2012/chart">
                  <c:ext xmlns:c16="http://schemas.microsoft.com/office/drawing/2014/chart" uri="{C3380CC4-5D6E-409C-BE32-E72D297353CC}">
                    <c16:uniqueId val="{0000000F-E2ED-454C-9663-D033D26C5295}"/>
                  </c:ext>
                </c:extLst>
              </c15:ser>
            </c15:filteredLineSeries>
            <c15:filteredLineSeries>
              <c15:ser>
                <c:idx val="12"/>
                <c:order val="12"/>
                <c:tx>
                  <c:strRef>
                    <c:extLst xmlns:c15="http://schemas.microsoft.com/office/drawing/2012/chart">
                      <c:ext xmlns:c15="http://schemas.microsoft.com/office/drawing/2012/chart" uri="{02D57815-91ED-43cb-92C2-25804820EDAC}">
                        <c15:formulaRef>
                          <c15:sqref>'[Worksheet in ValorResidual_TFM_v1.0.pptx 2]Sheet 6'!$A$22</c15:sqref>
                        </c15:formulaRef>
                      </c:ext>
                    </c:extLst>
                    <c:strCache>
                      <c:ptCount val="1"/>
                      <c:pt idx="0">
                        <c:v>Croatia</c:v>
                      </c:pt>
                    </c:strCache>
                  </c:strRef>
                </c:tx>
                <c:spPr>
                  <a:ln w="28575" cap="rnd">
                    <a:solidFill>
                      <a:schemeClr val="accent1">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6'!$B$22:$K$22</c15:sqref>
                        </c15:formulaRef>
                      </c:ext>
                    </c:extLst>
                    <c:numCache>
                      <c:formatCode>#,##0</c:formatCode>
                      <c:ptCount val="10"/>
                      <c:pt idx="0">
                        <c:v>39</c:v>
                      </c:pt>
                      <c:pt idx="1">
                        <c:v>163</c:v>
                      </c:pt>
                      <c:pt idx="2">
                        <c:v>233</c:v>
                      </c:pt>
                      <c:pt idx="3">
                        <c:v>285</c:v>
                      </c:pt>
                      <c:pt idx="4">
                        <c:v>461</c:v>
                      </c:pt>
                      <c:pt idx="5">
                        <c:v>725</c:v>
                      </c:pt>
                      <c:pt idx="6">
                        <c:v>1314</c:v>
                      </c:pt>
                      <c:pt idx="7">
                        <c:v>2977</c:v>
                      </c:pt>
                      <c:pt idx="8">
                        <c:v>4801</c:v>
                      </c:pt>
                      <c:pt idx="9">
                        <c:v>7058</c:v>
                      </c:pt>
                    </c:numCache>
                  </c:numRef>
                </c:val>
                <c:smooth val="0"/>
                <c:extLst xmlns:c15="http://schemas.microsoft.com/office/drawing/2012/chart">
                  <c:ext xmlns:c16="http://schemas.microsoft.com/office/drawing/2014/chart" uri="{C3380CC4-5D6E-409C-BE32-E72D297353CC}">
                    <c16:uniqueId val="{00000010-E2ED-454C-9663-D033D26C5295}"/>
                  </c:ext>
                </c:extLst>
              </c15:ser>
            </c15:filteredLineSeries>
            <c15:filteredLineSeries>
              <c15:ser>
                <c:idx val="14"/>
                <c:order val="14"/>
                <c:tx>
                  <c:strRef>
                    <c:extLst xmlns:c15="http://schemas.microsoft.com/office/drawing/2012/chart">
                      <c:ext xmlns:c15="http://schemas.microsoft.com/office/drawing/2012/chart" uri="{02D57815-91ED-43cb-92C2-25804820EDAC}">
                        <c15:formulaRef>
                          <c15:sqref>'[Worksheet in ValorResidual_TFM_v1.0.pptx 2]Sheet 6'!$A$24</c15:sqref>
                        </c15:formulaRef>
                      </c:ext>
                    </c:extLst>
                    <c:strCache>
                      <c:ptCount val="1"/>
                      <c:pt idx="0">
                        <c:v>Cyprus</c:v>
                      </c:pt>
                    </c:strCache>
                  </c:strRef>
                </c:tx>
                <c:spPr>
                  <a:ln w="28575" cap="rnd">
                    <a:solidFill>
                      <a:schemeClr val="accent3">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6'!$B$24:$K$24</c15:sqref>
                        </c15:formulaRef>
                      </c:ext>
                    </c:extLst>
                    <c:numCache>
                      <c:formatCode>#,##0</c:formatCode>
                      <c:ptCount val="10"/>
                      <c:pt idx="0">
                        <c:v>15</c:v>
                      </c:pt>
                      <c:pt idx="1">
                        <c:v>23</c:v>
                      </c:pt>
                      <c:pt idx="2">
                        <c:v>40</c:v>
                      </c:pt>
                      <c:pt idx="3">
                        <c:v>87</c:v>
                      </c:pt>
                      <c:pt idx="4">
                        <c:v>114</c:v>
                      </c:pt>
                      <c:pt idx="5">
                        <c:v>167</c:v>
                      </c:pt>
                      <c:pt idx="6">
                        <c:v>240</c:v>
                      </c:pt>
                      <c:pt idx="7">
                        <c:v>333</c:v>
                      </c:pt>
                      <c:pt idx="8">
                        <c:v>830</c:v>
                      </c:pt>
                      <c:pt idx="9">
                        <c:v>1800</c:v>
                      </c:pt>
                    </c:numCache>
                  </c:numRef>
                </c:val>
                <c:smooth val="0"/>
                <c:extLst xmlns:c15="http://schemas.microsoft.com/office/drawing/2012/chart">
                  <c:ext xmlns:c16="http://schemas.microsoft.com/office/drawing/2014/chart" uri="{C3380CC4-5D6E-409C-BE32-E72D297353CC}">
                    <c16:uniqueId val="{00000011-E2ED-454C-9663-D033D26C5295}"/>
                  </c:ext>
                </c:extLst>
              </c15:ser>
            </c15:filteredLineSeries>
            <c15:filteredLineSeries>
              <c15:ser>
                <c:idx val="15"/>
                <c:order val="15"/>
                <c:tx>
                  <c:strRef>
                    <c:extLst xmlns:c15="http://schemas.microsoft.com/office/drawing/2012/chart">
                      <c:ext xmlns:c15="http://schemas.microsoft.com/office/drawing/2012/chart" uri="{02D57815-91ED-43cb-92C2-25804820EDAC}">
                        <c15:formulaRef>
                          <c15:sqref>'[Worksheet in ValorResidual_TFM_v1.0.pptx 2]Sheet 6'!$A$25</c15:sqref>
                        </c15:formulaRef>
                      </c:ext>
                    </c:extLst>
                    <c:strCache>
                      <c:ptCount val="1"/>
                      <c:pt idx="0">
                        <c:v>Latvia</c:v>
                      </c:pt>
                    </c:strCache>
                  </c:strRef>
                </c:tx>
                <c:spPr>
                  <a:ln w="28575" cap="rnd">
                    <a:solidFill>
                      <a:schemeClr val="accent4">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6'!$B$25:$K$25</c15:sqref>
                        </c15:formulaRef>
                      </c:ext>
                    </c:extLst>
                    <c:numCache>
                      <c:formatCode>#,##0</c:formatCode>
                      <c:ptCount val="10"/>
                      <c:pt idx="0">
                        <c:v>188</c:v>
                      </c:pt>
                      <c:pt idx="1">
                        <c:v>211</c:v>
                      </c:pt>
                      <c:pt idx="2">
                        <c:v>241</c:v>
                      </c:pt>
                      <c:pt idx="3">
                        <c:v>312</c:v>
                      </c:pt>
                      <c:pt idx="4">
                        <c:v>442</c:v>
                      </c:pt>
                      <c:pt idx="5">
                        <c:v>658</c:v>
                      </c:pt>
                      <c:pt idx="6">
                        <c:v>1205</c:v>
                      </c:pt>
                      <c:pt idx="7">
                        <c:v>2106</c:v>
                      </c:pt>
                      <c:pt idx="8">
                        <c:v>3832</c:v>
                      </c:pt>
                      <c:pt idx="9">
                        <c:v>6369</c:v>
                      </c:pt>
                    </c:numCache>
                  </c:numRef>
                </c:val>
                <c:smooth val="0"/>
                <c:extLst xmlns:c15="http://schemas.microsoft.com/office/drawing/2012/chart">
                  <c:ext xmlns:c16="http://schemas.microsoft.com/office/drawing/2014/chart" uri="{C3380CC4-5D6E-409C-BE32-E72D297353CC}">
                    <c16:uniqueId val="{00000012-E2ED-454C-9663-D033D26C5295}"/>
                  </c:ext>
                </c:extLst>
              </c15:ser>
            </c15:filteredLineSeries>
            <c15:filteredLineSeries>
              <c15:ser>
                <c:idx val="16"/>
                <c:order val="16"/>
                <c:tx>
                  <c:strRef>
                    <c:extLst xmlns:c15="http://schemas.microsoft.com/office/drawing/2012/chart">
                      <c:ext xmlns:c15="http://schemas.microsoft.com/office/drawing/2012/chart" uri="{02D57815-91ED-43cb-92C2-25804820EDAC}">
                        <c15:formulaRef>
                          <c15:sqref>'[Worksheet in ValorResidual_TFM_v1.0.pptx 2]Sheet 6'!$A$26</c15:sqref>
                        </c15:formulaRef>
                      </c:ext>
                    </c:extLst>
                    <c:strCache>
                      <c:ptCount val="1"/>
                      <c:pt idx="0">
                        <c:v>Lithuania</c:v>
                      </c:pt>
                    </c:strCache>
                  </c:strRef>
                </c:tx>
                <c:spPr>
                  <a:ln w="28575" cap="rnd">
                    <a:solidFill>
                      <a:schemeClr val="accent5">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6'!$B$26:$K$26</c15:sqref>
                        </c15:formulaRef>
                      </c:ext>
                    </c:extLst>
                    <c:numCache>
                      <c:formatCode>#,##0</c:formatCode>
                      <c:ptCount val="10"/>
                      <c:pt idx="0">
                        <c:v>70</c:v>
                      </c:pt>
                      <c:pt idx="1">
                        <c:v>169</c:v>
                      </c:pt>
                      <c:pt idx="2">
                        <c:v>358</c:v>
                      </c:pt>
                      <c:pt idx="3">
                        <c:v>619</c:v>
                      </c:pt>
                      <c:pt idx="4">
                        <c:v>965</c:v>
                      </c:pt>
                      <c:pt idx="5">
                        <c:v>1395</c:v>
                      </c:pt>
                      <c:pt idx="6">
                        <c:v>2475</c:v>
                      </c:pt>
                      <c:pt idx="7">
                        <c:v>4831</c:v>
                      </c:pt>
                      <c:pt idx="8">
                        <c:v>7305</c:v>
                      </c:pt>
                      <c:pt idx="9">
                        <c:v>11424</c:v>
                      </c:pt>
                    </c:numCache>
                  </c:numRef>
                </c:val>
                <c:smooth val="0"/>
                <c:extLst xmlns:c15="http://schemas.microsoft.com/office/drawing/2012/chart">
                  <c:ext xmlns:c16="http://schemas.microsoft.com/office/drawing/2014/chart" uri="{C3380CC4-5D6E-409C-BE32-E72D297353CC}">
                    <c16:uniqueId val="{00000013-E2ED-454C-9663-D033D26C5295}"/>
                  </c:ext>
                </c:extLst>
              </c15:ser>
            </c15:filteredLineSeries>
            <c15:filteredLineSeries>
              <c15:ser>
                <c:idx val="17"/>
                <c:order val="17"/>
                <c:tx>
                  <c:strRef>
                    <c:extLst xmlns:c15="http://schemas.microsoft.com/office/drawing/2012/chart">
                      <c:ext xmlns:c15="http://schemas.microsoft.com/office/drawing/2012/chart" uri="{02D57815-91ED-43cb-92C2-25804820EDAC}">
                        <c15:formulaRef>
                          <c15:sqref>'[Worksheet in ValorResidual_TFM_v1.0.pptx 2]Sheet 6'!$A$27</c15:sqref>
                        </c15:formulaRef>
                      </c:ext>
                    </c:extLst>
                    <c:strCache>
                      <c:ptCount val="1"/>
                      <c:pt idx="0">
                        <c:v>Luxembourg</c:v>
                      </c:pt>
                    </c:strCache>
                  </c:strRef>
                </c:tx>
                <c:spPr>
                  <a:ln w="28575" cap="rnd">
                    <a:solidFill>
                      <a:schemeClr val="accent6">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6'!$B$27:$K$27</c15:sqref>
                        </c15:formulaRef>
                      </c:ext>
                    </c:extLst>
                    <c:numCache>
                      <c:formatCode>#,##0</c:formatCode>
                      <c:ptCount val="10"/>
                      <c:pt idx="0">
                        <c:v>524</c:v>
                      </c:pt>
                      <c:pt idx="1">
                        <c:v>580</c:v>
                      </c:pt>
                      <c:pt idx="2">
                        <c:v>685</c:v>
                      </c:pt>
                      <c:pt idx="3">
                        <c:v>970</c:v>
                      </c:pt>
                      <c:pt idx="4">
                        <c:v>1336</c:v>
                      </c:pt>
                      <c:pt idx="5">
                        <c:v>2195</c:v>
                      </c:pt>
                      <c:pt idx="6">
                        <c:v>4032</c:v>
                      </c:pt>
                      <c:pt idx="7">
                        <c:v>7960</c:v>
                      </c:pt>
                      <c:pt idx="8">
                        <c:v>13909</c:v>
                      </c:pt>
                      <c:pt idx="9">
                        <c:v>23267</c:v>
                      </c:pt>
                    </c:numCache>
                  </c:numRef>
                </c:val>
                <c:smooth val="0"/>
                <c:extLst xmlns:c15="http://schemas.microsoft.com/office/drawing/2012/chart">
                  <c:ext xmlns:c16="http://schemas.microsoft.com/office/drawing/2014/chart" uri="{C3380CC4-5D6E-409C-BE32-E72D297353CC}">
                    <c16:uniqueId val="{00000014-E2ED-454C-9663-D033D26C5295}"/>
                  </c:ext>
                </c:extLst>
              </c15:ser>
            </c15:filteredLineSeries>
            <c15:filteredLineSeries>
              <c15:ser>
                <c:idx val="18"/>
                <c:order val="18"/>
                <c:tx>
                  <c:strRef>
                    <c:extLst xmlns:c15="http://schemas.microsoft.com/office/drawing/2012/chart">
                      <c:ext xmlns:c15="http://schemas.microsoft.com/office/drawing/2012/chart" uri="{02D57815-91ED-43cb-92C2-25804820EDAC}">
                        <c15:formulaRef>
                          <c15:sqref>'[Worksheet in ValorResidual_TFM_v1.0.pptx 2]Sheet 6'!$A$28</c15:sqref>
                        </c15:formulaRef>
                      </c:ext>
                    </c:extLst>
                    <c:strCache>
                      <c:ptCount val="1"/>
                      <c:pt idx="0">
                        <c:v>Hungary</c:v>
                      </c:pt>
                    </c:strCache>
                  </c:strRef>
                </c:tx>
                <c:spPr>
                  <a:ln w="28575" cap="rnd">
                    <a:solidFill>
                      <a:schemeClr val="accent1">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6'!$B$28:$K$28</c15:sqref>
                        </c15:formulaRef>
                      </c:ext>
                    </c:extLst>
                    <c:numCache>
                      <c:formatCode>#,##0</c:formatCode>
                      <c:ptCount val="10"/>
                      <c:pt idx="0">
                        <c:v>175</c:v>
                      </c:pt>
                      <c:pt idx="1">
                        <c:v>342</c:v>
                      </c:pt>
                      <c:pt idx="2">
                        <c:v>758</c:v>
                      </c:pt>
                      <c:pt idx="3">
                        <c:v>1996</c:v>
                      </c:pt>
                      <c:pt idx="4">
                        <c:v>3839</c:v>
                      </c:pt>
                      <c:pt idx="5">
                        <c:v>6595</c:v>
                      </c:pt>
                      <c:pt idx="6">
                        <c:v>11012</c:v>
                      </c:pt>
                      <c:pt idx="7">
                        <c:v>18823</c:v>
                      </c:pt>
                      <c:pt idx="8">
                        <c:v>29836</c:v>
                      </c:pt>
                      <c:pt idx="9">
                        <c:v>41212</c:v>
                      </c:pt>
                    </c:numCache>
                  </c:numRef>
                </c:val>
                <c:smooth val="0"/>
                <c:extLst xmlns:c15="http://schemas.microsoft.com/office/drawing/2012/chart">
                  <c:ext xmlns:c16="http://schemas.microsoft.com/office/drawing/2014/chart" uri="{C3380CC4-5D6E-409C-BE32-E72D297353CC}">
                    <c16:uniqueId val="{00000015-E2ED-454C-9663-D033D26C5295}"/>
                  </c:ext>
                </c:extLst>
              </c15:ser>
            </c15:filteredLineSeries>
            <c15:filteredLineSeries>
              <c15:ser>
                <c:idx val="19"/>
                <c:order val="19"/>
                <c:tx>
                  <c:strRef>
                    <c:extLst xmlns:c15="http://schemas.microsoft.com/office/drawing/2012/chart">
                      <c:ext xmlns:c15="http://schemas.microsoft.com/office/drawing/2012/chart" uri="{02D57815-91ED-43cb-92C2-25804820EDAC}">
                        <c15:formulaRef>
                          <c15:sqref>'[Worksheet in ValorResidual_TFM_v1.0.pptx 2]Sheet 6'!$A$29</c15:sqref>
                        </c15:formulaRef>
                      </c:ext>
                    </c:extLst>
                    <c:strCache>
                      <c:ptCount val="1"/>
                      <c:pt idx="0">
                        <c:v>Malta</c:v>
                      </c:pt>
                    </c:strCache>
                  </c:strRef>
                </c:tx>
                <c:spPr>
                  <a:ln w="28575" cap="rnd">
                    <a:solidFill>
                      <a:schemeClr val="accent2">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6'!$B$29:$K$29</c15:sqref>
                        </c15:formulaRef>
                      </c:ext>
                    </c:extLst>
                    <c:numCache>
                      <c:formatCode>#,##0</c:formatCode>
                      <c:ptCount val="10"/>
                      <c:pt idx="0">
                        <c:v>87</c:v>
                      </c:pt>
                      <c:pt idx="1">
                        <c:v>136</c:v>
                      </c:pt>
                      <c:pt idx="2">
                        <c:v>140</c:v>
                      </c:pt>
                      <c:pt idx="3">
                        <c:v>189</c:v>
                      </c:pt>
                      <c:pt idx="4">
                        <c:v>603</c:v>
                      </c:pt>
                      <c:pt idx="5">
                        <c:v>983</c:v>
                      </c:pt>
                      <c:pt idx="6">
                        <c:v>1293</c:v>
                      </c:pt>
                      <c:pt idx="7">
                        <c:v>1783</c:v>
                      </c:pt>
                      <c:pt idx="8">
                        <c:v>2803</c:v>
                      </c:pt>
                      <c:pt idx="9">
                        <c:v>4364</c:v>
                      </c:pt>
                    </c:numCache>
                  </c:numRef>
                </c:val>
                <c:smooth val="0"/>
                <c:extLst xmlns:c15="http://schemas.microsoft.com/office/drawing/2012/chart">
                  <c:ext xmlns:c16="http://schemas.microsoft.com/office/drawing/2014/chart" uri="{C3380CC4-5D6E-409C-BE32-E72D297353CC}">
                    <c16:uniqueId val="{00000016-E2ED-454C-9663-D033D26C5295}"/>
                  </c:ext>
                </c:extLst>
              </c15:ser>
            </c15:filteredLineSeries>
            <c15:filteredLineSeries>
              <c15:ser>
                <c:idx val="20"/>
                <c:order val="20"/>
                <c:tx>
                  <c:strRef>
                    <c:extLst xmlns:c15="http://schemas.microsoft.com/office/drawing/2012/chart">
                      <c:ext xmlns:c15="http://schemas.microsoft.com/office/drawing/2012/chart" uri="{02D57815-91ED-43cb-92C2-25804820EDAC}">
                        <c15:formulaRef>
                          <c15:sqref>'[Worksheet in ValorResidual_TFM_v1.0.pptx 2]Sheet 6'!$A$30</c15:sqref>
                        </c15:formulaRef>
                      </c:ext>
                    </c:extLst>
                    <c:strCache>
                      <c:ptCount val="1"/>
                      <c:pt idx="0">
                        <c:v>Netherlands</c:v>
                      </c:pt>
                    </c:strCache>
                  </c:strRef>
                </c:tx>
                <c:spPr>
                  <a:ln w="28575" cap="rnd">
                    <a:solidFill>
                      <a:schemeClr val="accent3">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6'!$B$30:$K$30</c15:sqref>
                        </c15:formulaRef>
                      </c:ext>
                    </c:extLst>
                    <c:numCache>
                      <c:formatCode>#,##0</c:formatCode>
                      <c:ptCount val="10"/>
                      <c:pt idx="0">
                        <c:v>6825</c:v>
                      </c:pt>
                      <c:pt idx="1">
                        <c:v>9962</c:v>
                      </c:pt>
                      <c:pt idx="2">
                        <c:v>13709</c:v>
                      </c:pt>
                      <c:pt idx="3">
                        <c:v>21842</c:v>
                      </c:pt>
                      <c:pt idx="4">
                        <c:v>44581</c:v>
                      </c:pt>
                      <c:pt idx="5">
                        <c:v>106232</c:v>
                      </c:pt>
                      <c:pt idx="6">
                        <c:v>173797</c:v>
                      </c:pt>
                      <c:pt idx="7">
                        <c:v>245091</c:v>
                      </c:pt>
                      <c:pt idx="8">
                        <c:v>330113</c:v>
                      </c:pt>
                      <c:pt idx="9">
                        <c:v>444669</c:v>
                      </c:pt>
                    </c:numCache>
                  </c:numRef>
                </c:val>
                <c:smooth val="0"/>
                <c:extLst xmlns:c15="http://schemas.microsoft.com/office/drawing/2012/chart">
                  <c:ext xmlns:c16="http://schemas.microsoft.com/office/drawing/2014/chart" uri="{C3380CC4-5D6E-409C-BE32-E72D297353CC}">
                    <c16:uniqueId val="{00000017-E2ED-454C-9663-D033D26C5295}"/>
                  </c:ext>
                </c:extLst>
              </c15:ser>
            </c15:filteredLineSeries>
            <c15:filteredLineSeries>
              <c15:ser>
                <c:idx val="21"/>
                <c:order val="21"/>
                <c:tx>
                  <c:strRef>
                    <c:extLst xmlns:c15="http://schemas.microsoft.com/office/drawing/2012/chart">
                      <c:ext xmlns:c15="http://schemas.microsoft.com/office/drawing/2012/chart" uri="{02D57815-91ED-43cb-92C2-25804820EDAC}">
                        <c15:formulaRef>
                          <c15:sqref>'[Worksheet in ValorResidual_TFM_v1.0.pptx 2]Sheet 6'!$A$31</c15:sqref>
                        </c15:formulaRef>
                      </c:ext>
                    </c:extLst>
                    <c:strCache>
                      <c:ptCount val="1"/>
                      <c:pt idx="0">
                        <c:v>Austria</c:v>
                      </c:pt>
                    </c:strCache>
                  </c:strRef>
                </c:tx>
                <c:spPr>
                  <a:ln w="28575" cap="rnd">
                    <a:solidFill>
                      <a:schemeClr val="accent4">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6'!$B$31:$K$31</c15:sqref>
                        </c15:formulaRef>
                      </c:ext>
                    </c:extLst>
                    <c:numCache>
                      <c:formatCode>#,##0</c:formatCode>
                      <c:ptCount val="10"/>
                      <c:pt idx="0">
                        <c:v>3386</c:v>
                      </c:pt>
                      <c:pt idx="1">
                        <c:v>5032</c:v>
                      </c:pt>
                      <c:pt idx="2">
                        <c:v>9073</c:v>
                      </c:pt>
                      <c:pt idx="3">
                        <c:v>14618</c:v>
                      </c:pt>
                      <c:pt idx="4">
                        <c:v>20831</c:v>
                      </c:pt>
                      <c:pt idx="5">
                        <c:v>29523</c:v>
                      </c:pt>
                      <c:pt idx="6">
                        <c:v>44507</c:v>
                      </c:pt>
                      <c:pt idx="7">
                        <c:v>76539</c:v>
                      </c:pt>
                      <c:pt idx="8">
                        <c:v>110225</c:v>
                      </c:pt>
                      <c:pt idx="9">
                        <c:v>155490</c:v>
                      </c:pt>
                    </c:numCache>
                  </c:numRef>
                </c:val>
                <c:smooth val="0"/>
                <c:extLst xmlns:c15="http://schemas.microsoft.com/office/drawing/2012/chart">
                  <c:ext xmlns:c16="http://schemas.microsoft.com/office/drawing/2014/chart" uri="{C3380CC4-5D6E-409C-BE32-E72D297353CC}">
                    <c16:uniqueId val="{00000018-E2ED-454C-9663-D033D26C5295}"/>
                  </c:ext>
                </c:extLst>
              </c15:ser>
            </c15:filteredLineSeries>
            <c15:filteredLineSeries>
              <c15:ser>
                <c:idx val="23"/>
                <c:order val="23"/>
                <c:tx>
                  <c:strRef>
                    <c:extLst xmlns:c15="http://schemas.microsoft.com/office/drawing/2012/chart">
                      <c:ext xmlns:c15="http://schemas.microsoft.com/office/drawing/2012/chart" uri="{02D57815-91ED-43cb-92C2-25804820EDAC}">
                        <c15:formulaRef>
                          <c15:sqref>'[Worksheet in ValorResidual_TFM_v1.0.pptx 2]Sheet 6'!$A$33</c15:sqref>
                        </c15:formulaRef>
                      </c:ext>
                    </c:extLst>
                    <c:strCache>
                      <c:ptCount val="1"/>
                      <c:pt idx="0">
                        <c:v>Portugal</c:v>
                      </c:pt>
                    </c:strCache>
                  </c:strRef>
                </c:tx>
                <c:spPr>
                  <a:ln w="28575" cap="rnd">
                    <a:solidFill>
                      <a:schemeClr val="accent6">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6'!$B$33:$K$33</c15:sqref>
                        </c15:formulaRef>
                      </c:ext>
                    </c:extLst>
                    <c:numCache>
                      <c:formatCode>#,##0</c:formatCode>
                      <c:ptCount val="10"/>
                      <c:pt idx="0">
                        <c:v>672</c:v>
                      </c:pt>
                      <c:pt idx="1">
                        <c:v>1398</c:v>
                      </c:pt>
                      <c:pt idx="2">
                        <c:v>2383</c:v>
                      </c:pt>
                      <c:pt idx="3">
                        <c:v>4667</c:v>
                      </c:pt>
                      <c:pt idx="4">
                        <c:v>9980</c:v>
                      </c:pt>
                      <c:pt idx="5">
                        <c:v>18139</c:v>
                      </c:pt>
                      <c:pt idx="6">
                        <c:v>26949</c:v>
                      </c:pt>
                      <c:pt idx="7">
                        <c:v>43309</c:v>
                      </c:pt>
                      <c:pt idx="8">
                        <c:v>67347</c:v>
                      </c:pt>
                      <c:pt idx="9">
                        <c:v>110649</c:v>
                      </c:pt>
                    </c:numCache>
                  </c:numRef>
                </c:val>
                <c:smooth val="0"/>
                <c:extLst xmlns:c15="http://schemas.microsoft.com/office/drawing/2012/chart">
                  <c:ext xmlns:c16="http://schemas.microsoft.com/office/drawing/2014/chart" uri="{C3380CC4-5D6E-409C-BE32-E72D297353CC}">
                    <c16:uniqueId val="{00000019-E2ED-454C-9663-D033D26C5295}"/>
                  </c:ext>
                </c:extLst>
              </c15:ser>
            </c15:filteredLineSeries>
            <c15:filteredLineSeries>
              <c15:ser>
                <c:idx val="24"/>
                <c:order val="24"/>
                <c:tx>
                  <c:strRef>
                    <c:extLst xmlns:c15="http://schemas.microsoft.com/office/drawing/2012/chart">
                      <c:ext xmlns:c15="http://schemas.microsoft.com/office/drawing/2012/chart" uri="{02D57815-91ED-43cb-92C2-25804820EDAC}">
                        <c15:formulaRef>
                          <c15:sqref>'[Worksheet in ValorResidual_TFM_v1.0.pptx 2]Sheet 6'!$A$34</c15:sqref>
                        </c15:formulaRef>
                      </c:ext>
                    </c:extLst>
                    <c:strCache>
                      <c:ptCount val="1"/>
                      <c:pt idx="0">
                        <c:v>Romania</c:v>
                      </c:pt>
                    </c:strCache>
                  </c:strRef>
                </c:tx>
                <c:spPr>
                  <a:ln w="28575" cap="rnd">
                    <a:solidFill>
                      <a:schemeClr val="accent1">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6'!$B$34:$K$34</c15:sqref>
                        </c15:formulaRef>
                      </c:ext>
                    </c:extLst>
                    <c:numCache>
                      <c:formatCode>#,##0</c:formatCode>
                      <c:ptCount val="10"/>
                      <c:pt idx="0">
                        <c:v>2737</c:v>
                      </c:pt>
                      <c:pt idx="1">
                        <c:v>3863</c:v>
                      </c:pt>
                      <c:pt idx="2">
                        <c:v>6348</c:v>
                      </c:pt>
                      <c:pt idx="3">
                        <c:v>9947</c:v>
                      </c:pt>
                      <c:pt idx="4">
                        <c:v>1103</c:v>
                      </c:pt>
                      <c:pt idx="5">
                        <c:v>2798</c:v>
                      </c:pt>
                      <c:pt idx="6">
                        <c:v>5803</c:v>
                      </c:pt>
                      <c:pt idx="7">
                        <c:v>12433</c:v>
                      </c:pt>
                      <c:pt idx="8">
                        <c:v>24691</c:v>
                      </c:pt>
                      <c:pt idx="9">
                        <c:v>39271</c:v>
                      </c:pt>
                    </c:numCache>
                  </c:numRef>
                </c:val>
                <c:smooth val="0"/>
                <c:extLst xmlns:c15="http://schemas.microsoft.com/office/drawing/2012/chart">
                  <c:ext xmlns:c16="http://schemas.microsoft.com/office/drawing/2014/chart" uri="{C3380CC4-5D6E-409C-BE32-E72D297353CC}">
                    <c16:uniqueId val="{0000001A-E2ED-454C-9663-D033D26C5295}"/>
                  </c:ext>
                </c:extLst>
              </c15:ser>
            </c15:filteredLineSeries>
            <c15:filteredLineSeries>
              <c15:ser>
                <c:idx val="25"/>
                <c:order val="25"/>
                <c:tx>
                  <c:strRef>
                    <c:extLst xmlns:c15="http://schemas.microsoft.com/office/drawing/2012/chart">
                      <c:ext xmlns:c15="http://schemas.microsoft.com/office/drawing/2012/chart" uri="{02D57815-91ED-43cb-92C2-25804820EDAC}">
                        <c15:formulaRef>
                          <c15:sqref>'[Worksheet in ValorResidual_TFM_v1.0.pptx 2]Sheet 6'!$A$35</c15:sqref>
                        </c15:formulaRef>
                      </c:ext>
                    </c:extLst>
                    <c:strCache>
                      <c:ptCount val="1"/>
                      <c:pt idx="0">
                        <c:v>Slovenia</c:v>
                      </c:pt>
                    </c:strCache>
                  </c:strRef>
                </c:tx>
                <c:spPr>
                  <a:ln w="28575" cap="rnd">
                    <a:solidFill>
                      <a:schemeClr val="accent2">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6'!$B$35:$K$35</c15:sqref>
                        </c15:formulaRef>
                      </c:ext>
                    </c:extLst>
                    <c:numCache>
                      <c:formatCode>#,##0</c:formatCode>
                      <c:ptCount val="10"/>
                      <c:pt idx="0">
                        <c:v>133</c:v>
                      </c:pt>
                      <c:pt idx="1">
                        <c:v>288</c:v>
                      </c:pt>
                      <c:pt idx="2">
                        <c:v>457</c:v>
                      </c:pt>
                      <c:pt idx="3">
                        <c:v>779</c:v>
                      </c:pt>
                      <c:pt idx="4">
                        <c:v>1308</c:v>
                      </c:pt>
                      <c:pt idx="5">
                        <c:v>1998</c:v>
                      </c:pt>
                      <c:pt idx="6">
                        <c:v>3670</c:v>
                      </c:pt>
                      <c:pt idx="7">
                        <c:v>5413</c:v>
                      </c:pt>
                      <c:pt idx="8">
                        <c:v>7977</c:v>
                      </c:pt>
                      <c:pt idx="9">
                        <c:v>12743</c:v>
                      </c:pt>
                    </c:numCache>
                  </c:numRef>
                </c:val>
                <c:smooth val="0"/>
                <c:extLst xmlns:c15="http://schemas.microsoft.com/office/drawing/2012/chart">
                  <c:ext xmlns:c16="http://schemas.microsoft.com/office/drawing/2014/chart" uri="{C3380CC4-5D6E-409C-BE32-E72D297353CC}">
                    <c16:uniqueId val="{0000001B-E2ED-454C-9663-D033D26C5295}"/>
                  </c:ext>
                </c:extLst>
              </c15:ser>
            </c15:filteredLineSeries>
            <c15:filteredLineSeries>
              <c15:ser>
                <c:idx val="26"/>
                <c:order val="26"/>
                <c:tx>
                  <c:strRef>
                    <c:extLst xmlns:c15="http://schemas.microsoft.com/office/drawing/2012/chart">
                      <c:ext xmlns:c15="http://schemas.microsoft.com/office/drawing/2012/chart" uri="{02D57815-91ED-43cb-92C2-25804820EDAC}">
                        <c15:formulaRef>
                          <c15:sqref>'[Worksheet in ValorResidual_TFM_v1.0.pptx 2]Sheet 6'!$A$36</c15:sqref>
                        </c15:formulaRef>
                      </c:ext>
                    </c:extLst>
                    <c:strCache>
                      <c:ptCount val="1"/>
                      <c:pt idx="0">
                        <c:v>Slovakia</c:v>
                      </c:pt>
                    </c:strCache>
                  </c:strRef>
                </c:tx>
                <c:spPr>
                  <a:ln w="28575" cap="rnd">
                    <a:solidFill>
                      <a:schemeClr val="accent3">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6'!$B$36:$K$36</c15:sqref>
                        </c15:formulaRef>
                      </c:ext>
                    </c:extLst>
                    <c:numCache>
                      <c:formatCode>#,##0</c:formatCode>
                      <c:ptCount val="10"/>
                      <c:pt idx="0">
                        <c:v>113</c:v>
                      </c:pt>
                      <c:pt idx="1">
                        <c:v>137</c:v>
                      </c:pt>
                      <c:pt idx="2">
                        <c:v>198</c:v>
                      </c:pt>
                      <c:pt idx="3">
                        <c:v>398</c:v>
                      </c:pt>
                      <c:pt idx="4">
                        <c:v>795</c:v>
                      </c:pt>
                      <c:pt idx="5">
                        <c:v>956</c:v>
                      </c:pt>
                      <c:pt idx="6">
                        <c:v>1863</c:v>
                      </c:pt>
                      <c:pt idx="7">
                        <c:v>2999</c:v>
                      </c:pt>
                      <c:pt idx="8">
                        <c:v>4528</c:v>
                      </c:pt>
                      <c:pt idx="9">
                        <c:v>7896</c:v>
                      </c:pt>
                    </c:numCache>
                  </c:numRef>
                </c:val>
                <c:smooth val="0"/>
                <c:extLst xmlns:c15="http://schemas.microsoft.com/office/drawing/2012/chart">
                  <c:ext xmlns:c16="http://schemas.microsoft.com/office/drawing/2014/chart" uri="{C3380CC4-5D6E-409C-BE32-E72D297353CC}">
                    <c16:uniqueId val="{0000001C-E2ED-454C-9663-D033D26C5295}"/>
                  </c:ext>
                </c:extLst>
              </c15:ser>
            </c15:filteredLineSeries>
            <c15:filteredLineSeries>
              <c15:ser>
                <c:idx val="27"/>
                <c:order val="27"/>
                <c:tx>
                  <c:strRef>
                    <c:extLst xmlns:c15="http://schemas.microsoft.com/office/drawing/2012/chart">
                      <c:ext xmlns:c15="http://schemas.microsoft.com/office/drawing/2012/chart" uri="{02D57815-91ED-43cb-92C2-25804820EDAC}">
                        <c15:formulaRef>
                          <c15:sqref>'[Worksheet in ValorResidual_TFM_v1.0.pptx 2]Sheet 6'!$A$37</c15:sqref>
                        </c15:formulaRef>
                      </c:ext>
                    </c:extLst>
                    <c:strCache>
                      <c:ptCount val="1"/>
                      <c:pt idx="0">
                        <c:v>Finland</c:v>
                      </c:pt>
                    </c:strCache>
                  </c:strRef>
                </c:tx>
                <c:spPr>
                  <a:ln w="28575" cap="rnd">
                    <a:solidFill>
                      <a:schemeClr val="accent4">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6'!$B$37:$K$37</c15:sqref>
                        </c15:formulaRef>
                      </c:ext>
                    </c:extLst>
                    <c:numCache>
                      <c:formatCode>#,##0</c:formatCode>
                      <c:ptCount val="10"/>
                      <c:pt idx="0">
                        <c:v>386</c:v>
                      </c:pt>
                      <c:pt idx="1">
                        <c:v>657</c:v>
                      </c:pt>
                      <c:pt idx="2">
                        <c:v>889</c:v>
                      </c:pt>
                      <c:pt idx="3">
                        <c:v>1538</c:v>
                      </c:pt>
                      <c:pt idx="4">
                        <c:v>2500</c:v>
                      </c:pt>
                      <c:pt idx="5">
                        <c:v>4830</c:v>
                      </c:pt>
                      <c:pt idx="6">
                        <c:v>9959</c:v>
                      </c:pt>
                      <c:pt idx="7">
                        <c:v>23497</c:v>
                      </c:pt>
                      <c:pt idx="8">
                        <c:v>46584</c:v>
                      </c:pt>
                      <c:pt idx="9">
                        <c:v>86011</c:v>
                      </c:pt>
                    </c:numCache>
                  </c:numRef>
                </c:val>
                <c:smooth val="0"/>
                <c:extLst xmlns:c15="http://schemas.microsoft.com/office/drawing/2012/chart">
                  <c:ext xmlns:c16="http://schemas.microsoft.com/office/drawing/2014/chart" uri="{C3380CC4-5D6E-409C-BE32-E72D297353CC}">
                    <c16:uniqueId val="{0000001D-E2ED-454C-9663-D033D26C5295}"/>
                  </c:ext>
                </c:extLst>
              </c15:ser>
            </c15:filteredLineSeries>
            <c15:filteredLineSeries>
              <c15:ser>
                <c:idx val="28"/>
                <c:order val="28"/>
                <c:tx>
                  <c:strRef>
                    <c:extLst xmlns:c15="http://schemas.microsoft.com/office/drawing/2012/chart">
                      <c:ext xmlns:c15="http://schemas.microsoft.com/office/drawing/2012/chart" uri="{02D57815-91ED-43cb-92C2-25804820EDAC}">
                        <c15:formulaRef>
                          <c15:sqref>'[Worksheet in ValorResidual_TFM_v1.0.pptx 2]Sheet 6'!$A$38</c15:sqref>
                        </c15:formulaRef>
                      </c:ext>
                    </c:extLst>
                    <c:strCache>
                      <c:ptCount val="1"/>
                      <c:pt idx="0">
                        <c:v>Sweden</c:v>
                      </c:pt>
                    </c:strCache>
                  </c:strRef>
                </c:tx>
                <c:spPr>
                  <a:ln w="28575" cap="rnd">
                    <a:solidFill>
                      <a:schemeClr val="accent5">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6'!$B$38:$K$38</c15:sqref>
                        </c15:formulaRef>
                      </c:ext>
                    </c:extLst>
                    <c:numCache>
                      <c:formatCode>#,##0</c:formatCode>
                      <c:ptCount val="10"/>
                      <c:pt idx="0">
                        <c:v>2172</c:v>
                      </c:pt>
                      <c:pt idx="1">
                        <c:v>4765</c:v>
                      </c:pt>
                      <c:pt idx="2">
                        <c:v>7532</c:v>
                      </c:pt>
                      <c:pt idx="3">
                        <c:v>11034</c:v>
                      </c:pt>
                      <c:pt idx="4">
                        <c:v>16664</c:v>
                      </c:pt>
                      <c:pt idx="5">
                        <c:v>30343</c:v>
                      </c:pt>
                      <c:pt idx="6">
                        <c:v>55790</c:v>
                      </c:pt>
                      <c:pt idx="7">
                        <c:v>110177</c:v>
                      </c:pt>
                      <c:pt idx="8">
                        <c:v>197709</c:v>
                      </c:pt>
                      <c:pt idx="9">
                        <c:v>291673</c:v>
                      </c:pt>
                    </c:numCache>
                  </c:numRef>
                </c:val>
                <c:smooth val="0"/>
                <c:extLst xmlns:c15="http://schemas.microsoft.com/office/drawing/2012/chart">
                  <c:ext xmlns:c16="http://schemas.microsoft.com/office/drawing/2014/chart" uri="{C3380CC4-5D6E-409C-BE32-E72D297353CC}">
                    <c16:uniqueId val="{0000001E-E2ED-454C-9663-D033D26C5295}"/>
                  </c:ext>
                </c:extLst>
              </c15:ser>
            </c15:filteredLineSeries>
            <c15:filteredLineSeries>
              <c15:ser>
                <c:idx val="29"/>
                <c:order val="29"/>
                <c:tx>
                  <c:strRef>
                    <c:extLst xmlns:c15="http://schemas.microsoft.com/office/drawing/2012/chart">
                      <c:ext xmlns:c15="http://schemas.microsoft.com/office/drawing/2012/chart" uri="{02D57815-91ED-43cb-92C2-25804820EDAC}">
                        <c15:formulaRef>
                          <c15:sqref>'[Worksheet in ValorResidual_TFM_v1.0.pptx 2]Sheet 6'!$A$39</c15:sqref>
                        </c15:formulaRef>
                      </c:ext>
                    </c:extLst>
                    <c:strCache>
                      <c:ptCount val="1"/>
                      <c:pt idx="0">
                        <c:v>Iceland</c:v>
                      </c:pt>
                    </c:strCache>
                  </c:strRef>
                </c:tx>
                <c:spPr>
                  <a:ln w="28575" cap="rnd">
                    <a:solidFill>
                      <a:schemeClr val="accent6">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6'!$B$39:$K$39</c15:sqref>
                        </c15:formulaRef>
                      </c:ext>
                    </c:extLst>
                    <c:numCache>
                      <c:formatCode>#,##0</c:formatCode>
                      <c:ptCount val="10"/>
                      <c:pt idx="0">
                        <c:v>0</c:v>
                      </c:pt>
                      <c:pt idx="1">
                        <c:v>0</c:v>
                      </c:pt>
                      <c:pt idx="2">
                        <c:v>0</c:v>
                      </c:pt>
                      <c:pt idx="3">
                        <c:v>0</c:v>
                      </c:pt>
                      <c:pt idx="4">
                        <c:v>2684</c:v>
                      </c:pt>
                      <c:pt idx="5">
                        <c:v>3749</c:v>
                      </c:pt>
                      <c:pt idx="6">
                        <c:v>6271</c:v>
                      </c:pt>
                      <c:pt idx="7">
                        <c:v>6316</c:v>
                      </c:pt>
                      <c:pt idx="8">
                        <c:v>11160</c:v>
                      </c:pt>
                      <c:pt idx="9">
                        <c:v>28400</c:v>
                      </c:pt>
                    </c:numCache>
                  </c:numRef>
                </c:val>
                <c:smooth val="0"/>
                <c:extLst xmlns:c15="http://schemas.microsoft.com/office/drawing/2012/chart">
                  <c:ext xmlns:c16="http://schemas.microsoft.com/office/drawing/2014/chart" uri="{C3380CC4-5D6E-409C-BE32-E72D297353CC}">
                    <c16:uniqueId val="{0000001F-E2ED-454C-9663-D033D26C5295}"/>
                  </c:ext>
                </c:extLst>
              </c15:ser>
            </c15:filteredLineSeries>
            <c15:filteredLineSeries>
              <c15:ser>
                <c:idx val="30"/>
                <c:order val="30"/>
                <c:tx>
                  <c:strRef>
                    <c:extLst xmlns:c15="http://schemas.microsoft.com/office/drawing/2012/chart">
                      <c:ext xmlns:c15="http://schemas.microsoft.com/office/drawing/2012/chart" uri="{02D57815-91ED-43cb-92C2-25804820EDAC}">
                        <c15:formulaRef>
                          <c15:sqref>'[Worksheet in ValorResidual_TFM_v1.0.pptx 2]Sheet 6'!$A$40</c15:sqref>
                        </c15:formulaRef>
                      </c:ext>
                    </c:extLst>
                    <c:strCache>
                      <c:ptCount val="1"/>
                      <c:pt idx="0">
                        <c:v>Liechtenstein</c:v>
                      </c:pt>
                    </c:strCache>
                  </c:strRef>
                </c:tx>
                <c:spPr>
                  <a:ln w="28575" cap="rnd">
                    <a:solidFill>
                      <a:schemeClr val="accent1">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6'!$B$40:$K$40</c15:sqref>
                        </c15:formulaRef>
                      </c:ext>
                    </c:extLst>
                    <c:numCache>
                      <c:formatCode>#,##0</c:formatCode>
                      <c:ptCount val="10"/>
                      <c:pt idx="0">
                        <c:v>40</c:v>
                      </c:pt>
                      <c:pt idx="1">
                        <c:v>62</c:v>
                      </c:pt>
                      <c:pt idx="2">
                        <c:v>117</c:v>
                      </c:pt>
                      <c:pt idx="3">
                        <c:v>164</c:v>
                      </c:pt>
                      <c:pt idx="4">
                        <c:v>237</c:v>
                      </c:pt>
                      <c:pt idx="5">
                        <c:v>308</c:v>
                      </c:pt>
                      <c:pt idx="6">
                        <c:v>403</c:v>
                      </c:pt>
                      <c:pt idx="7">
                        <c:v>630</c:v>
                      </c:pt>
                      <c:pt idx="8">
                        <c:v>950</c:v>
                      </c:pt>
                      <c:pt idx="9">
                        <c:v>1307</c:v>
                      </c:pt>
                    </c:numCache>
                  </c:numRef>
                </c:val>
                <c:smooth val="0"/>
                <c:extLst xmlns:c15="http://schemas.microsoft.com/office/drawing/2012/chart">
                  <c:ext xmlns:c16="http://schemas.microsoft.com/office/drawing/2014/chart" uri="{C3380CC4-5D6E-409C-BE32-E72D297353CC}">
                    <c16:uniqueId val="{00000020-E2ED-454C-9663-D033D26C5295}"/>
                  </c:ext>
                </c:extLst>
              </c15:ser>
            </c15:filteredLineSeries>
            <c15:filteredLineSeries>
              <c15:ser>
                <c:idx val="31"/>
                <c:order val="31"/>
                <c:tx>
                  <c:strRef>
                    <c:extLst xmlns:c15="http://schemas.microsoft.com/office/drawing/2012/chart">
                      <c:ext xmlns:c15="http://schemas.microsoft.com/office/drawing/2012/chart" uri="{02D57815-91ED-43cb-92C2-25804820EDAC}">
                        <c15:formulaRef>
                          <c15:sqref>'[Worksheet in ValorResidual_TFM_v1.0.pptx 2]Sheet 6'!$A$41</c15:sqref>
                        </c15:formulaRef>
                      </c:ext>
                    </c:extLst>
                    <c:strCache>
                      <c:ptCount val="1"/>
                      <c:pt idx="0">
                        <c:v>Norway</c:v>
                      </c:pt>
                    </c:strCache>
                  </c:strRef>
                </c:tx>
                <c:spPr>
                  <a:ln w="28575" cap="rnd">
                    <a:solidFill>
                      <a:schemeClr val="accent2">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6'!$B$41:$K$41</c15:sqref>
                        </c15:formulaRef>
                      </c:ext>
                    </c:extLst>
                    <c:numCache>
                      <c:formatCode>#,##0</c:formatCode>
                      <c:ptCount val="10"/>
                      <c:pt idx="0">
                        <c:v>39000</c:v>
                      </c:pt>
                      <c:pt idx="1">
                        <c:v>69000</c:v>
                      </c:pt>
                      <c:pt idx="2">
                        <c:v>97532</c:v>
                      </c:pt>
                      <c:pt idx="3">
                        <c:v>138983</c:v>
                      </c:pt>
                      <c:pt idx="4">
                        <c:v>195348</c:v>
                      </c:pt>
                      <c:pt idx="5">
                        <c:v>260689</c:v>
                      </c:pt>
                      <c:pt idx="6">
                        <c:v>343707</c:v>
                      </c:pt>
                      <c:pt idx="7">
                        <c:v>465410</c:v>
                      </c:pt>
                      <c:pt idx="8">
                        <c:v>607516</c:v>
                      </c:pt>
                      <c:pt idx="9">
                        <c:v>689150</c:v>
                      </c:pt>
                    </c:numCache>
                  </c:numRef>
                </c:val>
                <c:smooth val="0"/>
                <c:extLst xmlns:c15="http://schemas.microsoft.com/office/drawing/2012/chart">
                  <c:ext xmlns:c16="http://schemas.microsoft.com/office/drawing/2014/chart" uri="{C3380CC4-5D6E-409C-BE32-E72D297353CC}">
                    <c16:uniqueId val="{00000021-E2ED-454C-9663-D033D26C5295}"/>
                  </c:ext>
                </c:extLst>
              </c15:ser>
            </c15:filteredLineSeries>
            <c15:filteredLineSeries>
              <c15:ser>
                <c:idx val="32"/>
                <c:order val="32"/>
                <c:tx>
                  <c:strRef>
                    <c:extLst xmlns:c15="http://schemas.microsoft.com/office/drawing/2012/chart">
                      <c:ext xmlns:c15="http://schemas.microsoft.com/office/drawing/2012/chart" uri="{02D57815-91ED-43cb-92C2-25804820EDAC}">
                        <c15:formulaRef>
                          <c15:sqref>'[Worksheet in ValorResidual_TFM_v1.0.pptx 2]Sheet 6'!$A$42</c15:sqref>
                        </c15:formulaRef>
                      </c:ext>
                    </c:extLst>
                    <c:strCache>
                      <c:ptCount val="1"/>
                      <c:pt idx="0">
                        <c:v>Switzerland</c:v>
                      </c:pt>
                    </c:strCache>
                  </c:strRef>
                </c:tx>
                <c:spPr>
                  <a:ln w="28575" cap="rnd">
                    <a:solidFill>
                      <a:schemeClr val="accent3">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6'!$B$42:$K$42</c15:sqref>
                        </c15:formulaRef>
                      </c:ext>
                    </c:extLst>
                    <c:numCache>
                      <c:formatCode>#,##0</c:formatCode>
                      <c:ptCount val="10"/>
                      <c:pt idx="0">
                        <c:v>4443</c:v>
                      </c:pt>
                      <c:pt idx="1">
                        <c:v>7534</c:v>
                      </c:pt>
                      <c:pt idx="2">
                        <c:v>10727</c:v>
                      </c:pt>
                      <c:pt idx="3">
                        <c:v>14543</c:v>
                      </c:pt>
                      <c:pt idx="4">
                        <c:v>19185</c:v>
                      </c:pt>
                      <c:pt idx="5">
                        <c:v>28722</c:v>
                      </c:pt>
                      <c:pt idx="6">
                        <c:v>43405</c:v>
                      </c:pt>
                      <c:pt idx="7">
                        <c:v>71715</c:v>
                      </c:pt>
                      <c:pt idx="8">
                        <c:v>110788</c:v>
                      </c:pt>
                      <c:pt idx="9">
                        <c:v>155556</c:v>
                      </c:pt>
                    </c:numCache>
                  </c:numRef>
                </c:val>
                <c:smooth val="0"/>
                <c:extLst xmlns:c15="http://schemas.microsoft.com/office/drawing/2012/chart">
                  <c:ext xmlns:c16="http://schemas.microsoft.com/office/drawing/2014/chart" uri="{C3380CC4-5D6E-409C-BE32-E72D297353CC}">
                    <c16:uniqueId val="{00000022-E2ED-454C-9663-D033D26C5295}"/>
                  </c:ext>
                </c:extLst>
              </c15:ser>
            </c15:filteredLineSeries>
            <c15:filteredLineSeries>
              <c15:ser>
                <c:idx val="34"/>
                <c:order val="34"/>
                <c:tx>
                  <c:strRef>
                    <c:extLst xmlns:c15="http://schemas.microsoft.com/office/drawing/2012/chart">
                      <c:ext xmlns:c15="http://schemas.microsoft.com/office/drawing/2012/chart" uri="{02D57815-91ED-43cb-92C2-25804820EDAC}">
                        <c15:formulaRef>
                          <c15:sqref>'[Worksheet in ValorResidual_TFM_v1.0.pptx 2]Sheet 6'!$A$44</c15:sqref>
                        </c15:formulaRef>
                      </c:ext>
                    </c:extLst>
                    <c:strCache>
                      <c:ptCount val="1"/>
                      <c:pt idx="0">
                        <c:v>Bosnia and Herzegovina</c:v>
                      </c:pt>
                    </c:strCache>
                  </c:strRef>
                </c:tx>
                <c:spPr>
                  <a:ln w="28575" cap="rnd">
                    <a:solidFill>
                      <a:schemeClr val="accent5">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6'!$B$44:$K$44</c15:sqref>
                        </c15:formulaRef>
                      </c:ext>
                    </c:extLst>
                    <c:numCache>
                      <c:formatCode>#,##0</c:formatCode>
                      <c:ptCount val="10"/>
                      <c:pt idx="0">
                        <c:v>3</c:v>
                      </c:pt>
                      <c:pt idx="1">
                        <c:v>52</c:v>
                      </c:pt>
                      <c:pt idx="2">
                        <c:v>39</c:v>
                      </c:pt>
                      <c:pt idx="3">
                        <c:v>13</c:v>
                      </c:pt>
                      <c:pt idx="4">
                        <c:v>15</c:v>
                      </c:pt>
                      <c:pt idx="5">
                        <c:v>31</c:v>
                      </c:pt>
                      <c:pt idx="6">
                        <c:v>41</c:v>
                      </c:pt>
                      <c:pt idx="7">
                        <c:v>75</c:v>
                      </c:pt>
                      <c:pt idx="8">
                        <c:v>138</c:v>
                      </c:pt>
                      <c:pt idx="9">
                        <c:v>331</c:v>
                      </c:pt>
                    </c:numCache>
                  </c:numRef>
                </c:val>
                <c:smooth val="0"/>
                <c:extLst xmlns:c15="http://schemas.microsoft.com/office/drawing/2012/chart">
                  <c:ext xmlns:c16="http://schemas.microsoft.com/office/drawing/2014/chart" uri="{C3380CC4-5D6E-409C-BE32-E72D297353CC}">
                    <c16:uniqueId val="{00000023-E2ED-454C-9663-D033D26C5295}"/>
                  </c:ext>
                </c:extLst>
              </c15:ser>
            </c15:filteredLineSeries>
            <c15:filteredLineSeries>
              <c15:ser>
                <c:idx val="35"/>
                <c:order val="35"/>
                <c:tx>
                  <c:strRef>
                    <c:extLst xmlns:c15="http://schemas.microsoft.com/office/drawing/2012/chart">
                      <c:ext xmlns:c15="http://schemas.microsoft.com/office/drawing/2012/chart" uri="{02D57815-91ED-43cb-92C2-25804820EDAC}">
                        <c15:formulaRef>
                          <c15:sqref>'[Worksheet in ValorResidual_TFM_v1.0.pptx 2]Sheet 6'!$A$45</c15:sqref>
                        </c15:formulaRef>
                      </c:ext>
                    </c:extLst>
                    <c:strCache>
                      <c:ptCount val="1"/>
                      <c:pt idx="0">
                        <c:v>Montenegro</c:v>
                      </c:pt>
                    </c:strCache>
                  </c:strRef>
                </c:tx>
                <c:spPr>
                  <a:ln w="28575" cap="rnd">
                    <a:solidFill>
                      <a:schemeClr val="accent6">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6'!$B$45:$K$45</c15:sqref>
                        </c15:formulaRef>
                      </c:ext>
                    </c:extLst>
                    <c:numCache>
                      <c:formatCode>#,##0</c:formatCode>
                      <c:ptCount val="10"/>
                      <c:pt idx="0">
                        <c:v>0</c:v>
                      </c:pt>
                      <c:pt idx="1">
                        <c:v>0</c:v>
                      </c:pt>
                      <c:pt idx="2">
                        <c:v>0</c:v>
                      </c:pt>
                      <c:pt idx="3">
                        <c:v>0</c:v>
                      </c:pt>
                      <c:pt idx="4">
                        <c:v>0</c:v>
                      </c:pt>
                      <c:pt idx="5">
                        <c:v>0</c:v>
                      </c:pt>
                      <c:pt idx="6">
                        <c:v>0</c:v>
                      </c:pt>
                      <c:pt idx="7">
                        <c:v>0</c:v>
                      </c:pt>
                      <c:pt idx="8">
                        <c:v>0</c:v>
                      </c:pt>
                      <c:pt idx="9">
                        <c:v>0</c:v>
                      </c:pt>
                    </c:numCache>
                  </c:numRef>
                </c:val>
                <c:smooth val="0"/>
                <c:extLst xmlns:c15="http://schemas.microsoft.com/office/drawing/2012/chart">
                  <c:ext xmlns:c16="http://schemas.microsoft.com/office/drawing/2014/chart" uri="{C3380CC4-5D6E-409C-BE32-E72D297353CC}">
                    <c16:uniqueId val="{00000024-E2ED-454C-9663-D033D26C5295}"/>
                  </c:ext>
                </c:extLst>
              </c15:ser>
            </c15:filteredLineSeries>
            <c15:filteredLineSeries>
              <c15:ser>
                <c:idx val="36"/>
                <c:order val="36"/>
                <c:tx>
                  <c:strRef>
                    <c:extLst xmlns:c15="http://schemas.microsoft.com/office/drawing/2012/chart">
                      <c:ext xmlns:c15="http://schemas.microsoft.com/office/drawing/2012/chart" uri="{02D57815-91ED-43cb-92C2-25804820EDAC}">
                        <c15:formulaRef>
                          <c15:sqref>'[Worksheet in ValorResidual_TFM_v1.0.pptx 2]Sheet 6'!$A$46</c15:sqref>
                        </c15:formulaRef>
                      </c:ext>
                    </c:extLst>
                    <c:strCache>
                      <c:ptCount val="1"/>
                      <c:pt idx="0">
                        <c:v>Moldova</c:v>
                      </c:pt>
                    </c:strCache>
                  </c:strRef>
                </c:tx>
                <c:spPr>
                  <a:ln w="28575" cap="rnd">
                    <a:solidFill>
                      <a:schemeClr val="accent1">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6'!$B$46:$K$46</c15:sqref>
                        </c15:formulaRef>
                      </c:ext>
                    </c:extLst>
                    <c:numCache>
                      <c:formatCode>#,##0</c:formatCode>
                      <c:ptCount val="10"/>
                      <c:pt idx="0">
                        <c:v>24</c:v>
                      </c:pt>
                      <c:pt idx="1">
                        <c:v>37</c:v>
                      </c:pt>
                      <c:pt idx="2">
                        <c:v>28</c:v>
                      </c:pt>
                      <c:pt idx="3">
                        <c:v>63</c:v>
                      </c:pt>
                      <c:pt idx="4">
                        <c:v>100</c:v>
                      </c:pt>
                      <c:pt idx="5">
                        <c:v>287</c:v>
                      </c:pt>
                      <c:pt idx="6">
                        <c:v>491</c:v>
                      </c:pt>
                      <c:pt idx="7">
                        <c:v>886</c:v>
                      </c:pt>
                      <c:pt idx="8">
                        <c:v>1553</c:v>
                      </c:pt>
                      <c:pt idx="9">
                        <c:v>2554</c:v>
                      </c:pt>
                    </c:numCache>
                  </c:numRef>
                </c:val>
                <c:smooth val="0"/>
                <c:extLst xmlns:c15="http://schemas.microsoft.com/office/drawing/2012/chart">
                  <c:ext xmlns:c16="http://schemas.microsoft.com/office/drawing/2014/chart" uri="{C3380CC4-5D6E-409C-BE32-E72D297353CC}">
                    <c16:uniqueId val="{00000025-E2ED-454C-9663-D033D26C5295}"/>
                  </c:ext>
                </c:extLst>
              </c15:ser>
            </c15:filteredLineSeries>
            <c15:filteredLineSeries>
              <c15:ser>
                <c:idx val="37"/>
                <c:order val="37"/>
                <c:tx>
                  <c:strRef>
                    <c:extLst xmlns:c15="http://schemas.microsoft.com/office/drawing/2012/chart">
                      <c:ext xmlns:c15="http://schemas.microsoft.com/office/drawing/2012/chart" uri="{02D57815-91ED-43cb-92C2-25804820EDAC}">
                        <c15:formulaRef>
                          <c15:sqref>'[Worksheet in ValorResidual_TFM_v1.0.pptx 2]Sheet 6'!$A$47</c15:sqref>
                        </c15:formulaRef>
                      </c:ext>
                    </c:extLst>
                    <c:strCache>
                      <c:ptCount val="1"/>
                      <c:pt idx="0">
                        <c:v>North Macedonia</c:v>
                      </c:pt>
                    </c:strCache>
                  </c:strRef>
                </c:tx>
                <c:spPr>
                  <a:ln w="28575" cap="rnd">
                    <a:solidFill>
                      <a:schemeClr val="accent2">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6'!$B$47:$K$47</c15:sqref>
                        </c15:formulaRef>
                      </c:ext>
                    </c:extLst>
                    <c:numCache>
                      <c:formatCode>#,##0</c:formatCode>
                      <c:ptCount val="10"/>
                      <c:pt idx="0">
                        <c:v>32</c:v>
                      </c:pt>
                      <c:pt idx="1">
                        <c:v>33</c:v>
                      </c:pt>
                      <c:pt idx="2">
                        <c:v>35</c:v>
                      </c:pt>
                      <c:pt idx="3">
                        <c:v>37</c:v>
                      </c:pt>
                      <c:pt idx="4">
                        <c:v>44</c:v>
                      </c:pt>
                      <c:pt idx="5">
                        <c:v>51</c:v>
                      </c:pt>
                      <c:pt idx="6">
                        <c:v>69</c:v>
                      </c:pt>
                      <c:pt idx="7">
                        <c:v>128</c:v>
                      </c:pt>
                      <c:pt idx="8">
                        <c:v>190</c:v>
                      </c:pt>
                      <c:pt idx="9">
                        <c:v>561</c:v>
                      </c:pt>
                    </c:numCache>
                  </c:numRef>
                </c:val>
                <c:smooth val="0"/>
                <c:extLst xmlns:c15="http://schemas.microsoft.com/office/drawing/2012/chart">
                  <c:ext xmlns:c16="http://schemas.microsoft.com/office/drawing/2014/chart" uri="{C3380CC4-5D6E-409C-BE32-E72D297353CC}">
                    <c16:uniqueId val="{00000026-E2ED-454C-9663-D033D26C5295}"/>
                  </c:ext>
                </c:extLst>
              </c15:ser>
            </c15:filteredLineSeries>
            <c15:filteredLineSeries>
              <c15:ser>
                <c:idx val="38"/>
                <c:order val="38"/>
                <c:tx>
                  <c:strRef>
                    <c:extLst xmlns:c15="http://schemas.microsoft.com/office/drawing/2012/chart">
                      <c:ext xmlns:c15="http://schemas.microsoft.com/office/drawing/2012/chart" uri="{02D57815-91ED-43cb-92C2-25804820EDAC}">
                        <c15:formulaRef>
                          <c15:sqref>'[Worksheet in ValorResidual_TFM_v1.0.pptx 2]Sheet 6'!$A$48</c15:sqref>
                        </c15:formulaRef>
                      </c:ext>
                    </c:extLst>
                    <c:strCache>
                      <c:ptCount val="1"/>
                      <c:pt idx="0">
                        <c:v>Georgia</c:v>
                      </c:pt>
                    </c:strCache>
                  </c:strRef>
                </c:tx>
                <c:spPr>
                  <a:ln w="28575" cap="rnd">
                    <a:solidFill>
                      <a:schemeClr val="accent3">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6'!$B$48:$K$48</c15:sqref>
                        </c15:formulaRef>
                      </c:ext>
                    </c:extLst>
                    <c:numCache>
                      <c:formatCode>#,##0</c:formatCode>
                      <c:ptCount val="10"/>
                      <c:pt idx="0">
                        <c:v>0</c:v>
                      </c:pt>
                      <c:pt idx="1">
                        <c:v>0</c:v>
                      </c:pt>
                      <c:pt idx="2">
                        <c:v>0</c:v>
                      </c:pt>
                      <c:pt idx="3">
                        <c:v>820</c:v>
                      </c:pt>
                      <c:pt idx="4">
                        <c:v>1231</c:v>
                      </c:pt>
                      <c:pt idx="5">
                        <c:v>2069</c:v>
                      </c:pt>
                      <c:pt idx="6">
                        <c:v>2069</c:v>
                      </c:pt>
                      <c:pt idx="7">
                        <c:v>2280</c:v>
                      </c:pt>
                      <c:pt idx="8">
                        <c:v>3147</c:v>
                      </c:pt>
                      <c:pt idx="9">
                        <c:v>4893</c:v>
                      </c:pt>
                    </c:numCache>
                  </c:numRef>
                </c:val>
                <c:smooth val="0"/>
                <c:extLst xmlns:c15="http://schemas.microsoft.com/office/drawing/2012/chart">
                  <c:ext xmlns:c16="http://schemas.microsoft.com/office/drawing/2014/chart" uri="{C3380CC4-5D6E-409C-BE32-E72D297353CC}">
                    <c16:uniqueId val="{00000027-E2ED-454C-9663-D033D26C5295}"/>
                  </c:ext>
                </c:extLst>
              </c15:ser>
            </c15:filteredLineSeries>
            <c15:filteredLineSeries>
              <c15:ser>
                <c:idx val="39"/>
                <c:order val="39"/>
                <c:tx>
                  <c:strRef>
                    <c:extLst xmlns:c15="http://schemas.microsoft.com/office/drawing/2012/chart">
                      <c:ext xmlns:c15="http://schemas.microsoft.com/office/drawing/2012/chart" uri="{02D57815-91ED-43cb-92C2-25804820EDAC}">
                        <c15:formulaRef>
                          <c15:sqref>'[Worksheet in ValorResidual_TFM_v1.0.pptx 2]Sheet 6'!$A$49</c15:sqref>
                        </c15:formulaRef>
                      </c:ext>
                    </c:extLst>
                    <c:strCache>
                      <c:ptCount val="1"/>
                      <c:pt idx="0">
                        <c:v>Albania</c:v>
                      </c:pt>
                    </c:strCache>
                  </c:strRef>
                </c:tx>
                <c:spPr>
                  <a:ln w="28575" cap="rnd">
                    <a:solidFill>
                      <a:schemeClr val="accent4">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6'!$B$49:$K$49</c15:sqref>
                        </c15:formulaRef>
                      </c:ext>
                    </c:extLst>
                    <c:numCache>
                      <c:formatCode>#,##0</c:formatCode>
                      <c:ptCount val="10"/>
                      <c:pt idx="0">
                        <c:v>0</c:v>
                      </c:pt>
                      <c:pt idx="1">
                        <c:v>0</c:v>
                      </c:pt>
                      <c:pt idx="2">
                        <c:v>13</c:v>
                      </c:pt>
                      <c:pt idx="3">
                        <c:v>48</c:v>
                      </c:pt>
                      <c:pt idx="4">
                        <c:v>102</c:v>
                      </c:pt>
                      <c:pt idx="5">
                        <c:v>124</c:v>
                      </c:pt>
                      <c:pt idx="6">
                        <c:v>362</c:v>
                      </c:pt>
                      <c:pt idx="7">
                        <c:v>624</c:v>
                      </c:pt>
                      <c:pt idx="8">
                        <c:v>1245</c:v>
                      </c:pt>
                      <c:pt idx="9">
                        <c:v>2891</c:v>
                      </c:pt>
                    </c:numCache>
                  </c:numRef>
                </c:val>
                <c:smooth val="0"/>
                <c:extLst xmlns:c15="http://schemas.microsoft.com/office/drawing/2012/chart">
                  <c:ext xmlns:c16="http://schemas.microsoft.com/office/drawing/2014/chart" uri="{C3380CC4-5D6E-409C-BE32-E72D297353CC}">
                    <c16:uniqueId val="{00000028-E2ED-454C-9663-D033D26C5295}"/>
                  </c:ext>
                </c:extLst>
              </c15:ser>
            </c15:filteredLineSeries>
            <c15:filteredLineSeries>
              <c15:ser>
                <c:idx val="40"/>
                <c:order val="40"/>
                <c:tx>
                  <c:strRef>
                    <c:extLst xmlns:c15="http://schemas.microsoft.com/office/drawing/2012/chart">
                      <c:ext xmlns:c15="http://schemas.microsoft.com/office/drawing/2012/chart" uri="{02D57815-91ED-43cb-92C2-25804820EDAC}">
                        <c15:formulaRef>
                          <c15:sqref>'[Worksheet in ValorResidual_TFM_v1.0.pptx 2]Sheet 6'!$A$50</c15:sqref>
                        </c15:formulaRef>
                      </c:ext>
                    </c:extLst>
                    <c:strCache>
                      <c:ptCount val="1"/>
                      <c:pt idx="0">
                        <c:v>Serbia</c:v>
                      </c:pt>
                    </c:strCache>
                  </c:strRef>
                </c:tx>
                <c:spPr>
                  <a:ln w="28575" cap="rnd">
                    <a:solidFill>
                      <a:schemeClr val="accent5">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6'!$B$50:$K$50</c15:sqref>
                        </c15:formulaRef>
                      </c:ext>
                    </c:extLst>
                    <c:numCache>
                      <c:formatCode>#,##0</c:formatCode>
                      <c:ptCount val="10"/>
                      <c:pt idx="0">
                        <c:v>0</c:v>
                      </c:pt>
                      <c:pt idx="1">
                        <c:v>0</c:v>
                      </c:pt>
                      <c:pt idx="2">
                        <c:v>0</c:v>
                      </c:pt>
                      <c:pt idx="3">
                        <c:v>0</c:v>
                      </c:pt>
                      <c:pt idx="4">
                        <c:v>0</c:v>
                      </c:pt>
                      <c:pt idx="5">
                        <c:v>93</c:v>
                      </c:pt>
                      <c:pt idx="6">
                        <c:v>169</c:v>
                      </c:pt>
                      <c:pt idx="7">
                        <c:v>398</c:v>
                      </c:pt>
                      <c:pt idx="8">
                        <c:v>748</c:v>
                      </c:pt>
                      <c:pt idx="9">
                        <c:v>1556</c:v>
                      </c:pt>
                    </c:numCache>
                  </c:numRef>
                </c:val>
                <c:smooth val="0"/>
                <c:extLst xmlns:c15="http://schemas.microsoft.com/office/drawing/2012/chart">
                  <c:ext xmlns:c16="http://schemas.microsoft.com/office/drawing/2014/chart" uri="{C3380CC4-5D6E-409C-BE32-E72D297353CC}">
                    <c16:uniqueId val="{00000029-E2ED-454C-9663-D033D26C5295}"/>
                  </c:ext>
                </c:extLst>
              </c15:ser>
            </c15:filteredLineSeries>
            <c15:filteredLineSeries>
              <c15:ser>
                <c:idx val="41"/>
                <c:order val="41"/>
                <c:tx>
                  <c:strRef>
                    <c:extLst xmlns:c15="http://schemas.microsoft.com/office/drawing/2012/chart">
                      <c:ext xmlns:c15="http://schemas.microsoft.com/office/drawing/2012/chart" uri="{02D57815-91ED-43cb-92C2-25804820EDAC}">
                        <c15:formulaRef>
                          <c15:sqref>'[Worksheet in ValorResidual_TFM_v1.0.pptx 2]Sheet 6'!$A$51</c15:sqref>
                        </c15:formulaRef>
                      </c:ext>
                    </c:extLst>
                    <c:strCache>
                      <c:ptCount val="1"/>
                      <c:pt idx="0">
                        <c:v>Türkiye</c:v>
                      </c:pt>
                    </c:strCache>
                  </c:strRef>
                </c:tx>
                <c:spPr>
                  <a:ln w="28575" cap="rnd">
                    <a:solidFill>
                      <a:schemeClr val="accent6">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6'!$B$51:$K$51</c15:sqref>
                        </c15:formulaRef>
                      </c:ext>
                    </c:extLst>
                    <c:numCache>
                      <c:formatCode>#,##0</c:formatCode>
                      <c:ptCount val="10"/>
                      <c:pt idx="0">
                        <c:v>412</c:v>
                      </c:pt>
                      <c:pt idx="1">
                        <c:v>565</c:v>
                      </c:pt>
                      <c:pt idx="2">
                        <c:v>643</c:v>
                      </c:pt>
                      <c:pt idx="3">
                        <c:v>760</c:v>
                      </c:pt>
                      <c:pt idx="4">
                        <c:v>952</c:v>
                      </c:pt>
                      <c:pt idx="5">
                        <c:v>1176</c:v>
                      </c:pt>
                      <c:pt idx="6">
                        <c:v>2797</c:v>
                      </c:pt>
                      <c:pt idx="7">
                        <c:v>6267</c:v>
                      </c:pt>
                      <c:pt idx="8">
                        <c:v>14552</c:v>
                      </c:pt>
                      <c:pt idx="9">
                        <c:v>80043</c:v>
                      </c:pt>
                    </c:numCache>
                  </c:numRef>
                </c:val>
                <c:smooth val="0"/>
                <c:extLst xmlns:c15="http://schemas.microsoft.com/office/drawing/2012/chart">
                  <c:ext xmlns:c16="http://schemas.microsoft.com/office/drawing/2014/chart" uri="{C3380CC4-5D6E-409C-BE32-E72D297353CC}">
                    <c16:uniqueId val="{0000002A-E2ED-454C-9663-D033D26C5295}"/>
                  </c:ext>
                </c:extLst>
              </c15:ser>
            </c15:filteredLineSeries>
            <c15:filteredLineSeries>
              <c15:ser>
                <c:idx val="42"/>
                <c:order val="42"/>
                <c:tx>
                  <c:strRef>
                    <c:extLst xmlns:c15="http://schemas.microsoft.com/office/drawing/2012/chart">
                      <c:ext xmlns:c15="http://schemas.microsoft.com/office/drawing/2012/chart" uri="{02D57815-91ED-43cb-92C2-25804820EDAC}">
                        <c15:formulaRef>
                          <c15:sqref>'[Worksheet in ValorResidual_TFM_v1.0.pptx 2]Sheet 6'!$A$52</c15:sqref>
                        </c15:formulaRef>
                      </c:ext>
                    </c:extLst>
                    <c:strCache>
                      <c:ptCount val="1"/>
                      <c:pt idx="0">
                        <c:v>Kosovo*</c:v>
                      </c:pt>
                    </c:strCache>
                  </c:strRef>
                </c:tx>
                <c:spPr>
                  <a:ln w="28575" cap="rnd">
                    <a:solidFill>
                      <a:schemeClr val="accent1">
                        <a:lumMod val="7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6'!$B$9:$K$9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6'!$B$52:$K$52</c15:sqref>
                        </c15:formulaRef>
                      </c:ext>
                    </c:extLst>
                    <c:numCache>
                      <c:formatCode>#,##0</c:formatCode>
                      <c:ptCount val="10"/>
                      <c:pt idx="0">
                        <c:v>0</c:v>
                      </c:pt>
                      <c:pt idx="1">
                        <c:v>0</c:v>
                      </c:pt>
                      <c:pt idx="2">
                        <c:v>0</c:v>
                      </c:pt>
                      <c:pt idx="3">
                        <c:v>4</c:v>
                      </c:pt>
                      <c:pt idx="4">
                        <c:v>15</c:v>
                      </c:pt>
                      <c:pt idx="5">
                        <c:v>22</c:v>
                      </c:pt>
                      <c:pt idx="6">
                        <c:v>0</c:v>
                      </c:pt>
                      <c:pt idx="7">
                        <c:v>56</c:v>
                      </c:pt>
                      <c:pt idx="8">
                        <c:v>0</c:v>
                      </c:pt>
                      <c:pt idx="9">
                        <c:v>0</c:v>
                      </c:pt>
                    </c:numCache>
                  </c:numRef>
                </c:val>
                <c:smooth val="0"/>
                <c:extLst xmlns:c15="http://schemas.microsoft.com/office/drawing/2012/chart">
                  <c:ext xmlns:c16="http://schemas.microsoft.com/office/drawing/2014/chart" uri="{C3380CC4-5D6E-409C-BE32-E72D297353CC}">
                    <c16:uniqueId val="{0000002B-E2ED-454C-9663-D033D26C5295}"/>
                  </c:ext>
                </c:extLst>
              </c15:ser>
            </c15:filteredLineSeries>
          </c:ext>
        </c:extLst>
      </c:lineChart>
      <c:catAx>
        <c:axId val="123878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238778816"/>
        <c:crosses val="autoZero"/>
        <c:auto val="1"/>
        <c:lblAlgn val="ctr"/>
        <c:lblOffset val="100"/>
        <c:noMultiLvlLbl val="0"/>
      </c:catAx>
      <c:valAx>
        <c:axId val="12387788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23878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showDLblsOverMax val="0"/>
  </c:chart>
  <c:spPr>
    <a:noFill/>
    <a:ln>
      <a:noFill/>
    </a:ln>
    <a:effectLst/>
  </c:spPr>
  <c:txPr>
    <a:bodyPr/>
    <a:lstStyle/>
    <a:p>
      <a:pPr>
        <a:defRPr/>
      </a:pPr>
      <a:endParaRPr lang="es-ES_tradn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s-ES_tradnl" sz="1400" b="0" i="0" u="none" strike="noStrike" kern="1200" spc="0" baseline="0">
                <a:solidFill>
                  <a:prstClr val="black">
                    <a:lumMod val="65000"/>
                    <a:lumOff val="35000"/>
                  </a:prstClr>
                </a:solidFill>
              </a:rPr>
              <a:t>Nueva producción de vehículos en los principales mercados europeos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s-ES_tradnl"/>
        </a:p>
      </c:txPr>
    </c:title>
    <c:autoTitleDeleted val="0"/>
    <c:plotArea>
      <c:layout/>
      <c:lineChart>
        <c:grouping val="standard"/>
        <c:varyColors val="0"/>
        <c:ser>
          <c:idx val="6"/>
          <c:order val="6"/>
          <c:tx>
            <c:strRef>
              <c:f>'[Worksheet in ValorResidual_TFM_v1.0.pptx 2]Sheet1'!$A$16</c:f>
              <c:strCache>
                <c:ptCount val="1"/>
                <c:pt idx="0">
                  <c:v>Germany</c:v>
                </c:pt>
              </c:strCache>
            </c:strRef>
          </c:tx>
          <c:spPr>
            <a:ln w="28575" cap="rnd">
              <a:solidFill>
                <a:schemeClr val="accent1">
                  <a:lumMod val="60000"/>
                </a:schemeClr>
              </a:solidFill>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2]Sheet1'!$B$16:$K$16</c:f>
              <c:numCache>
                <c:formatCode>#,##0</c:formatCode>
                <c:ptCount val="10"/>
                <c:pt idx="0">
                  <c:v>3087255</c:v>
                </c:pt>
                <c:pt idx="1">
                  <c:v>3262316</c:v>
                </c:pt>
                <c:pt idx="2">
                  <c:v>3417342</c:v>
                </c:pt>
                <c:pt idx="3">
                  <c:v>6879524</c:v>
                </c:pt>
                <c:pt idx="4">
                  <c:v>6871556</c:v>
                </c:pt>
                <c:pt idx="5">
                  <c:v>7214516</c:v>
                </c:pt>
                <c:pt idx="6">
                  <c:v>5835356</c:v>
                </c:pt>
                <c:pt idx="7">
                  <c:v>5244264</c:v>
                </c:pt>
                <c:pt idx="8">
                  <c:v>5302714</c:v>
                </c:pt>
                <c:pt idx="9">
                  <c:v>5689218</c:v>
                </c:pt>
              </c:numCache>
            </c:numRef>
          </c:val>
          <c:smooth val="0"/>
          <c:extLst>
            <c:ext xmlns:c16="http://schemas.microsoft.com/office/drawing/2014/chart" uri="{C3380CC4-5D6E-409C-BE32-E72D297353CC}">
              <c16:uniqueId val="{00000000-46C6-4032-9238-F55036AC2B49}"/>
            </c:ext>
          </c:extLst>
        </c:ser>
        <c:ser>
          <c:idx val="10"/>
          <c:order val="10"/>
          <c:tx>
            <c:strRef>
              <c:f>'[Worksheet in ValorResidual_TFM_v1.0.pptx 2]Sheet1'!$A$20</c:f>
              <c:strCache>
                <c:ptCount val="1"/>
                <c:pt idx="0">
                  <c:v>Spain</c:v>
                </c:pt>
              </c:strCache>
            </c:strRef>
          </c:tx>
          <c:spPr>
            <a:ln w="28575" cap="rnd">
              <a:solidFill>
                <a:schemeClr val="accent5">
                  <a:lumMod val="60000"/>
                </a:schemeClr>
              </a:solidFill>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2]Sheet1'!$B$20:$K$20</c:f>
              <c:numCache>
                <c:formatCode>#,##0</c:formatCode>
                <c:ptCount val="10"/>
                <c:pt idx="0">
                  <c:v>1780250</c:v>
                </c:pt>
                <c:pt idx="1">
                  <c:v>2095564</c:v>
                </c:pt>
                <c:pt idx="2">
                  <c:v>2456824</c:v>
                </c:pt>
                <c:pt idx="3">
                  <c:v>2678464</c:v>
                </c:pt>
                <c:pt idx="4">
                  <c:v>2878540</c:v>
                </c:pt>
                <c:pt idx="5">
                  <c:v>2745642</c:v>
                </c:pt>
                <c:pt idx="6">
                  <c:v>1855046</c:v>
                </c:pt>
                <c:pt idx="7">
                  <c:v>1837662</c:v>
                </c:pt>
                <c:pt idx="8">
                  <c:v>1703050</c:v>
                </c:pt>
                <c:pt idx="9">
                  <c:v>1967442</c:v>
                </c:pt>
              </c:numCache>
            </c:numRef>
          </c:val>
          <c:smooth val="0"/>
          <c:extLst>
            <c:ext xmlns:c16="http://schemas.microsoft.com/office/drawing/2014/chart" uri="{C3380CC4-5D6E-409C-BE32-E72D297353CC}">
              <c16:uniqueId val="{00000001-46C6-4032-9238-F55036AC2B49}"/>
            </c:ext>
          </c:extLst>
        </c:ser>
        <c:ser>
          <c:idx val="11"/>
          <c:order val="11"/>
          <c:tx>
            <c:strRef>
              <c:f>'[Worksheet in ValorResidual_TFM_v1.0.pptx 2]Sheet1'!$A$21</c:f>
              <c:strCache>
                <c:ptCount val="1"/>
                <c:pt idx="0">
                  <c:v>France</c:v>
                </c:pt>
              </c:strCache>
            </c:strRef>
          </c:tx>
          <c:spPr>
            <a:ln w="28575" cap="rnd">
              <a:solidFill>
                <a:schemeClr val="accent6">
                  <a:lumMod val="60000"/>
                </a:schemeClr>
              </a:solidFill>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2]Sheet1'!$B$21:$K$21</c:f>
              <c:numCache>
                <c:formatCode>#,##0</c:formatCode>
                <c:ptCount val="10"/>
                <c:pt idx="0">
                  <c:v>3531710</c:v>
                </c:pt>
                <c:pt idx="1">
                  <c:v>3772458</c:v>
                </c:pt>
                <c:pt idx="2">
                  <c:v>3968942</c:v>
                </c:pt>
                <c:pt idx="3">
                  <c:v>4315340</c:v>
                </c:pt>
                <c:pt idx="4">
                  <c:v>4447162</c:v>
                </c:pt>
                <c:pt idx="5">
                  <c:v>4516554</c:v>
                </c:pt>
                <c:pt idx="6">
                  <c:v>3387060</c:v>
                </c:pt>
                <c:pt idx="7">
                  <c:v>3417350</c:v>
                </c:pt>
                <c:pt idx="8">
                  <c:v>3153900</c:v>
                </c:pt>
                <c:pt idx="9">
                  <c:v>3682652</c:v>
                </c:pt>
              </c:numCache>
            </c:numRef>
          </c:val>
          <c:smooth val="0"/>
          <c:extLst>
            <c:ext xmlns:c16="http://schemas.microsoft.com/office/drawing/2014/chart" uri="{C3380CC4-5D6E-409C-BE32-E72D297353CC}">
              <c16:uniqueId val="{00000002-46C6-4032-9238-F55036AC2B49}"/>
            </c:ext>
          </c:extLst>
        </c:ser>
        <c:ser>
          <c:idx val="13"/>
          <c:order val="13"/>
          <c:tx>
            <c:strRef>
              <c:f>'[Worksheet in ValorResidual_TFM_v1.0.pptx 2]Sheet1'!$A$23</c:f>
              <c:strCache>
                <c:ptCount val="1"/>
                <c:pt idx="0">
                  <c:v>Italy</c:v>
                </c:pt>
              </c:strCache>
            </c:strRef>
          </c:tx>
          <c:spPr>
            <a:ln w="28575" cap="rnd">
              <a:solidFill>
                <a:schemeClr val="accent2">
                  <a:lumMod val="80000"/>
                  <a:lumOff val="20000"/>
                </a:schemeClr>
              </a:solidFill>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2]Sheet1'!$B$23:$K$23</c:f>
              <c:numCache>
                <c:formatCode>#,##0</c:formatCode>
                <c:ptCount val="10"/>
                <c:pt idx="0">
                  <c:v>2752494</c:v>
                </c:pt>
                <c:pt idx="1">
                  <c:v>3187714</c:v>
                </c:pt>
                <c:pt idx="2">
                  <c:v>3697795</c:v>
                </c:pt>
                <c:pt idx="3">
                  <c:v>3989761</c:v>
                </c:pt>
                <c:pt idx="4">
                  <c:v>3889144</c:v>
                </c:pt>
                <c:pt idx="5">
                  <c:v>3803922</c:v>
                </c:pt>
                <c:pt idx="6">
                  <c:v>2666362</c:v>
                </c:pt>
                <c:pt idx="7">
                  <c:v>3037756</c:v>
                </c:pt>
                <c:pt idx="8">
                  <c:v>2671380</c:v>
                </c:pt>
                <c:pt idx="9">
                  <c:v>3162312</c:v>
                </c:pt>
              </c:numCache>
            </c:numRef>
          </c:val>
          <c:smooth val="0"/>
          <c:extLst>
            <c:ext xmlns:c16="http://schemas.microsoft.com/office/drawing/2014/chart" uri="{C3380CC4-5D6E-409C-BE32-E72D297353CC}">
              <c16:uniqueId val="{00000003-46C6-4032-9238-F55036AC2B49}"/>
            </c:ext>
          </c:extLst>
        </c:ser>
        <c:ser>
          <c:idx val="22"/>
          <c:order val="22"/>
          <c:tx>
            <c:strRef>
              <c:f>'[Worksheet in ValorResidual_TFM_v1.0.pptx 2]Sheet1'!$A$32</c:f>
              <c:strCache>
                <c:ptCount val="1"/>
                <c:pt idx="0">
                  <c:v>Poland</c:v>
                </c:pt>
              </c:strCache>
            </c:strRef>
          </c:tx>
          <c:spPr>
            <a:ln w="28575" cap="rnd">
              <a:solidFill>
                <a:schemeClr val="accent5">
                  <a:lumMod val="80000"/>
                </a:schemeClr>
              </a:solidFill>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2]Sheet1'!$B$32:$K$32</c:f>
              <c:numCache>
                <c:formatCode>#,##0</c:formatCode>
                <c:ptCount val="10"/>
                <c:pt idx="0">
                  <c:v>564718</c:v>
                </c:pt>
                <c:pt idx="1">
                  <c:v>712266</c:v>
                </c:pt>
                <c:pt idx="2">
                  <c:v>835230</c:v>
                </c:pt>
                <c:pt idx="3">
                  <c:v>980118</c:v>
                </c:pt>
                <c:pt idx="4">
                  <c:v>1079380</c:v>
                </c:pt>
                <c:pt idx="5">
                  <c:v>1119834</c:v>
                </c:pt>
                <c:pt idx="6">
                  <c:v>855934</c:v>
                </c:pt>
                <c:pt idx="7">
                  <c:v>901662</c:v>
                </c:pt>
                <c:pt idx="8">
                  <c:v>843130</c:v>
                </c:pt>
                <c:pt idx="9">
                  <c:v>950064</c:v>
                </c:pt>
              </c:numCache>
            </c:numRef>
          </c:val>
          <c:smooth val="0"/>
          <c:extLst>
            <c:ext xmlns:c16="http://schemas.microsoft.com/office/drawing/2014/chart" uri="{C3380CC4-5D6E-409C-BE32-E72D297353CC}">
              <c16:uniqueId val="{00000004-46C6-4032-9238-F55036AC2B49}"/>
            </c:ext>
          </c:extLst>
        </c:ser>
        <c:ser>
          <c:idx val="33"/>
          <c:order val="33"/>
          <c:tx>
            <c:strRef>
              <c:f>'[Worksheet in ValorResidual_TFM_v1.0.pptx 2]Sheet1'!$A$43</c:f>
              <c:strCache>
                <c:ptCount val="1"/>
                <c:pt idx="0">
                  <c:v>United Kingdom</c:v>
                </c:pt>
              </c:strCache>
            </c:strRef>
          </c:tx>
          <c:spPr>
            <a:ln w="28575" cap="rnd">
              <a:solidFill>
                <a:srgbClr val="0070C0"/>
              </a:solidFill>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2]Sheet1'!$B$43:$K$43</c:f>
              <c:numCache>
                <c:formatCode>#,##0</c:formatCode>
                <c:ptCount val="10"/>
                <c:pt idx="1">
                  <c:v>5204292</c:v>
                </c:pt>
                <c:pt idx="2">
                  <c:v>5330528</c:v>
                </c:pt>
                <c:pt idx="3">
                  <c:v>5018695</c:v>
                </c:pt>
                <c:pt idx="4">
                  <c:v>4683010</c:v>
                </c:pt>
                <c:pt idx="7">
                  <c:v>3280448</c:v>
                </c:pt>
                <c:pt idx="8">
                  <c:v>3226282</c:v>
                </c:pt>
                <c:pt idx="9">
                  <c:v>3798883</c:v>
                </c:pt>
              </c:numCache>
            </c:numRef>
          </c:val>
          <c:smooth val="0"/>
          <c:extLst>
            <c:ext xmlns:c16="http://schemas.microsoft.com/office/drawing/2014/chart" uri="{C3380CC4-5D6E-409C-BE32-E72D297353CC}">
              <c16:uniqueId val="{00000005-46C6-4032-9238-F55036AC2B49}"/>
            </c:ext>
          </c:extLst>
        </c:ser>
        <c:ser>
          <c:idx val="43"/>
          <c:order val="43"/>
          <c:tx>
            <c:strRef>
              <c:f>'[Worksheet in ValorResidual_TFM_v1.0.pptx 2]Sheet1'!$A$53</c:f>
              <c:strCache>
                <c:ptCount val="1"/>
                <c:pt idx="0">
                  <c:v>UK-proj</c:v>
                </c:pt>
              </c:strCache>
            </c:strRef>
          </c:tx>
          <c:spPr>
            <a:ln w="28575" cap="rnd">
              <a:solidFill>
                <a:srgbClr val="0070C0"/>
              </a:solidFill>
              <a:prstDash val="dash"/>
              <a:round/>
            </a:ln>
            <a:effectLst/>
          </c:spPr>
          <c:marker>
            <c:symbol val="none"/>
          </c:marker>
          <c:cat>
            <c:strRef>
              <c:f>'[Worksheet in ValorResidual_TFM_v1.0.pptx 2]Sheet1'!$B$9:$K$9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2]Sheet1'!$B$53:$K$53</c:f>
              <c:numCache>
                <c:formatCode>#,##0</c:formatCode>
                <c:ptCount val="10"/>
                <c:pt idx="0">
                  <c:v>5078056</c:v>
                </c:pt>
                <c:pt idx="1">
                  <c:v>5204292</c:v>
                </c:pt>
                <c:pt idx="4">
                  <c:v>4683010</c:v>
                </c:pt>
                <c:pt idx="5" formatCode="General">
                  <c:v>4215489.333333333</c:v>
                </c:pt>
                <c:pt idx="6" formatCode="General">
                  <c:v>3747968.6666666665</c:v>
                </c:pt>
                <c:pt idx="7">
                  <c:v>3280448</c:v>
                </c:pt>
              </c:numCache>
            </c:numRef>
          </c:val>
          <c:smooth val="0"/>
          <c:extLst>
            <c:ext xmlns:c16="http://schemas.microsoft.com/office/drawing/2014/chart" uri="{C3380CC4-5D6E-409C-BE32-E72D297353CC}">
              <c16:uniqueId val="{00000006-46C6-4032-9238-F55036AC2B49}"/>
            </c:ext>
          </c:extLst>
        </c:ser>
        <c:dLbls>
          <c:showLegendKey val="0"/>
          <c:showVal val="0"/>
          <c:showCatName val="0"/>
          <c:showSerName val="0"/>
          <c:showPercent val="0"/>
          <c:showBubbleSize val="0"/>
        </c:dLbls>
        <c:smooth val="0"/>
        <c:axId val="591156512"/>
        <c:axId val="591164672"/>
        <c:extLst>
          <c:ext xmlns:c15="http://schemas.microsoft.com/office/drawing/2012/chart" uri="{02D57815-91ED-43cb-92C2-25804820EDAC}">
            <c15:filteredLineSeries>
              <c15:ser>
                <c:idx val="0"/>
                <c:order val="0"/>
                <c:tx>
                  <c:strRef>
                    <c:extLst>
                      <c:ext uri="{02D57815-91ED-43cb-92C2-25804820EDAC}">
                        <c15:formulaRef>
                          <c15:sqref>'[Worksheet in ValorResidual_TFM_v1.0.pptx 2]Sheet1'!$A$10</c15:sqref>
                        </c15:formulaRef>
                      </c:ext>
                    </c:extLst>
                    <c:strCache>
                      <c:ptCount val="1"/>
                      <c:pt idx="0">
                        <c:v>GEO (Labels)</c:v>
                      </c:pt>
                    </c:strCache>
                  </c:strRef>
                </c:tx>
                <c:spPr>
                  <a:ln w="28575" cap="rnd">
                    <a:solidFill>
                      <a:schemeClr val="accent1"/>
                    </a:solidFill>
                    <a:round/>
                  </a:ln>
                  <a:effectLst/>
                </c:spPr>
                <c:marker>
                  <c:symbol val="none"/>
                </c:marker>
                <c:cat>
                  <c:strRef>
                    <c:extLst>
                      <c:ex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c:ext uri="{02D57815-91ED-43cb-92C2-25804820EDAC}">
                        <c15:formulaRef>
                          <c15:sqref>'[Worksheet in ValorResidual_TFM_v1.0.pptx 2]Sheet1'!$B$10:$K$10</c15:sqref>
                        </c15:formulaRef>
                      </c:ext>
                    </c:extLst>
                    <c:numCache>
                      <c:formatCode>General</c:formatCode>
                      <c:ptCount val="10"/>
                      <c:pt idx="0">
                        <c:v>0</c:v>
                      </c:pt>
                      <c:pt idx="1">
                        <c:v>0</c:v>
                      </c:pt>
                      <c:pt idx="2">
                        <c:v>0</c:v>
                      </c:pt>
                      <c:pt idx="3">
                        <c:v>0</c:v>
                      </c:pt>
                      <c:pt idx="4">
                        <c:v>0</c:v>
                      </c:pt>
                      <c:pt idx="5">
                        <c:v>0</c:v>
                      </c:pt>
                      <c:pt idx="6">
                        <c:v>0</c:v>
                      </c:pt>
                      <c:pt idx="7">
                        <c:v>0</c:v>
                      </c:pt>
                      <c:pt idx="8">
                        <c:v>0</c:v>
                      </c:pt>
                      <c:pt idx="9">
                        <c:v>0</c:v>
                      </c:pt>
                    </c:numCache>
                  </c:numRef>
                </c:val>
                <c:smooth val="0"/>
                <c:extLst>
                  <c:ext xmlns:c16="http://schemas.microsoft.com/office/drawing/2014/chart" uri="{C3380CC4-5D6E-409C-BE32-E72D297353CC}">
                    <c16:uniqueId val="{00000007-46C6-4032-9238-F55036AC2B49}"/>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'[Worksheet in ValorResidual_TFM_v1.0.pptx 2]Sheet1'!$A$11</c15:sqref>
                        </c15:formulaRef>
                      </c:ext>
                    </c:extLst>
                    <c:strCache>
                      <c:ptCount val="1"/>
                      <c:pt idx="0">
                        <c:v>European Union - 27 countries (from 2020)</c:v>
                      </c:pt>
                    </c:strCache>
                  </c:strRef>
                </c:tx>
                <c:spPr>
                  <a:ln w="28575" cap="rnd">
                    <a:solidFill>
                      <a:schemeClr val="accent2"/>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2]Sheet1'!$B$11:$K$11</c15:sqref>
                        </c15:formulaRef>
                      </c:ext>
                    </c:extLst>
                    <c:numCache>
                      <c:formatCode>#,##0</c:formatCode>
                      <c:ptCount val="10"/>
                      <c:pt idx="0">
                        <c:v>30913</c:v>
                      </c:pt>
                      <c:pt idx="1">
                        <c:v>46767</c:v>
                      </c:pt>
                      <c:pt idx="2">
                        <c:v>53648</c:v>
                      </c:pt>
                      <c:pt idx="3">
                        <c:v>83992</c:v>
                      </c:pt>
                      <c:pt idx="4">
                        <c:v>134729</c:v>
                      </c:pt>
                      <c:pt idx="5">
                        <c:v>250562</c:v>
                      </c:pt>
                      <c:pt idx="6">
                        <c:v>539779</c:v>
                      </c:pt>
                      <c:pt idx="7">
                        <c:v>886164</c:v>
                      </c:pt>
                      <c:pt idx="8">
                        <c:v>17251317</c:v>
                      </c:pt>
                      <c:pt idx="9">
                        <c:v>19692355</c:v>
                      </c:pt>
                    </c:numCache>
                  </c:numRef>
                </c:val>
                <c:smooth val="0"/>
                <c:extLst xmlns:c15="http://schemas.microsoft.com/office/drawing/2012/chart">
                  <c:ext xmlns:c16="http://schemas.microsoft.com/office/drawing/2014/chart" uri="{C3380CC4-5D6E-409C-BE32-E72D297353CC}">
                    <c16:uniqueId val="{00000008-46C6-4032-9238-F55036AC2B49}"/>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'[Worksheet in ValorResidual_TFM_v1.0.pptx 2]Sheet1'!$A$12</c15:sqref>
                        </c15:formulaRef>
                      </c:ext>
                    </c:extLst>
                    <c:strCache>
                      <c:ptCount val="1"/>
                      <c:pt idx="0">
                        <c:v>Belgium</c:v>
                      </c:pt>
                    </c:strCache>
                  </c:strRef>
                </c:tx>
                <c:spPr>
                  <a:ln w="28575" cap="rnd">
                    <a:solidFill>
                      <a:schemeClr val="accent3"/>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2]Sheet1'!$B$12:$K$12</c15:sqref>
                        </c15:formulaRef>
                      </c:ext>
                    </c:extLst>
                    <c:numCache>
                      <c:formatCode>#,##0</c:formatCode>
                      <c:ptCount val="10"/>
                      <c:pt idx="0">
                        <c:v>975422</c:v>
                      </c:pt>
                      <c:pt idx="1">
                        <c:v>1012566</c:v>
                      </c:pt>
                      <c:pt idx="2">
                        <c:v>1092364</c:v>
                      </c:pt>
                      <c:pt idx="3">
                        <c:v>1107364</c:v>
                      </c:pt>
                      <c:pt idx="4">
                        <c:v>1114974</c:v>
                      </c:pt>
                      <c:pt idx="5">
                        <c:v>1115940</c:v>
                      </c:pt>
                      <c:pt idx="6">
                        <c:v>878074</c:v>
                      </c:pt>
                      <c:pt idx="7">
                        <c:v>785536</c:v>
                      </c:pt>
                      <c:pt idx="8">
                        <c:v>749186</c:v>
                      </c:pt>
                      <c:pt idx="9">
                        <c:v>969278</c:v>
                      </c:pt>
                    </c:numCache>
                  </c:numRef>
                </c:val>
                <c:smooth val="0"/>
                <c:extLst xmlns:c15="http://schemas.microsoft.com/office/drawing/2012/chart">
                  <c:ext xmlns:c16="http://schemas.microsoft.com/office/drawing/2014/chart" uri="{C3380CC4-5D6E-409C-BE32-E72D297353CC}">
                    <c16:uniqueId val="{00000009-46C6-4032-9238-F55036AC2B49}"/>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'[Worksheet in ValorResidual_TFM_v1.0.pptx 2]Sheet1'!$A$13</c15:sqref>
                        </c15:formulaRef>
                      </c:ext>
                    </c:extLst>
                    <c:strCache>
                      <c:ptCount val="1"/>
                      <c:pt idx="0">
                        <c:v>Bulgaria</c:v>
                      </c:pt>
                    </c:strCache>
                  </c:strRef>
                </c:tx>
                <c:spPr>
                  <a:ln w="28575" cap="rnd">
                    <a:solidFill>
                      <a:schemeClr val="accent4"/>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2]Sheet1'!$B$13:$K$13</c15:sqref>
                        </c15:formulaRef>
                      </c:ext>
                    </c:extLst>
                    <c:numCache>
                      <c:formatCode>#,##0</c:formatCode>
                      <c:ptCount val="10"/>
                      <c:pt idx="0">
                        <c:v>0</c:v>
                      </c:pt>
                      <c:pt idx="1">
                        <c:v>341</c:v>
                      </c:pt>
                      <c:pt idx="2">
                        <c:v>569</c:v>
                      </c:pt>
                      <c:pt idx="3">
                        <c:v>693</c:v>
                      </c:pt>
                      <c:pt idx="4">
                        <c:v>437</c:v>
                      </c:pt>
                      <c:pt idx="5">
                        <c:v>2407</c:v>
                      </c:pt>
                      <c:pt idx="6">
                        <c:v>277</c:v>
                      </c:pt>
                      <c:pt idx="7">
                        <c:v>550</c:v>
                      </c:pt>
                      <c:pt idx="8">
                        <c:v>57136</c:v>
                      </c:pt>
                      <c:pt idx="9">
                        <c:v>74952</c:v>
                      </c:pt>
                    </c:numCache>
                  </c:numRef>
                </c:val>
                <c:smooth val="0"/>
                <c:extLst xmlns:c15="http://schemas.microsoft.com/office/drawing/2012/chart">
                  <c:ext xmlns:c16="http://schemas.microsoft.com/office/drawing/2014/chart" uri="{C3380CC4-5D6E-409C-BE32-E72D297353CC}">
                    <c16:uniqueId val="{0000000A-46C6-4032-9238-F55036AC2B49}"/>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'[Worksheet in ValorResidual_TFM_v1.0.pptx 2]Sheet1'!$A$14</c15:sqref>
                        </c15:formulaRef>
                      </c:ext>
                    </c:extLst>
                    <c:strCache>
                      <c:ptCount val="1"/>
                      <c:pt idx="0">
                        <c:v>Czechia</c:v>
                      </c:pt>
                    </c:strCache>
                  </c:strRef>
                </c:tx>
                <c:spPr>
                  <a:ln w="28575" cap="rnd">
                    <a:solidFill>
                      <a:schemeClr val="accent5"/>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2]Sheet1'!$B$14:$K$14</c15:sqref>
                        </c15:formulaRef>
                      </c:ext>
                    </c:extLst>
                    <c:numCache>
                      <c:formatCode>#,##0</c:formatCode>
                      <c:ptCount val="10"/>
                      <c:pt idx="0">
                        <c:v>58</c:v>
                      </c:pt>
                      <c:pt idx="1">
                        <c:v>312</c:v>
                      </c:pt>
                      <c:pt idx="2">
                        <c:v>210</c:v>
                      </c:pt>
                      <c:pt idx="3">
                        <c:v>376</c:v>
                      </c:pt>
                      <c:pt idx="4">
                        <c:v>731</c:v>
                      </c:pt>
                      <c:pt idx="5">
                        <c:v>778</c:v>
                      </c:pt>
                      <c:pt idx="6">
                        <c:v>3266</c:v>
                      </c:pt>
                      <c:pt idx="7">
                        <c:v>410794</c:v>
                      </c:pt>
                      <c:pt idx="8">
                        <c:v>355232</c:v>
                      </c:pt>
                      <c:pt idx="9">
                        <c:v>425184</c:v>
                      </c:pt>
                    </c:numCache>
                  </c:numRef>
                </c:val>
                <c:smooth val="0"/>
                <c:extLst xmlns:c15="http://schemas.microsoft.com/office/drawing/2012/chart">
                  <c:ext xmlns:c16="http://schemas.microsoft.com/office/drawing/2014/chart" uri="{C3380CC4-5D6E-409C-BE32-E72D297353CC}">
                    <c16:uniqueId val="{0000000B-46C6-4032-9238-F55036AC2B49}"/>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'[Worksheet in ValorResidual_TFM_v1.0.pptx 2]Sheet1'!$A$15</c15:sqref>
                        </c15:formulaRef>
                      </c:ext>
                    </c:extLst>
                    <c:strCache>
                      <c:ptCount val="1"/>
                      <c:pt idx="0">
                        <c:v>Denmark</c:v>
                      </c:pt>
                    </c:strCache>
                  </c:strRef>
                </c:tx>
                <c:spPr>
                  <a:ln w="28575" cap="rnd">
                    <a:solidFill>
                      <a:schemeClr val="accent6"/>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2]Sheet1'!$B$15:$K$15</c15:sqref>
                        </c15:formulaRef>
                      </c:ext>
                    </c:extLst>
                    <c:numCache>
                      <c:formatCode>#,##0</c:formatCode>
                      <c:ptCount val="10"/>
                      <c:pt idx="0">
                        <c:v>376812</c:v>
                      </c:pt>
                      <c:pt idx="1">
                        <c:v>407244</c:v>
                      </c:pt>
                      <c:pt idx="2">
                        <c:v>444938</c:v>
                      </c:pt>
                      <c:pt idx="3">
                        <c:v>442946</c:v>
                      </c:pt>
                      <c:pt idx="4">
                        <c:v>436950</c:v>
                      </c:pt>
                      <c:pt idx="5">
                        <c:v>451240</c:v>
                      </c:pt>
                      <c:pt idx="6">
                        <c:v>397958</c:v>
                      </c:pt>
                      <c:pt idx="7">
                        <c:v>373184</c:v>
                      </c:pt>
                      <c:pt idx="8">
                        <c:v>298570</c:v>
                      </c:pt>
                      <c:pt idx="9">
                        <c:v>346776</c:v>
                      </c:pt>
                    </c:numCache>
                  </c:numRef>
                </c:val>
                <c:smooth val="0"/>
                <c:extLst xmlns:c15="http://schemas.microsoft.com/office/drawing/2012/chart">
                  <c:ext xmlns:c16="http://schemas.microsoft.com/office/drawing/2014/chart" uri="{C3380CC4-5D6E-409C-BE32-E72D297353CC}">
                    <c16:uniqueId val="{0000000C-46C6-4032-9238-F55036AC2B49}"/>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'[Worksheet in ValorResidual_TFM_v1.0.pptx 2]Sheet1'!$A$17</c15:sqref>
                        </c15:formulaRef>
                      </c:ext>
                    </c:extLst>
                    <c:strCache>
                      <c:ptCount val="1"/>
                      <c:pt idx="0">
                        <c:v>Estonia</c:v>
                      </c:pt>
                    </c:strCache>
                  </c:strRef>
                </c:tx>
                <c:spPr>
                  <a:ln w="28575" cap="rnd">
                    <a:solidFill>
                      <a:schemeClr val="accent2">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2]Sheet1'!$B$17:$K$17</c15:sqref>
                        </c15:formulaRef>
                      </c:ext>
                    </c:extLst>
                    <c:numCache>
                      <c:formatCode>#,##0</c:formatCode>
                      <c:ptCount val="10"/>
                      <c:pt idx="0">
                        <c:v>42256</c:v>
                      </c:pt>
                      <c:pt idx="1">
                        <c:v>42128</c:v>
                      </c:pt>
                      <c:pt idx="2">
                        <c:v>46040</c:v>
                      </c:pt>
                      <c:pt idx="3">
                        <c:v>51242</c:v>
                      </c:pt>
                      <c:pt idx="4">
                        <c:v>52598</c:v>
                      </c:pt>
                      <c:pt idx="5">
                        <c:v>55158</c:v>
                      </c:pt>
                      <c:pt idx="6">
                        <c:v>38590</c:v>
                      </c:pt>
                      <c:pt idx="7">
                        <c:v>45222</c:v>
                      </c:pt>
                      <c:pt idx="8">
                        <c:v>41118</c:v>
                      </c:pt>
                      <c:pt idx="9">
                        <c:v>45972</c:v>
                      </c:pt>
                    </c:numCache>
                  </c:numRef>
                </c:val>
                <c:smooth val="0"/>
                <c:extLst xmlns:c15="http://schemas.microsoft.com/office/drawing/2012/chart">
                  <c:ext xmlns:c16="http://schemas.microsoft.com/office/drawing/2014/chart" uri="{C3380CC4-5D6E-409C-BE32-E72D297353CC}">
                    <c16:uniqueId val="{0000000D-46C6-4032-9238-F55036AC2B49}"/>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'[Worksheet in ValorResidual_TFM_v1.0.pptx 2]Sheet1'!$A$18</c15:sqref>
                        </c15:formulaRef>
                      </c:ext>
                    </c:extLst>
                    <c:strCache>
                      <c:ptCount val="1"/>
                      <c:pt idx="0">
                        <c:v>Ireland</c:v>
                      </c:pt>
                    </c:strCache>
                  </c:strRef>
                </c:tx>
                <c:spPr>
                  <a:ln w="28575" cap="rnd">
                    <a:solidFill>
                      <a:schemeClr val="accent3">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2]Sheet1'!$B$18:$K$18</c15:sqref>
                        </c15:formulaRef>
                      </c:ext>
                    </c:extLst>
                    <c:numCache>
                      <c:formatCode>#,##0</c:formatCode>
                      <c:ptCount val="10"/>
                      <c:pt idx="0">
                        <c:v>85288</c:v>
                      </c:pt>
                      <c:pt idx="1">
                        <c:v>132171</c:v>
                      </c:pt>
                      <c:pt idx="2">
                        <c:v>153109</c:v>
                      </c:pt>
                      <c:pt idx="3">
                        <c:v>267158</c:v>
                      </c:pt>
                      <c:pt idx="4">
                        <c:v>257098</c:v>
                      </c:pt>
                      <c:pt idx="5">
                        <c:v>252208</c:v>
                      </c:pt>
                      <c:pt idx="6">
                        <c:v>184786</c:v>
                      </c:pt>
                      <c:pt idx="7">
                        <c:v>217230</c:v>
                      </c:pt>
                      <c:pt idx="8">
                        <c:v>215240</c:v>
                      </c:pt>
                      <c:pt idx="9">
                        <c:v>251060</c:v>
                      </c:pt>
                    </c:numCache>
                  </c:numRef>
                </c:val>
                <c:smooth val="0"/>
                <c:extLst xmlns:c15="http://schemas.microsoft.com/office/drawing/2012/chart">
                  <c:ext xmlns:c16="http://schemas.microsoft.com/office/drawing/2014/chart" uri="{C3380CC4-5D6E-409C-BE32-E72D297353CC}">
                    <c16:uniqueId val="{0000000E-46C6-4032-9238-F55036AC2B49}"/>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'[Worksheet in ValorResidual_TFM_v1.0.pptx 2]Sheet1'!$A$19</c15:sqref>
                        </c15:formulaRef>
                      </c:ext>
                    </c:extLst>
                    <c:strCache>
                      <c:ptCount val="1"/>
                      <c:pt idx="0">
                        <c:v>Greece</c:v>
                      </c:pt>
                    </c:strCache>
                  </c:strRef>
                </c:tx>
                <c:spPr>
                  <a:ln w="28575" cap="rnd">
                    <a:solidFill>
                      <a:schemeClr val="accent4">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2]Sheet1'!$B$19:$K$19</c15:sqref>
                        </c15:formulaRef>
                      </c:ext>
                    </c:extLst>
                    <c:numCache>
                      <c:formatCode>#,##0</c:formatCode>
                      <c:ptCount val="10"/>
                      <c:pt idx="0">
                        <c:v>38</c:v>
                      </c:pt>
                      <c:pt idx="1">
                        <c:v>32</c:v>
                      </c:pt>
                      <c:pt idx="2">
                        <c:v>20</c:v>
                      </c:pt>
                      <c:pt idx="3">
                        <c:v>37</c:v>
                      </c:pt>
                      <c:pt idx="4">
                        <c:v>77</c:v>
                      </c:pt>
                      <c:pt idx="5">
                        <c:v>188</c:v>
                      </c:pt>
                      <c:pt idx="6">
                        <c:v>678</c:v>
                      </c:pt>
                      <c:pt idx="7">
                        <c:v>200548</c:v>
                      </c:pt>
                      <c:pt idx="8">
                        <c:v>210438</c:v>
                      </c:pt>
                      <c:pt idx="9">
                        <c:v>268930</c:v>
                      </c:pt>
                    </c:numCache>
                  </c:numRef>
                </c:val>
                <c:smooth val="0"/>
                <c:extLst xmlns:c15="http://schemas.microsoft.com/office/drawing/2012/chart">
                  <c:ext xmlns:c16="http://schemas.microsoft.com/office/drawing/2014/chart" uri="{C3380CC4-5D6E-409C-BE32-E72D297353CC}">
                    <c16:uniqueId val="{0000000F-46C6-4032-9238-F55036AC2B49}"/>
                  </c:ext>
                </c:extLst>
              </c15:ser>
            </c15:filteredLineSeries>
            <c15:filteredLineSeries>
              <c15:ser>
                <c:idx val="12"/>
                <c:order val="12"/>
                <c:tx>
                  <c:strRef>
                    <c:extLst xmlns:c15="http://schemas.microsoft.com/office/drawing/2012/chart">
                      <c:ext xmlns:c15="http://schemas.microsoft.com/office/drawing/2012/chart" uri="{02D57815-91ED-43cb-92C2-25804820EDAC}">
                        <c15:formulaRef>
                          <c15:sqref>'[Worksheet in ValorResidual_TFM_v1.0.pptx 2]Sheet1'!$A$22</c15:sqref>
                        </c15:formulaRef>
                      </c:ext>
                    </c:extLst>
                    <c:strCache>
                      <c:ptCount val="1"/>
                      <c:pt idx="0">
                        <c:v>Croatia</c:v>
                      </c:pt>
                    </c:strCache>
                  </c:strRef>
                </c:tx>
                <c:spPr>
                  <a:ln w="28575" cap="rnd">
                    <a:solidFill>
                      <a:schemeClr val="accent1">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2]Sheet1'!$B$22:$K$22</c15:sqref>
                        </c15:formulaRef>
                      </c:ext>
                    </c:extLst>
                    <c:numCache>
                      <c:formatCode>#,##0</c:formatCode>
                      <c:ptCount val="10"/>
                      <c:pt idx="0">
                        <c:v>1942</c:v>
                      </c:pt>
                      <c:pt idx="1">
                        <c:v>2126</c:v>
                      </c:pt>
                      <c:pt idx="2">
                        <c:v>3088</c:v>
                      </c:pt>
                      <c:pt idx="3">
                        <c:v>3084</c:v>
                      </c:pt>
                      <c:pt idx="4">
                        <c:v>4808</c:v>
                      </c:pt>
                      <c:pt idx="5">
                        <c:v>6682</c:v>
                      </c:pt>
                      <c:pt idx="6">
                        <c:v>641</c:v>
                      </c:pt>
                      <c:pt idx="7">
                        <c:v>70492</c:v>
                      </c:pt>
                      <c:pt idx="8">
                        <c:v>74088</c:v>
                      </c:pt>
                      <c:pt idx="9">
                        <c:v>87732</c:v>
                      </c:pt>
                    </c:numCache>
                  </c:numRef>
                </c:val>
                <c:smooth val="0"/>
                <c:extLst xmlns:c15="http://schemas.microsoft.com/office/drawing/2012/chart">
                  <c:ext xmlns:c16="http://schemas.microsoft.com/office/drawing/2014/chart" uri="{C3380CC4-5D6E-409C-BE32-E72D297353CC}">
                    <c16:uniqueId val="{00000010-46C6-4032-9238-F55036AC2B49}"/>
                  </c:ext>
                </c:extLst>
              </c15:ser>
            </c15:filteredLineSeries>
            <c15:filteredLineSeries>
              <c15:ser>
                <c:idx val="14"/>
                <c:order val="14"/>
                <c:tx>
                  <c:strRef>
                    <c:extLst xmlns:c15="http://schemas.microsoft.com/office/drawing/2012/chart">
                      <c:ext xmlns:c15="http://schemas.microsoft.com/office/drawing/2012/chart" uri="{02D57815-91ED-43cb-92C2-25804820EDAC}">
                        <c15:formulaRef>
                          <c15:sqref>'[Worksheet in ValorResidual_TFM_v1.0.pptx 2]Sheet1'!$A$24</c15:sqref>
                        </c15:formulaRef>
                      </c:ext>
                    </c:extLst>
                    <c:strCache>
                      <c:ptCount val="1"/>
                      <c:pt idx="0">
                        <c:v>Cyprus</c:v>
                      </c:pt>
                    </c:strCache>
                  </c:strRef>
                </c:tx>
                <c:spPr>
                  <a:ln w="28575" cap="rnd">
                    <a:solidFill>
                      <a:schemeClr val="accent3">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2]Sheet1'!$B$24:$K$24</c15:sqref>
                        </c15:formulaRef>
                      </c:ext>
                    </c:extLst>
                    <c:numCache>
                      <c:formatCode>#,##0</c:formatCode>
                      <c:ptCount val="10"/>
                      <c:pt idx="0">
                        <c:v>16542</c:v>
                      </c:pt>
                      <c:pt idx="1">
                        <c:v>20156</c:v>
                      </c:pt>
                      <c:pt idx="2">
                        <c:v>24936</c:v>
                      </c:pt>
                      <c:pt idx="3">
                        <c:v>26236</c:v>
                      </c:pt>
                      <c:pt idx="4">
                        <c:v>26252</c:v>
                      </c:pt>
                      <c:pt idx="5">
                        <c:v>25202</c:v>
                      </c:pt>
                      <c:pt idx="6">
                        <c:v>20474</c:v>
                      </c:pt>
                      <c:pt idx="7">
                        <c:v>21222</c:v>
                      </c:pt>
                      <c:pt idx="8">
                        <c:v>23154</c:v>
                      </c:pt>
                      <c:pt idx="9">
                        <c:v>29274</c:v>
                      </c:pt>
                    </c:numCache>
                  </c:numRef>
                </c:val>
                <c:smooth val="0"/>
                <c:extLst xmlns:c15="http://schemas.microsoft.com/office/drawing/2012/chart">
                  <c:ext xmlns:c16="http://schemas.microsoft.com/office/drawing/2014/chart" uri="{C3380CC4-5D6E-409C-BE32-E72D297353CC}">
                    <c16:uniqueId val="{00000011-46C6-4032-9238-F55036AC2B49}"/>
                  </c:ext>
                </c:extLst>
              </c15:ser>
            </c15:filteredLineSeries>
            <c15:filteredLineSeries>
              <c15:ser>
                <c:idx val="15"/>
                <c:order val="15"/>
                <c:tx>
                  <c:strRef>
                    <c:extLst xmlns:c15="http://schemas.microsoft.com/office/drawing/2012/chart">
                      <c:ext xmlns:c15="http://schemas.microsoft.com/office/drawing/2012/chart" uri="{02D57815-91ED-43cb-92C2-25804820EDAC}">
                        <c15:formulaRef>
                          <c15:sqref>'[Worksheet in ValorResidual_TFM_v1.0.pptx 2]Sheet1'!$A$25</c15:sqref>
                        </c15:formulaRef>
                      </c:ext>
                    </c:extLst>
                    <c:strCache>
                      <c:ptCount val="1"/>
                      <c:pt idx="0">
                        <c:v>Latvia</c:v>
                      </c:pt>
                    </c:strCache>
                  </c:strRef>
                </c:tx>
                <c:spPr>
                  <a:ln w="28575" cap="rnd">
                    <a:solidFill>
                      <a:schemeClr val="accent4">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2]Sheet1'!$B$25:$K$25</c15:sqref>
                        </c15:formulaRef>
                      </c:ext>
                    </c:extLst>
                    <c:numCache>
                      <c:formatCode>#,##0</c:formatCode>
                      <c:ptCount val="10"/>
                      <c:pt idx="0">
                        <c:v>26346</c:v>
                      </c:pt>
                      <c:pt idx="1">
                        <c:v>28582</c:v>
                      </c:pt>
                      <c:pt idx="2">
                        <c:v>33536</c:v>
                      </c:pt>
                      <c:pt idx="3">
                        <c:v>34128</c:v>
                      </c:pt>
                      <c:pt idx="4">
                        <c:v>34370</c:v>
                      </c:pt>
                      <c:pt idx="5">
                        <c:v>37074</c:v>
                      </c:pt>
                      <c:pt idx="6">
                        <c:v>27450</c:v>
                      </c:pt>
                      <c:pt idx="7">
                        <c:v>29242</c:v>
                      </c:pt>
                      <c:pt idx="8">
                        <c:v>33430</c:v>
                      </c:pt>
                      <c:pt idx="9">
                        <c:v>36902</c:v>
                      </c:pt>
                    </c:numCache>
                  </c:numRef>
                </c:val>
                <c:smooth val="0"/>
                <c:extLst xmlns:c15="http://schemas.microsoft.com/office/drawing/2012/chart">
                  <c:ext xmlns:c16="http://schemas.microsoft.com/office/drawing/2014/chart" uri="{C3380CC4-5D6E-409C-BE32-E72D297353CC}">
                    <c16:uniqueId val="{00000012-46C6-4032-9238-F55036AC2B49}"/>
                  </c:ext>
                </c:extLst>
              </c15:ser>
            </c15:filteredLineSeries>
            <c15:filteredLineSeries>
              <c15:ser>
                <c:idx val="16"/>
                <c:order val="16"/>
                <c:tx>
                  <c:strRef>
                    <c:extLst xmlns:c15="http://schemas.microsoft.com/office/drawing/2012/chart">
                      <c:ext xmlns:c15="http://schemas.microsoft.com/office/drawing/2012/chart" uri="{02D57815-91ED-43cb-92C2-25804820EDAC}">
                        <c15:formulaRef>
                          <c15:sqref>'[Worksheet in ValorResidual_TFM_v1.0.pptx 2]Sheet1'!$A$26</c15:sqref>
                        </c15:formulaRef>
                      </c:ext>
                    </c:extLst>
                    <c:strCache>
                      <c:ptCount val="1"/>
                      <c:pt idx="0">
                        <c:v>Lithuania</c:v>
                      </c:pt>
                    </c:strCache>
                  </c:strRef>
                </c:tx>
                <c:spPr>
                  <a:ln w="28575" cap="rnd">
                    <a:solidFill>
                      <a:schemeClr val="accent5">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2]Sheet1'!$B$26:$K$26</c15:sqref>
                        </c15:formulaRef>
                      </c:ext>
                    </c:extLst>
                    <c:numCache>
                      <c:formatCode>#,##0</c:formatCode>
                      <c:ptCount val="10"/>
                      <c:pt idx="0">
                        <c:v>23398</c:v>
                      </c:pt>
                      <c:pt idx="1">
                        <c:v>27514</c:v>
                      </c:pt>
                      <c:pt idx="2">
                        <c:v>32804</c:v>
                      </c:pt>
                      <c:pt idx="3">
                        <c:v>38166</c:v>
                      </c:pt>
                      <c:pt idx="4">
                        <c:v>43356</c:v>
                      </c:pt>
                      <c:pt idx="5">
                        <c:v>51218</c:v>
                      </c:pt>
                      <c:pt idx="6">
                        <c:v>81756</c:v>
                      </c:pt>
                      <c:pt idx="7">
                        <c:v>56418</c:v>
                      </c:pt>
                      <c:pt idx="8">
                        <c:v>48264</c:v>
                      </c:pt>
                      <c:pt idx="9">
                        <c:v>52838</c:v>
                      </c:pt>
                    </c:numCache>
                  </c:numRef>
                </c:val>
                <c:smooth val="0"/>
                <c:extLst xmlns:c15="http://schemas.microsoft.com/office/drawing/2012/chart">
                  <c:ext xmlns:c16="http://schemas.microsoft.com/office/drawing/2014/chart" uri="{C3380CC4-5D6E-409C-BE32-E72D297353CC}">
                    <c16:uniqueId val="{00000013-46C6-4032-9238-F55036AC2B49}"/>
                  </c:ext>
                </c:extLst>
              </c15:ser>
            </c15:filteredLineSeries>
            <c15:filteredLineSeries>
              <c15:ser>
                <c:idx val="17"/>
                <c:order val="17"/>
                <c:tx>
                  <c:strRef>
                    <c:extLst xmlns:c15="http://schemas.microsoft.com/office/drawing/2012/chart">
                      <c:ext xmlns:c15="http://schemas.microsoft.com/office/drawing/2012/chart" uri="{02D57815-91ED-43cb-92C2-25804820EDAC}">
                        <c15:formulaRef>
                          <c15:sqref>'[Worksheet in ValorResidual_TFM_v1.0.pptx 2]Sheet1'!$A$27</c15:sqref>
                        </c15:formulaRef>
                      </c:ext>
                    </c:extLst>
                    <c:strCache>
                      <c:ptCount val="1"/>
                      <c:pt idx="0">
                        <c:v>Luxembourg</c:v>
                      </c:pt>
                    </c:strCache>
                  </c:strRef>
                </c:tx>
                <c:spPr>
                  <a:ln w="28575" cap="rnd">
                    <a:solidFill>
                      <a:schemeClr val="accent6">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2]Sheet1'!$B$27:$K$27</c15:sqref>
                        </c15:formulaRef>
                      </c:ext>
                    </c:extLst>
                    <c:numCache>
                      <c:formatCode>#,##0</c:formatCode>
                      <c:ptCount val="10"/>
                      <c:pt idx="0">
                        <c:v>25</c:v>
                      </c:pt>
                      <c:pt idx="1">
                        <c:v>45</c:v>
                      </c:pt>
                      <c:pt idx="2">
                        <c:v>162</c:v>
                      </c:pt>
                      <c:pt idx="3">
                        <c:v>371</c:v>
                      </c:pt>
                      <c:pt idx="4">
                        <c:v>492</c:v>
                      </c:pt>
                      <c:pt idx="5">
                        <c:v>110016</c:v>
                      </c:pt>
                      <c:pt idx="6">
                        <c:v>90378</c:v>
                      </c:pt>
                      <c:pt idx="7">
                        <c:v>88744</c:v>
                      </c:pt>
                      <c:pt idx="8">
                        <c:v>84188</c:v>
                      </c:pt>
                      <c:pt idx="9">
                        <c:v>99198</c:v>
                      </c:pt>
                    </c:numCache>
                  </c:numRef>
                </c:val>
                <c:smooth val="0"/>
                <c:extLst xmlns:c15="http://schemas.microsoft.com/office/drawing/2012/chart">
                  <c:ext xmlns:c16="http://schemas.microsoft.com/office/drawing/2014/chart" uri="{C3380CC4-5D6E-409C-BE32-E72D297353CC}">
                    <c16:uniqueId val="{00000014-46C6-4032-9238-F55036AC2B49}"/>
                  </c:ext>
                </c:extLst>
              </c15:ser>
            </c15:filteredLineSeries>
            <c15:filteredLineSeries>
              <c15:ser>
                <c:idx val="18"/>
                <c:order val="18"/>
                <c:tx>
                  <c:strRef>
                    <c:extLst xmlns:c15="http://schemas.microsoft.com/office/drawing/2012/chart">
                      <c:ext xmlns:c15="http://schemas.microsoft.com/office/drawing/2012/chart" uri="{02D57815-91ED-43cb-92C2-25804820EDAC}">
                        <c15:formulaRef>
                          <c15:sqref>'[Worksheet in ValorResidual_TFM_v1.0.pptx 2]Sheet1'!$A$28</c15:sqref>
                        </c15:formulaRef>
                      </c:ext>
                    </c:extLst>
                    <c:strCache>
                      <c:ptCount val="1"/>
                      <c:pt idx="0">
                        <c:v>Hungary</c:v>
                      </c:pt>
                    </c:strCache>
                  </c:strRef>
                </c:tx>
                <c:spPr>
                  <a:ln w="28575" cap="rnd">
                    <a:solidFill>
                      <a:schemeClr val="accent1">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2]Sheet1'!$B$28:$K$28</c15:sqref>
                        </c15:formulaRef>
                      </c:ext>
                    </c:extLst>
                    <c:numCache>
                      <c:formatCode>#,##0</c:formatCode>
                      <c:ptCount val="10"/>
                      <c:pt idx="0">
                        <c:v>136032</c:v>
                      </c:pt>
                      <c:pt idx="1">
                        <c:v>154828</c:v>
                      </c:pt>
                      <c:pt idx="2">
                        <c:v>193470</c:v>
                      </c:pt>
                      <c:pt idx="3">
                        <c:v>232610</c:v>
                      </c:pt>
                      <c:pt idx="4">
                        <c:v>273510</c:v>
                      </c:pt>
                      <c:pt idx="5">
                        <c:v>316334</c:v>
                      </c:pt>
                      <c:pt idx="6">
                        <c:v>256392</c:v>
                      </c:pt>
                      <c:pt idx="7">
                        <c:v>244160</c:v>
                      </c:pt>
                      <c:pt idx="8">
                        <c:v>223262</c:v>
                      </c:pt>
                      <c:pt idx="9">
                        <c:v>215720</c:v>
                      </c:pt>
                    </c:numCache>
                  </c:numRef>
                </c:val>
                <c:smooth val="0"/>
                <c:extLst xmlns:c15="http://schemas.microsoft.com/office/drawing/2012/chart">
                  <c:ext xmlns:c16="http://schemas.microsoft.com/office/drawing/2014/chart" uri="{C3380CC4-5D6E-409C-BE32-E72D297353CC}">
                    <c16:uniqueId val="{00000015-46C6-4032-9238-F55036AC2B49}"/>
                  </c:ext>
                </c:extLst>
              </c15:ser>
            </c15:filteredLineSeries>
            <c15:filteredLineSeries>
              <c15:ser>
                <c:idx val="19"/>
                <c:order val="19"/>
                <c:tx>
                  <c:strRef>
                    <c:extLst xmlns:c15="http://schemas.microsoft.com/office/drawing/2012/chart">
                      <c:ext xmlns:c15="http://schemas.microsoft.com/office/drawing/2012/chart" uri="{02D57815-91ED-43cb-92C2-25804820EDAC}">
                        <c15:formulaRef>
                          <c15:sqref>'[Worksheet in ValorResidual_TFM_v1.0.pptx 2]Sheet1'!$A$29</c15:sqref>
                        </c15:formulaRef>
                      </c:ext>
                    </c:extLst>
                    <c:strCache>
                      <c:ptCount val="1"/>
                      <c:pt idx="0">
                        <c:v>Malta</c:v>
                      </c:pt>
                    </c:strCache>
                  </c:strRef>
                </c:tx>
                <c:spPr>
                  <a:ln w="28575" cap="rnd">
                    <a:solidFill>
                      <a:schemeClr val="accent2">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2]Sheet1'!$B$29:$K$29</c15:sqref>
                        </c15:formulaRef>
                      </c:ext>
                    </c:extLst>
                    <c:numCache>
                      <c:formatCode>#,##0</c:formatCode>
                      <c:ptCount val="10"/>
                      <c:pt idx="0">
                        <c:v>188</c:v>
                      </c:pt>
                      <c:pt idx="1">
                        <c:v>14336</c:v>
                      </c:pt>
                      <c:pt idx="2">
                        <c:v>14612</c:v>
                      </c:pt>
                      <c:pt idx="3">
                        <c:v>15552</c:v>
                      </c:pt>
                      <c:pt idx="4">
                        <c:v>16350</c:v>
                      </c:pt>
                      <c:pt idx="5">
                        <c:v>15396</c:v>
                      </c:pt>
                      <c:pt idx="6">
                        <c:v>9204</c:v>
                      </c:pt>
                      <c:pt idx="7">
                        <c:v>10505</c:v>
                      </c:pt>
                      <c:pt idx="8">
                        <c:v>12858</c:v>
                      </c:pt>
                      <c:pt idx="9">
                        <c:v>14928</c:v>
                      </c:pt>
                    </c:numCache>
                  </c:numRef>
                </c:val>
                <c:smooth val="0"/>
                <c:extLst xmlns:c15="http://schemas.microsoft.com/office/drawing/2012/chart">
                  <c:ext xmlns:c16="http://schemas.microsoft.com/office/drawing/2014/chart" uri="{C3380CC4-5D6E-409C-BE32-E72D297353CC}">
                    <c16:uniqueId val="{00000016-46C6-4032-9238-F55036AC2B49}"/>
                  </c:ext>
                </c:extLst>
              </c15:ser>
            </c15:filteredLineSeries>
            <c15:filteredLineSeries>
              <c15:ser>
                <c:idx val="20"/>
                <c:order val="20"/>
                <c:tx>
                  <c:strRef>
                    <c:extLst xmlns:c15="http://schemas.microsoft.com/office/drawing/2012/chart">
                      <c:ext xmlns:c15="http://schemas.microsoft.com/office/drawing/2012/chart" uri="{02D57815-91ED-43cb-92C2-25804820EDAC}">
                        <c15:formulaRef>
                          <c15:sqref>'[Worksheet in ValorResidual_TFM_v1.0.pptx 2]Sheet1'!$A$30</c15:sqref>
                        </c15:formulaRef>
                      </c:ext>
                    </c:extLst>
                    <c:strCache>
                      <c:ptCount val="1"/>
                      <c:pt idx="0">
                        <c:v>Netherlands</c:v>
                      </c:pt>
                    </c:strCache>
                  </c:strRef>
                </c:tx>
                <c:spPr>
                  <a:ln w="28575" cap="rnd">
                    <a:solidFill>
                      <a:schemeClr val="accent3">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2]Sheet1'!$B$30:$K$30</c15:sqref>
                        </c15:formulaRef>
                      </c:ext>
                    </c:extLst>
                    <c:numCache>
                      <c:formatCode>#,##0</c:formatCode>
                      <c:ptCount val="10"/>
                      <c:pt idx="0">
                        <c:v>421431</c:v>
                      </c:pt>
                      <c:pt idx="1">
                        <c:v>509381</c:v>
                      </c:pt>
                      <c:pt idx="2">
                        <c:v>417942</c:v>
                      </c:pt>
                      <c:pt idx="3">
                        <c:v>445469</c:v>
                      </c:pt>
                      <c:pt idx="4">
                        <c:v>495661</c:v>
                      </c:pt>
                      <c:pt idx="5">
                        <c:v>890436</c:v>
                      </c:pt>
                      <c:pt idx="6">
                        <c:v>710864</c:v>
                      </c:pt>
                      <c:pt idx="7">
                        <c:v>644636</c:v>
                      </c:pt>
                      <c:pt idx="8">
                        <c:v>624140</c:v>
                      </c:pt>
                      <c:pt idx="9">
                        <c:v>739216</c:v>
                      </c:pt>
                    </c:numCache>
                  </c:numRef>
                </c:val>
                <c:smooth val="0"/>
                <c:extLst xmlns:c15="http://schemas.microsoft.com/office/drawing/2012/chart">
                  <c:ext xmlns:c16="http://schemas.microsoft.com/office/drawing/2014/chart" uri="{C3380CC4-5D6E-409C-BE32-E72D297353CC}">
                    <c16:uniqueId val="{00000017-46C6-4032-9238-F55036AC2B49}"/>
                  </c:ext>
                </c:extLst>
              </c15:ser>
            </c15:filteredLineSeries>
            <c15:filteredLineSeries>
              <c15:ser>
                <c:idx val="21"/>
                <c:order val="21"/>
                <c:tx>
                  <c:strRef>
                    <c:extLst xmlns:c15="http://schemas.microsoft.com/office/drawing/2012/chart">
                      <c:ext xmlns:c15="http://schemas.microsoft.com/office/drawing/2012/chart" uri="{02D57815-91ED-43cb-92C2-25804820EDAC}">
                        <c15:formulaRef>
                          <c15:sqref>'[Worksheet in ValorResidual_TFM_v1.0.pptx 2]Sheet1'!$A$31</c15:sqref>
                        </c15:formulaRef>
                      </c:ext>
                    </c:extLst>
                    <c:strCache>
                      <c:ptCount val="1"/>
                      <c:pt idx="0">
                        <c:v>Austria</c:v>
                      </c:pt>
                    </c:strCache>
                  </c:strRef>
                </c:tx>
                <c:spPr>
                  <a:ln w="28575" cap="rnd">
                    <a:solidFill>
                      <a:schemeClr val="accent4">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2]Sheet1'!$B$31:$K$31</c15:sqref>
                        </c15:formulaRef>
                      </c:ext>
                    </c:extLst>
                    <c:numCache>
                      <c:formatCode>#,##0</c:formatCode>
                      <c:ptCount val="10"/>
                      <c:pt idx="0">
                        <c:v>606636</c:v>
                      </c:pt>
                      <c:pt idx="1">
                        <c:v>617110</c:v>
                      </c:pt>
                      <c:pt idx="2">
                        <c:v>659208</c:v>
                      </c:pt>
                      <c:pt idx="3">
                        <c:v>706640</c:v>
                      </c:pt>
                      <c:pt idx="4">
                        <c:v>682136</c:v>
                      </c:pt>
                      <c:pt idx="5">
                        <c:v>658726</c:v>
                      </c:pt>
                      <c:pt idx="6">
                        <c:v>497480</c:v>
                      </c:pt>
                      <c:pt idx="7">
                        <c:v>479606</c:v>
                      </c:pt>
                      <c:pt idx="8">
                        <c:v>430100</c:v>
                      </c:pt>
                      <c:pt idx="9">
                        <c:v>478300</c:v>
                      </c:pt>
                    </c:numCache>
                  </c:numRef>
                </c:val>
                <c:smooth val="0"/>
                <c:extLst xmlns:c15="http://schemas.microsoft.com/office/drawing/2012/chart">
                  <c:ext xmlns:c16="http://schemas.microsoft.com/office/drawing/2014/chart" uri="{C3380CC4-5D6E-409C-BE32-E72D297353CC}">
                    <c16:uniqueId val="{00000018-46C6-4032-9238-F55036AC2B49}"/>
                  </c:ext>
                </c:extLst>
              </c15:ser>
            </c15:filteredLineSeries>
            <c15:filteredLineSeries>
              <c15:ser>
                <c:idx val="23"/>
                <c:order val="23"/>
                <c:tx>
                  <c:strRef>
                    <c:extLst xmlns:c15="http://schemas.microsoft.com/office/drawing/2012/chart">
                      <c:ext xmlns:c15="http://schemas.microsoft.com/office/drawing/2012/chart" uri="{02D57815-91ED-43cb-92C2-25804820EDAC}">
                        <c15:formulaRef>
                          <c15:sqref>'[Worksheet in ValorResidual_TFM_v1.0.pptx 2]Sheet1'!$A$33</c15:sqref>
                        </c15:formulaRef>
                      </c:ext>
                    </c:extLst>
                    <c:strCache>
                      <c:ptCount val="1"/>
                      <c:pt idx="0">
                        <c:v>Portugal</c:v>
                      </c:pt>
                    </c:strCache>
                  </c:strRef>
                </c:tx>
                <c:spPr>
                  <a:ln w="28575" cap="rnd">
                    <a:solidFill>
                      <a:schemeClr val="accent6">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2]Sheet1'!$B$33:$K$33</c15:sqref>
                        </c15:formulaRef>
                      </c:ext>
                    </c:extLst>
                    <c:numCache>
                      <c:formatCode>#,##0</c:formatCode>
                      <c:ptCount val="10"/>
                      <c:pt idx="0">
                        <c:v>198</c:v>
                      </c:pt>
                      <c:pt idx="1">
                        <c:v>692</c:v>
                      </c:pt>
                      <c:pt idx="2">
                        <c:v>820</c:v>
                      </c:pt>
                      <c:pt idx="3">
                        <c:v>448074</c:v>
                      </c:pt>
                      <c:pt idx="4">
                        <c:v>456278</c:v>
                      </c:pt>
                      <c:pt idx="5">
                        <c:v>447348</c:v>
                      </c:pt>
                      <c:pt idx="6">
                        <c:v>290540</c:v>
                      </c:pt>
                      <c:pt idx="7">
                        <c:v>293288</c:v>
                      </c:pt>
                      <c:pt idx="8">
                        <c:v>316516</c:v>
                      </c:pt>
                      <c:pt idx="9">
                        <c:v>400474</c:v>
                      </c:pt>
                    </c:numCache>
                  </c:numRef>
                </c:val>
                <c:smooth val="0"/>
                <c:extLst xmlns:c15="http://schemas.microsoft.com/office/drawing/2012/chart">
                  <c:ext xmlns:c16="http://schemas.microsoft.com/office/drawing/2014/chart" uri="{C3380CC4-5D6E-409C-BE32-E72D297353CC}">
                    <c16:uniqueId val="{00000019-46C6-4032-9238-F55036AC2B49}"/>
                  </c:ext>
                </c:extLst>
              </c15:ser>
            </c15:filteredLineSeries>
            <c15:filteredLineSeries>
              <c15:ser>
                <c:idx val="24"/>
                <c:order val="24"/>
                <c:tx>
                  <c:strRef>
                    <c:extLst xmlns:c15="http://schemas.microsoft.com/office/drawing/2012/chart">
                      <c:ext xmlns:c15="http://schemas.microsoft.com/office/drawing/2012/chart" uri="{02D57815-91ED-43cb-92C2-25804820EDAC}">
                        <c15:formulaRef>
                          <c15:sqref>'[Worksheet in ValorResidual_TFM_v1.0.pptx 2]Sheet1'!$A$34</c15:sqref>
                        </c15:formulaRef>
                      </c:ext>
                    </c:extLst>
                    <c:strCache>
                      <c:ptCount val="1"/>
                      <c:pt idx="0">
                        <c:v>Romania</c:v>
                      </c:pt>
                    </c:strCache>
                  </c:strRef>
                </c:tx>
                <c:spPr>
                  <a:ln w="28575" cap="rnd">
                    <a:solidFill>
                      <a:schemeClr val="accent1">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2]Sheet1'!$B$34:$K$34</c15:sqref>
                        </c15:formulaRef>
                      </c:ext>
                    </c:extLst>
                    <c:numCache>
                      <c:formatCode>#,##0</c:formatCode>
                      <c:ptCount val="10"/>
                      <c:pt idx="0">
                        <c:v>140350</c:v>
                      </c:pt>
                      <c:pt idx="1">
                        <c:v>127292</c:v>
                      </c:pt>
                      <c:pt idx="2">
                        <c:v>190322</c:v>
                      </c:pt>
                      <c:pt idx="3">
                        <c:v>213746</c:v>
                      </c:pt>
                      <c:pt idx="4">
                        <c:v>261842</c:v>
                      </c:pt>
                      <c:pt idx="5">
                        <c:v>323128</c:v>
                      </c:pt>
                      <c:pt idx="6">
                        <c:v>252658</c:v>
                      </c:pt>
                      <c:pt idx="7">
                        <c:v>242420</c:v>
                      </c:pt>
                      <c:pt idx="8">
                        <c:v>258648</c:v>
                      </c:pt>
                      <c:pt idx="9">
                        <c:v>289218</c:v>
                      </c:pt>
                    </c:numCache>
                  </c:numRef>
                </c:val>
                <c:smooth val="0"/>
                <c:extLst xmlns:c15="http://schemas.microsoft.com/office/drawing/2012/chart">
                  <c:ext xmlns:c16="http://schemas.microsoft.com/office/drawing/2014/chart" uri="{C3380CC4-5D6E-409C-BE32-E72D297353CC}">
                    <c16:uniqueId val="{0000001A-46C6-4032-9238-F55036AC2B49}"/>
                  </c:ext>
                </c:extLst>
              </c15:ser>
            </c15:filteredLineSeries>
            <c15:filteredLineSeries>
              <c15:ser>
                <c:idx val="25"/>
                <c:order val="25"/>
                <c:tx>
                  <c:strRef>
                    <c:extLst xmlns:c15="http://schemas.microsoft.com/office/drawing/2012/chart">
                      <c:ext xmlns:c15="http://schemas.microsoft.com/office/drawing/2012/chart" uri="{02D57815-91ED-43cb-92C2-25804820EDAC}">
                        <c15:formulaRef>
                          <c15:sqref>'[Worksheet in ValorResidual_TFM_v1.0.pptx 2]Sheet1'!$A$35</c15:sqref>
                        </c15:formulaRef>
                      </c:ext>
                    </c:extLst>
                    <c:strCache>
                      <c:ptCount val="1"/>
                      <c:pt idx="0">
                        <c:v>Slovenia</c:v>
                      </c:pt>
                    </c:strCache>
                  </c:strRef>
                </c:tx>
                <c:spPr>
                  <a:ln w="28575" cap="rnd">
                    <a:solidFill>
                      <a:schemeClr val="accent2">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2]Sheet1'!$B$35:$K$35</c15:sqref>
                        </c15:formulaRef>
                      </c:ext>
                    </c:extLst>
                    <c:numCache>
                      <c:formatCode>#,##0</c:formatCode>
                      <c:ptCount val="10"/>
                      <c:pt idx="0">
                        <c:v>108172</c:v>
                      </c:pt>
                      <c:pt idx="1">
                        <c:v>121336</c:v>
                      </c:pt>
                      <c:pt idx="2">
                        <c:v>129798</c:v>
                      </c:pt>
                      <c:pt idx="3">
                        <c:v>144954</c:v>
                      </c:pt>
                      <c:pt idx="4">
                        <c:v>149036</c:v>
                      </c:pt>
                      <c:pt idx="5">
                        <c:v>145420</c:v>
                      </c:pt>
                      <c:pt idx="6">
                        <c:v>106734</c:v>
                      </c:pt>
                      <c:pt idx="7">
                        <c:v>106856</c:v>
                      </c:pt>
                      <c:pt idx="8">
                        <c:v>91358</c:v>
                      </c:pt>
                      <c:pt idx="9">
                        <c:v>96910</c:v>
                      </c:pt>
                    </c:numCache>
                  </c:numRef>
                </c:val>
                <c:smooth val="0"/>
                <c:extLst xmlns:c15="http://schemas.microsoft.com/office/drawing/2012/chart">
                  <c:ext xmlns:c16="http://schemas.microsoft.com/office/drawing/2014/chart" uri="{C3380CC4-5D6E-409C-BE32-E72D297353CC}">
                    <c16:uniqueId val="{0000001B-46C6-4032-9238-F55036AC2B49}"/>
                  </c:ext>
                </c:extLst>
              </c15:ser>
            </c15:filteredLineSeries>
            <c15:filteredLineSeries>
              <c15:ser>
                <c:idx val="26"/>
                <c:order val="26"/>
                <c:tx>
                  <c:strRef>
                    <c:extLst xmlns:c15="http://schemas.microsoft.com/office/drawing/2012/chart">
                      <c:ext xmlns:c15="http://schemas.microsoft.com/office/drawing/2012/chart" uri="{02D57815-91ED-43cb-92C2-25804820EDAC}">
                        <c15:formulaRef>
                          <c15:sqref>'[Worksheet in ValorResidual_TFM_v1.0.pptx 2]Sheet1'!$A$36</c15:sqref>
                        </c15:formulaRef>
                      </c:ext>
                    </c:extLst>
                    <c:strCache>
                      <c:ptCount val="1"/>
                      <c:pt idx="0">
                        <c:v>Slovakia</c:v>
                      </c:pt>
                    </c:strCache>
                  </c:strRef>
                </c:tx>
                <c:spPr>
                  <a:ln w="28575" cap="rnd">
                    <a:solidFill>
                      <a:schemeClr val="accent3">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2]Sheet1'!$B$36:$K$36</c15:sqref>
                        </c15:formulaRef>
                      </c:ext>
                    </c:extLst>
                    <c:numCache>
                      <c:formatCode>#,##0</c:formatCode>
                      <c:ptCount val="10"/>
                      <c:pt idx="0">
                        <c:v>75</c:v>
                      </c:pt>
                      <c:pt idx="1">
                        <c:v>136</c:v>
                      </c:pt>
                      <c:pt idx="2">
                        <c:v>536</c:v>
                      </c:pt>
                      <c:pt idx="3">
                        <c:v>979</c:v>
                      </c:pt>
                      <c:pt idx="4">
                        <c:v>1051</c:v>
                      </c:pt>
                      <c:pt idx="5">
                        <c:v>557</c:v>
                      </c:pt>
                      <c:pt idx="6">
                        <c:v>1851</c:v>
                      </c:pt>
                      <c:pt idx="7">
                        <c:v>1969</c:v>
                      </c:pt>
                      <c:pt idx="8">
                        <c:v>157918</c:v>
                      </c:pt>
                      <c:pt idx="9">
                        <c:v>176348</c:v>
                      </c:pt>
                    </c:numCache>
                  </c:numRef>
                </c:val>
                <c:smooth val="0"/>
                <c:extLst xmlns:c15="http://schemas.microsoft.com/office/drawing/2012/chart">
                  <c:ext xmlns:c16="http://schemas.microsoft.com/office/drawing/2014/chart" uri="{C3380CC4-5D6E-409C-BE32-E72D297353CC}">
                    <c16:uniqueId val="{0000001C-46C6-4032-9238-F55036AC2B49}"/>
                  </c:ext>
                </c:extLst>
              </c15:ser>
            </c15:filteredLineSeries>
            <c15:filteredLineSeries>
              <c15:ser>
                <c:idx val="27"/>
                <c:order val="27"/>
                <c:tx>
                  <c:strRef>
                    <c:extLst xmlns:c15="http://schemas.microsoft.com/office/drawing/2012/chart">
                      <c:ext xmlns:c15="http://schemas.microsoft.com/office/drawing/2012/chart" uri="{02D57815-91ED-43cb-92C2-25804820EDAC}">
                        <c15:formulaRef>
                          <c15:sqref>'[Worksheet in ValorResidual_TFM_v1.0.pptx 2]Sheet1'!$A$37</c15:sqref>
                        </c15:formulaRef>
                      </c:ext>
                    </c:extLst>
                    <c:strCache>
                      <c:ptCount val="1"/>
                      <c:pt idx="0">
                        <c:v>Finland</c:v>
                      </c:pt>
                    </c:strCache>
                  </c:strRef>
                </c:tx>
                <c:spPr>
                  <a:ln w="28575" cap="rnd">
                    <a:solidFill>
                      <a:schemeClr val="accent4">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2]Sheet1'!$B$37:$K$37</c15:sqref>
                        </c15:formulaRef>
                      </c:ext>
                    </c:extLst>
                    <c:numCache>
                      <c:formatCode>#,##0</c:formatCode>
                      <c:ptCount val="10"/>
                      <c:pt idx="0">
                        <c:v>212470</c:v>
                      </c:pt>
                      <c:pt idx="1">
                        <c:v>217638</c:v>
                      </c:pt>
                      <c:pt idx="2">
                        <c:v>238000</c:v>
                      </c:pt>
                      <c:pt idx="3">
                        <c:v>237174</c:v>
                      </c:pt>
                      <c:pt idx="4">
                        <c:v>241010</c:v>
                      </c:pt>
                      <c:pt idx="5">
                        <c:v>228404</c:v>
                      </c:pt>
                      <c:pt idx="6">
                        <c:v>192836</c:v>
                      </c:pt>
                      <c:pt idx="7">
                        <c:v>196970</c:v>
                      </c:pt>
                      <c:pt idx="8">
                        <c:v>163398</c:v>
                      </c:pt>
                      <c:pt idx="9">
                        <c:v>175018</c:v>
                      </c:pt>
                    </c:numCache>
                  </c:numRef>
                </c:val>
                <c:smooth val="0"/>
                <c:extLst xmlns:c15="http://schemas.microsoft.com/office/drawing/2012/chart">
                  <c:ext xmlns:c16="http://schemas.microsoft.com/office/drawing/2014/chart" uri="{C3380CC4-5D6E-409C-BE32-E72D297353CC}">
                    <c16:uniqueId val="{0000001D-46C6-4032-9238-F55036AC2B49}"/>
                  </c:ext>
                </c:extLst>
              </c15:ser>
            </c15:filteredLineSeries>
            <c15:filteredLineSeries>
              <c15:ser>
                <c:idx val="28"/>
                <c:order val="28"/>
                <c:tx>
                  <c:strRef>
                    <c:extLst xmlns:c15="http://schemas.microsoft.com/office/drawing/2012/chart">
                      <c:ext xmlns:c15="http://schemas.microsoft.com/office/drawing/2012/chart" uri="{02D57815-91ED-43cb-92C2-25804820EDAC}">
                        <c15:formulaRef>
                          <c15:sqref>'[Worksheet in ValorResidual_TFM_v1.0.pptx 2]Sheet1'!$A$38</c15:sqref>
                        </c15:formulaRef>
                      </c:ext>
                    </c:extLst>
                    <c:strCache>
                      <c:ptCount val="1"/>
                      <c:pt idx="0">
                        <c:v>Sweden</c:v>
                      </c:pt>
                    </c:strCache>
                  </c:strRef>
                </c:tx>
                <c:spPr>
                  <a:ln w="28575" cap="rnd">
                    <a:solidFill>
                      <a:schemeClr val="accent5">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2]Sheet1'!$B$38:$K$38</c15:sqref>
                        </c15:formulaRef>
                      </c:ext>
                    </c:extLst>
                    <c:numCache>
                      <c:formatCode>#,##0</c:formatCode>
                      <c:ptCount val="10"/>
                      <c:pt idx="0">
                        <c:v>648060</c:v>
                      </c:pt>
                      <c:pt idx="1">
                        <c:v>723816</c:v>
                      </c:pt>
                      <c:pt idx="2">
                        <c:v>775994</c:v>
                      </c:pt>
                      <c:pt idx="3">
                        <c:v>785432</c:v>
                      </c:pt>
                      <c:pt idx="4">
                        <c:v>731026</c:v>
                      </c:pt>
                      <c:pt idx="5">
                        <c:v>728913</c:v>
                      </c:pt>
                      <c:pt idx="6">
                        <c:v>587542</c:v>
                      </c:pt>
                      <c:pt idx="7">
                        <c:v>607812</c:v>
                      </c:pt>
                      <c:pt idx="8">
                        <c:v>579558</c:v>
                      </c:pt>
                      <c:pt idx="9">
                        <c:v>581536</c:v>
                      </c:pt>
                    </c:numCache>
                  </c:numRef>
                </c:val>
                <c:smooth val="0"/>
                <c:extLst xmlns:c15="http://schemas.microsoft.com/office/drawing/2012/chart">
                  <c:ext xmlns:c16="http://schemas.microsoft.com/office/drawing/2014/chart" uri="{C3380CC4-5D6E-409C-BE32-E72D297353CC}">
                    <c16:uniqueId val="{0000001E-46C6-4032-9238-F55036AC2B49}"/>
                  </c:ext>
                </c:extLst>
              </c15:ser>
            </c15:filteredLineSeries>
            <c15:filteredLineSeries>
              <c15:ser>
                <c:idx val="29"/>
                <c:order val="29"/>
                <c:tx>
                  <c:strRef>
                    <c:extLst xmlns:c15="http://schemas.microsoft.com/office/drawing/2012/chart">
                      <c:ext xmlns:c15="http://schemas.microsoft.com/office/drawing/2012/chart" uri="{02D57815-91ED-43cb-92C2-25804820EDAC}">
                        <c15:formulaRef>
                          <c15:sqref>'[Worksheet in ValorResidual_TFM_v1.0.pptx 2]Sheet1'!$A$39</c15:sqref>
                        </c15:formulaRef>
                      </c:ext>
                    </c:extLst>
                    <c:strCache>
                      <c:ptCount val="1"/>
                      <c:pt idx="0">
                        <c:v>Iceland</c:v>
                      </c:pt>
                    </c:strCache>
                  </c:strRef>
                </c:tx>
                <c:spPr>
                  <a:ln w="28575" cap="rnd">
                    <a:solidFill>
                      <a:schemeClr val="accent6">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2]Sheet1'!$B$39:$K$39</c15:sqref>
                        </c15:formulaRef>
                      </c:ext>
                    </c:extLst>
                    <c:numCache>
                      <c:formatCode>#,##0</c:formatCode>
                      <c:ptCount val="10"/>
                      <c:pt idx="0">
                        <c:v>0</c:v>
                      </c:pt>
                      <c:pt idx="1">
                        <c:v>0</c:v>
                      </c:pt>
                      <c:pt idx="2">
                        <c:v>0</c:v>
                      </c:pt>
                      <c:pt idx="3">
                        <c:v>51197</c:v>
                      </c:pt>
                      <c:pt idx="4">
                        <c:v>42156</c:v>
                      </c:pt>
                      <c:pt idx="5">
                        <c:v>27270</c:v>
                      </c:pt>
                      <c:pt idx="6">
                        <c:v>18116</c:v>
                      </c:pt>
                      <c:pt idx="7">
                        <c:v>31574</c:v>
                      </c:pt>
                      <c:pt idx="8">
                        <c:v>33360</c:v>
                      </c:pt>
                      <c:pt idx="9">
                        <c:v>35088</c:v>
                      </c:pt>
                    </c:numCache>
                  </c:numRef>
                </c:val>
                <c:smooth val="0"/>
                <c:extLst xmlns:c15="http://schemas.microsoft.com/office/drawing/2012/chart">
                  <c:ext xmlns:c16="http://schemas.microsoft.com/office/drawing/2014/chart" uri="{C3380CC4-5D6E-409C-BE32-E72D297353CC}">
                    <c16:uniqueId val="{0000001F-46C6-4032-9238-F55036AC2B49}"/>
                  </c:ext>
                </c:extLst>
              </c15:ser>
            </c15:filteredLineSeries>
            <c15:filteredLineSeries>
              <c15:ser>
                <c:idx val="30"/>
                <c:order val="30"/>
                <c:tx>
                  <c:strRef>
                    <c:extLst xmlns:c15="http://schemas.microsoft.com/office/drawing/2012/chart">
                      <c:ext xmlns:c15="http://schemas.microsoft.com/office/drawing/2012/chart" uri="{02D57815-91ED-43cb-92C2-25804820EDAC}">
                        <c15:formulaRef>
                          <c15:sqref>'[Worksheet in ValorResidual_TFM_v1.0.pptx 2]Sheet1'!$A$40</c15:sqref>
                        </c15:formulaRef>
                      </c:ext>
                    </c:extLst>
                    <c:strCache>
                      <c:ptCount val="1"/>
                      <c:pt idx="0">
                        <c:v>Liechtenstein</c:v>
                      </c:pt>
                    </c:strCache>
                  </c:strRef>
                </c:tx>
                <c:spPr>
                  <a:ln w="28575" cap="rnd">
                    <a:solidFill>
                      <a:schemeClr val="accent1">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2]Sheet1'!$B$40:$K$40</c15:sqref>
                        </c15:formulaRef>
                      </c:ext>
                    </c:extLst>
                    <c:numCache>
                      <c:formatCode>#,##0</c:formatCode>
                      <c:ptCount val="10"/>
                      <c:pt idx="0">
                        <c:v>3600</c:v>
                      </c:pt>
                      <c:pt idx="1">
                        <c:v>4098</c:v>
                      </c:pt>
                      <c:pt idx="2">
                        <c:v>3968</c:v>
                      </c:pt>
                      <c:pt idx="3">
                        <c:v>4048</c:v>
                      </c:pt>
                      <c:pt idx="4">
                        <c:v>3698</c:v>
                      </c:pt>
                      <c:pt idx="5">
                        <c:v>3906</c:v>
                      </c:pt>
                      <c:pt idx="6">
                        <c:v>3020</c:v>
                      </c:pt>
                      <c:pt idx="7">
                        <c:v>3254</c:v>
                      </c:pt>
                      <c:pt idx="8">
                        <c:v>3048</c:v>
                      </c:pt>
                      <c:pt idx="9">
                        <c:v>3180</c:v>
                      </c:pt>
                    </c:numCache>
                  </c:numRef>
                </c:val>
                <c:smooth val="0"/>
                <c:extLst xmlns:c15="http://schemas.microsoft.com/office/drawing/2012/chart">
                  <c:ext xmlns:c16="http://schemas.microsoft.com/office/drawing/2014/chart" uri="{C3380CC4-5D6E-409C-BE32-E72D297353CC}">
                    <c16:uniqueId val="{00000020-46C6-4032-9238-F55036AC2B49}"/>
                  </c:ext>
                </c:extLst>
              </c15:ser>
            </c15:filteredLineSeries>
            <c15:filteredLineSeries>
              <c15:ser>
                <c:idx val="31"/>
                <c:order val="31"/>
                <c:tx>
                  <c:strRef>
                    <c:extLst xmlns:c15="http://schemas.microsoft.com/office/drawing/2012/chart">
                      <c:ext xmlns:c15="http://schemas.microsoft.com/office/drawing/2012/chart" uri="{02D57815-91ED-43cb-92C2-25804820EDAC}">
                        <c15:formulaRef>
                          <c15:sqref>'[Worksheet in ValorResidual_TFM_v1.0.pptx 2]Sheet1'!$A$41</c15:sqref>
                        </c15:formulaRef>
                      </c:ext>
                    </c:extLst>
                    <c:strCache>
                      <c:ptCount val="1"/>
                      <c:pt idx="0">
                        <c:v>Norway</c:v>
                      </c:pt>
                    </c:strCache>
                  </c:strRef>
                </c:tx>
                <c:spPr>
                  <a:ln w="28575" cap="rnd">
                    <a:solidFill>
                      <a:schemeClr val="accent2">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2]Sheet1'!$B$41:$K$41</c15:sqref>
                        </c15:formulaRef>
                      </c:ext>
                    </c:extLst>
                    <c:numCache>
                      <c:formatCode>#,##0</c:formatCode>
                      <c:ptCount val="10"/>
                      <c:pt idx="0">
                        <c:v>170220</c:v>
                      </c:pt>
                      <c:pt idx="1">
                        <c:v>192522</c:v>
                      </c:pt>
                      <c:pt idx="2">
                        <c:v>321366</c:v>
                      </c:pt>
                      <c:pt idx="3">
                        <c:v>335384</c:v>
                      </c:pt>
                      <c:pt idx="4">
                        <c:v>317674</c:v>
                      </c:pt>
                      <c:pt idx="5">
                        <c:v>297364</c:v>
                      </c:pt>
                      <c:pt idx="6">
                        <c:v>309086</c:v>
                      </c:pt>
                      <c:pt idx="7">
                        <c:v>365234</c:v>
                      </c:pt>
                      <c:pt idx="8">
                        <c:v>361730</c:v>
                      </c:pt>
                      <c:pt idx="9">
                        <c:v>257662</c:v>
                      </c:pt>
                    </c:numCache>
                  </c:numRef>
                </c:val>
                <c:smooth val="0"/>
                <c:extLst xmlns:c15="http://schemas.microsoft.com/office/drawing/2012/chart">
                  <c:ext xmlns:c16="http://schemas.microsoft.com/office/drawing/2014/chart" uri="{C3380CC4-5D6E-409C-BE32-E72D297353CC}">
                    <c16:uniqueId val="{00000021-46C6-4032-9238-F55036AC2B49}"/>
                  </c:ext>
                </c:extLst>
              </c15:ser>
            </c15:filteredLineSeries>
            <c15:filteredLineSeries>
              <c15:ser>
                <c:idx val="32"/>
                <c:order val="32"/>
                <c:tx>
                  <c:strRef>
                    <c:extLst xmlns:c15="http://schemas.microsoft.com/office/drawing/2012/chart">
                      <c:ext xmlns:c15="http://schemas.microsoft.com/office/drawing/2012/chart" uri="{02D57815-91ED-43cb-92C2-25804820EDAC}">
                        <c15:formulaRef>
                          <c15:sqref>'[Worksheet in ValorResidual_TFM_v1.0.pptx 2]Sheet1'!$A$42</c15:sqref>
                        </c15:formulaRef>
                      </c:ext>
                    </c:extLst>
                    <c:strCache>
                      <c:ptCount val="1"/>
                      <c:pt idx="0">
                        <c:v>Switzerland</c:v>
                      </c:pt>
                    </c:strCache>
                  </c:strRef>
                </c:tx>
                <c:spPr>
                  <a:ln w="28575" cap="rnd">
                    <a:solidFill>
                      <a:schemeClr val="accent3">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2]Sheet1'!$B$42:$K$42</c15:sqref>
                        </c15:formulaRef>
                      </c:ext>
                    </c:extLst>
                    <c:numCache>
                      <c:formatCode>#,##0</c:formatCode>
                      <c:ptCount val="10"/>
                      <c:pt idx="0">
                        <c:v>614806</c:v>
                      </c:pt>
                      <c:pt idx="1">
                        <c:v>661970</c:v>
                      </c:pt>
                      <c:pt idx="2">
                        <c:v>647240</c:v>
                      </c:pt>
                      <c:pt idx="3">
                        <c:v>639530</c:v>
                      </c:pt>
                      <c:pt idx="4">
                        <c:v>609326</c:v>
                      </c:pt>
                      <c:pt idx="5">
                        <c:v>636130</c:v>
                      </c:pt>
                      <c:pt idx="6">
                        <c:v>491020</c:v>
                      </c:pt>
                      <c:pt idx="7">
                        <c:v>501802</c:v>
                      </c:pt>
                      <c:pt idx="8">
                        <c:v>473502</c:v>
                      </c:pt>
                      <c:pt idx="9">
                        <c:v>527028</c:v>
                      </c:pt>
                    </c:numCache>
                  </c:numRef>
                </c:val>
                <c:smooth val="0"/>
                <c:extLst xmlns:c15="http://schemas.microsoft.com/office/drawing/2012/chart">
                  <c:ext xmlns:c16="http://schemas.microsoft.com/office/drawing/2014/chart" uri="{C3380CC4-5D6E-409C-BE32-E72D297353CC}">
                    <c16:uniqueId val="{00000022-46C6-4032-9238-F55036AC2B49}"/>
                  </c:ext>
                </c:extLst>
              </c15:ser>
            </c15:filteredLineSeries>
            <c15:filteredLineSeries>
              <c15:ser>
                <c:idx val="34"/>
                <c:order val="34"/>
                <c:tx>
                  <c:strRef>
                    <c:extLst xmlns:c15="http://schemas.microsoft.com/office/drawing/2012/chart">
                      <c:ext xmlns:c15="http://schemas.microsoft.com/office/drawing/2012/chart" uri="{02D57815-91ED-43cb-92C2-25804820EDAC}">
                        <c15:formulaRef>
                          <c15:sqref>'[Worksheet in ValorResidual_TFM_v1.0.pptx 2]Sheet1'!$A$44</c15:sqref>
                        </c15:formulaRef>
                      </c:ext>
                    </c:extLst>
                    <c:strCache>
                      <c:ptCount val="1"/>
                      <c:pt idx="0">
                        <c:v>Bosnia and Herzegovina</c:v>
                      </c:pt>
                    </c:strCache>
                  </c:strRef>
                </c:tx>
                <c:spPr>
                  <a:ln w="28575" cap="rnd">
                    <a:solidFill>
                      <a:schemeClr val="accent5">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2]Sheet1'!$B$44:$K$44</c15:sqref>
                        </c15:formulaRef>
                      </c:ext>
                    </c:extLst>
                    <c:numCache>
                      <c:formatCode>#,##0</c:formatCode>
                      <c:ptCount val="10"/>
                      <c:pt idx="0">
                        <c:v>11952</c:v>
                      </c:pt>
                      <c:pt idx="1">
                        <c:v>11418</c:v>
                      </c:pt>
                      <c:pt idx="2">
                        <c:v>14900</c:v>
                      </c:pt>
                      <c:pt idx="3">
                        <c:v>16328</c:v>
                      </c:pt>
                      <c:pt idx="4">
                        <c:v>16952</c:v>
                      </c:pt>
                      <c:pt idx="5">
                        <c:v>17360</c:v>
                      </c:pt>
                      <c:pt idx="6">
                        <c:v>13010</c:v>
                      </c:pt>
                      <c:pt idx="7">
                        <c:v>14674</c:v>
                      </c:pt>
                      <c:pt idx="8">
                        <c:v>15934</c:v>
                      </c:pt>
                      <c:pt idx="9">
                        <c:v>18054</c:v>
                      </c:pt>
                    </c:numCache>
                  </c:numRef>
                </c:val>
                <c:smooth val="0"/>
                <c:extLst xmlns:c15="http://schemas.microsoft.com/office/drawing/2012/chart">
                  <c:ext xmlns:c16="http://schemas.microsoft.com/office/drawing/2014/chart" uri="{C3380CC4-5D6E-409C-BE32-E72D297353CC}">
                    <c16:uniqueId val="{00000023-46C6-4032-9238-F55036AC2B49}"/>
                  </c:ext>
                </c:extLst>
              </c15:ser>
            </c15:filteredLineSeries>
            <c15:filteredLineSeries>
              <c15:ser>
                <c:idx val="35"/>
                <c:order val="35"/>
                <c:tx>
                  <c:strRef>
                    <c:extLst xmlns:c15="http://schemas.microsoft.com/office/drawing/2012/chart">
                      <c:ext xmlns:c15="http://schemas.microsoft.com/office/drawing/2012/chart" uri="{02D57815-91ED-43cb-92C2-25804820EDAC}">
                        <c15:formulaRef>
                          <c15:sqref>'[Worksheet in ValorResidual_TFM_v1.0.pptx 2]Sheet1'!$A$45</c15:sqref>
                        </c15:formulaRef>
                      </c:ext>
                    </c:extLst>
                    <c:strCache>
                      <c:ptCount val="1"/>
                      <c:pt idx="0">
                        <c:v>Montenegro</c:v>
                      </c:pt>
                    </c:strCache>
                  </c:strRef>
                </c:tx>
                <c:spPr>
                  <a:ln w="28575" cap="rnd">
                    <a:solidFill>
                      <a:schemeClr val="accent6">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2]Sheet1'!$B$45:$K$45</c15:sqref>
                        </c15:formulaRef>
                      </c:ext>
                    </c:extLst>
                    <c:numCache>
                      <c:formatCode>#,##0</c:formatCode>
                      <c:ptCount val="10"/>
                      <c:pt idx="0">
                        <c:v>0</c:v>
                      </c:pt>
                      <c:pt idx="1">
                        <c:v>0</c:v>
                      </c:pt>
                      <c:pt idx="2">
                        <c:v>4600</c:v>
                      </c:pt>
                      <c:pt idx="3">
                        <c:v>4296</c:v>
                      </c:pt>
                      <c:pt idx="4">
                        <c:v>6450</c:v>
                      </c:pt>
                      <c:pt idx="5">
                        <c:v>6392</c:v>
                      </c:pt>
                      <c:pt idx="6">
                        <c:v>2192</c:v>
                      </c:pt>
                      <c:pt idx="7">
                        <c:v>5980</c:v>
                      </c:pt>
                      <c:pt idx="8">
                        <c:v>6325</c:v>
                      </c:pt>
                      <c:pt idx="9">
                        <c:v>0</c:v>
                      </c:pt>
                    </c:numCache>
                  </c:numRef>
                </c:val>
                <c:smooth val="0"/>
                <c:extLst xmlns:c15="http://schemas.microsoft.com/office/drawing/2012/chart">
                  <c:ext xmlns:c16="http://schemas.microsoft.com/office/drawing/2014/chart" uri="{C3380CC4-5D6E-409C-BE32-E72D297353CC}">
                    <c16:uniqueId val="{00000024-46C6-4032-9238-F55036AC2B49}"/>
                  </c:ext>
                </c:extLst>
              </c15:ser>
            </c15:filteredLineSeries>
            <c15:filteredLineSeries>
              <c15:ser>
                <c:idx val="36"/>
                <c:order val="36"/>
                <c:tx>
                  <c:strRef>
                    <c:extLst xmlns:c15="http://schemas.microsoft.com/office/drawing/2012/chart">
                      <c:ext xmlns:c15="http://schemas.microsoft.com/office/drawing/2012/chart" uri="{02D57815-91ED-43cb-92C2-25804820EDAC}">
                        <c15:formulaRef>
                          <c15:sqref>'[Worksheet in ValorResidual_TFM_v1.0.pptx 2]Sheet1'!$A$46</c15:sqref>
                        </c15:formulaRef>
                      </c:ext>
                    </c:extLst>
                    <c:strCache>
                      <c:ptCount val="1"/>
                      <c:pt idx="0">
                        <c:v>Moldova</c:v>
                      </c:pt>
                    </c:strCache>
                  </c:strRef>
                </c:tx>
                <c:spPr>
                  <a:ln w="28575" cap="rnd">
                    <a:solidFill>
                      <a:schemeClr val="accent1">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2]Sheet1'!$B$46:$K$46</c15:sqref>
                        </c15:formulaRef>
                      </c:ext>
                    </c:extLst>
                    <c:numCache>
                      <c:formatCode>#,##0</c:formatCode>
                      <c:ptCount val="10"/>
                      <c:pt idx="0">
                        <c:v>27200</c:v>
                      </c:pt>
                      <c:pt idx="1">
                        <c:v>19112</c:v>
                      </c:pt>
                      <c:pt idx="2">
                        <c:v>19738</c:v>
                      </c:pt>
                      <c:pt idx="3">
                        <c:v>46843</c:v>
                      </c:pt>
                      <c:pt idx="4">
                        <c:v>31289</c:v>
                      </c:pt>
                      <c:pt idx="5">
                        <c:v>39029</c:v>
                      </c:pt>
                      <c:pt idx="6">
                        <c:v>35910</c:v>
                      </c:pt>
                      <c:pt idx="7">
                        <c:v>50009</c:v>
                      </c:pt>
                      <c:pt idx="8">
                        <c:v>37911</c:v>
                      </c:pt>
                      <c:pt idx="9">
                        <c:v>55007</c:v>
                      </c:pt>
                    </c:numCache>
                  </c:numRef>
                </c:val>
                <c:smooth val="0"/>
                <c:extLst xmlns:c15="http://schemas.microsoft.com/office/drawing/2012/chart">
                  <c:ext xmlns:c16="http://schemas.microsoft.com/office/drawing/2014/chart" uri="{C3380CC4-5D6E-409C-BE32-E72D297353CC}">
                    <c16:uniqueId val="{00000025-46C6-4032-9238-F55036AC2B49}"/>
                  </c:ext>
                </c:extLst>
              </c15:ser>
            </c15:filteredLineSeries>
            <c15:filteredLineSeries>
              <c15:ser>
                <c:idx val="37"/>
                <c:order val="37"/>
                <c:tx>
                  <c:strRef>
                    <c:extLst xmlns:c15="http://schemas.microsoft.com/office/drawing/2012/chart">
                      <c:ext xmlns:c15="http://schemas.microsoft.com/office/drawing/2012/chart" uri="{02D57815-91ED-43cb-92C2-25804820EDAC}">
                        <c15:formulaRef>
                          <c15:sqref>'[Worksheet in ValorResidual_TFM_v1.0.pptx 2]Sheet1'!$A$47</c15:sqref>
                        </c15:formulaRef>
                      </c:ext>
                    </c:extLst>
                    <c:strCache>
                      <c:ptCount val="1"/>
                      <c:pt idx="0">
                        <c:v>Georgia</c:v>
                      </c:pt>
                    </c:strCache>
                  </c:strRef>
                </c:tx>
                <c:spPr>
                  <a:ln w="28575" cap="rnd">
                    <a:solidFill>
                      <a:schemeClr val="accent2">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2]Sheet1'!$B$47:$K$47</c15:sqref>
                        </c15:formulaRef>
                      </c:ext>
                    </c:extLst>
                    <c:numCache>
                      <c:formatCode>#,##0</c:formatCode>
                      <c:ptCount val="10"/>
                      <c:pt idx="0">
                        <c:v>0</c:v>
                      </c:pt>
                      <c:pt idx="1">
                        <c:v>0</c:v>
                      </c:pt>
                      <c:pt idx="2">
                        <c:v>0</c:v>
                      </c:pt>
                      <c:pt idx="3">
                        <c:v>5462</c:v>
                      </c:pt>
                      <c:pt idx="4">
                        <c:v>6864</c:v>
                      </c:pt>
                      <c:pt idx="5">
                        <c:v>4792</c:v>
                      </c:pt>
                      <c:pt idx="6">
                        <c:v>4792</c:v>
                      </c:pt>
                      <c:pt idx="7">
                        <c:v>7102</c:v>
                      </c:pt>
                      <c:pt idx="8">
                        <c:v>10838</c:v>
                      </c:pt>
                      <c:pt idx="9">
                        <c:v>12844</c:v>
                      </c:pt>
                    </c:numCache>
                  </c:numRef>
                </c:val>
                <c:smooth val="0"/>
                <c:extLst xmlns:c15="http://schemas.microsoft.com/office/drawing/2012/chart">
                  <c:ext xmlns:c16="http://schemas.microsoft.com/office/drawing/2014/chart" uri="{C3380CC4-5D6E-409C-BE32-E72D297353CC}">
                    <c16:uniqueId val="{00000026-46C6-4032-9238-F55036AC2B49}"/>
                  </c:ext>
                </c:extLst>
              </c15:ser>
            </c15:filteredLineSeries>
            <c15:filteredLineSeries>
              <c15:ser>
                <c:idx val="38"/>
                <c:order val="38"/>
                <c:tx>
                  <c:strRef>
                    <c:extLst xmlns:c15="http://schemas.microsoft.com/office/drawing/2012/chart">
                      <c:ext xmlns:c15="http://schemas.microsoft.com/office/drawing/2012/chart" uri="{02D57815-91ED-43cb-92C2-25804820EDAC}">
                        <c15:formulaRef>
                          <c15:sqref>'[Worksheet in ValorResidual_TFM_v1.0.pptx 2]Sheet1'!$A$48</c15:sqref>
                        </c15:formulaRef>
                      </c:ext>
                    </c:extLst>
                    <c:strCache>
                      <c:ptCount val="1"/>
                      <c:pt idx="0">
                        <c:v>Albania</c:v>
                      </c:pt>
                    </c:strCache>
                  </c:strRef>
                </c:tx>
                <c:spPr>
                  <a:ln w="28575" cap="rnd">
                    <a:solidFill>
                      <a:schemeClr val="accent3">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2]Sheet1'!$B$48:$K$48</c15:sqref>
                        </c15:formulaRef>
                      </c:ext>
                    </c:extLst>
                    <c:numCache>
                      <c:formatCode>#,##0</c:formatCode>
                      <c:ptCount val="10"/>
                      <c:pt idx="0">
                        <c:v>0</c:v>
                      </c:pt>
                      <c:pt idx="1">
                        <c:v>0</c:v>
                      </c:pt>
                      <c:pt idx="2">
                        <c:v>0</c:v>
                      </c:pt>
                      <c:pt idx="3">
                        <c:v>0</c:v>
                      </c:pt>
                      <c:pt idx="4">
                        <c:v>0</c:v>
                      </c:pt>
                      <c:pt idx="5">
                        <c:v>85362</c:v>
                      </c:pt>
                      <c:pt idx="6">
                        <c:v>87322</c:v>
                      </c:pt>
                      <c:pt idx="7">
                        <c:v>116420</c:v>
                      </c:pt>
                      <c:pt idx="8">
                        <c:v>98918</c:v>
                      </c:pt>
                      <c:pt idx="9">
                        <c:v>132008</c:v>
                      </c:pt>
                    </c:numCache>
                  </c:numRef>
                </c:val>
                <c:smooth val="0"/>
                <c:extLst xmlns:c15="http://schemas.microsoft.com/office/drawing/2012/chart">
                  <c:ext xmlns:c16="http://schemas.microsoft.com/office/drawing/2014/chart" uri="{C3380CC4-5D6E-409C-BE32-E72D297353CC}">
                    <c16:uniqueId val="{00000027-46C6-4032-9238-F55036AC2B49}"/>
                  </c:ext>
                </c:extLst>
              </c15:ser>
            </c15:filteredLineSeries>
            <c15:filteredLineSeries>
              <c15:ser>
                <c:idx val="39"/>
                <c:order val="39"/>
                <c:tx>
                  <c:strRef>
                    <c:extLst xmlns:c15="http://schemas.microsoft.com/office/drawing/2012/chart">
                      <c:ext xmlns:c15="http://schemas.microsoft.com/office/drawing/2012/chart" uri="{02D57815-91ED-43cb-92C2-25804820EDAC}">
                        <c15:formulaRef>
                          <c15:sqref>'[Worksheet in ValorResidual_TFM_v1.0.pptx 2]Sheet1'!$A$49</c15:sqref>
                        </c15:formulaRef>
                      </c:ext>
                    </c:extLst>
                    <c:strCache>
                      <c:ptCount val="1"/>
                      <c:pt idx="0">
                        <c:v>Serbia</c:v>
                      </c:pt>
                    </c:strCache>
                  </c:strRef>
                </c:tx>
                <c:spPr>
                  <a:ln w="28575" cap="rnd">
                    <a:solidFill>
                      <a:schemeClr val="accent4">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2]Sheet1'!$B$49:$K$49</c15:sqref>
                        </c15:formulaRef>
                      </c:ext>
                    </c:extLst>
                    <c:numCache>
                      <c:formatCode>#,##0</c:formatCode>
                      <c:ptCount val="10"/>
                      <c:pt idx="0">
                        <c:v>0</c:v>
                      </c:pt>
                      <c:pt idx="1">
                        <c:v>0</c:v>
                      </c:pt>
                      <c:pt idx="2">
                        <c:v>0</c:v>
                      </c:pt>
                      <c:pt idx="3">
                        <c:v>0</c:v>
                      </c:pt>
                      <c:pt idx="4">
                        <c:v>0</c:v>
                      </c:pt>
                      <c:pt idx="5">
                        <c:v>99852</c:v>
                      </c:pt>
                      <c:pt idx="6">
                        <c:v>90122</c:v>
                      </c:pt>
                      <c:pt idx="7">
                        <c:v>82602</c:v>
                      </c:pt>
                      <c:pt idx="8">
                        <c:v>84512</c:v>
                      </c:pt>
                      <c:pt idx="9">
                        <c:v>91920</c:v>
                      </c:pt>
                    </c:numCache>
                  </c:numRef>
                </c:val>
                <c:smooth val="0"/>
                <c:extLst xmlns:c15="http://schemas.microsoft.com/office/drawing/2012/chart">
                  <c:ext xmlns:c16="http://schemas.microsoft.com/office/drawing/2014/chart" uri="{C3380CC4-5D6E-409C-BE32-E72D297353CC}">
                    <c16:uniqueId val="{00000028-46C6-4032-9238-F55036AC2B49}"/>
                  </c:ext>
                </c:extLst>
              </c15:ser>
            </c15:filteredLineSeries>
            <c15:filteredLineSeries>
              <c15:ser>
                <c:idx val="40"/>
                <c:order val="40"/>
                <c:tx>
                  <c:strRef>
                    <c:extLst xmlns:c15="http://schemas.microsoft.com/office/drawing/2012/chart">
                      <c:ext xmlns:c15="http://schemas.microsoft.com/office/drawing/2012/chart" uri="{02D57815-91ED-43cb-92C2-25804820EDAC}">
                        <c15:formulaRef>
                          <c15:sqref>'[Worksheet in ValorResidual_TFM_v1.0.pptx 2]Sheet1'!$A$50</c15:sqref>
                        </c15:formulaRef>
                      </c:ext>
                    </c:extLst>
                    <c:strCache>
                      <c:ptCount val="1"/>
                      <c:pt idx="0">
                        <c:v>Türkiye</c:v>
                      </c:pt>
                    </c:strCache>
                  </c:strRef>
                </c:tx>
                <c:spPr>
                  <a:ln w="28575" cap="rnd">
                    <a:solidFill>
                      <a:schemeClr val="accent5">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2]Sheet1'!$B$50:$K$50</c15:sqref>
                        </c15:formulaRef>
                      </c:ext>
                    </c:extLst>
                    <c:numCache>
                      <c:formatCode>#,##0</c:formatCode>
                      <c:ptCount val="10"/>
                      <c:pt idx="0">
                        <c:v>1171628</c:v>
                      </c:pt>
                      <c:pt idx="1">
                        <c:v>1492790</c:v>
                      </c:pt>
                      <c:pt idx="2">
                        <c:v>1492148</c:v>
                      </c:pt>
                      <c:pt idx="3">
                        <c:v>1483804</c:v>
                      </c:pt>
                      <c:pt idx="4">
                        <c:v>1052470</c:v>
                      </c:pt>
                      <c:pt idx="5">
                        <c:v>773496</c:v>
                      </c:pt>
                      <c:pt idx="6">
                        <c:v>1203050</c:v>
                      </c:pt>
                      <c:pt idx="7">
                        <c:v>1228074</c:v>
                      </c:pt>
                      <c:pt idx="8">
                        <c:v>1132560</c:v>
                      </c:pt>
                      <c:pt idx="9">
                        <c:v>1891536</c:v>
                      </c:pt>
                    </c:numCache>
                  </c:numRef>
                </c:val>
                <c:smooth val="0"/>
                <c:extLst xmlns:c15="http://schemas.microsoft.com/office/drawing/2012/chart">
                  <c:ext xmlns:c16="http://schemas.microsoft.com/office/drawing/2014/chart" uri="{C3380CC4-5D6E-409C-BE32-E72D297353CC}">
                    <c16:uniqueId val="{00000029-46C6-4032-9238-F55036AC2B49}"/>
                  </c:ext>
                </c:extLst>
              </c15:ser>
            </c15:filteredLineSeries>
            <c15:filteredLineSeries>
              <c15:ser>
                <c:idx val="41"/>
                <c:order val="41"/>
                <c:tx>
                  <c:strRef>
                    <c:extLst xmlns:c15="http://schemas.microsoft.com/office/drawing/2012/chart">
                      <c:ext xmlns:c15="http://schemas.microsoft.com/office/drawing/2012/chart" uri="{02D57815-91ED-43cb-92C2-25804820EDAC}">
                        <c15:formulaRef>
                          <c15:sqref>'[Worksheet in ValorResidual_TFM_v1.0.pptx 2]Sheet1'!$A$51</c15:sqref>
                        </c15:formulaRef>
                      </c:ext>
                    </c:extLst>
                    <c:strCache>
                      <c:ptCount val="1"/>
                      <c:pt idx="0">
                        <c:v>Ukraine</c:v>
                      </c:pt>
                    </c:strCache>
                  </c:strRef>
                </c:tx>
                <c:spPr>
                  <a:ln w="28575" cap="rnd">
                    <a:solidFill>
                      <a:schemeClr val="accent6">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2]Sheet1'!$B$51:$K$51</c15:sqref>
                        </c15:formulaRef>
                      </c:ext>
                    </c:extLst>
                    <c:numCache>
                      <c:formatCode>#,##0</c:formatCode>
                      <c:ptCount val="10"/>
                      <c:pt idx="0">
                        <c:v>0</c:v>
                      </c:pt>
                      <c:pt idx="1">
                        <c:v>0</c:v>
                      </c:pt>
                      <c:pt idx="2">
                        <c:v>0</c:v>
                      </c:pt>
                      <c:pt idx="3">
                        <c:v>0</c:v>
                      </c:pt>
                      <c:pt idx="4">
                        <c:v>0</c:v>
                      </c:pt>
                      <c:pt idx="5">
                        <c:v>125902</c:v>
                      </c:pt>
                      <c:pt idx="6">
                        <c:v>177594</c:v>
                      </c:pt>
                      <c:pt idx="7">
                        <c:v>215542</c:v>
                      </c:pt>
                      <c:pt idx="8">
                        <c:v>78180</c:v>
                      </c:pt>
                      <c:pt idx="9">
                        <c:v>125902</c:v>
                      </c:pt>
                    </c:numCache>
                  </c:numRef>
                </c:val>
                <c:smooth val="0"/>
                <c:extLst xmlns:c15="http://schemas.microsoft.com/office/drawing/2012/chart">
                  <c:ext xmlns:c16="http://schemas.microsoft.com/office/drawing/2014/chart" uri="{C3380CC4-5D6E-409C-BE32-E72D297353CC}">
                    <c16:uniqueId val="{0000002A-46C6-4032-9238-F55036AC2B49}"/>
                  </c:ext>
                </c:extLst>
              </c15:ser>
            </c15:filteredLineSeries>
            <c15:filteredLineSeries>
              <c15:ser>
                <c:idx val="42"/>
                <c:order val="42"/>
                <c:tx>
                  <c:strRef>
                    <c:extLst xmlns:c15="http://schemas.microsoft.com/office/drawing/2012/chart">
                      <c:ext xmlns:c15="http://schemas.microsoft.com/office/drawing/2012/chart" uri="{02D57815-91ED-43cb-92C2-25804820EDAC}">
                        <c15:formulaRef>
                          <c15:sqref>'[Worksheet in ValorResidual_TFM_v1.0.pptx 2]Sheet1'!$A$52</c15:sqref>
                        </c15:formulaRef>
                      </c:ext>
                    </c:extLst>
                    <c:strCache>
                      <c:ptCount val="1"/>
                      <c:pt idx="0">
                        <c:v>Kosovo*</c:v>
                      </c:pt>
                    </c:strCache>
                  </c:strRef>
                </c:tx>
                <c:spPr>
                  <a:ln w="28575" cap="rnd">
                    <a:solidFill>
                      <a:schemeClr val="accent1">
                        <a:lumMod val="7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2]Sheet1'!$B$52:$K$52</c15:sqref>
                        </c15:formulaRef>
                      </c:ext>
                    </c:extLst>
                    <c:numCache>
                      <c:formatCode>#,##0</c:formatCode>
                      <c:ptCount val="10"/>
                      <c:pt idx="0">
                        <c:v>0</c:v>
                      </c:pt>
                      <c:pt idx="1">
                        <c:v>0</c:v>
                      </c:pt>
                      <c:pt idx="2">
                        <c:v>0</c:v>
                      </c:pt>
                      <c:pt idx="3">
                        <c:v>38996</c:v>
                      </c:pt>
                      <c:pt idx="4">
                        <c:v>19684</c:v>
                      </c:pt>
                      <c:pt idx="5">
                        <c:v>45174</c:v>
                      </c:pt>
                      <c:pt idx="6">
                        <c:v>0</c:v>
                      </c:pt>
                      <c:pt idx="7">
                        <c:v>54063</c:v>
                      </c:pt>
                      <c:pt idx="8">
                        <c:v>0</c:v>
                      </c:pt>
                      <c:pt idx="9">
                        <c:v>0</c:v>
                      </c:pt>
                    </c:numCache>
                  </c:numRef>
                </c:val>
                <c:smooth val="0"/>
                <c:extLst xmlns:c15="http://schemas.microsoft.com/office/drawing/2012/chart">
                  <c:ext xmlns:c16="http://schemas.microsoft.com/office/drawing/2014/chart" uri="{C3380CC4-5D6E-409C-BE32-E72D297353CC}">
                    <c16:uniqueId val="{0000002B-46C6-4032-9238-F55036AC2B49}"/>
                  </c:ext>
                </c:extLst>
              </c15:ser>
            </c15:filteredLineSeries>
            <c15:filteredLineSeries>
              <c15:ser>
                <c:idx val="44"/>
                <c:order val="44"/>
                <c:tx>
                  <c:strRef>
                    <c:extLst xmlns:c15="http://schemas.microsoft.com/office/drawing/2012/chart">
                      <c:ext xmlns:c15="http://schemas.microsoft.com/office/drawing/2012/chart" uri="{02D57815-91ED-43cb-92C2-25804820EDAC}">
                        <c15:formulaRef>
                          <c15:sqref>'[Worksheet in ValorResidual_TFM_v1.0.pptx 2]Sheet1'!$A$54</c15:sqref>
                        </c15:formulaRef>
                      </c:ext>
                    </c:extLst>
                    <c:strCache>
                      <c:ptCount val="1"/>
                      <c:pt idx="0">
                        <c:v>Special value</c:v>
                      </c:pt>
                    </c:strCache>
                  </c:strRef>
                </c:tx>
                <c:spPr>
                  <a:ln w="28575" cap="rnd">
                    <a:solidFill>
                      <a:schemeClr val="accent3">
                        <a:lumMod val="7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2]Sheet1'!$B$54:$K$54</c15:sqref>
                        </c15:formulaRef>
                      </c:ext>
                    </c:extLst>
                    <c:numCache>
                      <c:formatCode>General</c:formatCode>
                      <c:ptCount val="10"/>
                    </c:numCache>
                  </c:numRef>
                </c:val>
                <c:smooth val="0"/>
                <c:extLst xmlns:c15="http://schemas.microsoft.com/office/drawing/2012/chart">
                  <c:ext xmlns:c16="http://schemas.microsoft.com/office/drawing/2014/chart" uri="{C3380CC4-5D6E-409C-BE32-E72D297353CC}">
                    <c16:uniqueId val="{0000002C-46C6-4032-9238-F55036AC2B49}"/>
                  </c:ext>
                </c:extLst>
              </c15:ser>
            </c15:filteredLineSeries>
            <c15:filteredLineSeries>
              <c15:ser>
                <c:idx val="45"/>
                <c:order val="45"/>
                <c:tx>
                  <c:strRef>
                    <c:extLst xmlns:c15="http://schemas.microsoft.com/office/drawing/2012/chart">
                      <c:ext xmlns:c15="http://schemas.microsoft.com/office/drawing/2012/chart" uri="{02D57815-91ED-43cb-92C2-25804820EDAC}">
                        <c15:formulaRef>
                          <c15:sqref>'[Worksheet in ValorResidual_TFM_v1.0.pptx 2]Sheet1'!$A$55</c15:sqref>
                        </c15:formulaRef>
                      </c:ext>
                    </c:extLst>
                    <c:strCache>
                      <c:ptCount val="1"/>
                      <c:pt idx="0">
                        <c:v>:</c:v>
                      </c:pt>
                    </c:strCache>
                  </c:strRef>
                </c:tx>
                <c:spPr>
                  <a:ln w="28575" cap="rnd">
                    <a:solidFill>
                      <a:schemeClr val="accent4">
                        <a:lumMod val="7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2]Sheet1'!$B$9:$K$9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2]Sheet1'!$B$55:$K$55</c15:sqref>
                        </c15:formulaRef>
                      </c:ext>
                    </c:extLst>
                    <c:numCache>
                      <c:formatCode>General</c:formatCode>
                      <c:ptCount val="10"/>
                      <c:pt idx="0">
                        <c:v>0</c:v>
                      </c:pt>
                    </c:numCache>
                  </c:numRef>
                </c:val>
                <c:smooth val="0"/>
                <c:extLst xmlns:c15="http://schemas.microsoft.com/office/drawing/2012/chart">
                  <c:ext xmlns:c16="http://schemas.microsoft.com/office/drawing/2014/chart" uri="{C3380CC4-5D6E-409C-BE32-E72D297353CC}">
                    <c16:uniqueId val="{0000002D-46C6-4032-9238-F55036AC2B49}"/>
                  </c:ext>
                </c:extLst>
              </c15:ser>
            </c15:filteredLineSeries>
          </c:ext>
        </c:extLst>
      </c:lineChart>
      <c:catAx>
        <c:axId val="591156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591164672"/>
        <c:crosses val="autoZero"/>
        <c:auto val="1"/>
        <c:lblAlgn val="ctr"/>
        <c:lblOffset val="100"/>
        <c:noMultiLvlLbl val="0"/>
      </c:catAx>
      <c:valAx>
        <c:axId val="5911646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5911565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showDLblsOverMax val="0"/>
  </c:chart>
  <c:spPr>
    <a:noFill/>
    <a:ln>
      <a:noFill/>
    </a:ln>
    <a:effectLst/>
  </c:spPr>
  <c:txPr>
    <a:bodyPr/>
    <a:lstStyle/>
    <a:p>
      <a:pPr>
        <a:defRPr/>
      </a:pPr>
      <a:endParaRPr lang="es-ES_tradn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_tradnl" sz="1400" b="0" i="0" u="none" strike="noStrike" kern="1200" spc="0" baseline="0">
                <a:solidFill>
                  <a:prstClr val="black">
                    <a:lumMod val="65000"/>
                    <a:lumOff val="35000"/>
                  </a:prstClr>
                </a:solidFill>
              </a:rPr>
              <a:t>Nueva producción de vehículos eléctricos en los principales mercados europeos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_tradnl"/>
        </a:p>
      </c:txPr>
    </c:title>
    <c:autoTitleDeleted val="0"/>
    <c:plotArea>
      <c:layout/>
      <c:lineChart>
        <c:grouping val="standard"/>
        <c:varyColors val="0"/>
        <c:ser>
          <c:idx val="6"/>
          <c:order val="6"/>
          <c:tx>
            <c:strRef>
              <c:f>'[Worksheet in ValorResidual_TFM_v1.0.pptx 2]Sheet 5'!$A$16</c:f>
              <c:strCache>
                <c:ptCount val="1"/>
                <c:pt idx="0">
                  <c:v>Germany</c:v>
                </c:pt>
              </c:strCache>
            </c:strRef>
          </c:tx>
          <c:spPr>
            <a:ln w="28575" cap="rnd">
              <a:solidFill>
                <a:schemeClr val="accent1">
                  <a:lumMod val="60000"/>
                </a:schemeClr>
              </a:solidFill>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5'!$B$16:$K$16</c:f>
              <c:numCache>
                <c:formatCode>#,##0</c:formatCode>
                <c:ptCount val="10"/>
                <c:pt idx="0">
                  <c:v>8522</c:v>
                </c:pt>
                <c:pt idx="1">
                  <c:v>12363</c:v>
                </c:pt>
                <c:pt idx="2">
                  <c:v>11410</c:v>
                </c:pt>
                <c:pt idx="3">
                  <c:v>25056</c:v>
                </c:pt>
                <c:pt idx="4">
                  <c:v>36062</c:v>
                </c:pt>
                <c:pt idx="5">
                  <c:v>63281</c:v>
                </c:pt>
                <c:pt idx="6">
                  <c:v>194163</c:v>
                </c:pt>
                <c:pt idx="7">
                  <c:v>355961</c:v>
                </c:pt>
                <c:pt idx="8">
                  <c:v>470559</c:v>
                </c:pt>
                <c:pt idx="9">
                  <c:v>524219</c:v>
                </c:pt>
              </c:numCache>
            </c:numRef>
          </c:val>
          <c:smooth val="0"/>
          <c:extLst>
            <c:ext xmlns:c16="http://schemas.microsoft.com/office/drawing/2014/chart" uri="{C3380CC4-5D6E-409C-BE32-E72D297353CC}">
              <c16:uniqueId val="{00000000-E039-43B5-97F6-50B2C90930E7}"/>
            </c:ext>
          </c:extLst>
        </c:ser>
        <c:ser>
          <c:idx val="10"/>
          <c:order val="10"/>
          <c:tx>
            <c:strRef>
              <c:f>'[Worksheet in ValorResidual_TFM_v1.0.pptx 2]Sheet 5'!$A$20</c:f>
              <c:strCache>
                <c:ptCount val="1"/>
                <c:pt idx="0">
                  <c:v>Spain</c:v>
                </c:pt>
              </c:strCache>
            </c:strRef>
          </c:tx>
          <c:spPr>
            <a:ln w="28575" cap="rnd">
              <a:solidFill>
                <a:schemeClr val="accent5">
                  <a:lumMod val="60000"/>
                </a:schemeClr>
              </a:solidFill>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5'!$B$20:$K$20</c:f>
              <c:numCache>
                <c:formatCode>#,##0</c:formatCode>
                <c:ptCount val="10"/>
                <c:pt idx="0">
                  <c:v>1004</c:v>
                </c:pt>
                <c:pt idx="1">
                  <c:v>2620</c:v>
                </c:pt>
                <c:pt idx="2">
                  <c:v>2085</c:v>
                </c:pt>
                <c:pt idx="3">
                  <c:v>4038</c:v>
                </c:pt>
                <c:pt idx="4">
                  <c:v>6238</c:v>
                </c:pt>
                <c:pt idx="5">
                  <c:v>10415</c:v>
                </c:pt>
                <c:pt idx="6">
                  <c:v>18217</c:v>
                </c:pt>
                <c:pt idx="7">
                  <c:v>24400</c:v>
                </c:pt>
                <c:pt idx="8">
                  <c:v>31737</c:v>
                </c:pt>
                <c:pt idx="9">
                  <c:v>55388</c:v>
                </c:pt>
              </c:numCache>
            </c:numRef>
          </c:val>
          <c:smooth val="0"/>
          <c:extLst>
            <c:ext xmlns:c16="http://schemas.microsoft.com/office/drawing/2014/chart" uri="{C3380CC4-5D6E-409C-BE32-E72D297353CC}">
              <c16:uniqueId val="{00000001-E039-43B5-97F6-50B2C90930E7}"/>
            </c:ext>
          </c:extLst>
        </c:ser>
        <c:ser>
          <c:idx val="11"/>
          <c:order val="11"/>
          <c:tx>
            <c:strRef>
              <c:f>'[Worksheet in ValorResidual_TFM_v1.0.pptx 2]Sheet 5'!$A$21</c:f>
              <c:strCache>
                <c:ptCount val="1"/>
                <c:pt idx="0">
                  <c:v>France</c:v>
                </c:pt>
              </c:strCache>
            </c:strRef>
          </c:tx>
          <c:spPr>
            <a:ln w="28575" cap="rnd">
              <a:solidFill>
                <a:schemeClr val="accent6">
                  <a:lumMod val="60000"/>
                </a:schemeClr>
              </a:solidFill>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5'!$B$21:$K$21</c:f>
              <c:numCache>
                <c:formatCode>#,##0</c:formatCode>
                <c:ptCount val="10"/>
                <c:pt idx="0">
                  <c:v>10567</c:v>
                </c:pt>
                <c:pt idx="1">
                  <c:v>17269</c:v>
                </c:pt>
                <c:pt idx="2">
                  <c:v>21758</c:v>
                </c:pt>
                <c:pt idx="3">
                  <c:v>25368</c:v>
                </c:pt>
                <c:pt idx="4">
                  <c:v>31687</c:v>
                </c:pt>
                <c:pt idx="5">
                  <c:v>43564</c:v>
                </c:pt>
                <c:pt idx="6">
                  <c:v>112499</c:v>
                </c:pt>
                <c:pt idx="7">
                  <c:v>165566</c:v>
                </c:pt>
                <c:pt idx="8">
                  <c:v>207171</c:v>
                </c:pt>
                <c:pt idx="9">
                  <c:v>303590</c:v>
                </c:pt>
              </c:numCache>
            </c:numRef>
          </c:val>
          <c:smooth val="0"/>
          <c:extLst>
            <c:ext xmlns:c16="http://schemas.microsoft.com/office/drawing/2014/chart" uri="{C3380CC4-5D6E-409C-BE32-E72D297353CC}">
              <c16:uniqueId val="{00000002-E039-43B5-97F6-50B2C90930E7}"/>
            </c:ext>
          </c:extLst>
        </c:ser>
        <c:ser>
          <c:idx val="13"/>
          <c:order val="13"/>
          <c:tx>
            <c:strRef>
              <c:f>'[Worksheet in ValorResidual_TFM_v1.0.pptx 2]Sheet 5'!$A$23</c:f>
              <c:strCache>
                <c:ptCount val="1"/>
                <c:pt idx="0">
                  <c:v>Italy</c:v>
                </c:pt>
              </c:strCache>
            </c:strRef>
          </c:tx>
          <c:spPr>
            <a:ln w="28575" cap="rnd">
              <a:solidFill>
                <a:schemeClr val="accent2">
                  <a:lumMod val="80000"/>
                  <a:lumOff val="20000"/>
                </a:schemeClr>
              </a:solidFill>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5'!$B$23:$K$23</c:f>
              <c:numCache>
                <c:formatCode>#,##0</c:formatCode>
                <c:ptCount val="10"/>
                <c:pt idx="0">
                  <c:v>1155</c:v>
                </c:pt>
                <c:pt idx="1">
                  <c:v>1576</c:v>
                </c:pt>
                <c:pt idx="2">
                  <c:v>1497</c:v>
                </c:pt>
                <c:pt idx="3">
                  <c:v>2109</c:v>
                </c:pt>
                <c:pt idx="4">
                  <c:v>5198</c:v>
                </c:pt>
                <c:pt idx="5">
                  <c:v>10612</c:v>
                </c:pt>
                <c:pt idx="6">
                  <c:v>30930</c:v>
                </c:pt>
                <c:pt idx="7">
                  <c:v>69178</c:v>
                </c:pt>
                <c:pt idx="8">
                  <c:v>48960</c:v>
                </c:pt>
                <c:pt idx="9">
                  <c:v>65800</c:v>
                </c:pt>
              </c:numCache>
            </c:numRef>
          </c:val>
          <c:smooth val="0"/>
          <c:extLst>
            <c:ext xmlns:c16="http://schemas.microsoft.com/office/drawing/2014/chart" uri="{C3380CC4-5D6E-409C-BE32-E72D297353CC}">
              <c16:uniqueId val="{00000003-E039-43B5-97F6-50B2C90930E7}"/>
            </c:ext>
          </c:extLst>
        </c:ser>
        <c:ser>
          <c:idx val="22"/>
          <c:order val="22"/>
          <c:tx>
            <c:strRef>
              <c:f>'[Worksheet in ValorResidual_TFM_v1.0.pptx 2]Sheet 5'!$A$32</c:f>
              <c:strCache>
                <c:ptCount val="1"/>
                <c:pt idx="0">
                  <c:v>Poland</c:v>
                </c:pt>
              </c:strCache>
            </c:strRef>
          </c:tx>
          <c:spPr>
            <a:ln w="28575" cap="rnd">
              <a:solidFill>
                <a:schemeClr val="accent5">
                  <a:lumMod val="80000"/>
                </a:schemeClr>
              </a:solidFill>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5'!$B$32:$K$32</c:f>
              <c:numCache>
                <c:formatCode>#,##0</c:formatCode>
                <c:ptCount val="10"/>
                <c:pt idx="0">
                  <c:v>81</c:v>
                </c:pt>
                <c:pt idx="1">
                  <c:v>112</c:v>
                </c:pt>
                <c:pt idx="2">
                  <c:v>157</c:v>
                </c:pt>
                <c:pt idx="3">
                  <c:v>508</c:v>
                </c:pt>
                <c:pt idx="4">
                  <c:v>694</c:v>
                </c:pt>
                <c:pt idx="5">
                  <c:v>1464</c:v>
                </c:pt>
                <c:pt idx="6">
                  <c:v>3673</c:v>
                </c:pt>
                <c:pt idx="7">
                  <c:v>7092</c:v>
                </c:pt>
                <c:pt idx="8">
                  <c:v>11293</c:v>
                </c:pt>
                <c:pt idx="9">
                  <c:v>17078</c:v>
                </c:pt>
              </c:numCache>
            </c:numRef>
          </c:val>
          <c:smooth val="0"/>
          <c:extLst>
            <c:ext xmlns:c16="http://schemas.microsoft.com/office/drawing/2014/chart" uri="{C3380CC4-5D6E-409C-BE32-E72D297353CC}">
              <c16:uniqueId val="{00000004-E039-43B5-97F6-50B2C90930E7}"/>
            </c:ext>
          </c:extLst>
        </c:ser>
        <c:ser>
          <c:idx val="33"/>
          <c:order val="33"/>
          <c:tx>
            <c:strRef>
              <c:f>'[Worksheet in ValorResidual_TFM_v1.0.pptx 2]Sheet 5'!$A$43</c:f>
              <c:strCache>
                <c:ptCount val="1"/>
                <c:pt idx="0">
                  <c:v>United Kingdom</c:v>
                </c:pt>
              </c:strCache>
            </c:strRef>
          </c:tx>
          <c:spPr>
            <a:ln w="28575" cap="rnd">
              <a:solidFill>
                <a:srgbClr val="0070C0"/>
              </a:solidFill>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5'!$B$43:$K$43</c:f>
              <c:numCache>
                <c:formatCode>#,##0</c:formatCode>
                <c:ptCount val="10"/>
                <c:pt idx="0">
                  <c:v>0</c:v>
                </c:pt>
                <c:pt idx="1">
                  <c:v>10063</c:v>
                </c:pt>
                <c:pt idx="2">
                  <c:v>10544</c:v>
                </c:pt>
                <c:pt idx="3">
                  <c:v>13727</c:v>
                </c:pt>
                <c:pt idx="4">
                  <c:v>15579</c:v>
                </c:pt>
                <c:pt idx="7">
                  <c:v>188143</c:v>
                </c:pt>
                <c:pt idx="8">
                  <c:v>263197</c:v>
                </c:pt>
                <c:pt idx="9">
                  <c:v>308941</c:v>
                </c:pt>
              </c:numCache>
            </c:numRef>
          </c:val>
          <c:smooth val="0"/>
          <c:extLst>
            <c:ext xmlns:c16="http://schemas.microsoft.com/office/drawing/2014/chart" uri="{C3380CC4-5D6E-409C-BE32-E72D297353CC}">
              <c16:uniqueId val="{00000005-E039-43B5-97F6-50B2C90930E7}"/>
            </c:ext>
          </c:extLst>
        </c:ser>
        <c:ser>
          <c:idx val="43"/>
          <c:order val="43"/>
          <c:tx>
            <c:strRef>
              <c:f>'[Worksheet in ValorResidual_TFM_v1.0.pptx 2]Sheet 5'!$A$53</c:f>
              <c:strCache>
                <c:ptCount val="1"/>
                <c:pt idx="0">
                  <c:v>UK-proj</c:v>
                </c:pt>
              </c:strCache>
            </c:strRef>
          </c:tx>
          <c:spPr>
            <a:ln w="28575" cap="rnd">
              <a:solidFill>
                <a:srgbClr val="0070C0"/>
              </a:solidFill>
              <a:prstDash val="dash"/>
              <a:round/>
            </a:ln>
            <a:effectLst/>
          </c:spPr>
          <c:marker>
            <c:symbol val="none"/>
          </c:marker>
          <c:cat>
            <c:strRef>
              <c:f>'[Worksheet in ValorResidual_TFM_v1.0.pptx 2]Sheet 5'!$B$9:$K$9</c:f>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f>'[Worksheet in ValorResidual_TFM_v1.0.pptx 2]Sheet 5'!$B$53:$K$53</c:f>
              <c:numCache>
                <c:formatCode>#,##0</c:formatCode>
                <c:ptCount val="10"/>
                <c:pt idx="0">
                  <c:v>9582</c:v>
                </c:pt>
                <c:pt idx="1">
                  <c:v>10063</c:v>
                </c:pt>
                <c:pt idx="4">
                  <c:v>15579</c:v>
                </c:pt>
                <c:pt idx="5" formatCode="General">
                  <c:v>73100.333333333343</c:v>
                </c:pt>
                <c:pt idx="6" formatCode="General">
                  <c:v>130621.66666666667</c:v>
                </c:pt>
                <c:pt idx="7">
                  <c:v>188143</c:v>
                </c:pt>
              </c:numCache>
            </c:numRef>
          </c:val>
          <c:smooth val="0"/>
          <c:extLst>
            <c:ext xmlns:c16="http://schemas.microsoft.com/office/drawing/2014/chart" uri="{C3380CC4-5D6E-409C-BE32-E72D297353CC}">
              <c16:uniqueId val="{00000006-E039-43B5-97F6-50B2C90930E7}"/>
            </c:ext>
          </c:extLst>
        </c:ser>
        <c:dLbls>
          <c:showLegendKey val="0"/>
          <c:showVal val="0"/>
          <c:showCatName val="0"/>
          <c:showSerName val="0"/>
          <c:showPercent val="0"/>
          <c:showBubbleSize val="0"/>
        </c:dLbls>
        <c:smooth val="0"/>
        <c:axId val="591184832"/>
        <c:axId val="591194912"/>
        <c:extLst>
          <c:ext xmlns:c15="http://schemas.microsoft.com/office/drawing/2012/chart" uri="{02D57815-91ED-43cb-92C2-25804820EDAC}">
            <c15:filteredLineSeries>
              <c15:ser>
                <c:idx val="0"/>
                <c:order val="0"/>
                <c:tx>
                  <c:strRef>
                    <c:extLst>
                      <c:ext uri="{02D57815-91ED-43cb-92C2-25804820EDAC}">
                        <c15:formulaRef>
                          <c15:sqref>'[Worksheet in ValorResidual_TFM_v1.0.pptx 2]Sheet 5'!$A$10</c15:sqref>
                        </c15:formulaRef>
                      </c:ext>
                    </c:extLst>
                    <c:strCache>
                      <c:ptCount val="1"/>
                      <c:pt idx="0">
                        <c:v>GEO (Labels)</c:v>
                      </c:pt>
                    </c:strCache>
                  </c:strRef>
                </c:tx>
                <c:spPr>
                  <a:ln w="28575" cap="rnd">
                    <a:solidFill>
                      <a:schemeClr val="accent1"/>
                    </a:solidFill>
                    <a:round/>
                  </a:ln>
                  <a:effectLst/>
                </c:spPr>
                <c:marker>
                  <c:symbol val="none"/>
                </c:marker>
                <c:cat>
                  <c:strRef>
                    <c:extLst>
                      <c:ex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c:ext uri="{02D57815-91ED-43cb-92C2-25804820EDAC}">
                        <c15:formulaRef>
                          <c15:sqref>'[Worksheet in ValorResidual_TFM_v1.0.pptx 2]Sheet 5'!$B$10:$K$10</c15:sqref>
                        </c15:formulaRef>
                      </c:ext>
                    </c:extLst>
                    <c:numCache>
                      <c:formatCode>General</c:formatCode>
                      <c:ptCount val="10"/>
                      <c:pt idx="0">
                        <c:v>0</c:v>
                      </c:pt>
                      <c:pt idx="1">
                        <c:v>0</c:v>
                      </c:pt>
                      <c:pt idx="2">
                        <c:v>0</c:v>
                      </c:pt>
                      <c:pt idx="3">
                        <c:v>0</c:v>
                      </c:pt>
                      <c:pt idx="4">
                        <c:v>0</c:v>
                      </c:pt>
                      <c:pt idx="5">
                        <c:v>0</c:v>
                      </c:pt>
                      <c:pt idx="6">
                        <c:v>0</c:v>
                      </c:pt>
                      <c:pt idx="7">
                        <c:v>0</c:v>
                      </c:pt>
                      <c:pt idx="8">
                        <c:v>0</c:v>
                      </c:pt>
                      <c:pt idx="9">
                        <c:v>0</c:v>
                      </c:pt>
                    </c:numCache>
                  </c:numRef>
                </c:val>
                <c:smooth val="0"/>
                <c:extLst>
                  <c:ext xmlns:c16="http://schemas.microsoft.com/office/drawing/2014/chart" uri="{C3380CC4-5D6E-409C-BE32-E72D297353CC}">
                    <c16:uniqueId val="{00000007-E039-43B5-97F6-50B2C90930E7}"/>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'[Worksheet in ValorResidual_TFM_v1.0.pptx 2]Sheet 5'!$A$11</c15:sqref>
                        </c15:formulaRef>
                      </c:ext>
                    </c:extLst>
                    <c:strCache>
                      <c:ptCount val="1"/>
                      <c:pt idx="0">
                        <c:v>European Union - 27 countries (from 2020)</c:v>
                      </c:pt>
                    </c:strCache>
                  </c:strRef>
                </c:tx>
                <c:spPr>
                  <a:ln w="28575" cap="rnd">
                    <a:solidFill>
                      <a:schemeClr val="accent2"/>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5'!$B$11:$K$11</c15:sqref>
                        </c15:formulaRef>
                      </c:ext>
                    </c:extLst>
                    <c:numCache>
                      <c:formatCode>#,##0</c:formatCode>
                      <c:ptCount val="10"/>
                      <c:pt idx="0">
                        <c:v>30892</c:v>
                      </c:pt>
                      <c:pt idx="1">
                        <c:v>46641</c:v>
                      </c:pt>
                      <c:pt idx="2">
                        <c:v>53544</c:v>
                      </c:pt>
                      <c:pt idx="3">
                        <c:v>83778</c:v>
                      </c:pt>
                      <c:pt idx="4">
                        <c:v>134506</c:v>
                      </c:pt>
                      <c:pt idx="5">
                        <c:v>250082</c:v>
                      </c:pt>
                      <c:pt idx="6">
                        <c:v>539028</c:v>
                      </c:pt>
                      <c:pt idx="7">
                        <c:v>885298</c:v>
                      </c:pt>
                      <c:pt idx="8">
                        <c:v>1129786</c:v>
                      </c:pt>
                      <c:pt idx="9">
                        <c:v>1547679</c:v>
                      </c:pt>
                    </c:numCache>
                  </c:numRef>
                </c:val>
                <c:smooth val="0"/>
                <c:extLst xmlns:c15="http://schemas.microsoft.com/office/drawing/2012/chart">
                  <c:ext xmlns:c16="http://schemas.microsoft.com/office/drawing/2014/chart" uri="{C3380CC4-5D6E-409C-BE32-E72D297353CC}">
                    <c16:uniqueId val="{00000008-E039-43B5-97F6-50B2C90930E7}"/>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'[Worksheet in ValorResidual_TFM_v1.0.pptx 2]Sheet 5'!$A$12</c15:sqref>
                        </c15:formulaRef>
                      </c:ext>
                    </c:extLst>
                    <c:strCache>
                      <c:ptCount val="1"/>
                      <c:pt idx="0">
                        <c:v>Belgium</c:v>
                      </c:pt>
                    </c:strCache>
                  </c:strRef>
                </c:tx>
                <c:spPr>
                  <a:ln w="28575" cap="rnd">
                    <a:solidFill>
                      <a:schemeClr val="accent3"/>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5'!$B$12:$K$12</c15:sqref>
                        </c15:formulaRef>
                      </c:ext>
                    </c:extLst>
                    <c:numCache>
                      <c:formatCode>#,##0</c:formatCode>
                      <c:ptCount val="10"/>
                      <c:pt idx="0">
                        <c:v>1167</c:v>
                      </c:pt>
                      <c:pt idx="1">
                        <c:v>1360</c:v>
                      </c:pt>
                      <c:pt idx="2">
                        <c:v>2061</c:v>
                      </c:pt>
                      <c:pt idx="3">
                        <c:v>2717</c:v>
                      </c:pt>
                      <c:pt idx="4">
                        <c:v>3763</c:v>
                      </c:pt>
                      <c:pt idx="5">
                        <c:v>8892</c:v>
                      </c:pt>
                      <c:pt idx="6">
                        <c:v>15044</c:v>
                      </c:pt>
                      <c:pt idx="7">
                        <c:v>22774</c:v>
                      </c:pt>
                      <c:pt idx="8">
                        <c:v>37760</c:v>
                      </c:pt>
                      <c:pt idx="9">
                        <c:v>93482</c:v>
                      </c:pt>
                    </c:numCache>
                  </c:numRef>
                </c:val>
                <c:smooth val="0"/>
                <c:extLst xmlns:c15="http://schemas.microsoft.com/office/drawing/2012/chart">
                  <c:ext xmlns:c16="http://schemas.microsoft.com/office/drawing/2014/chart" uri="{C3380CC4-5D6E-409C-BE32-E72D297353CC}">
                    <c16:uniqueId val="{00000009-E039-43B5-97F6-50B2C90930E7}"/>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'[Worksheet in ValorResidual_TFM_v1.0.pptx 2]Sheet 5'!$A$13</c15:sqref>
                        </c15:formulaRef>
                      </c:ext>
                    </c:extLst>
                    <c:strCache>
                      <c:ptCount val="1"/>
                      <c:pt idx="0">
                        <c:v>Bulgaria</c:v>
                      </c:pt>
                    </c:strCache>
                  </c:strRef>
                </c:tx>
                <c:spPr>
                  <a:ln w="28575" cap="rnd">
                    <a:solidFill>
                      <a:schemeClr val="accent4"/>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5'!$B$13:$K$13</c15:sqref>
                        </c15:formulaRef>
                      </c:ext>
                    </c:extLst>
                    <c:numCache>
                      <c:formatCode>#,##0</c:formatCode>
                      <c:ptCount val="10"/>
                      <c:pt idx="0">
                        <c:v>0</c:v>
                      </c:pt>
                      <c:pt idx="1">
                        <c:v>10</c:v>
                      </c:pt>
                      <c:pt idx="2">
                        <c:v>11</c:v>
                      </c:pt>
                      <c:pt idx="3">
                        <c:v>13</c:v>
                      </c:pt>
                      <c:pt idx="4">
                        <c:v>145</c:v>
                      </c:pt>
                      <c:pt idx="5">
                        <c:v>188</c:v>
                      </c:pt>
                      <c:pt idx="6">
                        <c:v>277</c:v>
                      </c:pt>
                      <c:pt idx="7">
                        <c:v>550</c:v>
                      </c:pt>
                      <c:pt idx="8">
                        <c:v>1021</c:v>
                      </c:pt>
                      <c:pt idx="9">
                        <c:v>1754</c:v>
                      </c:pt>
                    </c:numCache>
                  </c:numRef>
                </c:val>
                <c:smooth val="0"/>
                <c:extLst xmlns:c15="http://schemas.microsoft.com/office/drawing/2012/chart">
                  <c:ext xmlns:c16="http://schemas.microsoft.com/office/drawing/2014/chart" uri="{C3380CC4-5D6E-409C-BE32-E72D297353CC}">
                    <c16:uniqueId val="{0000000A-E039-43B5-97F6-50B2C90930E7}"/>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'[Worksheet in ValorResidual_TFM_v1.0.pptx 2]Sheet 5'!$A$14</c15:sqref>
                        </c15:formulaRef>
                      </c:ext>
                    </c:extLst>
                    <c:strCache>
                      <c:ptCount val="1"/>
                      <c:pt idx="0">
                        <c:v>Czechia</c:v>
                      </c:pt>
                    </c:strCache>
                  </c:strRef>
                </c:tx>
                <c:spPr>
                  <a:ln w="28575" cap="rnd">
                    <a:solidFill>
                      <a:schemeClr val="accent5"/>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5'!$B$14:$K$14</c15:sqref>
                        </c15:formulaRef>
                      </c:ext>
                    </c:extLst>
                    <c:numCache>
                      <c:formatCode>#,##0</c:formatCode>
                      <c:ptCount val="10"/>
                      <c:pt idx="0">
                        <c:v>58</c:v>
                      </c:pt>
                      <c:pt idx="1">
                        <c:v>312</c:v>
                      </c:pt>
                      <c:pt idx="2">
                        <c:v>210</c:v>
                      </c:pt>
                      <c:pt idx="3">
                        <c:v>376</c:v>
                      </c:pt>
                      <c:pt idx="4">
                        <c:v>731</c:v>
                      </c:pt>
                      <c:pt idx="5">
                        <c:v>778</c:v>
                      </c:pt>
                      <c:pt idx="6">
                        <c:v>3264</c:v>
                      </c:pt>
                      <c:pt idx="7">
                        <c:v>3172</c:v>
                      </c:pt>
                      <c:pt idx="8">
                        <c:v>3786</c:v>
                      </c:pt>
                      <c:pt idx="9">
                        <c:v>6567</c:v>
                      </c:pt>
                    </c:numCache>
                  </c:numRef>
                </c:val>
                <c:smooth val="0"/>
                <c:extLst xmlns:c15="http://schemas.microsoft.com/office/drawing/2012/chart">
                  <c:ext xmlns:c16="http://schemas.microsoft.com/office/drawing/2014/chart" uri="{C3380CC4-5D6E-409C-BE32-E72D297353CC}">
                    <c16:uniqueId val="{0000000B-E039-43B5-97F6-50B2C90930E7}"/>
                  </c:ext>
                </c:extLst>
              </c15:ser>
            </c15:filteredLineSeries>
            <c15:filteredLineSeries>
              <c15:ser>
                <c:idx val="5"/>
                <c:order val="5"/>
                <c:tx>
                  <c:strRef>
                    <c:extLst xmlns:c15="http://schemas.microsoft.com/office/drawing/2012/chart">
                      <c:ext xmlns:c15="http://schemas.microsoft.com/office/drawing/2012/chart" uri="{02D57815-91ED-43cb-92C2-25804820EDAC}">
                        <c15:formulaRef>
                          <c15:sqref>'[Worksheet in ValorResidual_TFM_v1.0.pptx 2]Sheet 5'!$A$15</c15:sqref>
                        </c15:formulaRef>
                      </c:ext>
                    </c:extLst>
                    <c:strCache>
                      <c:ptCount val="1"/>
                      <c:pt idx="0">
                        <c:v>Denmark</c:v>
                      </c:pt>
                    </c:strCache>
                  </c:strRef>
                </c:tx>
                <c:spPr>
                  <a:ln w="28575" cap="rnd">
                    <a:solidFill>
                      <a:schemeClr val="accent6"/>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5'!$B$15:$K$15</c15:sqref>
                        </c15:formulaRef>
                      </c:ext>
                    </c:extLst>
                    <c:numCache>
                      <c:formatCode>#,##0</c:formatCode>
                      <c:ptCount val="10"/>
                      <c:pt idx="0">
                        <c:v>1564</c:v>
                      </c:pt>
                      <c:pt idx="1">
                        <c:v>1265</c:v>
                      </c:pt>
                      <c:pt idx="2">
                        <c:v>1265</c:v>
                      </c:pt>
                      <c:pt idx="3">
                        <c:v>691</c:v>
                      </c:pt>
                      <c:pt idx="4">
                        <c:v>1544</c:v>
                      </c:pt>
                      <c:pt idx="5">
                        <c:v>5501</c:v>
                      </c:pt>
                      <c:pt idx="6">
                        <c:v>14218</c:v>
                      </c:pt>
                      <c:pt idx="7">
                        <c:v>24876</c:v>
                      </c:pt>
                      <c:pt idx="8">
                        <c:v>30799</c:v>
                      </c:pt>
                      <c:pt idx="9">
                        <c:v>62586</c:v>
                      </c:pt>
                    </c:numCache>
                  </c:numRef>
                </c:val>
                <c:smooth val="0"/>
                <c:extLst xmlns:c15="http://schemas.microsoft.com/office/drawing/2012/chart">
                  <c:ext xmlns:c16="http://schemas.microsoft.com/office/drawing/2014/chart" uri="{C3380CC4-5D6E-409C-BE32-E72D297353CC}">
                    <c16:uniqueId val="{0000000C-E039-43B5-97F6-50B2C90930E7}"/>
                  </c:ext>
                </c:extLst>
              </c15:ser>
            </c15:filteredLineSeries>
            <c15:filteredLineSeries>
              <c15:ser>
                <c:idx val="7"/>
                <c:order val="7"/>
                <c:tx>
                  <c:strRef>
                    <c:extLst xmlns:c15="http://schemas.microsoft.com/office/drawing/2012/chart">
                      <c:ext xmlns:c15="http://schemas.microsoft.com/office/drawing/2012/chart" uri="{02D57815-91ED-43cb-92C2-25804820EDAC}">
                        <c15:formulaRef>
                          <c15:sqref>'[Worksheet in ValorResidual_TFM_v1.0.pptx 2]Sheet 5'!$A$17</c15:sqref>
                        </c15:formulaRef>
                      </c:ext>
                    </c:extLst>
                    <c:strCache>
                      <c:ptCount val="1"/>
                      <c:pt idx="0">
                        <c:v>Estonia</c:v>
                      </c:pt>
                    </c:strCache>
                  </c:strRef>
                </c:tx>
                <c:spPr>
                  <a:ln w="28575" cap="rnd">
                    <a:solidFill>
                      <a:schemeClr val="accent2">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5'!$B$17:$K$17</c15:sqref>
                        </c15:formulaRef>
                      </c:ext>
                    </c:extLst>
                    <c:numCache>
                      <c:formatCode>#,##0</c:formatCode>
                      <c:ptCount val="10"/>
                      <c:pt idx="0">
                        <c:v>331</c:v>
                      </c:pt>
                      <c:pt idx="1">
                        <c:v>30</c:v>
                      </c:pt>
                      <c:pt idx="2">
                        <c:v>32</c:v>
                      </c:pt>
                      <c:pt idx="3">
                        <c:v>26</c:v>
                      </c:pt>
                      <c:pt idx="4">
                        <c:v>83</c:v>
                      </c:pt>
                      <c:pt idx="5">
                        <c:v>77</c:v>
                      </c:pt>
                      <c:pt idx="6">
                        <c:v>344</c:v>
                      </c:pt>
                      <c:pt idx="7">
                        <c:v>487</c:v>
                      </c:pt>
                      <c:pt idx="8">
                        <c:v>693</c:v>
                      </c:pt>
                      <c:pt idx="9">
                        <c:v>1448</c:v>
                      </c:pt>
                    </c:numCache>
                  </c:numRef>
                </c:val>
                <c:smooth val="0"/>
                <c:extLst xmlns:c15="http://schemas.microsoft.com/office/drawing/2012/chart">
                  <c:ext xmlns:c16="http://schemas.microsoft.com/office/drawing/2014/chart" uri="{C3380CC4-5D6E-409C-BE32-E72D297353CC}">
                    <c16:uniqueId val="{0000000D-E039-43B5-97F6-50B2C90930E7}"/>
                  </c:ext>
                </c:extLst>
              </c15:ser>
            </c15:filteredLineSeries>
            <c15:filteredLineSeries>
              <c15:ser>
                <c:idx val="8"/>
                <c:order val="8"/>
                <c:tx>
                  <c:strRef>
                    <c:extLst xmlns:c15="http://schemas.microsoft.com/office/drawing/2012/chart">
                      <c:ext xmlns:c15="http://schemas.microsoft.com/office/drawing/2012/chart" uri="{02D57815-91ED-43cb-92C2-25804820EDAC}">
                        <c15:formulaRef>
                          <c15:sqref>'[Worksheet in ValorResidual_TFM_v1.0.pptx 2]Sheet 5'!$A$18</c15:sqref>
                        </c15:formulaRef>
                      </c:ext>
                    </c:extLst>
                    <c:strCache>
                      <c:ptCount val="1"/>
                      <c:pt idx="0">
                        <c:v>Ireland</c:v>
                      </c:pt>
                    </c:strCache>
                  </c:strRef>
                </c:tx>
                <c:spPr>
                  <a:ln w="28575" cap="rnd">
                    <a:solidFill>
                      <a:schemeClr val="accent3">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5'!$B$18:$K$18</c15:sqref>
                        </c15:formulaRef>
                      </c:ext>
                    </c:extLst>
                    <c:numCache>
                      <c:formatCode>#,##0</c:formatCode>
                      <c:ptCount val="10"/>
                      <c:pt idx="0">
                        <c:v>194</c:v>
                      </c:pt>
                      <c:pt idx="1">
                        <c:v>494</c:v>
                      </c:pt>
                      <c:pt idx="2">
                        <c:v>402</c:v>
                      </c:pt>
                      <c:pt idx="3">
                        <c:v>631</c:v>
                      </c:pt>
                      <c:pt idx="4">
                        <c:v>1252</c:v>
                      </c:pt>
                      <c:pt idx="5">
                        <c:v>3665</c:v>
                      </c:pt>
                      <c:pt idx="6">
                        <c:v>4075</c:v>
                      </c:pt>
                      <c:pt idx="7">
                        <c:v>9199</c:v>
                      </c:pt>
                      <c:pt idx="8">
                        <c:v>15872</c:v>
                      </c:pt>
                      <c:pt idx="9">
                        <c:v>23181</c:v>
                      </c:pt>
                    </c:numCache>
                  </c:numRef>
                </c:val>
                <c:smooth val="0"/>
                <c:extLst xmlns:c15="http://schemas.microsoft.com/office/drawing/2012/chart">
                  <c:ext xmlns:c16="http://schemas.microsoft.com/office/drawing/2014/chart" uri="{C3380CC4-5D6E-409C-BE32-E72D297353CC}">
                    <c16:uniqueId val="{0000000E-E039-43B5-97F6-50B2C90930E7}"/>
                  </c:ext>
                </c:extLst>
              </c15:ser>
            </c15:filteredLineSeries>
            <c15:filteredLineSeries>
              <c15:ser>
                <c:idx val="9"/>
                <c:order val="9"/>
                <c:tx>
                  <c:strRef>
                    <c:extLst xmlns:c15="http://schemas.microsoft.com/office/drawing/2012/chart">
                      <c:ext xmlns:c15="http://schemas.microsoft.com/office/drawing/2012/chart" uri="{02D57815-91ED-43cb-92C2-25804820EDAC}">
                        <c15:formulaRef>
                          <c15:sqref>'[Worksheet in ValorResidual_TFM_v1.0.pptx 2]Sheet 5'!$A$19</c15:sqref>
                        </c15:formulaRef>
                      </c:ext>
                    </c:extLst>
                    <c:strCache>
                      <c:ptCount val="1"/>
                      <c:pt idx="0">
                        <c:v>Greece</c:v>
                      </c:pt>
                    </c:strCache>
                  </c:strRef>
                </c:tx>
                <c:spPr>
                  <a:ln w="28575" cap="rnd">
                    <a:solidFill>
                      <a:schemeClr val="accent4">
                        <a:lumMod val="6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5'!$B$19:$K$19</c15:sqref>
                        </c15:formulaRef>
                      </c:ext>
                    </c:extLst>
                    <c:numCache>
                      <c:formatCode>#,##0</c:formatCode>
                      <c:ptCount val="10"/>
                      <c:pt idx="0">
                        <c:v>38</c:v>
                      </c:pt>
                      <c:pt idx="1">
                        <c:v>32</c:v>
                      </c:pt>
                      <c:pt idx="2">
                        <c:v>20</c:v>
                      </c:pt>
                      <c:pt idx="3">
                        <c:v>37</c:v>
                      </c:pt>
                      <c:pt idx="4">
                        <c:v>77</c:v>
                      </c:pt>
                      <c:pt idx="5">
                        <c:v>188</c:v>
                      </c:pt>
                      <c:pt idx="6">
                        <c:v>678</c:v>
                      </c:pt>
                      <c:pt idx="7">
                        <c:v>2174</c:v>
                      </c:pt>
                      <c:pt idx="8">
                        <c:v>2826</c:v>
                      </c:pt>
                      <c:pt idx="9">
                        <c:v>6377</c:v>
                      </c:pt>
                    </c:numCache>
                  </c:numRef>
                </c:val>
                <c:smooth val="0"/>
                <c:extLst xmlns:c15="http://schemas.microsoft.com/office/drawing/2012/chart">
                  <c:ext xmlns:c16="http://schemas.microsoft.com/office/drawing/2014/chart" uri="{C3380CC4-5D6E-409C-BE32-E72D297353CC}">
                    <c16:uniqueId val="{0000000F-E039-43B5-97F6-50B2C90930E7}"/>
                  </c:ext>
                </c:extLst>
              </c15:ser>
            </c15:filteredLineSeries>
            <c15:filteredLineSeries>
              <c15:ser>
                <c:idx val="12"/>
                <c:order val="12"/>
                <c:tx>
                  <c:strRef>
                    <c:extLst xmlns:c15="http://schemas.microsoft.com/office/drawing/2012/chart">
                      <c:ext xmlns:c15="http://schemas.microsoft.com/office/drawing/2012/chart" uri="{02D57815-91ED-43cb-92C2-25804820EDAC}">
                        <c15:formulaRef>
                          <c15:sqref>'[Worksheet in ValorResidual_TFM_v1.0.pptx 2]Sheet 5'!$A$22</c15:sqref>
                        </c15:formulaRef>
                      </c:ext>
                    </c:extLst>
                    <c:strCache>
                      <c:ptCount val="1"/>
                      <c:pt idx="0">
                        <c:v>Croatia</c:v>
                      </c:pt>
                    </c:strCache>
                  </c:strRef>
                </c:tx>
                <c:spPr>
                  <a:ln w="28575" cap="rnd">
                    <a:solidFill>
                      <a:schemeClr val="accent1">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5'!$B$22:$K$22</c15:sqref>
                        </c15:formulaRef>
                      </c:ext>
                    </c:extLst>
                    <c:numCache>
                      <c:formatCode>#,##0</c:formatCode>
                      <c:ptCount val="10"/>
                      <c:pt idx="0">
                        <c:v>47</c:v>
                      </c:pt>
                      <c:pt idx="1">
                        <c:v>80</c:v>
                      </c:pt>
                      <c:pt idx="2">
                        <c:v>66</c:v>
                      </c:pt>
                      <c:pt idx="3">
                        <c:v>55</c:v>
                      </c:pt>
                      <c:pt idx="4">
                        <c:v>182</c:v>
                      </c:pt>
                      <c:pt idx="5">
                        <c:v>279</c:v>
                      </c:pt>
                      <c:pt idx="6">
                        <c:v>639</c:v>
                      </c:pt>
                      <c:pt idx="7">
                        <c:v>1121</c:v>
                      </c:pt>
                      <c:pt idx="8">
                        <c:v>1062</c:v>
                      </c:pt>
                      <c:pt idx="9">
                        <c:v>1125</c:v>
                      </c:pt>
                    </c:numCache>
                  </c:numRef>
                </c:val>
                <c:smooth val="0"/>
                <c:extLst xmlns:c15="http://schemas.microsoft.com/office/drawing/2012/chart">
                  <c:ext xmlns:c16="http://schemas.microsoft.com/office/drawing/2014/chart" uri="{C3380CC4-5D6E-409C-BE32-E72D297353CC}">
                    <c16:uniqueId val="{00000010-E039-43B5-97F6-50B2C90930E7}"/>
                  </c:ext>
                </c:extLst>
              </c15:ser>
            </c15:filteredLineSeries>
            <c15:filteredLineSeries>
              <c15:ser>
                <c:idx val="14"/>
                <c:order val="14"/>
                <c:tx>
                  <c:strRef>
                    <c:extLst xmlns:c15="http://schemas.microsoft.com/office/drawing/2012/chart">
                      <c:ext xmlns:c15="http://schemas.microsoft.com/office/drawing/2012/chart" uri="{02D57815-91ED-43cb-92C2-25804820EDAC}">
                        <c15:formulaRef>
                          <c15:sqref>'[Worksheet in ValorResidual_TFM_v1.0.pptx 2]Sheet 5'!$A$24</c15:sqref>
                        </c15:formulaRef>
                      </c:ext>
                    </c:extLst>
                    <c:strCache>
                      <c:ptCount val="1"/>
                      <c:pt idx="0">
                        <c:v>Cyprus</c:v>
                      </c:pt>
                    </c:strCache>
                  </c:strRef>
                </c:tx>
                <c:spPr>
                  <a:ln w="28575" cap="rnd">
                    <a:solidFill>
                      <a:schemeClr val="accent3">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5'!$B$24:$K$24</c15:sqref>
                        </c15:formulaRef>
                      </c:ext>
                    </c:extLst>
                    <c:numCache>
                      <c:formatCode>#,##0</c:formatCode>
                      <c:ptCount val="10"/>
                      <c:pt idx="0">
                        <c:v>1</c:v>
                      </c:pt>
                      <c:pt idx="1">
                        <c:v>4</c:v>
                      </c:pt>
                      <c:pt idx="2">
                        <c:v>7</c:v>
                      </c:pt>
                      <c:pt idx="3">
                        <c:v>18</c:v>
                      </c:pt>
                      <c:pt idx="4">
                        <c:v>5</c:v>
                      </c:pt>
                      <c:pt idx="5">
                        <c:v>58</c:v>
                      </c:pt>
                      <c:pt idx="6">
                        <c:v>42</c:v>
                      </c:pt>
                      <c:pt idx="7">
                        <c:v>78</c:v>
                      </c:pt>
                      <c:pt idx="8">
                        <c:v>401</c:v>
                      </c:pt>
                      <c:pt idx="9">
                        <c:v>788</c:v>
                      </c:pt>
                    </c:numCache>
                  </c:numRef>
                </c:val>
                <c:smooth val="0"/>
                <c:extLst xmlns:c15="http://schemas.microsoft.com/office/drawing/2012/chart">
                  <c:ext xmlns:c16="http://schemas.microsoft.com/office/drawing/2014/chart" uri="{C3380CC4-5D6E-409C-BE32-E72D297353CC}">
                    <c16:uniqueId val="{00000011-E039-43B5-97F6-50B2C90930E7}"/>
                  </c:ext>
                </c:extLst>
              </c15:ser>
            </c15:filteredLineSeries>
            <c15:filteredLineSeries>
              <c15:ser>
                <c:idx val="15"/>
                <c:order val="15"/>
                <c:tx>
                  <c:strRef>
                    <c:extLst xmlns:c15="http://schemas.microsoft.com/office/drawing/2012/chart">
                      <c:ext xmlns:c15="http://schemas.microsoft.com/office/drawing/2012/chart" uri="{02D57815-91ED-43cb-92C2-25804820EDAC}">
                        <c15:formulaRef>
                          <c15:sqref>'[Worksheet in ValorResidual_TFM_v1.0.pptx 2]Sheet 5'!$A$25</c15:sqref>
                        </c15:formulaRef>
                      </c:ext>
                    </c:extLst>
                    <c:strCache>
                      <c:ptCount val="1"/>
                      <c:pt idx="0">
                        <c:v>Latvia</c:v>
                      </c:pt>
                    </c:strCache>
                  </c:strRef>
                </c:tx>
                <c:spPr>
                  <a:ln w="28575" cap="rnd">
                    <a:solidFill>
                      <a:schemeClr val="accent4">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5'!$B$25:$K$25</c15:sqref>
                        </c15:formulaRef>
                      </c:ext>
                    </c:extLst>
                    <c:numCache>
                      <c:formatCode>#,##0</c:formatCode>
                      <c:ptCount val="10"/>
                      <c:pt idx="0">
                        <c:v>174</c:v>
                      </c:pt>
                      <c:pt idx="1">
                        <c:v>17</c:v>
                      </c:pt>
                      <c:pt idx="2">
                        <c:v>19</c:v>
                      </c:pt>
                      <c:pt idx="3">
                        <c:v>41</c:v>
                      </c:pt>
                      <c:pt idx="4">
                        <c:v>78</c:v>
                      </c:pt>
                      <c:pt idx="5">
                        <c:v>116</c:v>
                      </c:pt>
                      <c:pt idx="6">
                        <c:v>351</c:v>
                      </c:pt>
                      <c:pt idx="7">
                        <c:v>480</c:v>
                      </c:pt>
                      <c:pt idx="8">
                        <c:v>1069</c:v>
                      </c:pt>
                      <c:pt idx="9">
                        <c:v>1629</c:v>
                      </c:pt>
                    </c:numCache>
                  </c:numRef>
                </c:val>
                <c:smooth val="0"/>
                <c:extLst xmlns:c15="http://schemas.microsoft.com/office/drawing/2012/chart">
                  <c:ext xmlns:c16="http://schemas.microsoft.com/office/drawing/2014/chart" uri="{C3380CC4-5D6E-409C-BE32-E72D297353CC}">
                    <c16:uniqueId val="{00000012-E039-43B5-97F6-50B2C90930E7}"/>
                  </c:ext>
                </c:extLst>
              </c15:ser>
            </c15:filteredLineSeries>
            <c15:filteredLineSeries>
              <c15:ser>
                <c:idx val="16"/>
                <c:order val="16"/>
                <c:tx>
                  <c:strRef>
                    <c:extLst xmlns:c15="http://schemas.microsoft.com/office/drawing/2012/chart">
                      <c:ext xmlns:c15="http://schemas.microsoft.com/office/drawing/2012/chart" uri="{02D57815-91ED-43cb-92C2-25804820EDAC}">
                        <c15:formulaRef>
                          <c15:sqref>'[Worksheet in ValorResidual_TFM_v1.0.pptx 2]Sheet 5'!$A$26</c15:sqref>
                        </c15:formulaRef>
                      </c:ext>
                    </c:extLst>
                    <c:strCache>
                      <c:ptCount val="1"/>
                      <c:pt idx="0">
                        <c:v>Lithuania</c:v>
                      </c:pt>
                    </c:strCache>
                  </c:strRef>
                </c:tx>
                <c:spPr>
                  <a:ln w="28575" cap="rnd">
                    <a:solidFill>
                      <a:schemeClr val="accent5">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5'!$B$26:$K$26</c15:sqref>
                        </c15:formulaRef>
                      </c:ext>
                    </c:extLst>
                    <c:numCache>
                      <c:formatCode>#,##0</c:formatCode>
                      <c:ptCount val="10"/>
                      <c:pt idx="0">
                        <c:v>8</c:v>
                      </c:pt>
                      <c:pt idx="1">
                        <c:v>26</c:v>
                      </c:pt>
                      <c:pt idx="2">
                        <c:v>62</c:v>
                      </c:pt>
                      <c:pt idx="3">
                        <c:v>43</c:v>
                      </c:pt>
                      <c:pt idx="4">
                        <c:v>141</c:v>
                      </c:pt>
                      <c:pt idx="5">
                        <c:v>175</c:v>
                      </c:pt>
                      <c:pt idx="6">
                        <c:v>480</c:v>
                      </c:pt>
                      <c:pt idx="7">
                        <c:v>1277</c:v>
                      </c:pt>
                      <c:pt idx="8">
                        <c:v>1507</c:v>
                      </c:pt>
                      <c:pt idx="9">
                        <c:v>2210</c:v>
                      </c:pt>
                    </c:numCache>
                  </c:numRef>
                </c:val>
                <c:smooth val="0"/>
                <c:extLst xmlns:c15="http://schemas.microsoft.com/office/drawing/2012/chart">
                  <c:ext xmlns:c16="http://schemas.microsoft.com/office/drawing/2014/chart" uri="{C3380CC4-5D6E-409C-BE32-E72D297353CC}">
                    <c16:uniqueId val="{00000013-E039-43B5-97F6-50B2C90930E7}"/>
                  </c:ext>
                </c:extLst>
              </c15:ser>
            </c15:filteredLineSeries>
            <c15:filteredLineSeries>
              <c15:ser>
                <c:idx val="17"/>
                <c:order val="17"/>
                <c:tx>
                  <c:strRef>
                    <c:extLst xmlns:c15="http://schemas.microsoft.com/office/drawing/2012/chart">
                      <c:ext xmlns:c15="http://schemas.microsoft.com/office/drawing/2012/chart" uri="{02D57815-91ED-43cb-92C2-25804820EDAC}">
                        <c15:formulaRef>
                          <c15:sqref>'[Worksheet in ValorResidual_TFM_v1.0.pptx 2]Sheet 5'!$A$27</c15:sqref>
                        </c15:formulaRef>
                      </c:ext>
                    </c:extLst>
                    <c:strCache>
                      <c:ptCount val="1"/>
                      <c:pt idx="0">
                        <c:v>Luxembourg</c:v>
                      </c:pt>
                    </c:strCache>
                  </c:strRef>
                </c:tx>
                <c:spPr>
                  <a:ln w="28575" cap="rnd">
                    <a:solidFill>
                      <a:schemeClr val="accent6">
                        <a:lumMod val="80000"/>
                        <a:lumOff val="2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5'!$B$27:$K$27</c15:sqref>
                        </c15:formulaRef>
                      </c:ext>
                    </c:extLst>
                    <c:numCache>
                      <c:formatCode>#,##0</c:formatCode>
                      <c:ptCount val="10"/>
                      <c:pt idx="0">
                        <c:v>25</c:v>
                      </c:pt>
                      <c:pt idx="1">
                        <c:v>45</c:v>
                      </c:pt>
                      <c:pt idx="2">
                        <c:v>162</c:v>
                      </c:pt>
                      <c:pt idx="3">
                        <c:v>371</c:v>
                      </c:pt>
                      <c:pt idx="4">
                        <c:v>492</c:v>
                      </c:pt>
                      <c:pt idx="5">
                        <c:v>986</c:v>
                      </c:pt>
                      <c:pt idx="6">
                        <c:v>2473</c:v>
                      </c:pt>
                      <c:pt idx="7">
                        <c:v>4649</c:v>
                      </c:pt>
                      <c:pt idx="8">
                        <c:v>6391</c:v>
                      </c:pt>
                      <c:pt idx="9">
                        <c:v>11048</c:v>
                      </c:pt>
                    </c:numCache>
                  </c:numRef>
                </c:val>
                <c:smooth val="0"/>
                <c:extLst xmlns:c15="http://schemas.microsoft.com/office/drawing/2012/chart">
                  <c:ext xmlns:c16="http://schemas.microsoft.com/office/drawing/2014/chart" uri="{C3380CC4-5D6E-409C-BE32-E72D297353CC}">
                    <c16:uniqueId val="{00000014-E039-43B5-97F6-50B2C90930E7}"/>
                  </c:ext>
                </c:extLst>
              </c15:ser>
            </c15:filteredLineSeries>
            <c15:filteredLineSeries>
              <c15:ser>
                <c:idx val="18"/>
                <c:order val="18"/>
                <c:tx>
                  <c:strRef>
                    <c:extLst xmlns:c15="http://schemas.microsoft.com/office/drawing/2012/chart">
                      <c:ext xmlns:c15="http://schemas.microsoft.com/office/drawing/2012/chart" uri="{02D57815-91ED-43cb-92C2-25804820EDAC}">
                        <c15:formulaRef>
                          <c15:sqref>'[Worksheet in ValorResidual_TFM_v1.0.pptx 2]Sheet 5'!$A$28</c15:sqref>
                        </c15:formulaRef>
                      </c:ext>
                    </c:extLst>
                    <c:strCache>
                      <c:ptCount val="1"/>
                      <c:pt idx="0">
                        <c:v>Hungary</c:v>
                      </c:pt>
                    </c:strCache>
                  </c:strRef>
                </c:tx>
                <c:spPr>
                  <a:ln w="28575" cap="rnd">
                    <a:solidFill>
                      <a:schemeClr val="accent1">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5'!$B$28:$K$28</c15:sqref>
                        </c15:formulaRef>
                      </c:ext>
                    </c:extLst>
                    <c:numCache>
                      <c:formatCode>#,##0</c:formatCode>
                      <c:ptCount val="10"/>
                      <c:pt idx="0">
                        <c:v>32</c:v>
                      </c:pt>
                      <c:pt idx="1">
                        <c:v>116</c:v>
                      </c:pt>
                      <c:pt idx="2">
                        <c:v>176</c:v>
                      </c:pt>
                      <c:pt idx="3">
                        <c:v>749</c:v>
                      </c:pt>
                      <c:pt idx="4">
                        <c:v>1300</c:v>
                      </c:pt>
                      <c:pt idx="5">
                        <c:v>1834</c:v>
                      </c:pt>
                      <c:pt idx="6">
                        <c:v>3047</c:v>
                      </c:pt>
                      <c:pt idx="7">
                        <c:v>4313</c:v>
                      </c:pt>
                      <c:pt idx="8">
                        <c:v>4707</c:v>
                      </c:pt>
                      <c:pt idx="9">
                        <c:v>5807</c:v>
                      </c:pt>
                    </c:numCache>
                  </c:numRef>
                </c:val>
                <c:smooth val="0"/>
                <c:extLst xmlns:c15="http://schemas.microsoft.com/office/drawing/2012/chart">
                  <c:ext xmlns:c16="http://schemas.microsoft.com/office/drawing/2014/chart" uri="{C3380CC4-5D6E-409C-BE32-E72D297353CC}">
                    <c16:uniqueId val="{00000015-E039-43B5-97F6-50B2C90930E7}"/>
                  </c:ext>
                </c:extLst>
              </c15:ser>
            </c15:filteredLineSeries>
            <c15:filteredLineSeries>
              <c15:ser>
                <c:idx val="19"/>
                <c:order val="19"/>
                <c:tx>
                  <c:strRef>
                    <c:extLst xmlns:c15="http://schemas.microsoft.com/office/drawing/2012/chart">
                      <c:ext xmlns:c15="http://schemas.microsoft.com/office/drawing/2012/chart" uri="{02D57815-91ED-43cb-92C2-25804820EDAC}">
                        <c15:formulaRef>
                          <c15:sqref>'[Worksheet in ValorResidual_TFM_v1.0.pptx 2]Sheet 5'!$A$29</c15:sqref>
                        </c15:formulaRef>
                      </c:ext>
                    </c:extLst>
                    <c:strCache>
                      <c:ptCount val="1"/>
                      <c:pt idx="0">
                        <c:v>Malta</c:v>
                      </c:pt>
                    </c:strCache>
                  </c:strRef>
                </c:tx>
                <c:spPr>
                  <a:ln w="28575" cap="rnd">
                    <a:solidFill>
                      <a:schemeClr val="accent2">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5'!$B$29:$K$29</c15:sqref>
                        </c15:formulaRef>
                      </c:ext>
                    </c:extLst>
                    <c:numCache>
                      <c:formatCode>#,##0</c:formatCode>
                      <c:ptCount val="10"/>
                      <c:pt idx="0">
                        <c:v>30</c:v>
                      </c:pt>
                      <c:pt idx="1">
                        <c:v>23</c:v>
                      </c:pt>
                      <c:pt idx="2">
                        <c:v>19</c:v>
                      </c:pt>
                      <c:pt idx="3">
                        <c:v>24</c:v>
                      </c:pt>
                      <c:pt idx="4">
                        <c:v>285</c:v>
                      </c:pt>
                      <c:pt idx="5">
                        <c:v>281</c:v>
                      </c:pt>
                      <c:pt idx="6">
                        <c:v>178</c:v>
                      </c:pt>
                      <c:pt idx="7">
                        <c:v>416</c:v>
                      </c:pt>
                      <c:pt idx="8">
                        <c:v>990</c:v>
                      </c:pt>
                      <c:pt idx="9">
                        <c:v>1516</c:v>
                      </c:pt>
                    </c:numCache>
                  </c:numRef>
                </c:val>
                <c:smooth val="0"/>
                <c:extLst xmlns:c15="http://schemas.microsoft.com/office/drawing/2012/chart">
                  <c:ext xmlns:c16="http://schemas.microsoft.com/office/drawing/2014/chart" uri="{C3380CC4-5D6E-409C-BE32-E72D297353CC}">
                    <c16:uniqueId val="{00000016-E039-43B5-97F6-50B2C90930E7}"/>
                  </c:ext>
                </c:extLst>
              </c15:ser>
            </c15:filteredLineSeries>
            <c15:filteredLineSeries>
              <c15:ser>
                <c:idx val="20"/>
                <c:order val="20"/>
                <c:tx>
                  <c:strRef>
                    <c:extLst xmlns:c15="http://schemas.microsoft.com/office/drawing/2012/chart">
                      <c:ext xmlns:c15="http://schemas.microsoft.com/office/drawing/2012/chart" uri="{02D57815-91ED-43cb-92C2-25804820EDAC}">
                        <c15:formulaRef>
                          <c15:sqref>'[Worksheet in ValorResidual_TFM_v1.0.pptx 2]Sheet 5'!$A$30</c15:sqref>
                        </c15:formulaRef>
                      </c:ext>
                    </c:extLst>
                    <c:strCache>
                      <c:ptCount val="1"/>
                      <c:pt idx="0">
                        <c:v>Netherlands</c:v>
                      </c:pt>
                    </c:strCache>
                  </c:strRef>
                </c:tx>
                <c:spPr>
                  <a:ln w="28575" cap="rnd">
                    <a:solidFill>
                      <a:schemeClr val="accent3">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5'!$B$30:$K$30</c15:sqref>
                        </c15:formulaRef>
                      </c:ext>
                    </c:extLst>
                    <c:numCache>
                      <c:formatCode>#,##0</c:formatCode>
                      <c:ptCount val="10"/>
                      <c:pt idx="0">
                        <c:v>2912</c:v>
                      </c:pt>
                      <c:pt idx="1">
                        <c:v>3193</c:v>
                      </c:pt>
                      <c:pt idx="2">
                        <c:v>3988</c:v>
                      </c:pt>
                      <c:pt idx="3">
                        <c:v>7958</c:v>
                      </c:pt>
                      <c:pt idx="4">
                        <c:v>23985</c:v>
                      </c:pt>
                      <c:pt idx="5">
                        <c:v>61547</c:v>
                      </c:pt>
                      <c:pt idx="6">
                        <c:v>72859</c:v>
                      </c:pt>
                      <c:pt idx="7">
                        <c:v>63658</c:v>
                      </c:pt>
                      <c:pt idx="8">
                        <c:v>73250</c:v>
                      </c:pt>
                      <c:pt idx="9">
                        <c:v>113961</c:v>
                      </c:pt>
                    </c:numCache>
                  </c:numRef>
                </c:val>
                <c:smooth val="0"/>
                <c:extLst xmlns:c15="http://schemas.microsoft.com/office/drawing/2012/chart">
                  <c:ext xmlns:c16="http://schemas.microsoft.com/office/drawing/2014/chart" uri="{C3380CC4-5D6E-409C-BE32-E72D297353CC}">
                    <c16:uniqueId val="{00000017-E039-43B5-97F6-50B2C90930E7}"/>
                  </c:ext>
                </c:extLst>
              </c15:ser>
            </c15:filteredLineSeries>
            <c15:filteredLineSeries>
              <c15:ser>
                <c:idx val="21"/>
                <c:order val="21"/>
                <c:tx>
                  <c:strRef>
                    <c:extLst xmlns:c15="http://schemas.microsoft.com/office/drawing/2012/chart">
                      <c:ext xmlns:c15="http://schemas.microsoft.com/office/drawing/2012/chart" uri="{02D57815-91ED-43cb-92C2-25804820EDAC}">
                        <c15:formulaRef>
                          <c15:sqref>'[Worksheet in ValorResidual_TFM_v1.0.pptx 2]Sheet 5'!$A$31</c15:sqref>
                        </c15:formulaRef>
                      </c:ext>
                    </c:extLst>
                    <c:strCache>
                      <c:ptCount val="1"/>
                      <c:pt idx="0">
                        <c:v>Austria</c:v>
                      </c:pt>
                    </c:strCache>
                  </c:strRef>
                </c:tx>
                <c:spPr>
                  <a:ln w="28575" cap="rnd">
                    <a:solidFill>
                      <a:schemeClr val="accent4">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5'!$B$31:$K$31</c15:sqref>
                        </c15:formulaRef>
                      </c:ext>
                    </c:extLst>
                    <c:numCache>
                      <c:formatCode>#,##0</c:formatCode>
                      <c:ptCount val="10"/>
                      <c:pt idx="0">
                        <c:v>1281</c:v>
                      </c:pt>
                      <c:pt idx="1">
                        <c:v>1677</c:v>
                      </c:pt>
                      <c:pt idx="2">
                        <c:v>3826</c:v>
                      </c:pt>
                      <c:pt idx="3">
                        <c:v>5433</c:v>
                      </c:pt>
                      <c:pt idx="4">
                        <c:v>6757</c:v>
                      </c:pt>
                      <c:pt idx="5">
                        <c:v>9242</c:v>
                      </c:pt>
                      <c:pt idx="6">
                        <c:v>15972</c:v>
                      </c:pt>
                      <c:pt idx="7">
                        <c:v>33366</c:v>
                      </c:pt>
                      <c:pt idx="8">
                        <c:v>34165</c:v>
                      </c:pt>
                      <c:pt idx="9">
                        <c:v>47621</c:v>
                      </c:pt>
                    </c:numCache>
                  </c:numRef>
                </c:val>
                <c:smooth val="0"/>
                <c:extLst xmlns:c15="http://schemas.microsoft.com/office/drawing/2012/chart">
                  <c:ext xmlns:c16="http://schemas.microsoft.com/office/drawing/2014/chart" uri="{C3380CC4-5D6E-409C-BE32-E72D297353CC}">
                    <c16:uniqueId val="{00000018-E039-43B5-97F6-50B2C90930E7}"/>
                  </c:ext>
                </c:extLst>
              </c15:ser>
            </c15:filteredLineSeries>
            <c15:filteredLineSeries>
              <c15:ser>
                <c:idx val="23"/>
                <c:order val="23"/>
                <c:tx>
                  <c:strRef>
                    <c:extLst xmlns:c15="http://schemas.microsoft.com/office/drawing/2012/chart">
                      <c:ext xmlns:c15="http://schemas.microsoft.com/office/drawing/2012/chart" uri="{02D57815-91ED-43cb-92C2-25804820EDAC}">
                        <c15:formulaRef>
                          <c15:sqref>'[Worksheet in ValorResidual_TFM_v1.0.pptx 2]Sheet 5'!$A$33</c15:sqref>
                        </c15:formulaRef>
                      </c:ext>
                    </c:extLst>
                    <c:strCache>
                      <c:ptCount val="1"/>
                      <c:pt idx="0">
                        <c:v>Portugal</c:v>
                      </c:pt>
                    </c:strCache>
                  </c:strRef>
                </c:tx>
                <c:spPr>
                  <a:ln w="28575" cap="rnd">
                    <a:solidFill>
                      <a:schemeClr val="accent6">
                        <a:lumMod val="8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5'!$B$33:$K$33</c15:sqref>
                        </c15:formulaRef>
                      </c:ext>
                    </c:extLst>
                    <c:numCache>
                      <c:formatCode>#,##0</c:formatCode>
                      <c:ptCount val="10"/>
                      <c:pt idx="0">
                        <c:v>198</c:v>
                      </c:pt>
                      <c:pt idx="1">
                        <c:v>692</c:v>
                      </c:pt>
                      <c:pt idx="2">
                        <c:v>820</c:v>
                      </c:pt>
                      <c:pt idx="3">
                        <c:v>1912</c:v>
                      </c:pt>
                      <c:pt idx="4">
                        <c:v>4458</c:v>
                      </c:pt>
                      <c:pt idx="5">
                        <c:v>6880</c:v>
                      </c:pt>
                      <c:pt idx="6">
                        <c:v>7908</c:v>
                      </c:pt>
                      <c:pt idx="7">
                        <c:v>13546</c:v>
                      </c:pt>
                      <c:pt idx="8">
                        <c:v>18426</c:v>
                      </c:pt>
                      <c:pt idx="9">
                        <c:v>36456</c:v>
                      </c:pt>
                    </c:numCache>
                  </c:numRef>
                </c:val>
                <c:smooth val="0"/>
                <c:extLst xmlns:c15="http://schemas.microsoft.com/office/drawing/2012/chart">
                  <c:ext xmlns:c16="http://schemas.microsoft.com/office/drawing/2014/chart" uri="{C3380CC4-5D6E-409C-BE32-E72D297353CC}">
                    <c16:uniqueId val="{00000019-E039-43B5-97F6-50B2C90930E7}"/>
                  </c:ext>
                </c:extLst>
              </c15:ser>
            </c15:filteredLineSeries>
            <c15:filteredLineSeries>
              <c15:ser>
                <c:idx val="24"/>
                <c:order val="24"/>
                <c:tx>
                  <c:strRef>
                    <c:extLst xmlns:c15="http://schemas.microsoft.com/office/drawing/2012/chart">
                      <c:ext xmlns:c15="http://schemas.microsoft.com/office/drawing/2012/chart" uri="{02D57815-91ED-43cb-92C2-25804820EDAC}">
                        <c15:formulaRef>
                          <c15:sqref>'[Worksheet in ValorResidual_TFM_v1.0.pptx 2]Sheet 5'!$A$34</c15:sqref>
                        </c15:formulaRef>
                      </c:ext>
                    </c:extLst>
                    <c:strCache>
                      <c:ptCount val="1"/>
                      <c:pt idx="0">
                        <c:v>Romania</c:v>
                      </c:pt>
                    </c:strCache>
                  </c:strRef>
                </c:tx>
                <c:spPr>
                  <a:ln w="28575" cap="rnd">
                    <a:solidFill>
                      <a:schemeClr val="accent1">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5'!$B$34:$K$34</c15:sqref>
                        </c15:formulaRef>
                      </c:ext>
                    </c:extLst>
                    <c:numCache>
                      <c:formatCode>#,##0</c:formatCode>
                      <c:ptCount val="10"/>
                      <c:pt idx="0">
                        <c:v>17</c:v>
                      </c:pt>
                      <c:pt idx="1">
                        <c:v>28</c:v>
                      </c:pt>
                      <c:pt idx="2">
                        <c:v>69</c:v>
                      </c:pt>
                      <c:pt idx="3">
                        <c:v>232</c:v>
                      </c:pt>
                      <c:pt idx="4">
                        <c:v>604</c:v>
                      </c:pt>
                      <c:pt idx="5">
                        <c:v>1506</c:v>
                      </c:pt>
                      <c:pt idx="6">
                        <c:v>2844</c:v>
                      </c:pt>
                      <c:pt idx="7">
                        <c:v>6344</c:v>
                      </c:pt>
                      <c:pt idx="8">
                        <c:v>11638</c:v>
                      </c:pt>
                      <c:pt idx="9">
                        <c:v>15367</c:v>
                      </c:pt>
                    </c:numCache>
                  </c:numRef>
                </c:val>
                <c:smooth val="0"/>
                <c:extLst xmlns:c15="http://schemas.microsoft.com/office/drawing/2012/chart">
                  <c:ext xmlns:c16="http://schemas.microsoft.com/office/drawing/2014/chart" uri="{C3380CC4-5D6E-409C-BE32-E72D297353CC}">
                    <c16:uniqueId val="{0000001A-E039-43B5-97F6-50B2C90930E7}"/>
                  </c:ext>
                </c:extLst>
              </c15:ser>
            </c15:filteredLineSeries>
            <c15:filteredLineSeries>
              <c15:ser>
                <c:idx val="25"/>
                <c:order val="25"/>
                <c:tx>
                  <c:strRef>
                    <c:extLst xmlns:c15="http://schemas.microsoft.com/office/drawing/2012/chart">
                      <c:ext xmlns:c15="http://schemas.microsoft.com/office/drawing/2012/chart" uri="{02D57815-91ED-43cb-92C2-25804820EDAC}">
                        <c15:formulaRef>
                          <c15:sqref>'[Worksheet in ValorResidual_TFM_v1.0.pptx 2]Sheet 5'!$A$35</c15:sqref>
                        </c15:formulaRef>
                      </c:ext>
                    </c:extLst>
                    <c:strCache>
                      <c:ptCount val="1"/>
                      <c:pt idx="0">
                        <c:v>Slovenia</c:v>
                      </c:pt>
                    </c:strCache>
                  </c:strRef>
                </c:tx>
                <c:spPr>
                  <a:ln w="28575" cap="rnd">
                    <a:solidFill>
                      <a:schemeClr val="accent2">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5'!$B$35:$K$35</c15:sqref>
                        </c15:formulaRef>
                      </c:ext>
                    </c:extLst>
                    <c:numCache>
                      <c:formatCode>#,##0</c:formatCode>
                      <c:ptCount val="10"/>
                      <c:pt idx="0">
                        <c:v>13</c:v>
                      </c:pt>
                      <c:pt idx="1">
                        <c:v>123</c:v>
                      </c:pt>
                      <c:pt idx="2">
                        <c:v>151</c:v>
                      </c:pt>
                      <c:pt idx="3">
                        <c:v>297</c:v>
                      </c:pt>
                      <c:pt idx="4">
                        <c:v>521</c:v>
                      </c:pt>
                      <c:pt idx="5">
                        <c:v>695</c:v>
                      </c:pt>
                      <c:pt idx="6">
                        <c:v>1720</c:v>
                      </c:pt>
                      <c:pt idx="7">
                        <c:v>1742</c:v>
                      </c:pt>
                      <c:pt idx="8">
                        <c:v>2293</c:v>
                      </c:pt>
                      <c:pt idx="9">
                        <c:v>4306</c:v>
                      </c:pt>
                    </c:numCache>
                  </c:numRef>
                </c:val>
                <c:smooth val="0"/>
                <c:extLst xmlns:c15="http://schemas.microsoft.com/office/drawing/2012/chart">
                  <c:ext xmlns:c16="http://schemas.microsoft.com/office/drawing/2014/chart" uri="{C3380CC4-5D6E-409C-BE32-E72D297353CC}">
                    <c16:uniqueId val="{0000001B-E039-43B5-97F6-50B2C90930E7}"/>
                  </c:ext>
                </c:extLst>
              </c15:ser>
            </c15:filteredLineSeries>
            <c15:filteredLineSeries>
              <c15:ser>
                <c:idx val="26"/>
                <c:order val="26"/>
                <c:tx>
                  <c:strRef>
                    <c:extLst xmlns:c15="http://schemas.microsoft.com/office/drawing/2012/chart">
                      <c:ext xmlns:c15="http://schemas.microsoft.com/office/drawing/2012/chart" uri="{02D57815-91ED-43cb-92C2-25804820EDAC}">
                        <c15:formulaRef>
                          <c15:sqref>'[Worksheet in ValorResidual_TFM_v1.0.pptx 2]Sheet 5'!$A$36</c15:sqref>
                        </c15:formulaRef>
                      </c:ext>
                    </c:extLst>
                    <c:strCache>
                      <c:ptCount val="1"/>
                      <c:pt idx="0">
                        <c:v>Slovakia</c:v>
                      </c:pt>
                    </c:strCache>
                  </c:strRef>
                </c:tx>
                <c:spPr>
                  <a:ln w="28575" cap="rnd">
                    <a:solidFill>
                      <a:schemeClr val="accent3">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5'!$B$36:$K$36</c15:sqref>
                        </c15:formulaRef>
                      </c:ext>
                    </c:extLst>
                    <c:numCache>
                      <c:formatCode>#,##0</c:formatCode>
                      <c:ptCount val="10"/>
                      <c:pt idx="0">
                        <c:v>24</c:v>
                      </c:pt>
                      <c:pt idx="1">
                        <c:v>15</c:v>
                      </c:pt>
                      <c:pt idx="2">
                        <c:v>55</c:v>
                      </c:pt>
                      <c:pt idx="3">
                        <c:v>214</c:v>
                      </c:pt>
                      <c:pt idx="4">
                        <c:v>301</c:v>
                      </c:pt>
                      <c:pt idx="5">
                        <c:v>166</c:v>
                      </c:pt>
                      <c:pt idx="6">
                        <c:v>907</c:v>
                      </c:pt>
                      <c:pt idx="7">
                        <c:v>1136</c:v>
                      </c:pt>
                      <c:pt idx="8">
                        <c:v>1508</c:v>
                      </c:pt>
                      <c:pt idx="9">
                        <c:v>2517</c:v>
                      </c:pt>
                    </c:numCache>
                  </c:numRef>
                </c:val>
                <c:smooth val="0"/>
                <c:extLst xmlns:c15="http://schemas.microsoft.com/office/drawing/2012/chart">
                  <c:ext xmlns:c16="http://schemas.microsoft.com/office/drawing/2014/chart" uri="{C3380CC4-5D6E-409C-BE32-E72D297353CC}">
                    <c16:uniqueId val="{0000001C-E039-43B5-97F6-50B2C90930E7}"/>
                  </c:ext>
                </c:extLst>
              </c15:ser>
            </c15:filteredLineSeries>
            <c15:filteredLineSeries>
              <c15:ser>
                <c:idx val="27"/>
                <c:order val="27"/>
                <c:tx>
                  <c:strRef>
                    <c:extLst xmlns:c15="http://schemas.microsoft.com/office/drawing/2012/chart">
                      <c:ext xmlns:c15="http://schemas.microsoft.com/office/drawing/2012/chart" uri="{02D57815-91ED-43cb-92C2-25804820EDAC}">
                        <c15:formulaRef>
                          <c15:sqref>'[Worksheet in ValorResidual_TFM_v1.0.pptx 2]Sheet 5'!$A$37</c15:sqref>
                        </c15:formulaRef>
                      </c:ext>
                    </c:extLst>
                    <c:strCache>
                      <c:ptCount val="1"/>
                      <c:pt idx="0">
                        <c:v>Finland</c:v>
                      </c:pt>
                    </c:strCache>
                  </c:strRef>
                </c:tx>
                <c:spPr>
                  <a:ln w="28575" cap="rnd">
                    <a:solidFill>
                      <a:schemeClr val="accent4">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5'!$B$37:$K$37</c15:sqref>
                        </c15:formulaRef>
                      </c:ext>
                    </c:extLst>
                    <c:numCache>
                      <c:formatCode>#,##0</c:formatCode>
                      <c:ptCount val="10"/>
                      <c:pt idx="0">
                        <c:v>183</c:v>
                      </c:pt>
                      <c:pt idx="1">
                        <c:v>243</c:v>
                      </c:pt>
                      <c:pt idx="2">
                        <c:v>223</c:v>
                      </c:pt>
                      <c:pt idx="3">
                        <c:v>502</c:v>
                      </c:pt>
                      <c:pt idx="4">
                        <c:v>776</c:v>
                      </c:pt>
                      <c:pt idx="5">
                        <c:v>1897</c:v>
                      </c:pt>
                      <c:pt idx="6">
                        <c:v>4245</c:v>
                      </c:pt>
                      <c:pt idx="7">
                        <c:v>10153</c:v>
                      </c:pt>
                      <c:pt idx="8">
                        <c:v>14531</c:v>
                      </c:pt>
                      <c:pt idx="9">
                        <c:v>29537</c:v>
                      </c:pt>
                    </c:numCache>
                  </c:numRef>
                </c:val>
                <c:smooth val="0"/>
                <c:extLst xmlns:c15="http://schemas.microsoft.com/office/drawing/2012/chart">
                  <c:ext xmlns:c16="http://schemas.microsoft.com/office/drawing/2014/chart" uri="{C3380CC4-5D6E-409C-BE32-E72D297353CC}">
                    <c16:uniqueId val="{0000001D-E039-43B5-97F6-50B2C90930E7}"/>
                  </c:ext>
                </c:extLst>
              </c15:ser>
            </c15:filteredLineSeries>
            <c15:filteredLineSeries>
              <c15:ser>
                <c:idx val="28"/>
                <c:order val="28"/>
                <c:tx>
                  <c:strRef>
                    <c:extLst xmlns:c15="http://schemas.microsoft.com/office/drawing/2012/chart">
                      <c:ext xmlns:c15="http://schemas.microsoft.com/office/drawing/2012/chart" uri="{02D57815-91ED-43cb-92C2-25804820EDAC}">
                        <c15:formulaRef>
                          <c15:sqref>'[Worksheet in ValorResidual_TFM_v1.0.pptx 2]Sheet 5'!$A$38</c15:sqref>
                        </c15:formulaRef>
                      </c:ext>
                    </c:extLst>
                    <c:strCache>
                      <c:ptCount val="1"/>
                      <c:pt idx="0">
                        <c:v>Sweden</c:v>
                      </c:pt>
                    </c:strCache>
                  </c:strRef>
                </c:tx>
                <c:spPr>
                  <a:ln w="28575" cap="rnd">
                    <a:solidFill>
                      <a:schemeClr val="accent5">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5'!$B$38:$K$38</c15:sqref>
                        </c15:formulaRef>
                      </c:ext>
                    </c:extLst>
                    <c:numCache>
                      <c:formatCode>#,##0</c:formatCode>
                      <c:ptCount val="10"/>
                      <c:pt idx="0">
                        <c:v>1266</c:v>
                      </c:pt>
                      <c:pt idx="1">
                        <c:v>2916</c:v>
                      </c:pt>
                      <c:pt idx="2">
                        <c:v>2993</c:v>
                      </c:pt>
                      <c:pt idx="3">
                        <c:v>4359</c:v>
                      </c:pt>
                      <c:pt idx="4">
                        <c:v>7147</c:v>
                      </c:pt>
                      <c:pt idx="5">
                        <c:v>15795</c:v>
                      </c:pt>
                      <c:pt idx="6">
                        <c:v>27981</c:v>
                      </c:pt>
                      <c:pt idx="7">
                        <c:v>57590</c:v>
                      </c:pt>
                      <c:pt idx="8">
                        <c:v>95371</c:v>
                      </c:pt>
                      <c:pt idx="9">
                        <c:v>112321</c:v>
                      </c:pt>
                    </c:numCache>
                  </c:numRef>
                </c:val>
                <c:smooth val="0"/>
                <c:extLst xmlns:c15="http://schemas.microsoft.com/office/drawing/2012/chart">
                  <c:ext xmlns:c16="http://schemas.microsoft.com/office/drawing/2014/chart" uri="{C3380CC4-5D6E-409C-BE32-E72D297353CC}">
                    <c16:uniqueId val="{0000001E-E039-43B5-97F6-50B2C90930E7}"/>
                  </c:ext>
                </c:extLst>
              </c15:ser>
            </c15:filteredLineSeries>
            <c15:filteredLineSeries>
              <c15:ser>
                <c:idx val="29"/>
                <c:order val="29"/>
                <c:tx>
                  <c:strRef>
                    <c:extLst xmlns:c15="http://schemas.microsoft.com/office/drawing/2012/chart">
                      <c:ext xmlns:c15="http://schemas.microsoft.com/office/drawing/2012/chart" uri="{02D57815-91ED-43cb-92C2-25804820EDAC}">
                        <c15:formulaRef>
                          <c15:sqref>'[Worksheet in ValorResidual_TFM_v1.0.pptx 2]Sheet 5'!$A$39</c15:sqref>
                        </c15:formulaRef>
                      </c:ext>
                    </c:extLst>
                    <c:strCache>
                      <c:ptCount val="1"/>
                      <c:pt idx="0">
                        <c:v>Iceland</c:v>
                      </c:pt>
                    </c:strCache>
                  </c:strRef>
                </c:tx>
                <c:spPr>
                  <a:ln w="28575" cap="rnd">
                    <a:solidFill>
                      <a:schemeClr val="accent6">
                        <a:lumMod val="60000"/>
                        <a:lumOff val="4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5'!$B$39:$K$39</c15:sqref>
                        </c15:formulaRef>
                      </c:ext>
                    </c:extLst>
                    <c:numCache>
                      <c:formatCode>#,##0</c:formatCode>
                      <c:ptCount val="10"/>
                      <c:pt idx="0">
                        <c:v>0</c:v>
                      </c:pt>
                      <c:pt idx="1">
                        <c:v>0</c:v>
                      </c:pt>
                      <c:pt idx="2">
                        <c:v>0</c:v>
                      </c:pt>
                      <c:pt idx="3">
                        <c:v>845</c:v>
                      </c:pt>
                      <c:pt idx="4">
                        <c:v>784</c:v>
                      </c:pt>
                      <c:pt idx="5">
                        <c:v>1090</c:v>
                      </c:pt>
                      <c:pt idx="6">
                        <c:v>2551</c:v>
                      </c:pt>
                      <c:pt idx="7">
                        <c:v>4246</c:v>
                      </c:pt>
                      <c:pt idx="8">
                        <c:v>5567</c:v>
                      </c:pt>
                      <c:pt idx="9">
                        <c:v>8783</c:v>
                      </c:pt>
                    </c:numCache>
                  </c:numRef>
                </c:val>
                <c:smooth val="0"/>
                <c:extLst xmlns:c15="http://schemas.microsoft.com/office/drawing/2012/chart">
                  <c:ext xmlns:c16="http://schemas.microsoft.com/office/drawing/2014/chart" uri="{C3380CC4-5D6E-409C-BE32-E72D297353CC}">
                    <c16:uniqueId val="{0000001F-E039-43B5-97F6-50B2C90930E7}"/>
                  </c:ext>
                </c:extLst>
              </c15:ser>
            </c15:filteredLineSeries>
            <c15:filteredLineSeries>
              <c15:ser>
                <c:idx val="30"/>
                <c:order val="30"/>
                <c:tx>
                  <c:strRef>
                    <c:extLst xmlns:c15="http://schemas.microsoft.com/office/drawing/2012/chart">
                      <c:ext xmlns:c15="http://schemas.microsoft.com/office/drawing/2012/chart" uri="{02D57815-91ED-43cb-92C2-25804820EDAC}">
                        <c15:formulaRef>
                          <c15:sqref>'[Worksheet in ValorResidual_TFM_v1.0.pptx 2]Sheet 5'!$A$40</c15:sqref>
                        </c15:formulaRef>
                      </c:ext>
                    </c:extLst>
                    <c:strCache>
                      <c:ptCount val="1"/>
                      <c:pt idx="0">
                        <c:v>Liechtenstein</c:v>
                      </c:pt>
                    </c:strCache>
                  </c:strRef>
                </c:tx>
                <c:spPr>
                  <a:ln w="28575" cap="rnd">
                    <a:solidFill>
                      <a:schemeClr val="accent1">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5'!$B$40:$K$40</c15:sqref>
                        </c15:formulaRef>
                      </c:ext>
                    </c:extLst>
                    <c:numCache>
                      <c:formatCode>#,##0</c:formatCode>
                      <c:ptCount val="10"/>
                      <c:pt idx="0">
                        <c:v>18</c:v>
                      </c:pt>
                      <c:pt idx="1">
                        <c:v>30</c:v>
                      </c:pt>
                      <c:pt idx="2">
                        <c:v>46</c:v>
                      </c:pt>
                      <c:pt idx="3">
                        <c:v>57</c:v>
                      </c:pt>
                      <c:pt idx="4">
                        <c:v>48</c:v>
                      </c:pt>
                      <c:pt idx="5">
                        <c:v>97</c:v>
                      </c:pt>
                      <c:pt idx="6">
                        <c:v>164</c:v>
                      </c:pt>
                      <c:pt idx="7">
                        <c:v>292</c:v>
                      </c:pt>
                      <c:pt idx="8">
                        <c:v>317</c:v>
                      </c:pt>
                      <c:pt idx="9">
                        <c:v>338</c:v>
                      </c:pt>
                    </c:numCache>
                  </c:numRef>
                </c:val>
                <c:smooth val="0"/>
                <c:extLst xmlns:c15="http://schemas.microsoft.com/office/drawing/2012/chart">
                  <c:ext xmlns:c16="http://schemas.microsoft.com/office/drawing/2014/chart" uri="{C3380CC4-5D6E-409C-BE32-E72D297353CC}">
                    <c16:uniqueId val="{00000020-E039-43B5-97F6-50B2C90930E7}"/>
                  </c:ext>
                </c:extLst>
              </c15:ser>
            </c15:filteredLineSeries>
            <c15:filteredLineSeries>
              <c15:ser>
                <c:idx val="31"/>
                <c:order val="31"/>
                <c:tx>
                  <c:strRef>
                    <c:extLst xmlns:c15="http://schemas.microsoft.com/office/drawing/2012/chart">
                      <c:ext xmlns:c15="http://schemas.microsoft.com/office/drawing/2012/chart" uri="{02D57815-91ED-43cb-92C2-25804820EDAC}">
                        <c15:formulaRef>
                          <c15:sqref>'[Worksheet in ValorResidual_TFM_v1.0.pptx 2]Sheet 5'!$A$41</c15:sqref>
                        </c15:formulaRef>
                      </c:ext>
                    </c:extLst>
                    <c:strCache>
                      <c:ptCount val="1"/>
                      <c:pt idx="0">
                        <c:v>Norway</c:v>
                      </c:pt>
                    </c:strCache>
                  </c:strRef>
                </c:tx>
                <c:spPr>
                  <a:ln w="28575" cap="rnd">
                    <a:solidFill>
                      <a:schemeClr val="accent2">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5'!$B$41:$K$41</c15:sqref>
                        </c15:formulaRef>
                      </c:ext>
                    </c:extLst>
                    <c:numCache>
                      <c:formatCode>#,##0</c:formatCode>
                      <c:ptCount val="10"/>
                      <c:pt idx="0">
                        <c:v>18091</c:v>
                      </c:pt>
                      <c:pt idx="1">
                        <c:v>25779</c:v>
                      </c:pt>
                      <c:pt idx="2">
                        <c:v>24222</c:v>
                      </c:pt>
                      <c:pt idx="3">
                        <c:v>33023</c:v>
                      </c:pt>
                      <c:pt idx="4">
                        <c:v>46091</c:v>
                      </c:pt>
                      <c:pt idx="5">
                        <c:v>60271</c:v>
                      </c:pt>
                      <c:pt idx="6">
                        <c:v>82212</c:v>
                      </c:pt>
                      <c:pt idx="7">
                        <c:v>116399</c:v>
                      </c:pt>
                      <c:pt idx="8">
                        <c:v>142504</c:v>
                      </c:pt>
                      <c:pt idx="9">
                        <c:v>104727</c:v>
                      </c:pt>
                    </c:numCache>
                  </c:numRef>
                </c:val>
                <c:smooth val="0"/>
                <c:extLst xmlns:c15="http://schemas.microsoft.com/office/drawing/2012/chart">
                  <c:ext xmlns:c16="http://schemas.microsoft.com/office/drawing/2014/chart" uri="{C3380CC4-5D6E-409C-BE32-E72D297353CC}">
                    <c16:uniqueId val="{00000021-E039-43B5-97F6-50B2C90930E7}"/>
                  </c:ext>
                </c:extLst>
              </c15:ser>
            </c15:filteredLineSeries>
            <c15:filteredLineSeries>
              <c15:ser>
                <c:idx val="32"/>
                <c:order val="32"/>
                <c:tx>
                  <c:strRef>
                    <c:extLst xmlns:c15="http://schemas.microsoft.com/office/drawing/2012/chart">
                      <c:ext xmlns:c15="http://schemas.microsoft.com/office/drawing/2012/chart" uri="{02D57815-91ED-43cb-92C2-25804820EDAC}">
                        <c15:formulaRef>
                          <c15:sqref>'[Worksheet in ValorResidual_TFM_v1.0.pptx 2]Sheet 5'!$A$42</c15:sqref>
                        </c15:formulaRef>
                      </c:ext>
                    </c:extLst>
                    <c:strCache>
                      <c:ptCount val="1"/>
                      <c:pt idx="0">
                        <c:v>Switzerland</c:v>
                      </c:pt>
                    </c:strCache>
                  </c:strRef>
                </c:tx>
                <c:spPr>
                  <a:ln w="28575" cap="rnd">
                    <a:solidFill>
                      <a:schemeClr val="accent3">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5'!$B$42:$K$42</c15:sqref>
                        </c15:formulaRef>
                      </c:ext>
                    </c:extLst>
                    <c:numCache>
                      <c:formatCode>#,##0</c:formatCode>
                      <c:ptCount val="10"/>
                      <c:pt idx="0">
                        <c:v>1948</c:v>
                      </c:pt>
                      <c:pt idx="1">
                        <c:v>3882</c:v>
                      </c:pt>
                      <c:pt idx="2">
                        <c:v>3525</c:v>
                      </c:pt>
                      <c:pt idx="3">
                        <c:v>4929</c:v>
                      </c:pt>
                      <c:pt idx="4">
                        <c:v>5349</c:v>
                      </c:pt>
                      <c:pt idx="5">
                        <c:v>13177</c:v>
                      </c:pt>
                      <c:pt idx="6">
                        <c:v>19753</c:v>
                      </c:pt>
                      <c:pt idx="7">
                        <c:v>32025</c:v>
                      </c:pt>
                      <c:pt idx="8">
                        <c:v>40518</c:v>
                      </c:pt>
                      <c:pt idx="9">
                        <c:v>52947</c:v>
                      </c:pt>
                    </c:numCache>
                  </c:numRef>
                </c:val>
                <c:smooth val="0"/>
                <c:extLst xmlns:c15="http://schemas.microsoft.com/office/drawing/2012/chart">
                  <c:ext xmlns:c16="http://schemas.microsoft.com/office/drawing/2014/chart" uri="{C3380CC4-5D6E-409C-BE32-E72D297353CC}">
                    <c16:uniqueId val="{00000022-E039-43B5-97F6-50B2C90930E7}"/>
                  </c:ext>
                </c:extLst>
              </c15:ser>
            </c15:filteredLineSeries>
            <c15:filteredLineSeries>
              <c15:ser>
                <c:idx val="34"/>
                <c:order val="34"/>
                <c:tx>
                  <c:strRef>
                    <c:extLst xmlns:c15="http://schemas.microsoft.com/office/drawing/2012/chart">
                      <c:ext xmlns:c15="http://schemas.microsoft.com/office/drawing/2012/chart" uri="{02D57815-91ED-43cb-92C2-25804820EDAC}">
                        <c15:formulaRef>
                          <c15:sqref>'[Worksheet in ValorResidual_TFM_v1.0.pptx 2]Sheet 5'!$A$44</c15:sqref>
                        </c15:formulaRef>
                      </c:ext>
                    </c:extLst>
                    <c:strCache>
                      <c:ptCount val="1"/>
                      <c:pt idx="0">
                        <c:v>Bosnia and Herzegovina</c:v>
                      </c:pt>
                    </c:strCache>
                  </c:strRef>
                </c:tx>
                <c:spPr>
                  <a:ln w="28575" cap="rnd">
                    <a:solidFill>
                      <a:schemeClr val="accent5">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5'!$B$44:$K$44</c15:sqref>
                        </c15:formulaRef>
                      </c:ext>
                    </c:extLst>
                    <c:numCache>
                      <c:formatCode>#,##0</c:formatCode>
                      <c:ptCount val="10"/>
                      <c:pt idx="0">
                        <c:v>0</c:v>
                      </c:pt>
                      <c:pt idx="1">
                        <c:v>1</c:v>
                      </c:pt>
                      <c:pt idx="2">
                        <c:v>0</c:v>
                      </c:pt>
                      <c:pt idx="3">
                        <c:v>7</c:v>
                      </c:pt>
                      <c:pt idx="4">
                        <c:v>3</c:v>
                      </c:pt>
                      <c:pt idx="5">
                        <c:v>13</c:v>
                      </c:pt>
                      <c:pt idx="6">
                        <c:v>8</c:v>
                      </c:pt>
                      <c:pt idx="7">
                        <c:v>28</c:v>
                      </c:pt>
                      <c:pt idx="8">
                        <c:v>33</c:v>
                      </c:pt>
                      <c:pt idx="9">
                        <c:v>135</c:v>
                      </c:pt>
                    </c:numCache>
                  </c:numRef>
                </c:val>
                <c:smooth val="0"/>
                <c:extLst xmlns:c15="http://schemas.microsoft.com/office/drawing/2012/chart">
                  <c:ext xmlns:c16="http://schemas.microsoft.com/office/drawing/2014/chart" uri="{C3380CC4-5D6E-409C-BE32-E72D297353CC}">
                    <c16:uniqueId val="{00000023-E039-43B5-97F6-50B2C90930E7}"/>
                  </c:ext>
                </c:extLst>
              </c15:ser>
            </c15:filteredLineSeries>
            <c15:filteredLineSeries>
              <c15:ser>
                <c:idx val="35"/>
                <c:order val="35"/>
                <c:tx>
                  <c:strRef>
                    <c:extLst xmlns:c15="http://schemas.microsoft.com/office/drawing/2012/chart">
                      <c:ext xmlns:c15="http://schemas.microsoft.com/office/drawing/2012/chart" uri="{02D57815-91ED-43cb-92C2-25804820EDAC}">
                        <c15:formulaRef>
                          <c15:sqref>'[Worksheet in ValorResidual_TFM_v1.0.pptx 2]Sheet 5'!$A$45</c15:sqref>
                        </c15:formulaRef>
                      </c:ext>
                    </c:extLst>
                    <c:strCache>
                      <c:ptCount val="1"/>
                      <c:pt idx="0">
                        <c:v>Montenegro</c:v>
                      </c:pt>
                    </c:strCache>
                  </c:strRef>
                </c:tx>
                <c:spPr>
                  <a:ln w="28575" cap="rnd">
                    <a:solidFill>
                      <a:schemeClr val="accent6">
                        <a:lumMod val="5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5'!$B$45:$K$45</c15:sqref>
                        </c15:formulaRef>
                      </c:ext>
                    </c:extLst>
                    <c:numCache>
                      <c:formatCode>#,##0</c:formatCode>
                      <c:ptCount val="10"/>
                      <c:pt idx="0">
                        <c:v>0</c:v>
                      </c:pt>
                      <c:pt idx="1">
                        <c:v>0</c:v>
                      </c:pt>
                      <c:pt idx="2">
                        <c:v>0</c:v>
                      </c:pt>
                      <c:pt idx="3">
                        <c:v>4</c:v>
                      </c:pt>
                      <c:pt idx="4">
                        <c:v>1</c:v>
                      </c:pt>
                      <c:pt idx="5">
                        <c:v>0</c:v>
                      </c:pt>
                      <c:pt idx="6">
                        <c:v>0</c:v>
                      </c:pt>
                      <c:pt idx="7">
                        <c:v>0</c:v>
                      </c:pt>
                      <c:pt idx="8">
                        <c:v>0</c:v>
                      </c:pt>
                      <c:pt idx="9">
                        <c:v>0</c:v>
                      </c:pt>
                    </c:numCache>
                  </c:numRef>
                </c:val>
                <c:smooth val="0"/>
                <c:extLst xmlns:c15="http://schemas.microsoft.com/office/drawing/2012/chart">
                  <c:ext xmlns:c16="http://schemas.microsoft.com/office/drawing/2014/chart" uri="{C3380CC4-5D6E-409C-BE32-E72D297353CC}">
                    <c16:uniqueId val="{00000024-E039-43B5-97F6-50B2C90930E7}"/>
                  </c:ext>
                </c:extLst>
              </c15:ser>
            </c15:filteredLineSeries>
            <c15:filteredLineSeries>
              <c15:ser>
                <c:idx val="36"/>
                <c:order val="36"/>
                <c:tx>
                  <c:strRef>
                    <c:extLst xmlns:c15="http://schemas.microsoft.com/office/drawing/2012/chart">
                      <c:ext xmlns:c15="http://schemas.microsoft.com/office/drawing/2012/chart" uri="{02D57815-91ED-43cb-92C2-25804820EDAC}">
                        <c15:formulaRef>
                          <c15:sqref>'[Worksheet in ValorResidual_TFM_v1.0.pptx 2]Sheet 5'!$A$46</c15:sqref>
                        </c15:formulaRef>
                      </c:ext>
                    </c:extLst>
                    <c:strCache>
                      <c:ptCount val="1"/>
                      <c:pt idx="0">
                        <c:v>Moldova</c:v>
                      </c:pt>
                    </c:strCache>
                  </c:strRef>
                </c:tx>
                <c:spPr>
                  <a:ln w="28575" cap="rnd">
                    <a:solidFill>
                      <a:schemeClr val="accent1">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5'!$B$46:$K$46</c15:sqref>
                        </c15:formulaRef>
                      </c:ext>
                    </c:extLst>
                    <c:numCache>
                      <c:formatCode>#,##0</c:formatCode>
                      <c:ptCount val="10"/>
                      <c:pt idx="0">
                        <c:v>1</c:v>
                      </c:pt>
                      <c:pt idx="1">
                        <c:v>13</c:v>
                      </c:pt>
                      <c:pt idx="2">
                        <c:v>14</c:v>
                      </c:pt>
                      <c:pt idx="3">
                        <c:v>37</c:v>
                      </c:pt>
                      <c:pt idx="4">
                        <c:v>42</c:v>
                      </c:pt>
                      <c:pt idx="5">
                        <c:v>185</c:v>
                      </c:pt>
                      <c:pt idx="6">
                        <c:v>211</c:v>
                      </c:pt>
                      <c:pt idx="7">
                        <c:v>396</c:v>
                      </c:pt>
                      <c:pt idx="8">
                        <c:v>729</c:v>
                      </c:pt>
                      <c:pt idx="9">
                        <c:v>1012</c:v>
                      </c:pt>
                    </c:numCache>
                  </c:numRef>
                </c:val>
                <c:smooth val="0"/>
                <c:extLst xmlns:c15="http://schemas.microsoft.com/office/drawing/2012/chart">
                  <c:ext xmlns:c16="http://schemas.microsoft.com/office/drawing/2014/chart" uri="{C3380CC4-5D6E-409C-BE32-E72D297353CC}">
                    <c16:uniqueId val="{00000025-E039-43B5-97F6-50B2C90930E7}"/>
                  </c:ext>
                </c:extLst>
              </c15:ser>
            </c15:filteredLineSeries>
            <c15:filteredLineSeries>
              <c15:ser>
                <c:idx val="37"/>
                <c:order val="37"/>
                <c:tx>
                  <c:strRef>
                    <c:extLst xmlns:c15="http://schemas.microsoft.com/office/drawing/2012/chart">
                      <c:ext xmlns:c15="http://schemas.microsoft.com/office/drawing/2012/chart" uri="{02D57815-91ED-43cb-92C2-25804820EDAC}">
                        <c15:formulaRef>
                          <c15:sqref>'[Worksheet in ValorResidual_TFM_v1.0.pptx 2]Sheet 5'!$A$47</c15:sqref>
                        </c15:formulaRef>
                      </c:ext>
                    </c:extLst>
                    <c:strCache>
                      <c:ptCount val="1"/>
                      <c:pt idx="0">
                        <c:v>Georgia</c:v>
                      </c:pt>
                    </c:strCache>
                  </c:strRef>
                </c:tx>
                <c:spPr>
                  <a:ln w="28575" cap="rnd">
                    <a:solidFill>
                      <a:schemeClr val="accent2">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5'!$B$47:$K$47</c15:sqref>
                        </c15:formulaRef>
                      </c:ext>
                    </c:extLst>
                    <c:numCache>
                      <c:formatCode>#,##0</c:formatCode>
                      <c:ptCount val="10"/>
                      <c:pt idx="0">
                        <c:v>0</c:v>
                      </c:pt>
                      <c:pt idx="1">
                        <c:v>0</c:v>
                      </c:pt>
                      <c:pt idx="2">
                        <c:v>0</c:v>
                      </c:pt>
                      <c:pt idx="3">
                        <c:v>83</c:v>
                      </c:pt>
                      <c:pt idx="4">
                        <c:v>21</c:v>
                      </c:pt>
                      <c:pt idx="5">
                        <c:v>22</c:v>
                      </c:pt>
                      <c:pt idx="6">
                        <c:v>22</c:v>
                      </c:pt>
                      <c:pt idx="7">
                        <c:v>43</c:v>
                      </c:pt>
                      <c:pt idx="8">
                        <c:v>206</c:v>
                      </c:pt>
                      <c:pt idx="9">
                        <c:v>245</c:v>
                      </c:pt>
                    </c:numCache>
                  </c:numRef>
                </c:val>
                <c:smooth val="0"/>
                <c:extLst xmlns:c15="http://schemas.microsoft.com/office/drawing/2012/chart">
                  <c:ext xmlns:c16="http://schemas.microsoft.com/office/drawing/2014/chart" uri="{C3380CC4-5D6E-409C-BE32-E72D297353CC}">
                    <c16:uniqueId val="{00000026-E039-43B5-97F6-50B2C90930E7}"/>
                  </c:ext>
                </c:extLst>
              </c15:ser>
            </c15:filteredLineSeries>
            <c15:filteredLineSeries>
              <c15:ser>
                <c:idx val="38"/>
                <c:order val="38"/>
                <c:tx>
                  <c:strRef>
                    <c:extLst xmlns:c15="http://schemas.microsoft.com/office/drawing/2012/chart">
                      <c:ext xmlns:c15="http://schemas.microsoft.com/office/drawing/2012/chart" uri="{02D57815-91ED-43cb-92C2-25804820EDAC}">
                        <c15:formulaRef>
                          <c15:sqref>'[Worksheet in ValorResidual_TFM_v1.0.pptx 2]Sheet 5'!$A$48</c15:sqref>
                        </c15:formulaRef>
                      </c:ext>
                    </c:extLst>
                    <c:strCache>
                      <c:ptCount val="1"/>
                      <c:pt idx="0">
                        <c:v>Albania</c:v>
                      </c:pt>
                    </c:strCache>
                  </c:strRef>
                </c:tx>
                <c:spPr>
                  <a:ln w="28575" cap="rnd">
                    <a:solidFill>
                      <a:schemeClr val="accent3">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5'!$B$48:$K$48</c15:sqref>
                        </c15:formulaRef>
                      </c:ext>
                    </c:extLst>
                    <c:numCache>
                      <c:formatCode>#,##0</c:formatCode>
                      <c:ptCount val="10"/>
                      <c:pt idx="0">
                        <c:v>0</c:v>
                      </c:pt>
                      <c:pt idx="1">
                        <c:v>0</c:v>
                      </c:pt>
                      <c:pt idx="2">
                        <c:v>0</c:v>
                      </c:pt>
                      <c:pt idx="3">
                        <c:v>0</c:v>
                      </c:pt>
                      <c:pt idx="4">
                        <c:v>0</c:v>
                      </c:pt>
                      <c:pt idx="5">
                        <c:v>24</c:v>
                      </c:pt>
                      <c:pt idx="6">
                        <c:v>239</c:v>
                      </c:pt>
                      <c:pt idx="7">
                        <c:v>262</c:v>
                      </c:pt>
                      <c:pt idx="8">
                        <c:v>624</c:v>
                      </c:pt>
                      <c:pt idx="9">
                        <c:v>1671</c:v>
                      </c:pt>
                    </c:numCache>
                  </c:numRef>
                </c:val>
                <c:smooth val="0"/>
                <c:extLst xmlns:c15="http://schemas.microsoft.com/office/drawing/2012/chart">
                  <c:ext xmlns:c16="http://schemas.microsoft.com/office/drawing/2014/chart" uri="{C3380CC4-5D6E-409C-BE32-E72D297353CC}">
                    <c16:uniqueId val="{00000027-E039-43B5-97F6-50B2C90930E7}"/>
                  </c:ext>
                </c:extLst>
              </c15:ser>
            </c15:filteredLineSeries>
            <c15:filteredLineSeries>
              <c15:ser>
                <c:idx val="39"/>
                <c:order val="39"/>
                <c:tx>
                  <c:strRef>
                    <c:extLst xmlns:c15="http://schemas.microsoft.com/office/drawing/2012/chart">
                      <c:ext xmlns:c15="http://schemas.microsoft.com/office/drawing/2012/chart" uri="{02D57815-91ED-43cb-92C2-25804820EDAC}">
                        <c15:formulaRef>
                          <c15:sqref>'[Worksheet in ValorResidual_TFM_v1.0.pptx 2]Sheet 5'!$A$49</c15:sqref>
                        </c15:formulaRef>
                      </c:ext>
                    </c:extLst>
                    <c:strCache>
                      <c:ptCount val="1"/>
                      <c:pt idx="0">
                        <c:v>Serbia</c:v>
                      </c:pt>
                    </c:strCache>
                  </c:strRef>
                </c:tx>
                <c:spPr>
                  <a:ln w="28575" cap="rnd">
                    <a:solidFill>
                      <a:schemeClr val="accent4">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5'!$B$49:$K$49</c15:sqref>
                        </c15:formulaRef>
                      </c:ext>
                    </c:extLst>
                    <c:numCache>
                      <c:formatCode>#,##0</c:formatCode>
                      <c:ptCount val="10"/>
                      <c:pt idx="0">
                        <c:v>0</c:v>
                      </c:pt>
                      <c:pt idx="1">
                        <c:v>0</c:v>
                      </c:pt>
                      <c:pt idx="2">
                        <c:v>0</c:v>
                      </c:pt>
                      <c:pt idx="3">
                        <c:v>0</c:v>
                      </c:pt>
                      <c:pt idx="4">
                        <c:v>0</c:v>
                      </c:pt>
                      <c:pt idx="5">
                        <c:v>37</c:v>
                      </c:pt>
                      <c:pt idx="6">
                        <c:v>61</c:v>
                      </c:pt>
                      <c:pt idx="7">
                        <c:v>138</c:v>
                      </c:pt>
                      <c:pt idx="8">
                        <c:v>221</c:v>
                      </c:pt>
                      <c:pt idx="9">
                        <c:v>494</c:v>
                      </c:pt>
                    </c:numCache>
                  </c:numRef>
                </c:val>
                <c:smooth val="0"/>
                <c:extLst xmlns:c15="http://schemas.microsoft.com/office/drawing/2012/chart">
                  <c:ext xmlns:c16="http://schemas.microsoft.com/office/drawing/2014/chart" uri="{C3380CC4-5D6E-409C-BE32-E72D297353CC}">
                    <c16:uniqueId val="{00000028-E039-43B5-97F6-50B2C90930E7}"/>
                  </c:ext>
                </c:extLst>
              </c15:ser>
            </c15:filteredLineSeries>
            <c15:filteredLineSeries>
              <c15:ser>
                <c:idx val="40"/>
                <c:order val="40"/>
                <c:tx>
                  <c:strRef>
                    <c:extLst xmlns:c15="http://schemas.microsoft.com/office/drawing/2012/chart">
                      <c:ext xmlns:c15="http://schemas.microsoft.com/office/drawing/2012/chart" uri="{02D57815-91ED-43cb-92C2-25804820EDAC}">
                        <c15:formulaRef>
                          <c15:sqref>'[Worksheet in ValorResidual_TFM_v1.0.pptx 2]Sheet 5'!$A$50</c15:sqref>
                        </c15:formulaRef>
                      </c:ext>
                    </c:extLst>
                    <c:strCache>
                      <c:ptCount val="1"/>
                      <c:pt idx="0">
                        <c:v>Türkiye</c:v>
                      </c:pt>
                    </c:strCache>
                  </c:strRef>
                </c:tx>
                <c:spPr>
                  <a:ln w="28575" cap="rnd">
                    <a:solidFill>
                      <a:schemeClr val="accent5">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5'!$B$50:$K$50</c15:sqref>
                        </c15:formulaRef>
                      </c:ext>
                    </c:extLst>
                    <c:numCache>
                      <c:formatCode>#,##0</c:formatCode>
                      <c:ptCount val="10"/>
                      <c:pt idx="0">
                        <c:v>63</c:v>
                      </c:pt>
                      <c:pt idx="1">
                        <c:v>154</c:v>
                      </c:pt>
                      <c:pt idx="2">
                        <c:v>77</c:v>
                      </c:pt>
                      <c:pt idx="3">
                        <c:v>117</c:v>
                      </c:pt>
                      <c:pt idx="4">
                        <c:v>206</c:v>
                      </c:pt>
                      <c:pt idx="5">
                        <c:v>228</c:v>
                      </c:pt>
                      <c:pt idx="6">
                        <c:v>1617</c:v>
                      </c:pt>
                      <c:pt idx="7">
                        <c:v>3575</c:v>
                      </c:pt>
                      <c:pt idx="8">
                        <c:v>8312</c:v>
                      </c:pt>
                      <c:pt idx="9">
                        <c:v>65558</c:v>
                      </c:pt>
                    </c:numCache>
                  </c:numRef>
                </c:val>
                <c:smooth val="0"/>
                <c:extLst xmlns:c15="http://schemas.microsoft.com/office/drawing/2012/chart">
                  <c:ext xmlns:c16="http://schemas.microsoft.com/office/drawing/2014/chart" uri="{C3380CC4-5D6E-409C-BE32-E72D297353CC}">
                    <c16:uniqueId val="{00000029-E039-43B5-97F6-50B2C90930E7}"/>
                  </c:ext>
                </c:extLst>
              </c15:ser>
            </c15:filteredLineSeries>
            <c15:filteredLineSeries>
              <c15:ser>
                <c:idx val="41"/>
                <c:order val="41"/>
                <c:tx>
                  <c:strRef>
                    <c:extLst xmlns:c15="http://schemas.microsoft.com/office/drawing/2012/chart">
                      <c:ext xmlns:c15="http://schemas.microsoft.com/office/drawing/2012/chart" uri="{02D57815-91ED-43cb-92C2-25804820EDAC}">
                        <c15:formulaRef>
                          <c15:sqref>'[Worksheet in ValorResidual_TFM_v1.0.pptx 2]Sheet 5'!$A$51</c15:sqref>
                        </c15:formulaRef>
                      </c:ext>
                    </c:extLst>
                    <c:strCache>
                      <c:ptCount val="1"/>
                      <c:pt idx="0">
                        <c:v>Ukraine</c:v>
                      </c:pt>
                    </c:strCache>
                  </c:strRef>
                </c:tx>
                <c:spPr>
                  <a:ln w="28575" cap="rnd">
                    <a:solidFill>
                      <a:schemeClr val="accent6">
                        <a:lumMod val="70000"/>
                        <a:lumOff val="3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5'!$B$51:$K$51</c15:sqref>
                        </c15:formulaRef>
                      </c:ext>
                    </c:extLst>
                    <c:numCache>
                      <c:formatCode>#,##0</c:formatCode>
                      <c:ptCount val="10"/>
                      <c:pt idx="0">
                        <c:v>0</c:v>
                      </c:pt>
                      <c:pt idx="1">
                        <c:v>0</c:v>
                      </c:pt>
                      <c:pt idx="2">
                        <c:v>0</c:v>
                      </c:pt>
                      <c:pt idx="3">
                        <c:v>0</c:v>
                      </c:pt>
                      <c:pt idx="4">
                        <c:v>0</c:v>
                      </c:pt>
                      <c:pt idx="5">
                        <c:v>7261</c:v>
                      </c:pt>
                      <c:pt idx="6">
                        <c:v>641</c:v>
                      </c:pt>
                      <c:pt idx="7">
                        <c:v>1210</c:v>
                      </c:pt>
                      <c:pt idx="8">
                        <c:v>2255</c:v>
                      </c:pt>
                      <c:pt idx="9">
                        <c:v>7261</c:v>
                      </c:pt>
                    </c:numCache>
                  </c:numRef>
                </c:val>
                <c:smooth val="0"/>
                <c:extLst xmlns:c15="http://schemas.microsoft.com/office/drawing/2012/chart">
                  <c:ext xmlns:c16="http://schemas.microsoft.com/office/drawing/2014/chart" uri="{C3380CC4-5D6E-409C-BE32-E72D297353CC}">
                    <c16:uniqueId val="{0000002A-E039-43B5-97F6-50B2C90930E7}"/>
                  </c:ext>
                </c:extLst>
              </c15:ser>
            </c15:filteredLineSeries>
            <c15:filteredLineSeries>
              <c15:ser>
                <c:idx val="42"/>
                <c:order val="42"/>
                <c:tx>
                  <c:strRef>
                    <c:extLst xmlns:c15="http://schemas.microsoft.com/office/drawing/2012/chart">
                      <c:ext xmlns:c15="http://schemas.microsoft.com/office/drawing/2012/chart" uri="{02D57815-91ED-43cb-92C2-25804820EDAC}">
                        <c15:formulaRef>
                          <c15:sqref>'[Worksheet in ValorResidual_TFM_v1.0.pptx 2]Sheet 5'!$A$52</c15:sqref>
                        </c15:formulaRef>
                      </c:ext>
                    </c:extLst>
                    <c:strCache>
                      <c:ptCount val="1"/>
                      <c:pt idx="0">
                        <c:v>Kosovo*</c:v>
                      </c:pt>
                    </c:strCache>
                  </c:strRef>
                </c:tx>
                <c:spPr>
                  <a:ln w="28575" cap="rnd">
                    <a:solidFill>
                      <a:schemeClr val="accent1">
                        <a:lumMod val="70000"/>
                      </a:schemeClr>
                    </a:solidFill>
                    <a:round/>
                  </a:ln>
                  <a:effectLst/>
                </c:spPr>
                <c:marker>
                  <c:symbol val="none"/>
                </c:marker>
                <c:cat>
                  <c:strRef>
                    <c:extLst xmlns:c15="http://schemas.microsoft.com/office/drawing/2012/chart">
                      <c:ext xmlns:c15="http://schemas.microsoft.com/office/drawing/2012/chart" uri="{02D57815-91ED-43cb-92C2-25804820EDAC}">
                        <c15:formulaRef>
                          <c15:sqref>'[Worksheet in ValorResidual_TFM_v1.0.pptx 2]Sheet 5'!$B$9:$K$9</c15:sqref>
                        </c15:formulaRef>
                      </c:ext>
                    </c:extLst>
                    <c:strCache>
                      <c:ptCount val="10"/>
                      <c:pt idx="0">
                        <c:v>2014</c:v>
                      </c:pt>
                      <c:pt idx="1">
                        <c:v>2015</c:v>
                      </c:pt>
                      <c:pt idx="2">
                        <c:v>2016</c:v>
                      </c:pt>
                      <c:pt idx="3">
                        <c:v>2017</c:v>
                      </c:pt>
                      <c:pt idx="4">
                        <c:v>2018</c:v>
                      </c:pt>
                      <c:pt idx="5">
                        <c:v>2019</c:v>
                      </c:pt>
                      <c:pt idx="6">
                        <c:v>2020</c:v>
                      </c:pt>
                      <c:pt idx="7">
                        <c:v>2021</c:v>
                      </c:pt>
                      <c:pt idx="8">
                        <c:v>2022</c:v>
                      </c:pt>
                      <c:pt idx="9">
                        <c:v>2023</c:v>
                      </c:pt>
                    </c:strCache>
                  </c:strRef>
                </c:cat>
                <c:val>
                  <c:numRef>
                    <c:extLst xmlns:c15="http://schemas.microsoft.com/office/drawing/2012/chart">
                      <c:ext xmlns:c15="http://schemas.microsoft.com/office/drawing/2012/chart" uri="{02D57815-91ED-43cb-92C2-25804820EDAC}">
                        <c15:formulaRef>
                          <c15:sqref>'[Worksheet in ValorResidual_TFM_v1.0.pptx 2]Sheet 5'!$B$52:$K$52</c15:sqref>
                        </c15:formulaRef>
                      </c:ext>
                    </c:extLst>
                    <c:numCache>
                      <c:formatCode>#,##0</c:formatCode>
                      <c:ptCount val="10"/>
                      <c:pt idx="0">
                        <c:v>0</c:v>
                      </c:pt>
                      <c:pt idx="1">
                        <c:v>0</c:v>
                      </c:pt>
                      <c:pt idx="2">
                        <c:v>0</c:v>
                      </c:pt>
                      <c:pt idx="3">
                        <c:v>2</c:v>
                      </c:pt>
                      <c:pt idx="4">
                        <c:v>1</c:v>
                      </c:pt>
                      <c:pt idx="5">
                        <c:v>0</c:v>
                      </c:pt>
                      <c:pt idx="6">
                        <c:v>0</c:v>
                      </c:pt>
                      <c:pt idx="7">
                        <c:v>20</c:v>
                      </c:pt>
                      <c:pt idx="8">
                        <c:v>0</c:v>
                      </c:pt>
                      <c:pt idx="9">
                        <c:v>0</c:v>
                      </c:pt>
                    </c:numCache>
                  </c:numRef>
                </c:val>
                <c:smooth val="0"/>
                <c:extLst xmlns:c15="http://schemas.microsoft.com/office/drawing/2012/chart">
                  <c:ext xmlns:c16="http://schemas.microsoft.com/office/drawing/2014/chart" uri="{C3380CC4-5D6E-409C-BE32-E72D297353CC}">
                    <c16:uniqueId val="{0000002B-E039-43B5-97F6-50B2C90930E7}"/>
                  </c:ext>
                </c:extLst>
              </c15:ser>
            </c15:filteredLineSeries>
          </c:ext>
        </c:extLst>
      </c:lineChart>
      <c:catAx>
        <c:axId val="591184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591194912"/>
        <c:crosses val="autoZero"/>
        <c:auto val="1"/>
        <c:lblAlgn val="ctr"/>
        <c:lblOffset val="100"/>
        <c:noMultiLvlLbl val="0"/>
      </c:catAx>
      <c:valAx>
        <c:axId val="5911949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5911848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showDLblsOverMax val="0"/>
  </c:chart>
  <c:spPr>
    <a:noFill/>
    <a:ln>
      <a:noFill/>
    </a:ln>
    <a:effectLst/>
  </c:spPr>
  <c:txPr>
    <a:bodyPr/>
    <a:lstStyle/>
    <a:p>
      <a:pPr>
        <a:defRPr/>
      </a:pPr>
      <a:endParaRPr lang="es-ES_tradn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_tradnl" sz="1400"/>
              <a:t>Nueva producción</a:t>
            </a:r>
            <a:r>
              <a:rPr lang="es-ES_tradnl" sz="1400" baseline="0"/>
              <a:t> de ventas y leasing de vehículos (EEUU)</a:t>
            </a:r>
            <a:endParaRPr lang="es-ES_tradnl" sz="140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_tradnl"/>
        </a:p>
      </c:txPr>
    </c:title>
    <c:autoTitleDeleted val="0"/>
    <c:plotArea>
      <c:layout/>
      <c:lineChart>
        <c:grouping val="standard"/>
        <c:varyColors val="0"/>
        <c:ser>
          <c:idx val="0"/>
          <c:order val="0"/>
          <c:tx>
            <c:strRef>
              <c:f>'[Worksheet in ValorResidual_TFM_v1.0.pptx]1-17'!$A$7</c:f>
              <c:strCache>
                <c:ptCount val="1"/>
                <c:pt idx="0">
                  <c:v>Nuevas compras de vehículos</c:v>
                </c:pt>
              </c:strCache>
            </c:strRef>
          </c:tx>
          <c:spPr>
            <a:ln w="28575" cap="rnd">
              <a:solidFill>
                <a:schemeClr val="accent1"/>
              </a:solidFill>
              <a:round/>
            </a:ln>
            <a:effectLst/>
          </c:spPr>
          <c:marker>
            <c:symbol val="none"/>
          </c:marker>
          <c:cat>
            <c:numRef>
              <c:f>'[Worksheet in ValorResidual_TFM_v1.0.pptx]1-17'!$B$2:$AH$2</c:f>
              <c:numCache>
                <c:formatCode>General</c:formatCode>
                <c:ptCount val="33"/>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pt idx="31">
                  <c:v>2021</c:v>
                </c:pt>
                <c:pt idx="32">
                  <c:v>2022</c:v>
                </c:pt>
              </c:numCache>
            </c:numRef>
          </c:cat>
          <c:val>
            <c:numRef>
              <c:f>'[Worksheet in ValorResidual_TFM_v1.0.pptx]1-17'!$B$7:$AH$7</c:f>
              <c:numCache>
                <c:formatCode>#,##0</c:formatCode>
                <c:ptCount val="33"/>
                <c:pt idx="0">
                  <c:v>12826</c:v>
                </c:pt>
                <c:pt idx="1">
                  <c:v>11106</c:v>
                </c:pt>
                <c:pt idx="2">
                  <c:v>10748</c:v>
                </c:pt>
                <c:pt idx="3">
                  <c:v>11028</c:v>
                </c:pt>
                <c:pt idx="4">
                  <c:v>11696</c:v>
                </c:pt>
                <c:pt idx="5">
                  <c:v>11320</c:v>
                </c:pt>
                <c:pt idx="6">
                  <c:v>11120</c:v>
                </c:pt>
                <c:pt idx="7">
                  <c:v>11260</c:v>
                </c:pt>
                <c:pt idx="8">
                  <c:v>11050</c:v>
                </c:pt>
                <c:pt idx="9">
                  <c:v>11500</c:v>
                </c:pt>
                <c:pt idx="10">
                  <c:v>12120</c:v>
                </c:pt>
                <c:pt idx="11">
                  <c:v>12690</c:v>
                </c:pt>
                <c:pt idx="12">
                  <c:v>12852</c:v>
                </c:pt>
                <c:pt idx="13">
                  <c:v>13268</c:v>
                </c:pt>
                <c:pt idx="14">
                  <c:v>13406</c:v>
                </c:pt>
                <c:pt idx="15">
                  <c:v>13492</c:v>
                </c:pt>
                <c:pt idx="16">
                  <c:v>12742</c:v>
                </c:pt>
                <c:pt idx="17">
                  <c:v>12317</c:v>
                </c:pt>
                <c:pt idx="18">
                  <c:v>10285</c:v>
                </c:pt>
                <c:pt idx="19">
                  <c:v>8047</c:v>
                </c:pt>
                <c:pt idx="20">
                  <c:v>9609.8470211066651</c:v>
                </c:pt>
                <c:pt idx="21">
                  <c:v>10521.415007733334</c:v>
                </c:pt>
                <c:pt idx="22">
                  <c:v>11923.051924419999</c:v>
                </c:pt>
                <c:pt idx="23">
                  <c:v>12364.253453333333</c:v>
                </c:pt>
                <c:pt idx="24">
                  <c:v>12943.835661959998</c:v>
                </c:pt>
                <c:pt idx="25">
                  <c:v>13473.191395440001</c:v>
                </c:pt>
                <c:pt idx="26">
                  <c:v>13251.117111853333</c:v>
                </c:pt>
                <c:pt idx="27">
                  <c:v>13047.5593814</c:v>
                </c:pt>
                <c:pt idx="28">
                  <c:v>13077.211345200003</c:v>
                </c:pt>
                <c:pt idx="29">
                  <c:v>12816.914189333334</c:v>
                </c:pt>
                <c:pt idx="30">
                  <c:v>11014.049228659998</c:v>
                </c:pt>
                <c:pt idx="31">
                  <c:v>11741.038018719999</c:v>
                </c:pt>
                <c:pt idx="32">
                  <c:v>11522.413179169167</c:v>
                </c:pt>
              </c:numCache>
            </c:numRef>
          </c:val>
          <c:smooth val="0"/>
          <c:extLst>
            <c:ext xmlns:c16="http://schemas.microsoft.com/office/drawing/2014/chart" uri="{C3380CC4-5D6E-409C-BE32-E72D297353CC}">
              <c16:uniqueId val="{00000000-E8EB-4DBB-B8A6-82277FE699EB}"/>
            </c:ext>
          </c:extLst>
        </c:ser>
        <c:ser>
          <c:idx val="1"/>
          <c:order val="1"/>
          <c:tx>
            <c:strRef>
              <c:f>'[Worksheet in ValorResidual_TFM_v1.0.pptx]1-17'!$A$10</c:f>
              <c:strCache>
                <c:ptCount val="1"/>
                <c:pt idx="0">
                  <c:v>Nuevos vehículos en leasing</c:v>
                </c:pt>
              </c:strCache>
            </c:strRef>
          </c:tx>
          <c:spPr>
            <a:ln w="28575" cap="rnd">
              <a:solidFill>
                <a:schemeClr val="accent2"/>
              </a:solidFill>
              <a:round/>
            </a:ln>
            <a:effectLst/>
          </c:spPr>
          <c:marker>
            <c:symbol val="none"/>
          </c:marker>
          <c:cat>
            <c:numRef>
              <c:f>'[Worksheet in ValorResidual_TFM_v1.0.pptx]1-17'!$B$2:$AH$2</c:f>
              <c:numCache>
                <c:formatCode>General</c:formatCode>
                <c:ptCount val="33"/>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pt idx="31">
                  <c:v>2021</c:v>
                </c:pt>
                <c:pt idx="32">
                  <c:v>2022</c:v>
                </c:pt>
              </c:numCache>
            </c:numRef>
          </c:cat>
          <c:val>
            <c:numRef>
              <c:f>'[Worksheet in ValorResidual_TFM_v1.0.pptx]1-17'!$B$10:$AH$10</c:f>
              <c:numCache>
                <c:formatCode>#,##0</c:formatCode>
                <c:ptCount val="33"/>
                <c:pt idx="0">
                  <c:v>1064</c:v>
                </c:pt>
                <c:pt idx="1">
                  <c:v>1254</c:v>
                </c:pt>
                <c:pt idx="2">
                  <c:v>1722</c:v>
                </c:pt>
                <c:pt idx="3">
                  <c:v>2482</c:v>
                </c:pt>
                <c:pt idx="4">
                  <c:v>3224</c:v>
                </c:pt>
                <c:pt idx="5">
                  <c:v>3380</c:v>
                </c:pt>
                <c:pt idx="6">
                  <c:v>3780</c:v>
                </c:pt>
                <c:pt idx="7">
                  <c:v>3840</c:v>
                </c:pt>
                <c:pt idx="8">
                  <c:v>4510</c:v>
                </c:pt>
                <c:pt idx="9">
                  <c:v>5460</c:v>
                </c:pt>
                <c:pt idx="10">
                  <c:v>5290</c:v>
                </c:pt>
                <c:pt idx="11">
                  <c:v>4560</c:v>
                </c:pt>
                <c:pt idx="12">
                  <c:v>3948</c:v>
                </c:pt>
                <c:pt idx="13">
                  <c:v>3402</c:v>
                </c:pt>
                <c:pt idx="14">
                  <c:v>3444</c:v>
                </c:pt>
                <c:pt idx="15">
                  <c:v>3498</c:v>
                </c:pt>
                <c:pt idx="16">
                  <c:v>3718</c:v>
                </c:pt>
                <c:pt idx="17">
                  <c:v>3913</c:v>
                </c:pt>
                <c:pt idx="18">
                  <c:v>3015</c:v>
                </c:pt>
                <c:pt idx="19">
                  <c:v>2503</c:v>
                </c:pt>
                <c:pt idx="20">
                  <c:v>1979.2659788933333</c:v>
                </c:pt>
                <c:pt idx="21">
                  <c:v>2256.3899922666669</c:v>
                </c:pt>
                <c:pt idx="22">
                  <c:v>2571.415075580001</c:v>
                </c:pt>
                <c:pt idx="23">
                  <c:v>3228.1465466666664</c:v>
                </c:pt>
                <c:pt idx="24">
                  <c:v>3572.0573380400006</c:v>
                </c:pt>
                <c:pt idx="25">
                  <c:v>3999.0456045599999</c:v>
                </c:pt>
                <c:pt idx="26">
                  <c:v>4308.0938881466664</c:v>
                </c:pt>
                <c:pt idx="27">
                  <c:v>4183.3106185999995</c:v>
                </c:pt>
                <c:pt idx="28">
                  <c:v>4234.4266547999987</c:v>
                </c:pt>
                <c:pt idx="29">
                  <c:v>4241.9778106666663</c:v>
                </c:pt>
                <c:pt idx="30">
                  <c:v>3541.3067713400005</c:v>
                </c:pt>
                <c:pt idx="31">
                  <c:v>3274.9919812800008</c:v>
                </c:pt>
                <c:pt idx="32">
                  <c:v>2259.6578208308333</c:v>
                </c:pt>
              </c:numCache>
            </c:numRef>
          </c:val>
          <c:smooth val="0"/>
          <c:extLst>
            <c:ext xmlns:c16="http://schemas.microsoft.com/office/drawing/2014/chart" uri="{C3380CC4-5D6E-409C-BE32-E72D297353CC}">
              <c16:uniqueId val="{00000001-E8EB-4DBB-B8A6-82277FE699EB}"/>
            </c:ext>
          </c:extLst>
        </c:ser>
        <c:dLbls>
          <c:showLegendKey val="0"/>
          <c:showVal val="0"/>
          <c:showCatName val="0"/>
          <c:showSerName val="0"/>
          <c:showPercent val="0"/>
          <c:showBubbleSize val="0"/>
        </c:dLbls>
        <c:smooth val="0"/>
        <c:axId val="811547536"/>
        <c:axId val="811541296"/>
      </c:lineChart>
      <c:catAx>
        <c:axId val="8115475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811541296"/>
        <c:crosses val="autoZero"/>
        <c:auto val="1"/>
        <c:lblAlgn val="ctr"/>
        <c:lblOffset val="100"/>
        <c:noMultiLvlLbl val="0"/>
      </c:catAx>
      <c:valAx>
        <c:axId val="8115412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ES_tradnl"/>
                  <a:t>Miles de vehículos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ES_tradn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8115475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showDLblsOverMax val="0"/>
  </c:chart>
  <c:spPr>
    <a:noFill/>
    <a:ln>
      <a:noFill/>
    </a:ln>
    <a:effectLst/>
  </c:spPr>
  <c:txPr>
    <a:bodyPr/>
    <a:lstStyle/>
    <a:p>
      <a:pPr>
        <a:defRPr/>
      </a:pPr>
      <a:endParaRPr lang="es-ES_trad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DD36761D-7177-4765-BE92-9E522790A246}" type="datetimeFigureOut">
              <a:rPr lang="en-US" smtClean="0"/>
              <a:t>5/24/2025</a:t>
            </a:fld>
            <a:endParaRPr lang="en-US"/>
          </a:p>
        </p:txBody>
      </p:sp>
      <p:sp>
        <p:nvSpPr>
          <p:cNvPr id="4" name="Footer Placeholder 3"/>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450D8FAD-5BEF-469C-960B-C4DA484B6E07}" type="slidenum">
              <a:rPr lang="en-US" smtClean="0"/>
              <a:t>‹Nº›</a:t>
            </a:fld>
            <a:endParaRPr lang="en-US"/>
          </a:p>
        </p:txBody>
      </p:sp>
    </p:spTree>
    <p:extLst>
      <p:ext uri="{BB962C8B-B14F-4D97-AF65-F5344CB8AC3E}">
        <p14:creationId xmlns:p14="http://schemas.microsoft.com/office/powerpoint/2010/main" val="19647376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8D548555-746B-4E30-9E81-1A8783F32401}" type="datetimeFigureOut">
              <a:rPr lang="en-US" smtClean="0"/>
              <a:t>5/24/2025</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AD51C40A-E583-4580-A116-5F8612C4F6FB}" type="slidenum">
              <a:rPr lang="en-US" smtClean="0"/>
              <a:t>‹Nº›</a:t>
            </a:fld>
            <a:endParaRPr lang="en-US"/>
          </a:p>
        </p:txBody>
      </p:sp>
    </p:spTree>
    <p:extLst>
      <p:ext uri="{BB962C8B-B14F-4D97-AF65-F5344CB8AC3E}">
        <p14:creationId xmlns:p14="http://schemas.microsoft.com/office/powerpoint/2010/main" val="2391763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g895755554c_2_269:notes"/>
          <p:cNvSpPr>
            <a:spLocks noGrp="1" noRot="1" noChangeAspect="1"/>
          </p:cNvSpPr>
          <p:nvPr>
            <p:ph type="sldImg" idx="2"/>
          </p:nvPr>
        </p:nvSpPr>
        <p:spPr>
          <a:xfrm>
            <a:off x="-1628775" y="882650"/>
            <a:ext cx="7853363" cy="44180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 name="Google Shape;39;g895755554c_2_269:notes"/>
          <p:cNvSpPr txBox="1">
            <a:spLocks noGrp="1"/>
          </p:cNvSpPr>
          <p:nvPr>
            <p:ph type="body" idx="1"/>
          </p:nvPr>
        </p:nvSpPr>
        <p:spPr>
          <a:xfrm>
            <a:off x="459541" y="5594361"/>
            <a:ext cx="3676200" cy="5299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65555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81C94BA-C4E4-2A76-C096-9A5D74E6AE72}"/>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FE0C0C5B-18E8-EBC8-A08A-8B05BF029C62}"/>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C58071DB-A840-6D47-6163-71AB8321D90D}"/>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045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AA7E-53A3-7332-B38F-3EA7A4D1F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5A35D-5A4C-6C53-633E-BFF9720C0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5EA89-8C21-D8D1-8152-5F2F831CF2A8}"/>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42137612-F24A-33BE-7454-0EFE0D112930}"/>
              </a:ext>
            </a:extLst>
          </p:cNvPr>
          <p:cNvSpPr>
            <a:spLocks noGrp="1"/>
          </p:cNvSpPr>
          <p:nvPr>
            <p:ph type="sldNum" sz="quarter" idx="5"/>
          </p:nvPr>
        </p:nvSpPr>
        <p:spPr/>
        <p:txBody>
          <a:bodyPr/>
          <a:lstStyle/>
          <a:p>
            <a:fld id="{AD51C40A-E583-4580-A116-5F8612C4F6FB}" type="slidenum">
              <a:rPr lang="en-US" smtClean="0"/>
              <a:t>4</a:t>
            </a:fld>
            <a:endParaRPr lang="en-US"/>
          </a:p>
        </p:txBody>
      </p:sp>
    </p:spTree>
    <p:extLst>
      <p:ext uri="{BB962C8B-B14F-4D97-AF65-F5344CB8AC3E}">
        <p14:creationId xmlns:p14="http://schemas.microsoft.com/office/powerpoint/2010/main" val="38632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0F8F6-1D88-E478-CD3F-E84C4DEF3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F21A3-26EB-7AF7-C4F1-CB1B4C829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EAD58C-6709-AF51-8B6E-69BAD8850C33}"/>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1F44F6F8-4BAA-D5EC-2C4D-6C586D614185}"/>
              </a:ext>
            </a:extLst>
          </p:cNvPr>
          <p:cNvSpPr>
            <a:spLocks noGrp="1"/>
          </p:cNvSpPr>
          <p:nvPr>
            <p:ph type="sldNum" sz="quarter" idx="5"/>
          </p:nvPr>
        </p:nvSpPr>
        <p:spPr/>
        <p:txBody>
          <a:bodyPr/>
          <a:lstStyle/>
          <a:p>
            <a:fld id="{AD51C40A-E583-4580-A116-5F8612C4F6FB}" type="slidenum">
              <a:rPr lang="en-US" smtClean="0"/>
              <a:t>5</a:t>
            </a:fld>
            <a:endParaRPr lang="en-US"/>
          </a:p>
        </p:txBody>
      </p:sp>
    </p:spTree>
    <p:extLst>
      <p:ext uri="{BB962C8B-B14F-4D97-AF65-F5344CB8AC3E}">
        <p14:creationId xmlns:p14="http://schemas.microsoft.com/office/powerpoint/2010/main" val="27598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9B1EC944-358B-E8CA-7D38-825D02D3957F}"/>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A9472077-6D11-7B25-12D2-3EA95F22DBA4}"/>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2FA6620C-65B9-C115-DF17-45036ED4B07D}"/>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06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BE34B-8E71-4D46-FDC9-979889699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389E3-4E5F-D2E3-043D-1EACA253F2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E35A5-3F81-D02F-E679-F199FD87D3FC}"/>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15C677DC-4073-887D-EDA0-60D9AE4B0431}"/>
              </a:ext>
            </a:extLst>
          </p:cNvPr>
          <p:cNvSpPr>
            <a:spLocks noGrp="1"/>
          </p:cNvSpPr>
          <p:nvPr>
            <p:ph type="sldNum" sz="quarter" idx="5"/>
          </p:nvPr>
        </p:nvSpPr>
        <p:spPr/>
        <p:txBody>
          <a:bodyPr/>
          <a:lstStyle/>
          <a:p>
            <a:fld id="{AD51C40A-E583-4580-A116-5F8612C4F6FB}" type="slidenum">
              <a:rPr lang="en-US" smtClean="0"/>
              <a:t>8</a:t>
            </a:fld>
            <a:endParaRPr lang="en-US"/>
          </a:p>
        </p:txBody>
      </p:sp>
    </p:spTree>
    <p:extLst>
      <p:ext uri="{BB962C8B-B14F-4D97-AF65-F5344CB8AC3E}">
        <p14:creationId xmlns:p14="http://schemas.microsoft.com/office/powerpoint/2010/main" val="3088825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9819-E628-651F-C0D4-26361C6FA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EC06B-F081-3E59-69C7-469B14EFA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A70F7-621A-F879-2D61-83D1F4DAE0B9}"/>
              </a:ext>
            </a:extLst>
          </p:cNvPr>
          <p:cNvSpPr>
            <a:spLocks noGrp="1"/>
          </p:cNvSpPr>
          <p:nvPr>
            <p:ph type="body" idx="1"/>
          </p:nvPr>
        </p:nvSpPr>
        <p:spPr/>
        <p:txBody>
          <a:bodyPr/>
          <a:lstStyle/>
          <a:p>
            <a:r>
              <a:rPr lang="es-ES_tradnl"/>
              <a:t>El leasing operativo se enfoca en el uso del activo y el arrendador se encarga de la mayor parte del mantenimiento, mientras que el leasing financiero se centra en la adquisición del activo y el arrendatario asume más responsabilidades</a:t>
            </a:r>
          </a:p>
        </p:txBody>
      </p:sp>
      <p:sp>
        <p:nvSpPr>
          <p:cNvPr id="4" name="Slide Number Placeholder 3">
            <a:extLst>
              <a:ext uri="{FF2B5EF4-FFF2-40B4-BE49-F238E27FC236}">
                <a16:creationId xmlns:a16="http://schemas.microsoft.com/office/drawing/2014/main" id="{200B2BD0-AC68-4115-4FB0-93F0DDC08E32}"/>
              </a:ext>
            </a:extLst>
          </p:cNvPr>
          <p:cNvSpPr>
            <a:spLocks noGrp="1"/>
          </p:cNvSpPr>
          <p:nvPr>
            <p:ph type="sldNum" sz="quarter" idx="5"/>
          </p:nvPr>
        </p:nvSpPr>
        <p:spPr/>
        <p:txBody>
          <a:bodyPr/>
          <a:lstStyle/>
          <a:p>
            <a:fld id="{AD51C40A-E583-4580-A116-5F8612C4F6FB}" type="slidenum">
              <a:rPr lang="en-US" smtClean="0"/>
              <a:t>9</a:t>
            </a:fld>
            <a:endParaRPr lang="en-US"/>
          </a:p>
        </p:txBody>
      </p:sp>
    </p:spTree>
    <p:extLst>
      <p:ext uri="{BB962C8B-B14F-4D97-AF65-F5344CB8AC3E}">
        <p14:creationId xmlns:p14="http://schemas.microsoft.com/office/powerpoint/2010/main" val="268257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68F1-E612-9D65-29F8-66AE30430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3FC94-CDF8-1803-E2B9-0F46C9F74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A087C-E4F8-526F-5D40-CD06BBF4800E}"/>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D58EEB52-EFE8-49F1-6DA5-C25F877595E1}"/>
              </a:ext>
            </a:extLst>
          </p:cNvPr>
          <p:cNvSpPr>
            <a:spLocks noGrp="1"/>
          </p:cNvSpPr>
          <p:nvPr>
            <p:ph type="sldNum" sz="quarter" idx="5"/>
          </p:nvPr>
        </p:nvSpPr>
        <p:spPr/>
        <p:txBody>
          <a:bodyPr/>
          <a:lstStyle/>
          <a:p>
            <a:fld id="{AD51C40A-E583-4580-A116-5F8612C4F6FB}" type="slidenum">
              <a:rPr lang="en-US" smtClean="0"/>
              <a:t>13</a:t>
            </a:fld>
            <a:endParaRPr lang="en-US"/>
          </a:p>
        </p:txBody>
      </p:sp>
    </p:spTree>
    <p:extLst>
      <p:ext uri="{BB962C8B-B14F-4D97-AF65-F5344CB8AC3E}">
        <p14:creationId xmlns:p14="http://schemas.microsoft.com/office/powerpoint/2010/main" val="2723620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DF7E0FAE-29FE-4155-C744-C0028A024C7F}"/>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A921C102-D5EF-C6BA-20AF-7DC7B6F5CB2F}"/>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39014B46-44B4-29FF-A094-2A8E69AF2B33}"/>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12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AD51C40A-E583-4580-A116-5F8612C4F6FB}" type="slidenum">
              <a:rPr lang="en-US" smtClean="0"/>
              <a:t>22</a:t>
            </a:fld>
            <a:endParaRPr lang="en-US"/>
          </a:p>
        </p:txBody>
      </p:sp>
    </p:spTree>
    <p:extLst>
      <p:ext uri="{BB962C8B-B14F-4D97-AF65-F5344CB8AC3E}">
        <p14:creationId xmlns:p14="http://schemas.microsoft.com/office/powerpoint/2010/main" val="2229383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a:t>Link: https://docs.google.com/forms/d/e/1FAIpQLSfglvWP-pCSRQBmrqLzyvsxnX_NqEikknzMOiY11eZ4Kn8Qyg/viewform</a:t>
            </a:r>
          </a:p>
          <a:p>
            <a:r>
              <a:rPr lang="es-ES_tradnl"/>
              <a:t>Link: https://github.com/jcllanu/residual-value/blob/main/residual_value_form.xlsx</a:t>
            </a:r>
          </a:p>
        </p:txBody>
      </p:sp>
      <p:sp>
        <p:nvSpPr>
          <p:cNvPr id="4" name="Slide Number Placeholder 3"/>
          <p:cNvSpPr>
            <a:spLocks noGrp="1"/>
          </p:cNvSpPr>
          <p:nvPr>
            <p:ph type="sldNum" sz="quarter" idx="5"/>
          </p:nvPr>
        </p:nvSpPr>
        <p:spPr/>
        <p:txBody>
          <a:bodyPr/>
          <a:lstStyle/>
          <a:p>
            <a:fld id="{AD51C40A-E583-4580-A116-5F8612C4F6FB}" type="slidenum">
              <a:rPr lang="en-US" smtClean="0"/>
              <a:t>23</a:t>
            </a:fld>
            <a:endParaRPr lang="en-US"/>
          </a:p>
        </p:txBody>
      </p:sp>
    </p:spTree>
    <p:extLst>
      <p:ext uri="{BB962C8B-B14F-4D97-AF65-F5344CB8AC3E}">
        <p14:creationId xmlns:p14="http://schemas.microsoft.com/office/powerpoint/2010/main" val="2615328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1C83941-543B-6BB3-669B-FFD828707BD2}"/>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8D11F069-E245-5F74-E616-125A4A8A14A8}"/>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D63FC450-80AE-0849-F199-BB51425EA4E4}"/>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652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dirty="0"/>
              <a:t>Link: https</a:t>
            </a:r>
            <a:r>
              <a:rPr lang="en-US" dirty="0"/>
              <a:t>://github.com/</a:t>
            </a:r>
            <a:r>
              <a:rPr lang="en-US" dirty="0" err="1"/>
              <a:t>jcllanu</a:t>
            </a:r>
            <a:r>
              <a:rPr lang="en-US" dirty="0"/>
              <a:t>/residual-value/tree/main</a:t>
            </a:r>
            <a:endParaRPr lang="es-ES_tradnl" dirty="0"/>
          </a:p>
          <a:p>
            <a:r>
              <a:rPr lang="es-ES_tradnl" dirty="0"/>
              <a:t>Link: https</a:t>
            </a:r>
            <a:r>
              <a:rPr lang="en-US" dirty="0"/>
              <a:t>://github.com/</a:t>
            </a:r>
            <a:r>
              <a:rPr lang="en-US" dirty="0" err="1"/>
              <a:t>jcllanu</a:t>
            </a:r>
            <a:r>
              <a:rPr lang="en-US" dirty="0"/>
              <a:t>/residual-value/blob/main/model/</a:t>
            </a:r>
            <a:r>
              <a:rPr lang="en-US" dirty="0" err="1"/>
              <a:t>residual_value_model.ipynb</a:t>
            </a:r>
            <a:endParaRPr lang="en-US" dirty="0"/>
          </a:p>
        </p:txBody>
      </p:sp>
      <p:sp>
        <p:nvSpPr>
          <p:cNvPr id="4" name="Slide Number Placeholder 3"/>
          <p:cNvSpPr>
            <a:spLocks noGrp="1"/>
          </p:cNvSpPr>
          <p:nvPr>
            <p:ph type="sldNum" sz="quarter" idx="5"/>
          </p:nvPr>
        </p:nvSpPr>
        <p:spPr/>
        <p:txBody>
          <a:bodyPr/>
          <a:lstStyle/>
          <a:p>
            <a:fld id="{AD51C40A-E583-4580-A116-5F8612C4F6FB}" type="slidenum">
              <a:rPr lang="en-US" smtClean="0"/>
              <a:t>30</a:t>
            </a:fld>
            <a:endParaRPr lang="en-US"/>
          </a:p>
        </p:txBody>
      </p:sp>
    </p:spTree>
    <p:extLst>
      <p:ext uri="{BB962C8B-B14F-4D97-AF65-F5344CB8AC3E}">
        <p14:creationId xmlns:p14="http://schemas.microsoft.com/office/powerpoint/2010/main" val="3631068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Link: </a:t>
            </a:r>
            <a:r>
              <a:rPr lang="es-ES_tradnl" dirty="0" err="1"/>
              <a:t>ht</a:t>
            </a:r>
            <a:r>
              <a:rPr lang="en-US" dirty="0"/>
              <a:t>tps://github.com/jcllanu/residual-value/blob/main/model/used_car_price_prediction_model.ipynb</a:t>
            </a:r>
            <a:endParaRPr lang="es-ES_tradnl" dirty="0"/>
          </a:p>
        </p:txBody>
      </p:sp>
      <p:sp>
        <p:nvSpPr>
          <p:cNvPr id="4" name="Slide Number Placeholder 3"/>
          <p:cNvSpPr>
            <a:spLocks noGrp="1"/>
          </p:cNvSpPr>
          <p:nvPr>
            <p:ph type="sldNum" sz="quarter" idx="5"/>
          </p:nvPr>
        </p:nvSpPr>
        <p:spPr/>
        <p:txBody>
          <a:bodyPr/>
          <a:lstStyle/>
          <a:p>
            <a:fld id="{AD51C40A-E583-4580-A116-5F8612C4F6FB}" type="slidenum">
              <a:rPr lang="en-US" smtClean="0"/>
              <a:t>36</a:t>
            </a:fld>
            <a:endParaRPr lang="en-US"/>
          </a:p>
        </p:txBody>
      </p:sp>
    </p:spTree>
    <p:extLst>
      <p:ext uri="{BB962C8B-B14F-4D97-AF65-F5344CB8AC3E}">
        <p14:creationId xmlns:p14="http://schemas.microsoft.com/office/powerpoint/2010/main" val="708041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buNone/>
            </a:pPr>
            <a:r>
              <a:rPr lang="es-ES" b="0">
                <a:solidFill>
                  <a:srgbClr val="CCCCCC"/>
                </a:solidFill>
                <a:effectLst/>
                <a:latin typeface="Consolas" panose="020B0609020204030204" pitchFamily="49" charset="0"/>
              </a:rPr>
              <a:t>Extracto de la documentación del código relativo al modelo y tipo de vehículo:</a:t>
            </a:r>
          </a:p>
          <a:p>
            <a:pPr>
              <a:lnSpc>
                <a:spcPts val="1425"/>
              </a:lnSpc>
              <a:buNone/>
            </a:pPr>
            <a:r>
              <a:rPr lang="es-ES" b="0">
                <a:solidFill>
                  <a:srgbClr val="CCCCCC"/>
                </a:solidFill>
                <a:effectLst/>
                <a:latin typeface="Consolas" panose="020B0609020204030204" pitchFamily="49" charset="0"/>
              </a:rPr>
              <a:t>“A simple vista, se observa que el nombre de los modelos contiene un nivel de detalle excesivo, lo que puede dificultar la capacidad del modelo de aprendizaje automático para generalizar adecuadamente. Por ello, se propone reducir el conjunto de posibles valores de la variable </a:t>
            </a:r>
            <a:r>
              <a:rPr lang="es-ES" b="0" err="1">
                <a:solidFill>
                  <a:srgbClr val="CCCCCC"/>
                </a:solidFill>
                <a:effectLst/>
                <a:latin typeface="Consolas" panose="020B0609020204030204" pitchFamily="49" charset="0"/>
              </a:rPr>
              <a:t>model</a:t>
            </a:r>
            <a:r>
              <a:rPr lang="es-ES" b="0">
                <a:solidFill>
                  <a:srgbClr val="CCCCCC"/>
                </a:solidFill>
                <a:effectLst/>
                <a:latin typeface="Consolas" panose="020B0609020204030204" pitchFamily="49" charset="0"/>
              </a:rPr>
              <a:t> para cada marca a una lista elaborada con criterio experto, garantizando que todo modelo reciba una nueva clasificación. Es decir, para dos modelos como '</a:t>
            </a:r>
            <a:r>
              <a:rPr lang="es-ES" b="0" err="1">
                <a:solidFill>
                  <a:srgbClr val="CCCCCC"/>
                </a:solidFill>
                <a:effectLst/>
                <a:latin typeface="Consolas" panose="020B0609020204030204" pitchFamily="49" charset="0"/>
              </a:rPr>
              <a:t>Acura</a:t>
            </a:r>
            <a:r>
              <a:rPr lang="es-ES" b="0">
                <a:solidFill>
                  <a:srgbClr val="CCCCCC"/>
                </a:solidFill>
                <a:effectLst/>
                <a:latin typeface="Consolas" panose="020B0609020204030204" pitchFamily="49" charset="0"/>
              </a:rPr>
              <a:t> RDX </a:t>
            </a:r>
            <a:r>
              <a:rPr lang="es-ES" b="0" err="1">
                <a:solidFill>
                  <a:srgbClr val="CCCCCC"/>
                </a:solidFill>
                <a:effectLst/>
                <a:latin typeface="Consolas" panose="020B0609020204030204" pitchFamily="49" charset="0"/>
              </a:rPr>
              <a:t>Technology</a:t>
            </a:r>
            <a:r>
              <a:rPr lang="es-ES" b="0">
                <a:solidFill>
                  <a:srgbClr val="CCCCCC"/>
                </a:solidFill>
                <a:effectLst/>
                <a:latin typeface="Consolas" panose="020B0609020204030204" pitchFamily="49" charset="0"/>
              </a:rPr>
              <a:t> </a:t>
            </a:r>
            <a:r>
              <a:rPr lang="es-ES" b="0" err="1">
                <a:solidFill>
                  <a:srgbClr val="CCCCCC"/>
                </a:solidFill>
                <a:effectLst/>
                <a:latin typeface="Consolas" panose="020B0609020204030204" pitchFamily="49" charset="0"/>
              </a:rPr>
              <a:t>Package</a:t>
            </a:r>
            <a:r>
              <a:rPr lang="es-ES" b="0">
                <a:solidFill>
                  <a:srgbClr val="CCCCCC"/>
                </a:solidFill>
                <a:effectLst/>
                <a:latin typeface="Consolas" panose="020B0609020204030204" pitchFamily="49" charset="0"/>
              </a:rPr>
              <a:t>' y '</a:t>
            </a:r>
            <a:r>
              <a:rPr lang="es-ES" b="0" err="1">
                <a:solidFill>
                  <a:srgbClr val="CCCCCC"/>
                </a:solidFill>
                <a:effectLst/>
                <a:latin typeface="Consolas" panose="020B0609020204030204" pitchFamily="49" charset="0"/>
              </a:rPr>
              <a:t>Acura</a:t>
            </a:r>
            <a:r>
              <a:rPr lang="es-ES" b="0">
                <a:solidFill>
                  <a:srgbClr val="CCCCCC"/>
                </a:solidFill>
                <a:effectLst/>
                <a:latin typeface="Consolas" panose="020B0609020204030204" pitchFamily="49" charset="0"/>
              </a:rPr>
              <a:t> RDX </a:t>
            </a:r>
            <a:r>
              <a:rPr lang="es-ES" b="0" err="1">
                <a:solidFill>
                  <a:srgbClr val="CCCCCC"/>
                </a:solidFill>
                <a:effectLst/>
                <a:latin typeface="Consolas" panose="020B0609020204030204" pitchFamily="49" charset="0"/>
              </a:rPr>
              <a:t>Technology</a:t>
            </a:r>
            <a:r>
              <a:rPr lang="es-ES" b="0">
                <a:solidFill>
                  <a:srgbClr val="CCCCCC"/>
                </a:solidFill>
                <a:effectLst/>
                <a:latin typeface="Consolas" panose="020B0609020204030204" pitchFamily="49" charset="0"/>
              </a:rPr>
              <a:t> &amp; </a:t>
            </a:r>
            <a:r>
              <a:rPr lang="es-ES" b="0" err="1">
                <a:solidFill>
                  <a:srgbClr val="CCCCCC"/>
                </a:solidFill>
                <a:effectLst/>
                <a:latin typeface="Consolas" panose="020B0609020204030204" pitchFamily="49" charset="0"/>
              </a:rPr>
              <a:t>AcuraWatch</a:t>
            </a:r>
            <a:r>
              <a:rPr lang="es-ES" b="0">
                <a:solidFill>
                  <a:srgbClr val="CCCCCC"/>
                </a:solidFill>
                <a:effectLst/>
                <a:latin typeface="Consolas" panose="020B0609020204030204" pitchFamily="49" charset="0"/>
              </a:rPr>
              <a:t> Plus </a:t>
            </a:r>
            <a:r>
              <a:rPr lang="es-ES" b="0" err="1">
                <a:solidFill>
                  <a:srgbClr val="CCCCCC"/>
                </a:solidFill>
                <a:effectLst/>
                <a:latin typeface="Consolas" panose="020B0609020204030204" pitchFamily="49" charset="0"/>
              </a:rPr>
              <a:t>Package</a:t>
            </a:r>
            <a:r>
              <a:rPr lang="es-ES" b="0">
                <a:solidFill>
                  <a:srgbClr val="CCCCCC"/>
                </a:solidFill>
                <a:effectLst/>
                <a:latin typeface="Consolas" panose="020B0609020204030204" pitchFamily="49" charset="0"/>
              </a:rPr>
              <a:t>', ambos, con </a:t>
            </a:r>
            <a:r>
              <a:rPr lang="es-ES" b="0" err="1">
                <a:solidFill>
                  <a:srgbClr val="CCCCCC"/>
                </a:solidFill>
                <a:effectLst/>
                <a:latin typeface="Consolas" panose="020B0609020204030204" pitchFamily="49" charset="0"/>
              </a:rPr>
              <a:t>make</a:t>
            </a:r>
            <a:r>
              <a:rPr lang="es-ES" b="0">
                <a:solidFill>
                  <a:srgbClr val="CCCCCC"/>
                </a:solidFill>
                <a:effectLst/>
                <a:latin typeface="Consolas" panose="020B0609020204030204" pitchFamily="49" charset="0"/>
              </a:rPr>
              <a:t>='</a:t>
            </a:r>
            <a:r>
              <a:rPr lang="es-ES" b="0" err="1">
                <a:solidFill>
                  <a:srgbClr val="CCCCCC"/>
                </a:solidFill>
                <a:effectLst/>
                <a:latin typeface="Consolas" panose="020B0609020204030204" pitchFamily="49" charset="0"/>
              </a:rPr>
              <a:t>Acura</a:t>
            </a:r>
            <a:r>
              <a:rPr lang="es-ES" b="0">
                <a:solidFill>
                  <a:srgbClr val="CCCCCC"/>
                </a:solidFill>
                <a:effectLst/>
                <a:latin typeface="Consolas" panose="020B0609020204030204" pitchFamily="49" charset="0"/>
              </a:rPr>
              <a:t>', se clasificarían bajo la nueva categoría model_v2 = 'RDX'. Esta simplificación tiene como objetivo mejorar la capacidad de generalización del modelo, reduciendo el número de categorías. No obstante, el número total de valores únicos para los modelos seguirá siendo elevado (alrededor de 700). Por esta razón, se propone extraer algunas características adicionales de cada modelo de vehículo. Para simplificar, en nuestro caso, se asignará un tipo de vehículo a cada modelo, como se detallará a continuación, y dicho tipo podrá tomar solo unos pocos valores: camioneta, compacto, deportivo, entre otros.</a:t>
            </a:r>
          </a:p>
          <a:p>
            <a:pPr>
              <a:lnSpc>
                <a:spcPts val="1425"/>
              </a:lnSpc>
            </a:pPr>
            <a:br>
              <a:rPr lang="es-ES" b="0">
                <a:solidFill>
                  <a:srgbClr val="CCCCCC"/>
                </a:solidFill>
                <a:effectLst/>
                <a:latin typeface="Consolas" panose="020B0609020204030204" pitchFamily="49" charset="0"/>
              </a:rPr>
            </a:br>
            <a:r>
              <a:rPr lang="es-ES" b="0">
                <a:solidFill>
                  <a:srgbClr val="CCCCCC"/>
                </a:solidFill>
                <a:effectLst/>
                <a:latin typeface="Consolas" panose="020B0609020204030204" pitchFamily="49" charset="0"/>
              </a:rPr>
              <a:t>Se podría plantear la inclusión de otras variables derivadas de la variable </a:t>
            </a:r>
            <a:r>
              <a:rPr lang="es-ES" b="0" err="1">
                <a:solidFill>
                  <a:srgbClr val="CCCCCC"/>
                </a:solidFill>
                <a:effectLst/>
                <a:latin typeface="Consolas" panose="020B0609020204030204" pitchFamily="49" charset="0"/>
              </a:rPr>
              <a:t>model</a:t>
            </a:r>
            <a:r>
              <a:rPr lang="es-ES" b="0">
                <a:solidFill>
                  <a:srgbClr val="CCCCCC"/>
                </a:solidFill>
                <a:effectLst/>
                <a:latin typeface="Consolas" panose="020B0609020204030204" pitchFamily="49" charset="0"/>
              </a:rPr>
              <a:t>, como indicadores que indiquen si las cadenas de texto 'sport', '</a:t>
            </a:r>
            <a:r>
              <a:rPr lang="es-ES" b="0" err="1">
                <a:solidFill>
                  <a:srgbClr val="CCCCCC"/>
                </a:solidFill>
                <a:effectLst/>
                <a:latin typeface="Consolas" panose="020B0609020204030204" pitchFamily="49" charset="0"/>
              </a:rPr>
              <a:t>luxury</a:t>
            </a:r>
            <a:r>
              <a:rPr lang="es-ES" b="0">
                <a:solidFill>
                  <a:srgbClr val="CCCCCC"/>
                </a:solidFill>
                <a:effectLst/>
                <a:latin typeface="Consolas" panose="020B0609020204030204" pitchFamily="49" charset="0"/>
              </a:rPr>
              <a:t>', '</a:t>
            </a:r>
            <a:r>
              <a:rPr lang="es-ES" b="0" err="1">
                <a:solidFill>
                  <a:srgbClr val="CCCCCC"/>
                </a:solidFill>
                <a:effectLst/>
                <a:latin typeface="Consolas" panose="020B0609020204030204" pitchFamily="49" charset="0"/>
              </a:rPr>
              <a:t>technology</a:t>
            </a:r>
            <a:r>
              <a:rPr lang="es-ES" b="0">
                <a:solidFill>
                  <a:srgbClr val="CCCCCC"/>
                </a:solidFill>
                <a:effectLst/>
                <a:latin typeface="Consolas" panose="020B0609020204030204" pitchFamily="49" charset="0"/>
              </a:rPr>
              <a:t>' u otras aparecen como </a:t>
            </a:r>
            <a:r>
              <a:rPr lang="es-ES" b="0" err="1">
                <a:solidFill>
                  <a:srgbClr val="CCCCCC"/>
                </a:solidFill>
                <a:effectLst/>
                <a:latin typeface="Consolas" panose="020B0609020204030204" pitchFamily="49" charset="0"/>
              </a:rPr>
              <a:t>substrings</a:t>
            </a:r>
            <a:r>
              <a:rPr lang="es-ES" b="0">
                <a:solidFill>
                  <a:srgbClr val="CCCCCC"/>
                </a:solidFill>
                <a:effectLst/>
                <a:latin typeface="Consolas" panose="020B0609020204030204" pitchFamily="49" charset="0"/>
              </a:rPr>
              <a:t> dentro de </a:t>
            </a:r>
            <a:r>
              <a:rPr lang="es-ES" b="0" err="1">
                <a:solidFill>
                  <a:srgbClr val="CCCCCC"/>
                </a:solidFill>
                <a:effectLst/>
                <a:latin typeface="Consolas" panose="020B0609020204030204" pitchFamily="49" charset="0"/>
              </a:rPr>
              <a:t>model</a:t>
            </a:r>
            <a:r>
              <a:rPr lang="es-ES" b="0">
                <a:solidFill>
                  <a:srgbClr val="CCCCCC"/>
                </a:solidFill>
                <a:effectLst/>
                <a:latin typeface="Consolas" panose="020B0609020204030204" pitchFamily="49" charset="0"/>
              </a:rPr>
              <a:t>. Sin embargo, por simplicidad, se ha decidido prescindir de estas variables.</a:t>
            </a:r>
          </a:p>
          <a:p>
            <a:endParaRPr lang="es-ES"/>
          </a:p>
          <a:p>
            <a:pPr>
              <a:lnSpc>
                <a:spcPts val="1425"/>
              </a:lnSpc>
              <a:buNone/>
            </a:pPr>
            <a:r>
              <a:rPr lang="es-ES" b="0">
                <a:solidFill>
                  <a:srgbClr val="CCCCCC"/>
                </a:solidFill>
                <a:effectLst/>
                <a:latin typeface="Consolas" panose="020B0609020204030204" pitchFamily="49" charset="0"/>
              </a:rPr>
              <a:t>Como se anticipó, el número de modelos diferentes ha sido reducido considerablemente, de aproximadamente 9,200 a unos 700. Sin embargo, este número aún puede resultar elevado para utilizarlo como una variable final en el modelo. Por ello, se propone como alternativa incorporar las características de cada modelo como variables, siempre que sean conocidas y no puedan ser personalizadas por el comprador. Ejemplos de estas características incluyen: tipo de vehículo, altura, anchura, longitud, tonelaje, tamaño del maletero, número de asientos, entre otros. No obstante, se excluyen atributos como el color o los llamados 'extras' (llantas, lunas tintadas, asientos con ventilación...).</a:t>
            </a:r>
          </a:p>
          <a:p>
            <a:pPr>
              <a:lnSpc>
                <a:spcPts val="1425"/>
              </a:lnSpc>
              <a:buNone/>
            </a:pPr>
            <a:br>
              <a:rPr lang="es-ES" b="0">
                <a:solidFill>
                  <a:srgbClr val="CCCCCC"/>
                </a:solidFill>
                <a:effectLst/>
                <a:latin typeface="Consolas" panose="020B0609020204030204" pitchFamily="49" charset="0"/>
              </a:rPr>
            </a:br>
            <a:r>
              <a:rPr lang="es-ES" b="0">
                <a:solidFill>
                  <a:srgbClr val="CCCCCC"/>
                </a:solidFill>
                <a:effectLst/>
                <a:latin typeface="Consolas" panose="020B0609020204030204" pitchFamily="49" charset="0"/>
              </a:rPr>
              <a:t>En nuestro caso, dada la escasez de datos, las limitaciones de tiempo y el alcance del proyecto, por simplicidad, hemos decidido derivar únicamente una variable del modelo de vehículo (y marca). Esta variable es el tipo de vehículo, que puede tomar los valores: subcompacto, compacto, mediano, grande, deportivo, SUV, furgoneta y camioneta.</a:t>
            </a:r>
          </a:p>
          <a:p>
            <a:pPr>
              <a:lnSpc>
                <a:spcPts val="1425"/>
              </a:lnSpc>
            </a:pPr>
            <a:br>
              <a:rPr lang="es-ES" b="0">
                <a:solidFill>
                  <a:srgbClr val="CCCCCC"/>
                </a:solidFill>
                <a:effectLst/>
                <a:latin typeface="Consolas" panose="020B0609020204030204" pitchFamily="49" charset="0"/>
              </a:rPr>
            </a:br>
            <a:r>
              <a:rPr lang="es-ES" b="0">
                <a:solidFill>
                  <a:srgbClr val="CCCCCC"/>
                </a:solidFill>
                <a:effectLst/>
                <a:latin typeface="Consolas" panose="020B0609020204030204" pitchFamily="49" charset="0"/>
              </a:rPr>
              <a:t>Para etiquetar los datos, es decir, asignar a cada modelo de cada marca el valor de la variable </a:t>
            </a:r>
            <a:r>
              <a:rPr lang="es-ES" b="0" err="1">
                <a:solidFill>
                  <a:srgbClr val="CCCCCC"/>
                </a:solidFill>
                <a:effectLst/>
                <a:latin typeface="Consolas" panose="020B0609020204030204" pitchFamily="49" charset="0"/>
              </a:rPr>
              <a:t>vehicle_type</a:t>
            </a:r>
            <a:r>
              <a:rPr lang="es-ES" b="0">
                <a:solidFill>
                  <a:srgbClr val="CCCCCC"/>
                </a:solidFill>
                <a:effectLst/>
                <a:latin typeface="Consolas" panose="020B0609020204030204" pitchFamily="49" charset="0"/>
              </a:rPr>
              <a:t>, se ha utilizado un modelo LLM, con el objetivo de agilizar una tarea rutinaria y fácilmente automatizable. El </a:t>
            </a:r>
            <a:r>
              <a:rPr lang="es-ES" b="0" err="1">
                <a:solidFill>
                  <a:srgbClr val="CCCCCC"/>
                </a:solidFill>
                <a:effectLst/>
                <a:latin typeface="Consolas" panose="020B0609020204030204" pitchFamily="49" charset="0"/>
              </a:rPr>
              <a:t>prompt</a:t>
            </a:r>
            <a:r>
              <a:rPr lang="es-ES" b="0">
                <a:solidFill>
                  <a:srgbClr val="CCCCCC"/>
                </a:solidFill>
                <a:effectLst/>
                <a:latin typeface="Consolas" panose="020B0609020204030204" pitchFamily="49" charset="0"/>
              </a:rPr>
              <a:t> utilizado se puede encontrar [</a:t>
            </a:r>
            <a:r>
              <a:rPr lang="es-ES" b="0">
                <a:solidFill>
                  <a:srgbClr val="CE9178"/>
                </a:solidFill>
                <a:effectLst/>
                <a:latin typeface="Consolas" panose="020B0609020204030204" pitchFamily="49" charset="0"/>
              </a:rPr>
              <a:t>aquí</a:t>
            </a:r>
            <a:r>
              <a:rPr lang="es-ES" b="0">
                <a:solidFill>
                  <a:srgbClr val="CCCCCC"/>
                </a:solidFill>
                <a:effectLst/>
                <a:latin typeface="Consolas" panose="020B0609020204030204" pitchFamily="49" charset="0"/>
              </a:rPr>
              <a:t>](</a:t>
            </a:r>
            <a:r>
              <a:rPr lang="es-ES" b="0" u="sng">
                <a:solidFill>
                  <a:srgbClr val="CCCCCC"/>
                </a:solidFill>
                <a:effectLst/>
                <a:latin typeface="Consolas" panose="020B0609020204030204" pitchFamily="49" charset="0"/>
              </a:rPr>
              <a:t>https://github.com/jcllanu/residual-value/blob/main/car_classification_prompt.txt</a:t>
            </a:r>
            <a:r>
              <a:rPr lang="es-ES" b="0">
                <a:solidFill>
                  <a:srgbClr val="CCCCCC"/>
                </a:solidFill>
                <a:effectLst/>
                <a:latin typeface="Consolas" panose="020B0609020204030204" pitchFamily="49" charset="0"/>
              </a:rPr>
              <a:t>), y el modelo LLM empleado es el 4o mini de </a:t>
            </a:r>
            <a:r>
              <a:rPr lang="es-ES" b="0" err="1">
                <a:solidFill>
                  <a:srgbClr val="CCCCCC"/>
                </a:solidFill>
                <a:effectLst/>
                <a:latin typeface="Consolas" panose="020B0609020204030204" pitchFamily="49" charset="0"/>
              </a:rPr>
              <a:t>ChatGPT</a:t>
            </a:r>
            <a:r>
              <a:rPr lang="es-ES" b="0">
                <a:solidFill>
                  <a:srgbClr val="CCCCCC"/>
                </a:solidFill>
                <a:effectLst/>
                <a:latin typeface="Consolas" panose="020B0609020204030204" pitchFamily="49" charset="0"/>
              </a:rPr>
              <a:t>. De manera manual, se ha verificado que esta clasificación es coherente para aquellos modelos de vehículos con mayor porcentaje de población, con el fin de corregir alucinaciones en caso de que existieran.”</a:t>
            </a:r>
          </a:p>
          <a:p>
            <a:pPr>
              <a:lnSpc>
                <a:spcPts val="1425"/>
              </a:lnSpc>
            </a:pPr>
            <a:endParaRPr lang="es-ES" b="0">
              <a:solidFill>
                <a:srgbClr val="CCCCCC"/>
              </a:solidFill>
              <a:effectLst/>
              <a:latin typeface="Consolas" panose="020B0609020204030204" pitchFamily="49" charset="0"/>
            </a:endParaRPr>
          </a:p>
          <a:p>
            <a:pPr marL="0" marR="0" lvl="0" indent="0" algn="l" defTabSz="914400" rtl="0" eaLnBrk="1" fontAlgn="auto" latinLnBrk="0" hangingPunct="1">
              <a:lnSpc>
                <a:spcPts val="1425"/>
              </a:lnSpc>
              <a:spcBef>
                <a:spcPts val="0"/>
              </a:spcBef>
              <a:spcAft>
                <a:spcPts val="0"/>
              </a:spcAft>
              <a:buClrTx/>
              <a:buSzTx/>
              <a:buFontTx/>
              <a:buNone/>
              <a:tabLst/>
              <a:defRPr/>
            </a:pPr>
            <a:r>
              <a:rPr lang="es-ES" b="0">
                <a:solidFill>
                  <a:srgbClr val="CCCCCC"/>
                </a:solidFill>
                <a:effectLst/>
                <a:latin typeface="Consolas" panose="020B0609020204030204" pitchFamily="49" charset="0"/>
              </a:rPr>
              <a:t>Extracto de la documentación del código relativo al color:</a:t>
            </a:r>
          </a:p>
          <a:p>
            <a:pPr>
              <a:lnSpc>
                <a:spcPts val="1425"/>
              </a:lnSpc>
            </a:pPr>
            <a:endParaRPr lang="es-ES" b="0">
              <a:solidFill>
                <a:srgbClr val="CCCCCC"/>
              </a:solidFill>
              <a:effectLst/>
              <a:latin typeface="Consolas" panose="020B0609020204030204" pitchFamily="49" charset="0"/>
            </a:endParaRPr>
          </a:p>
          <a:p>
            <a:pPr>
              <a:lnSpc>
                <a:spcPts val="1425"/>
              </a:lnSpc>
              <a:buNone/>
            </a:pPr>
            <a:r>
              <a:rPr lang="es-ES" b="0">
                <a:solidFill>
                  <a:srgbClr val="CCCCCC"/>
                </a:solidFill>
                <a:effectLst/>
                <a:latin typeface="Consolas" panose="020B0609020204030204" pitchFamily="49" charset="0"/>
              </a:rPr>
              <a:t>“En el conjunto de datos se dispone del color interior y exterior del vehículo, expresado en lenguaje natural. Sin embargo, las descripciones asociadas a estos colores son, en muchos casos, no estándar, creativas o ambiguas. Para que estas variables puedan ser utilizadas en el modelo, es imprescindible codificarlas mediante el sistema RGB, que asigna a cada color tres valores enteros entre 0 y 255, correspondientes a su composición en términos de la intensidad de los colores primarios (rojo, verde y azul).</a:t>
            </a:r>
          </a:p>
          <a:p>
            <a:pPr>
              <a:lnSpc>
                <a:spcPts val="1425"/>
              </a:lnSpc>
              <a:buNone/>
            </a:pPr>
            <a:br>
              <a:rPr lang="es-ES" b="0">
                <a:solidFill>
                  <a:srgbClr val="CCCCCC"/>
                </a:solidFill>
                <a:effectLst/>
                <a:latin typeface="Consolas" panose="020B0609020204030204" pitchFamily="49" charset="0"/>
              </a:rPr>
            </a:br>
            <a:r>
              <a:rPr lang="es-ES" b="0">
                <a:solidFill>
                  <a:srgbClr val="CCCCCC"/>
                </a:solidFill>
                <a:effectLst/>
                <a:latin typeface="Consolas" panose="020B0609020204030204" pitchFamily="49" charset="0"/>
              </a:rPr>
              <a:t>Para un modelo de aprendizaje automático, la codificación RGB es mucho más útil que una codificación categórica en colores, dado que el número de valores posibles que puede tomar la variable categórica es muy elevado. Con la codificación RGB, se pueden cuantificar las relaciones entre las diferentes tonalidades de los colores. Por ejemplo, (100, 50, 0) es marrón oscuro, (200, 100, 0) es marrón claro y (150, 75, 0) es marrón. Mientras que medir la similitud de cadenas de texto puede ser complicado, comparar vectores en un espacio tridimensional es mucho más sencillo.</a:t>
            </a:r>
          </a:p>
          <a:p>
            <a:pPr>
              <a:lnSpc>
                <a:spcPts val="1425"/>
              </a:lnSpc>
            </a:pPr>
            <a:br>
              <a:rPr lang="es-ES" b="0">
                <a:solidFill>
                  <a:srgbClr val="CCCCCC"/>
                </a:solidFill>
                <a:effectLst/>
                <a:latin typeface="Consolas" panose="020B0609020204030204" pitchFamily="49" charset="0"/>
              </a:rPr>
            </a:br>
            <a:r>
              <a:rPr lang="es-ES" b="0">
                <a:solidFill>
                  <a:srgbClr val="CCCCCC"/>
                </a:solidFill>
                <a:effectLst/>
                <a:latin typeface="Consolas" panose="020B0609020204030204" pitchFamily="49" charset="0"/>
              </a:rPr>
              <a:t>Para etiquetar los datos, es decir, asignar a cada color en lenguaje natural su codificación RGB, se ha utilizado un modelo LLM con el objetivo de agilizar una tarea rutinaria y fácilmente automatizable. El </a:t>
            </a:r>
            <a:r>
              <a:rPr lang="es-ES" b="0" err="1">
                <a:solidFill>
                  <a:srgbClr val="CCCCCC"/>
                </a:solidFill>
                <a:effectLst/>
                <a:latin typeface="Consolas" panose="020B0609020204030204" pitchFamily="49" charset="0"/>
              </a:rPr>
              <a:t>prompt</a:t>
            </a:r>
            <a:r>
              <a:rPr lang="es-ES" b="0">
                <a:solidFill>
                  <a:srgbClr val="CCCCCC"/>
                </a:solidFill>
                <a:effectLst/>
                <a:latin typeface="Consolas" panose="020B0609020204030204" pitchFamily="49" charset="0"/>
              </a:rPr>
              <a:t> utilizado se puede encontrar [</a:t>
            </a:r>
            <a:r>
              <a:rPr lang="es-ES" b="0">
                <a:solidFill>
                  <a:srgbClr val="CE9178"/>
                </a:solidFill>
                <a:effectLst/>
                <a:latin typeface="Consolas" panose="020B0609020204030204" pitchFamily="49" charset="0"/>
              </a:rPr>
              <a:t>aquí</a:t>
            </a:r>
            <a:r>
              <a:rPr lang="es-ES" b="0">
                <a:solidFill>
                  <a:srgbClr val="CCCCCC"/>
                </a:solidFill>
                <a:effectLst/>
                <a:latin typeface="Consolas" panose="020B0609020204030204" pitchFamily="49" charset="0"/>
              </a:rPr>
              <a:t>](</a:t>
            </a:r>
            <a:r>
              <a:rPr lang="es-ES" b="0" u="sng">
                <a:solidFill>
                  <a:srgbClr val="CCCCCC"/>
                </a:solidFill>
                <a:effectLst/>
                <a:latin typeface="Consolas" panose="020B0609020204030204" pitchFamily="49" charset="0"/>
              </a:rPr>
              <a:t>https://github.com/jcllanu/residual-value/blob/main/color_codification_prompt.txt</a:t>
            </a:r>
            <a:r>
              <a:rPr lang="es-ES" b="0">
                <a:solidFill>
                  <a:srgbClr val="CCCCCC"/>
                </a:solidFill>
                <a:effectLst/>
                <a:latin typeface="Consolas" panose="020B0609020204030204" pitchFamily="49" charset="0"/>
              </a:rPr>
              <a:t>), y el modelo LLM empleado es el 3o mini de </a:t>
            </a:r>
            <a:r>
              <a:rPr lang="es-ES" b="0" err="1">
                <a:solidFill>
                  <a:srgbClr val="CCCCCC"/>
                </a:solidFill>
                <a:effectLst/>
                <a:latin typeface="Consolas" panose="020B0609020204030204" pitchFamily="49" charset="0"/>
              </a:rPr>
              <a:t>ChatGPT</a:t>
            </a:r>
            <a:r>
              <a:rPr lang="es-ES" b="0">
                <a:solidFill>
                  <a:srgbClr val="CCCCCC"/>
                </a:solidFill>
                <a:effectLst/>
                <a:latin typeface="Consolas" panose="020B0609020204030204" pitchFamily="49" charset="0"/>
              </a:rPr>
              <a:t> con la opción "Razona" activada. De manera manual, se ha verificado que esta codificación es coherente para una muestra reducida. Para ello, se ha utilizado la siguiente [</a:t>
            </a:r>
            <a:r>
              <a:rPr lang="es-ES" b="0">
                <a:solidFill>
                  <a:srgbClr val="CE9178"/>
                </a:solidFill>
                <a:effectLst/>
                <a:latin typeface="Consolas" panose="020B0609020204030204" pitchFamily="49" charset="0"/>
              </a:rPr>
              <a:t>macro</a:t>
            </a:r>
            <a:r>
              <a:rPr lang="es-ES" b="0">
                <a:solidFill>
                  <a:srgbClr val="CCCCCC"/>
                </a:solidFill>
                <a:effectLst/>
                <a:latin typeface="Consolas" panose="020B0609020204030204" pitchFamily="49" charset="0"/>
              </a:rPr>
              <a:t>](</a:t>
            </a:r>
            <a:r>
              <a:rPr lang="es-ES" b="0" u="sng">
                <a:solidFill>
                  <a:srgbClr val="CCCCCC"/>
                </a:solidFill>
                <a:effectLst/>
                <a:latin typeface="Consolas" panose="020B0609020204030204" pitchFamily="49" charset="0"/>
              </a:rPr>
              <a:t>https://github.com/jcllanu/residual-value/blob/main/excel_color_macro.txt</a:t>
            </a:r>
            <a:r>
              <a:rPr lang="es-ES" b="0">
                <a:solidFill>
                  <a:srgbClr val="CCCCCC"/>
                </a:solidFill>
                <a:effectLst/>
                <a:latin typeface="Consolas" panose="020B0609020204030204" pitchFamily="49" charset="0"/>
              </a:rPr>
              <a:t>) de Excel, que rellena las celdas del color indicado por la codificación RGB. A pesar de la dificultad de la tarea, debido a la ambigüedad en muchas de las descripciones de los colores en lenguaje natural, los resultados obtenidos por el modelo LLM son bastante satisfactorios.”</a:t>
            </a:r>
          </a:p>
          <a:p>
            <a:pPr>
              <a:lnSpc>
                <a:spcPts val="1425"/>
              </a:lnSpc>
            </a:pPr>
            <a:endParaRPr lang="es-ES" b="0">
              <a:solidFill>
                <a:srgbClr val="CCCCCC"/>
              </a:solidFill>
              <a:effectLst/>
              <a:latin typeface="Consolas" panose="020B0609020204030204" pitchFamily="49" charset="0"/>
            </a:endParaRPr>
          </a:p>
          <a:p>
            <a:endParaRPr lang="es-ES_tradnl"/>
          </a:p>
        </p:txBody>
      </p:sp>
      <p:sp>
        <p:nvSpPr>
          <p:cNvPr id="4" name="Slide Number Placeholder 3"/>
          <p:cNvSpPr>
            <a:spLocks noGrp="1"/>
          </p:cNvSpPr>
          <p:nvPr>
            <p:ph type="sldNum" sz="quarter" idx="5"/>
          </p:nvPr>
        </p:nvSpPr>
        <p:spPr/>
        <p:txBody>
          <a:bodyPr/>
          <a:lstStyle/>
          <a:p>
            <a:fld id="{AD51C40A-E583-4580-A116-5F8612C4F6FB}" type="slidenum">
              <a:rPr lang="en-US" smtClean="0"/>
              <a:t>38</a:t>
            </a:fld>
            <a:endParaRPr lang="en-US"/>
          </a:p>
        </p:txBody>
      </p:sp>
    </p:spTree>
    <p:extLst>
      <p:ext uri="{BB962C8B-B14F-4D97-AF65-F5344CB8AC3E}">
        <p14:creationId xmlns:p14="http://schemas.microsoft.com/office/powerpoint/2010/main" val="3829243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38CE4-2474-AA2F-1E79-75DB6C24D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2A45E-AA26-6C1B-234D-D0097B70C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5455C-A8BF-F979-FFFC-8F843744EB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0">
                <a:solidFill>
                  <a:srgbClr val="CCCCCC"/>
                </a:solidFill>
                <a:effectLst/>
                <a:latin typeface="Consolas" panose="020B0609020204030204" pitchFamily="49" charset="0"/>
              </a:rPr>
              <a:t>Extracto de la documentación del código relativo a la variable </a:t>
            </a:r>
            <a:r>
              <a:rPr lang="es-ES" b="0" err="1">
                <a:solidFill>
                  <a:srgbClr val="CCCCCC"/>
                </a:solidFill>
                <a:effectLst/>
                <a:latin typeface="Consolas" panose="020B0609020204030204" pitchFamily="49" charset="0"/>
              </a:rPr>
              <a:t>engine_HP</a:t>
            </a:r>
            <a:r>
              <a:rPr lang="es-ES" b="0">
                <a:solidFill>
                  <a:srgbClr val="CCCCCC"/>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s-ES" b="0">
                <a:solidFill>
                  <a:srgbClr val="CCCCCC"/>
                </a:solidFill>
                <a:effectLst/>
                <a:latin typeface="Consolas" panose="020B0609020204030204" pitchFamily="49" charset="0"/>
              </a:rPr>
              <a:t>“Dado que el volumen de valores faltantes en la variable </a:t>
            </a:r>
            <a:r>
              <a:rPr lang="es-ES" b="0" err="1">
                <a:solidFill>
                  <a:srgbClr val="569CD6"/>
                </a:solidFill>
                <a:effectLst/>
                <a:latin typeface="Consolas" panose="020B0609020204030204" pitchFamily="49" charset="0"/>
              </a:rPr>
              <a:t>Engine</a:t>
            </a:r>
            <a:r>
              <a:rPr lang="es-ES" b="0">
                <a:solidFill>
                  <a:srgbClr val="569CD6"/>
                </a:solidFill>
                <a:effectLst/>
                <a:latin typeface="Consolas" panose="020B0609020204030204" pitchFamily="49" charset="0"/>
              </a:rPr>
              <a:t> </a:t>
            </a:r>
            <a:r>
              <a:rPr lang="es-ES" b="0" err="1">
                <a:solidFill>
                  <a:srgbClr val="569CD6"/>
                </a:solidFill>
                <a:effectLst/>
                <a:latin typeface="Consolas" panose="020B0609020204030204" pitchFamily="49" charset="0"/>
              </a:rPr>
              <a:t>Horsepower</a:t>
            </a:r>
            <a:r>
              <a:rPr lang="es-ES" b="0">
                <a:solidFill>
                  <a:srgbClr val="CCCCCC"/>
                </a:solidFill>
                <a:effectLst/>
                <a:latin typeface="Consolas" panose="020B0609020204030204" pitchFamily="49" charset="0"/>
              </a:rPr>
              <a:t> es del 94.78%, que estos se encuentran distribuidos aleatoriamente entre las diferentes clases de tipo de combustible, y que la correlación con la variable objetivo es débil (coeficientes de 0.33 para Pearson, 0.25 para Spearman y 0.17 para Kendall), se opta por excluir esta variable del modelo. Es probable que su inclusión introduzca más ruido que valor predictivo, especialmente considerando que ya se encuentra altamente correlacionada (aproximadamente un 60%) con las variables </a:t>
            </a:r>
            <a:r>
              <a:rPr lang="es-ES" b="0" err="1">
                <a:solidFill>
                  <a:srgbClr val="CCCCCC"/>
                </a:solidFill>
                <a:effectLst/>
                <a:latin typeface="Consolas" panose="020B0609020204030204" pitchFamily="49" charset="0"/>
              </a:rPr>
              <a:t>engine_displacement</a:t>
            </a:r>
            <a:r>
              <a:rPr lang="es-ES" b="0">
                <a:solidFill>
                  <a:srgbClr val="CCCCCC"/>
                </a:solidFill>
                <a:effectLst/>
                <a:latin typeface="Consolas" panose="020B0609020204030204" pitchFamily="49" charset="0"/>
              </a:rPr>
              <a:t> y </a:t>
            </a:r>
            <a:r>
              <a:rPr lang="es-ES" b="0" err="1">
                <a:solidFill>
                  <a:srgbClr val="CCCCCC"/>
                </a:solidFill>
                <a:effectLst/>
                <a:latin typeface="Consolas" panose="020B0609020204030204" pitchFamily="49" charset="0"/>
              </a:rPr>
              <a:t>engine_cylinders</a:t>
            </a:r>
            <a:r>
              <a:rPr lang="es-ES" b="0">
                <a:solidFill>
                  <a:srgbClr val="CCCCCC"/>
                </a:solidFill>
                <a:effectLst/>
                <a:latin typeface="Consolas" panose="020B0609020204030204" pitchFamily="49" charset="0"/>
              </a:rPr>
              <a:t>, las cuales sí serán utilizadas en el modelo.”</a:t>
            </a:r>
          </a:p>
          <a:p>
            <a:endParaRPr lang="es-ES_tradnl"/>
          </a:p>
        </p:txBody>
      </p:sp>
      <p:sp>
        <p:nvSpPr>
          <p:cNvPr id="4" name="Slide Number Placeholder 3">
            <a:extLst>
              <a:ext uri="{FF2B5EF4-FFF2-40B4-BE49-F238E27FC236}">
                <a16:creationId xmlns:a16="http://schemas.microsoft.com/office/drawing/2014/main" id="{9D5A182C-266A-8721-FC0C-A7029FEB6550}"/>
              </a:ext>
            </a:extLst>
          </p:cNvPr>
          <p:cNvSpPr>
            <a:spLocks noGrp="1"/>
          </p:cNvSpPr>
          <p:nvPr>
            <p:ph type="sldNum" sz="quarter" idx="5"/>
          </p:nvPr>
        </p:nvSpPr>
        <p:spPr/>
        <p:txBody>
          <a:bodyPr/>
          <a:lstStyle/>
          <a:p>
            <a:fld id="{AD51C40A-E583-4580-A116-5F8612C4F6FB}" type="slidenum">
              <a:rPr lang="en-US" smtClean="0"/>
              <a:t>40</a:t>
            </a:fld>
            <a:endParaRPr lang="en-US"/>
          </a:p>
        </p:txBody>
      </p:sp>
    </p:spTree>
    <p:extLst>
      <p:ext uri="{BB962C8B-B14F-4D97-AF65-F5344CB8AC3E}">
        <p14:creationId xmlns:p14="http://schemas.microsoft.com/office/powerpoint/2010/main" val="506095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E8F8717-4394-9769-DDDC-16E5CEDE0CF6}"/>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9E8BBB88-12B3-CE87-AB09-A1A6EEF77727}"/>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0DDC739D-E7E0-83F2-54DB-DF9CF1E29DFD}"/>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9792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264C702D-E2D2-D1E9-845E-7A11866BB49F}"/>
            </a:ext>
          </a:extLst>
        </p:cNvPr>
        <p:cNvGrpSpPr/>
        <p:nvPr/>
      </p:nvGrpSpPr>
      <p:grpSpPr>
        <a:xfrm>
          <a:off x="0" y="0"/>
          <a:ext cx="0" cy="0"/>
          <a:chOff x="0" y="0"/>
          <a:chExt cx="0" cy="0"/>
        </a:xfrm>
      </p:grpSpPr>
      <p:sp>
        <p:nvSpPr>
          <p:cNvPr id="229" name="Google Shape;229;g29b2ae00c9f_0_17:notes">
            <a:extLst>
              <a:ext uri="{FF2B5EF4-FFF2-40B4-BE49-F238E27FC236}">
                <a16:creationId xmlns:a16="http://schemas.microsoft.com/office/drawing/2014/main" id="{493B1F38-E182-1775-0A64-41411DC53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29b2ae00c9f_0_17:notes">
            <a:extLst>
              <a:ext uri="{FF2B5EF4-FFF2-40B4-BE49-F238E27FC236}">
                <a16:creationId xmlns:a16="http://schemas.microsoft.com/office/drawing/2014/main" id="{A4BF2446-5767-8E29-78E0-E9BBB2D039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31" name="Google Shape;231;g29b2ae00c9f_0_17:notes">
            <a:extLst>
              <a:ext uri="{FF2B5EF4-FFF2-40B4-BE49-F238E27FC236}">
                <a16:creationId xmlns:a16="http://schemas.microsoft.com/office/drawing/2014/main" id="{7C21FEDF-B587-919A-FD15-3D0BE13AF78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50</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47803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1EB4663-EB2F-1D23-E128-7731D6992904}"/>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131271E1-21DA-79AF-1B37-A85F84C61945}"/>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6A3E1521-B114-54B2-DB37-519274AE08E8}"/>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5531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7AB6B79-3435-B911-3844-C52532DAF5B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p:blipFill>
        <p:spPr bwMode="auto">
          <a:xfrm>
            <a:off x="10657085" y="323712"/>
            <a:ext cx="1327770" cy="73848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64;p2">
            <a:extLst>
              <a:ext uri="{FF2B5EF4-FFF2-40B4-BE49-F238E27FC236}">
                <a16:creationId xmlns:a16="http://schemas.microsoft.com/office/drawing/2014/main" id="{8AE16797-77EF-7B1F-6A78-D80549D969E4}"/>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24628975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2" name="Google Shape;64;p2">
            <a:extLst>
              <a:ext uri="{FF2B5EF4-FFF2-40B4-BE49-F238E27FC236}">
                <a16:creationId xmlns:a16="http://schemas.microsoft.com/office/drawing/2014/main" id="{E1A24F24-6D50-FD53-3CCE-83048E36224E}"/>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8895811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35"/>
        <p:cNvGrpSpPr/>
        <p:nvPr/>
      </p:nvGrpSpPr>
      <p:grpSpPr>
        <a:xfrm>
          <a:off x="0" y="0"/>
          <a:ext cx="0" cy="0"/>
          <a:chOff x="0" y="0"/>
          <a:chExt cx="0" cy="0"/>
        </a:xfrm>
      </p:grpSpPr>
      <p:pic>
        <p:nvPicPr>
          <p:cNvPr id="3" name="Picture 2">
            <a:extLst>
              <a:ext uri="{FF2B5EF4-FFF2-40B4-BE49-F238E27FC236}">
                <a16:creationId xmlns:a16="http://schemas.microsoft.com/office/drawing/2014/main" id="{F20D2317-E873-2929-1BCE-6AB02D127C6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p:blipFill>
        <p:spPr bwMode="auto">
          <a:xfrm>
            <a:off x="10657085" y="323712"/>
            <a:ext cx="1327770" cy="73848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64;p2">
            <a:extLst>
              <a:ext uri="{FF2B5EF4-FFF2-40B4-BE49-F238E27FC236}">
                <a16:creationId xmlns:a16="http://schemas.microsoft.com/office/drawing/2014/main" id="{C350A416-8C6A-30A4-7493-E032E327C644}"/>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663648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B727873-7A18-45C7-C7CE-B9B6A203421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p:blipFill>
        <p:spPr bwMode="auto">
          <a:xfrm>
            <a:off x="10657085" y="323712"/>
            <a:ext cx="1327770" cy="73848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64;p2">
            <a:extLst>
              <a:ext uri="{FF2B5EF4-FFF2-40B4-BE49-F238E27FC236}">
                <a16:creationId xmlns:a16="http://schemas.microsoft.com/office/drawing/2014/main" id="{0F672B6C-59A6-9343-65D9-43FB0F91897A}"/>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86990177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3"/>
        <p:cNvGrpSpPr/>
        <p:nvPr/>
      </p:nvGrpSpPr>
      <p:grpSpPr>
        <a:xfrm>
          <a:off x="0" y="0"/>
          <a:ext cx="0" cy="0"/>
          <a:chOff x="0" y="0"/>
          <a:chExt cx="0" cy="0"/>
        </a:xfrm>
      </p:grpSpPr>
      <p:sp>
        <p:nvSpPr>
          <p:cNvPr id="34" name="Google Shape;34;p66"/>
          <p:cNvSpPr txBox="1">
            <a:spLocks noGrp="1"/>
          </p:cNvSpPr>
          <p:nvPr>
            <p:ph type="body" idx="1"/>
          </p:nvPr>
        </p:nvSpPr>
        <p:spPr>
          <a:xfrm>
            <a:off x="521755" y="1417639"/>
            <a:ext cx="11240488" cy="4114800"/>
          </a:xfrm>
          <a:prstGeom prst="rect">
            <a:avLst/>
          </a:prstGeom>
          <a:noFill/>
          <a:ln>
            <a:noFill/>
          </a:ln>
        </p:spPr>
        <p:txBody>
          <a:bodyPr spcFirstLastPara="1" wrap="square" lIns="68575" tIns="34275" rIns="68575" bIns="34275" anchor="t" anchorCtr="0">
            <a:noAutofit/>
          </a:bodyPr>
          <a:lstStyle>
            <a:lvl1pPr marL="609585" lvl="0" indent="-406390" algn="l">
              <a:lnSpc>
                <a:spcPct val="102000"/>
              </a:lnSpc>
              <a:spcBef>
                <a:spcPts val="800"/>
              </a:spcBef>
              <a:spcAft>
                <a:spcPts val="0"/>
              </a:spcAft>
              <a:buSzPts val="1200"/>
              <a:buFont typeface="Arial"/>
              <a:buChar char="•"/>
              <a:defRPr/>
            </a:lvl1pPr>
            <a:lvl2pPr marL="1219170" lvl="1" indent="-389457" algn="l">
              <a:lnSpc>
                <a:spcPct val="102000"/>
              </a:lnSpc>
              <a:spcBef>
                <a:spcPts val="800"/>
              </a:spcBef>
              <a:spcAft>
                <a:spcPts val="0"/>
              </a:spcAft>
              <a:buSzPts val="1000"/>
              <a:buChar char="4"/>
              <a:defRPr/>
            </a:lvl2pPr>
            <a:lvl3pPr marL="1828754" lvl="2" indent="-406390" algn="l">
              <a:lnSpc>
                <a:spcPct val="102000"/>
              </a:lnSpc>
              <a:spcBef>
                <a:spcPts val="800"/>
              </a:spcBef>
              <a:spcAft>
                <a:spcPts val="0"/>
              </a:spcAft>
              <a:buSzPts val="1200"/>
              <a:buChar char="-"/>
              <a:defRPr/>
            </a:lvl3pPr>
            <a:lvl4pPr marL="2438339" lvl="3" indent="-406390" algn="l">
              <a:lnSpc>
                <a:spcPct val="102000"/>
              </a:lnSpc>
              <a:spcBef>
                <a:spcPts val="800"/>
              </a:spcBef>
              <a:spcAft>
                <a:spcPts val="0"/>
              </a:spcAft>
              <a:buSzPts val="1200"/>
              <a:buChar char="-"/>
              <a:defRPr/>
            </a:lvl4pPr>
            <a:lvl5pPr marL="3047924" lvl="4" indent="-406390" algn="l">
              <a:lnSpc>
                <a:spcPct val="102000"/>
              </a:lnSpc>
              <a:spcBef>
                <a:spcPts val="800"/>
              </a:spcBef>
              <a:spcAft>
                <a:spcPts val="0"/>
              </a:spcAft>
              <a:buSzPts val="1200"/>
              <a:buChar char="-"/>
              <a:defRPr/>
            </a:lvl5pPr>
            <a:lvl6pPr marL="3657509" lvl="5" indent="-406390" algn="l">
              <a:lnSpc>
                <a:spcPct val="102000"/>
              </a:lnSpc>
              <a:spcBef>
                <a:spcPts val="800"/>
              </a:spcBef>
              <a:spcAft>
                <a:spcPts val="0"/>
              </a:spcAft>
              <a:buSzPts val="1200"/>
              <a:buChar char="-"/>
              <a:defRPr/>
            </a:lvl6pPr>
            <a:lvl7pPr marL="4267093" lvl="6" indent="-406390" algn="l">
              <a:lnSpc>
                <a:spcPct val="102000"/>
              </a:lnSpc>
              <a:spcBef>
                <a:spcPts val="800"/>
              </a:spcBef>
              <a:spcAft>
                <a:spcPts val="0"/>
              </a:spcAft>
              <a:buSzPts val="1200"/>
              <a:buChar char="-"/>
              <a:defRPr/>
            </a:lvl7pPr>
            <a:lvl8pPr marL="4876678" lvl="7" indent="-406390" algn="l">
              <a:lnSpc>
                <a:spcPct val="102000"/>
              </a:lnSpc>
              <a:spcBef>
                <a:spcPts val="800"/>
              </a:spcBef>
              <a:spcAft>
                <a:spcPts val="0"/>
              </a:spcAft>
              <a:buSzPts val="1200"/>
              <a:buChar char="-"/>
              <a:defRPr/>
            </a:lvl8pPr>
            <a:lvl9pPr marL="5486263" lvl="8" indent="-406390" algn="l">
              <a:lnSpc>
                <a:spcPct val="102000"/>
              </a:lnSpc>
              <a:spcBef>
                <a:spcPts val="800"/>
              </a:spcBef>
              <a:spcAft>
                <a:spcPts val="0"/>
              </a:spcAft>
              <a:buSzPts val="1200"/>
              <a:buChar char="-"/>
              <a:defRPr/>
            </a:lvl9pPr>
          </a:lstStyle>
          <a:p>
            <a:endParaRPr/>
          </a:p>
        </p:txBody>
      </p:sp>
    </p:spTree>
    <p:extLst>
      <p:ext uri="{BB962C8B-B14F-4D97-AF65-F5344CB8AC3E}">
        <p14:creationId xmlns:p14="http://schemas.microsoft.com/office/powerpoint/2010/main" val="655688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4754" y="6503339"/>
            <a:ext cx="1863523" cy="316800"/>
          </a:xfrm>
          <a:prstGeom prst="rect">
            <a:avLst/>
          </a:prstGeom>
        </p:spPr>
      </p:pic>
      <p:sp>
        <p:nvSpPr>
          <p:cNvPr id="7" name="Google Shape;18;p1"/>
          <p:cNvSpPr txBox="1"/>
          <p:nvPr/>
        </p:nvSpPr>
        <p:spPr>
          <a:xfrm>
            <a:off x="10759831" y="6580879"/>
            <a:ext cx="1195754" cy="21544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Pág</a:t>
            </a: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a:t>
            </a:r>
            <a:fld id="{00000000-1234-1234-1234-123412341234}" type="slidenum">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‹Nº›</a:t>
            </a:fld>
            <a:endParaRPr sz="800" b="0" i="0" u="none" strike="noStrike" cap="none">
              <a:solidFill>
                <a:srgbClr val="808080"/>
              </a:solidFill>
              <a:latin typeface="Segoe UI" panose="020B0502040204020203" pitchFamily="34" charset="0"/>
              <a:ea typeface="Calibri"/>
              <a:cs typeface="Segoe UI" panose="020B0502040204020203" pitchFamily="34" charset="0"/>
              <a:sym typeface="Calibri"/>
            </a:endParaRPr>
          </a:p>
        </p:txBody>
      </p:sp>
      <p:pic>
        <p:nvPicPr>
          <p:cNvPr id="8" name="Google Shape;10;p1"/>
          <p:cNvPicPr preferRelativeResize="0"/>
          <p:nvPr/>
        </p:nvPicPr>
        <p:blipFill rotWithShape="1">
          <a:blip r:embed="rId8">
            <a:alphaModFix/>
          </a:blip>
          <a:srcRect/>
          <a:stretch/>
        </p:blipFill>
        <p:spPr>
          <a:xfrm>
            <a:off x="1588" y="1588"/>
            <a:ext cx="1588" cy="1588"/>
          </a:xfrm>
          <a:prstGeom prst="rect">
            <a:avLst/>
          </a:prstGeom>
          <a:noFill/>
          <a:ln>
            <a:noFill/>
          </a:ln>
        </p:spPr>
      </p:pic>
      <p:sp>
        <p:nvSpPr>
          <p:cNvPr id="10" name="Google Shape;16;p1"/>
          <p:cNvSpPr/>
          <p:nvPr/>
        </p:nvSpPr>
        <p:spPr>
          <a:xfrm flipH="1">
            <a:off x="0" y="-1"/>
            <a:ext cx="12191999" cy="288000"/>
          </a:xfrm>
          <a:prstGeom prst="rect">
            <a:avLst/>
          </a:prstGeom>
          <a:solidFill>
            <a:srgbClr val="0025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Lato" panose="020B0604020202020204" charset="0"/>
              <a:ea typeface="Calibri"/>
              <a:cs typeface="Calibri"/>
              <a:sym typeface="Calibri"/>
            </a:endParaRPr>
          </a:p>
        </p:txBody>
      </p:sp>
      <p:cxnSp>
        <p:nvCxnSpPr>
          <p:cNvPr id="11" name="Google Shape;17;p1"/>
          <p:cNvCxnSpPr/>
          <p:nvPr/>
        </p:nvCxnSpPr>
        <p:spPr>
          <a:xfrm>
            <a:off x="14" y="298378"/>
            <a:ext cx="12191985" cy="0"/>
          </a:xfrm>
          <a:prstGeom prst="straightConnector1">
            <a:avLst/>
          </a:prstGeom>
          <a:noFill/>
          <a:ln w="38100" cap="flat" cmpd="sng">
            <a:solidFill>
              <a:srgbClr val="BFA13E"/>
            </a:solidFill>
            <a:prstDash val="solid"/>
            <a:round/>
            <a:headEnd type="none" w="sm" len="sm"/>
            <a:tailEnd type="none" w="sm" len="sm"/>
          </a:ln>
        </p:spPr>
      </p:cxnSp>
      <p:cxnSp>
        <p:nvCxnSpPr>
          <p:cNvPr id="12" name="Google Shape;19;p1"/>
          <p:cNvCxnSpPr/>
          <p:nvPr/>
        </p:nvCxnSpPr>
        <p:spPr>
          <a:xfrm>
            <a:off x="11267394" y="6623314"/>
            <a:ext cx="0" cy="144000"/>
          </a:xfrm>
          <a:prstGeom prst="straightConnector1">
            <a:avLst/>
          </a:prstGeom>
          <a:noFill/>
          <a:ln w="19050" cap="flat" cmpd="sng">
            <a:solidFill>
              <a:srgbClr val="BFA13E"/>
            </a:solidFill>
            <a:prstDash val="solid"/>
            <a:round/>
            <a:headEnd type="none" w="sm" len="sm"/>
            <a:tailEnd type="none" w="sm" len="sm"/>
          </a:ln>
        </p:spPr>
      </p:cxnSp>
      <p:sp>
        <p:nvSpPr>
          <p:cNvPr id="13" name="Google Shape;20;p1"/>
          <p:cNvSpPr/>
          <p:nvPr/>
        </p:nvSpPr>
        <p:spPr>
          <a:xfrm>
            <a:off x="7997091" y="6588178"/>
            <a:ext cx="3077944" cy="21427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  Management Solutions 2025.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Todos</a:t>
            </a: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los</a:t>
            </a: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derechos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reservados</a:t>
            </a:r>
            <a:endParaRPr sz="800" b="0" i="0" u="none" strike="noStrike" cap="none">
              <a:solidFill>
                <a:srgbClr val="000000"/>
              </a:solidFill>
              <a:latin typeface="Segoe UI" panose="020B0502040204020203" pitchFamily="34" charset="0"/>
              <a:ea typeface="Arial"/>
              <a:cs typeface="Segoe UI" panose="020B0502040204020203" pitchFamily="34" charset="0"/>
              <a:sym typeface="Arial"/>
            </a:endParaRPr>
          </a:p>
        </p:txBody>
      </p:sp>
      <p:sp>
        <p:nvSpPr>
          <p:cNvPr id="3" name="Google Shape;64;p2">
            <a:extLst>
              <a:ext uri="{FF2B5EF4-FFF2-40B4-BE49-F238E27FC236}">
                <a16:creationId xmlns:a16="http://schemas.microsoft.com/office/drawing/2014/main" id="{AB456AA5-94EE-6DE7-685D-B2AB26BCFB62}"/>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9246720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4" r:id="rId4"/>
    <p:sldLayoutId id="214748368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slide" Target="slide53.xml"/><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package" Target="../embeddings/Microsoft_Excel_Worksheet.xlsx"/><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slide" Target="slide5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hyperlink" Target="https://www.jdpower.com/business/press-releases/2025-us-alg-residual-value-awards" TargetMode="External"/><Relationship Id="rId2" Type="http://schemas.openxmlformats.org/officeDocument/2006/relationships/hyperlink" Target="https://autovista24.autovistagroup.com/news/winners-of-the-2024-autovista-group-residual-value-awards/" TargetMode="Externa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github.com/jcllanu/residual-value/blob/main/residual_value_form.xlsx" TargetMode="External"/><Relationship Id="rId5" Type="http://schemas.openxmlformats.org/officeDocument/2006/relationships/hyperlink" Target="https://docs.google.com/forms/d/e/1FAIpQLSfglvWP-pCSRQBmrqLzyvsxnX_NqEikknzMOiY11eZ4Kn8Qyg/viewform" TargetMode="External"/><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hyperlink" Target="MS_TEF_Centralizaci&#243;n%20de%20funciones%20v4.pptx" TargetMode="Externa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jcllanu/residual-value/tree/main"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github.com/jcllanu/residual-value/blob/main/model/residual_value_model.ipynb"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jcllanu/residual-value/blob/main/model/used_car_price_prediction_model.ipynb"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github.com/jcllanu/residual-value/blob/main/web_scraping.py" TargetMode="External"/><Relationship Id="rId7" Type="http://schemas.openxmlformats.org/officeDocument/2006/relationships/image" Target="../media/image37.svg"/><Relationship Id="rId2" Type="http://schemas.openxmlformats.org/officeDocument/2006/relationships/hyperlink" Target="https://www.cars.com/" TargetMode="Externa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hyperlink" Target="https://github.com/jcllanu/residual-value/blob/main/price_scraping.py" TargetMode="External"/><Relationship Id="rId4" Type="http://schemas.openxmlformats.org/officeDocument/2006/relationships/hyperlink" Target="https://www.kbb.com/"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8" Type="http://schemas.openxmlformats.org/officeDocument/2006/relationships/hyperlink" Target="https://www.cars.com/" TargetMode="External"/><Relationship Id="rId3" Type="http://schemas.openxmlformats.org/officeDocument/2006/relationships/hyperlink" Target="https://www.bmw.es/es/footer/footer-section/glosario-bmw/residual-value.html" TargetMode="External"/><Relationship Id="rId7" Type="http://schemas.openxmlformats.org/officeDocument/2006/relationships/hyperlink" Target="https://www.kbb.com/" TargetMode="External"/><Relationship Id="rId12" Type="http://schemas.openxmlformats.org/officeDocument/2006/relationships/hyperlink" Target="https://www.bts.gov/content/new-and-used-passenger-car-sales-and-leases-thousands-vehicles" TargetMode="External"/><Relationship Id="rId2" Type="http://schemas.openxmlformats.org/officeDocument/2006/relationships/hyperlink" Target="https://ae-renting.es/pdf/renting_libro.pdf" TargetMode="External"/><Relationship Id="rId1" Type="http://schemas.openxmlformats.org/officeDocument/2006/relationships/slideLayout" Target="../slideLayouts/slideLayout2.xml"/><Relationship Id="rId6" Type="http://schemas.openxmlformats.org/officeDocument/2006/relationships/hyperlink" Target="https://www.auto3000ocasion.com/noticias/como-afecta-el-valor-residual-a-la-venta-de-un-coche/" TargetMode="External"/><Relationship Id="rId11" Type="http://schemas.openxmlformats.org/officeDocument/2006/relationships/hyperlink" Target="https://www.leaseurope.org/data-research/annual-statistics/past-surveys" TargetMode="External"/><Relationship Id="rId5" Type="http://schemas.openxmlformats.org/officeDocument/2006/relationships/hyperlink" Target="https://www.compramostucoche.es/tasar-coche/valor-residual-coche/" TargetMode="External"/><Relationship Id="rId10" Type="http://schemas.openxmlformats.org/officeDocument/2006/relationships/hyperlink" Target="https://ec.europa.eu/eurostat/databrowser/explore/all/transp" TargetMode="External"/><Relationship Id="rId4" Type="http://schemas.openxmlformats.org/officeDocument/2006/relationships/hyperlink" Target="https://www.dacia.es/blog/sobre-dacia/valor-residual-coche.html" TargetMode="External"/><Relationship Id="rId9" Type="http://schemas.openxmlformats.org/officeDocument/2006/relationships/hyperlink" Target="https://accountinginsights.org/residual-value-impact-on-asset-depreciation-and-finance/" TargetMode="External"/></Relationships>
</file>

<file path=ppt/slides/_rels/slide5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55.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package" Target="../embeddings/Microsoft_Excel_Worksheet2.xlsx"/><Relationship Id="rId1" Type="http://schemas.openxmlformats.org/officeDocument/2006/relationships/slideLayout" Target="../slideLayouts/slideLayout2.xml"/><Relationship Id="rId5" Type="http://schemas.openxmlformats.org/officeDocument/2006/relationships/chart" Target="../charts/chart11.xml"/><Relationship Id="rId4" Type="http://schemas.openxmlformats.org/officeDocument/2006/relationships/chart" Target="../charts/chart10.xml"/></Relationships>
</file>

<file path=ppt/slides/_rels/slide56.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package" Target="../embeddings/Microsoft_Excel_Worksheet3.xlsx"/><Relationship Id="rId1" Type="http://schemas.openxmlformats.org/officeDocument/2006/relationships/slideLayout" Target="../slideLayouts/slideLayout2.xml"/><Relationship Id="rId5" Type="http://schemas.openxmlformats.org/officeDocument/2006/relationships/chart" Target="../charts/chart13.xml"/><Relationship Id="rId4" Type="http://schemas.openxmlformats.org/officeDocument/2006/relationships/chart" Target="../charts/chart12.xml"/></Relationships>
</file>

<file path=ppt/slides/_rels/slide57.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package" Target="../embeddings/Microsoft_Excel_Worksheet4.xlsx"/><Relationship Id="rId1" Type="http://schemas.openxmlformats.org/officeDocument/2006/relationships/slideLayout" Target="../slideLayouts/slideLayout2.xml"/><Relationship Id="rId4" Type="http://schemas.openxmlformats.org/officeDocument/2006/relationships/chart" Target="../charts/char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pic>
        <p:nvPicPr>
          <p:cNvPr id="3" name="Picture 2">
            <a:extLst>
              <a:ext uri="{FF2B5EF4-FFF2-40B4-BE49-F238E27FC236}">
                <a16:creationId xmlns:a16="http://schemas.microsoft.com/office/drawing/2014/main" id="{EB45AC85-62E0-7306-5134-A480B765A466}"/>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sp>
        <p:nvSpPr>
          <p:cNvPr id="22" name="Google Shape;1032;p4"/>
          <p:cNvSpPr/>
          <p:nvPr/>
        </p:nvSpPr>
        <p:spPr>
          <a:xfrm>
            <a:off x="0" y="1"/>
            <a:ext cx="12192000" cy="6857999"/>
          </a:xfrm>
          <a:prstGeom prst="rect">
            <a:avLst/>
          </a:prstGeom>
          <a:gradFill>
            <a:gsLst>
              <a:gs pos="0">
                <a:srgbClr val="5983B1">
                  <a:alpha val="38823"/>
                </a:srgbClr>
              </a:gs>
              <a:gs pos="44000">
                <a:srgbClr val="5983B1">
                  <a:alpha val="38823"/>
                </a:srgbClr>
              </a:gs>
              <a:gs pos="61000">
                <a:srgbClr val="021B32">
                  <a:alpha val="80000"/>
                </a:srgbClr>
              </a:gs>
              <a:gs pos="74000">
                <a:srgbClr val="01101D">
                  <a:alpha val="89803"/>
                </a:srgbClr>
              </a:gs>
              <a:gs pos="100000">
                <a:srgbClr val="022646"/>
              </a:gs>
            </a:gsLst>
            <a:path path="circle">
              <a:fillToRect l="100000" t="100000"/>
            </a:path>
            <a:tileRect r="-100000" b="-100000"/>
          </a:gradFill>
          <a:ln w="9525" cap="flat" cmpd="sng">
            <a:noFill/>
            <a:prstDash val="solid"/>
            <a:round/>
            <a:headEnd type="none" w="sm" len="sm"/>
            <a:tailEnd type="none" w="sm" len="sm"/>
          </a:ln>
        </p:spPr>
        <p:txBody>
          <a:bodyPr spcFirstLastPara="1" wrap="square" lIns="121900" tIns="60933" rIns="121900" bIns="60933" anchor="ctr" anchorCtr="0">
            <a:noAutofit/>
          </a:bodyPr>
          <a:lstStyle/>
          <a:p>
            <a:pPr algn="ctr"/>
            <a:endParaRPr sz="1467" dirty="0">
              <a:solidFill>
                <a:schemeClr val="lt1"/>
              </a:solidFill>
              <a:latin typeface="Segoe UI" panose="020B0502040204020203" pitchFamily="34" charset="0"/>
              <a:ea typeface="Lato"/>
              <a:cs typeface="Segoe UI" panose="020B0502040204020203" pitchFamily="34" charset="0"/>
              <a:sym typeface="Lato"/>
            </a:endParaRPr>
          </a:p>
        </p:txBody>
      </p:sp>
      <p:sp>
        <p:nvSpPr>
          <p:cNvPr id="23" name="Google Shape;1002;g648963a9e2_0_0"/>
          <p:cNvSpPr/>
          <p:nvPr/>
        </p:nvSpPr>
        <p:spPr>
          <a:xfrm>
            <a:off x="-1" y="730748"/>
            <a:ext cx="10711544" cy="2000197"/>
          </a:xfrm>
          <a:prstGeom prst="rect">
            <a:avLst/>
          </a:prstGeom>
          <a:solidFill>
            <a:srgbClr val="FFFFFF">
              <a:alpha val="23137"/>
            </a:srgbClr>
          </a:solidFill>
          <a:ln>
            <a:noFill/>
          </a:ln>
        </p:spPr>
        <p:txBody>
          <a:bodyPr spcFirstLastPara="1" wrap="square" lIns="121900" tIns="60933" rIns="121900" bIns="60933" anchor="ctr" anchorCtr="0">
            <a:noAutofit/>
          </a:bodyPr>
          <a:lstStyle/>
          <a:p>
            <a:pPr algn="ctr">
              <a:buClr>
                <a:schemeClr val="dk1"/>
              </a:buClr>
              <a:buSzPts val="1400"/>
            </a:pPr>
            <a:endParaRPr sz="1867" dirty="0">
              <a:solidFill>
                <a:schemeClr val="lt1"/>
              </a:solidFill>
              <a:latin typeface="Segoe UI" panose="020B0502040204020203" pitchFamily="34" charset="0"/>
              <a:cs typeface="Segoe UI" panose="020B0502040204020203" pitchFamily="34" charset="0"/>
              <a:sym typeface="Arial"/>
            </a:endParaRPr>
          </a:p>
        </p:txBody>
      </p:sp>
      <p:sp>
        <p:nvSpPr>
          <p:cNvPr id="24" name="Google Shape;1005;g648963a9e2_0_0"/>
          <p:cNvSpPr txBox="1"/>
          <p:nvPr/>
        </p:nvSpPr>
        <p:spPr>
          <a:xfrm>
            <a:off x="232658" y="1075959"/>
            <a:ext cx="9307268" cy="1258203"/>
          </a:xfrm>
          <a:prstGeom prst="rect">
            <a:avLst/>
          </a:prstGeom>
          <a:noFill/>
          <a:ln>
            <a:noFill/>
          </a:ln>
        </p:spPr>
        <p:txBody>
          <a:bodyPr spcFirstLastPara="1" wrap="square" lIns="121900" tIns="60933" rIns="121900" bIns="60933" anchor="ctr" anchorCtr="0">
            <a:noAutofit/>
          </a:bodyPr>
          <a:lstStyle/>
          <a:p>
            <a:pPr lvl="0"/>
            <a:r>
              <a:rPr lang="es-ES_tradnl" sz="2400" b="1" dirty="0">
                <a:solidFill>
                  <a:schemeClr val="bg1"/>
                </a:solidFill>
                <a:latin typeface="Segoe UI" panose="020B0502040204020203" pitchFamily="34" charset="0"/>
                <a:ea typeface="Lato"/>
                <a:cs typeface="Segoe UI" panose="020B0502040204020203" pitchFamily="34" charset="0"/>
                <a:sym typeface="Lato"/>
              </a:rPr>
              <a:t>Consideraciones en el cálculo de Valor Residual de vehículos financiados, con foco en nuevos vehículos eléctricos</a:t>
            </a:r>
          </a:p>
        </p:txBody>
      </p:sp>
      <p:sp>
        <p:nvSpPr>
          <p:cNvPr id="29" name="Google Shape;1005;g648963a9e2_0_0"/>
          <p:cNvSpPr txBox="1"/>
          <p:nvPr/>
        </p:nvSpPr>
        <p:spPr>
          <a:xfrm>
            <a:off x="10298098" y="6216705"/>
            <a:ext cx="1893904" cy="487548"/>
          </a:xfrm>
          <a:prstGeom prst="rect">
            <a:avLst/>
          </a:prstGeom>
          <a:noFill/>
          <a:ln>
            <a:noFill/>
          </a:ln>
        </p:spPr>
        <p:txBody>
          <a:bodyPr spcFirstLastPara="1" wrap="square" lIns="121900" tIns="60933" rIns="121900" bIns="60933" anchor="ctr" anchorCtr="0">
            <a:noAutofit/>
          </a:bodyPr>
          <a:lstStyle/>
          <a:p>
            <a:pPr lvl="0" algn="ctr"/>
            <a:r>
              <a:rPr lang="es-ES_tradnl" sz="1600" b="1" dirty="0">
                <a:solidFill>
                  <a:schemeClr val="bg1"/>
                </a:solidFill>
                <a:latin typeface="Segoe UI" panose="020B0502040204020203" pitchFamily="34" charset="0"/>
                <a:ea typeface="Lato"/>
                <a:cs typeface="Segoe UI" panose="020B0502040204020203" pitchFamily="34" charset="0"/>
                <a:sym typeface="Lato"/>
              </a:rPr>
              <a:t>Mayo 2025</a:t>
            </a:r>
          </a:p>
        </p:txBody>
      </p:sp>
      <p:sp>
        <p:nvSpPr>
          <p:cNvPr id="15" name="Google Shape;1005;g648963a9e2_0_0"/>
          <p:cNvSpPr txBox="1"/>
          <p:nvPr/>
        </p:nvSpPr>
        <p:spPr>
          <a:xfrm>
            <a:off x="232661" y="2789045"/>
            <a:ext cx="9113470" cy="1176052"/>
          </a:xfrm>
          <a:prstGeom prst="rect">
            <a:avLst/>
          </a:prstGeom>
          <a:noFill/>
          <a:ln>
            <a:noFill/>
          </a:ln>
        </p:spPr>
        <p:txBody>
          <a:bodyPr spcFirstLastPara="1" wrap="square" lIns="121900" tIns="60933" rIns="121900" bIns="60933" anchor="ctr" anchorCtr="0">
            <a:noAutofit/>
          </a:bodyPr>
          <a:lstStyle/>
          <a:p>
            <a:pPr lvl="0"/>
            <a:r>
              <a:rPr lang="es-ES_tradnl" sz="2800" b="1" dirty="0">
                <a:solidFill>
                  <a:schemeClr val="accent4">
                    <a:lumMod val="50000"/>
                  </a:schemeClr>
                </a:solidFill>
                <a:latin typeface="Segoe UI" panose="020B0502040204020203" pitchFamily="34" charset="0"/>
                <a:ea typeface="Lato"/>
                <a:cs typeface="Segoe UI" panose="020B0502040204020203" pitchFamily="34" charset="0"/>
                <a:sym typeface="Lato"/>
              </a:rPr>
              <a:t>Máster en Consultoría de Negocio</a:t>
            </a:r>
          </a:p>
          <a:p>
            <a:pPr lvl="0"/>
            <a:r>
              <a:rPr lang="es-ES_tradnl" sz="2000" b="1" dirty="0">
                <a:solidFill>
                  <a:schemeClr val="bg1"/>
                </a:solidFill>
                <a:latin typeface="Segoe UI" panose="020B0502040204020203" pitchFamily="34" charset="0"/>
                <a:ea typeface="Lato"/>
                <a:cs typeface="Segoe UI" panose="020B0502040204020203" pitchFamily="34" charset="0"/>
                <a:sym typeface="Lato"/>
              </a:rPr>
              <a:t>Trabajo Fin de Máster</a:t>
            </a:r>
          </a:p>
        </p:txBody>
      </p:sp>
      <p:sp>
        <p:nvSpPr>
          <p:cNvPr id="4" name="AutoShape 4" descr="Home | Redeia">
            <a:extLst>
              <a:ext uri="{FF2B5EF4-FFF2-40B4-BE49-F238E27FC236}">
                <a16:creationId xmlns:a16="http://schemas.microsoft.com/office/drawing/2014/main" id="{F2947B75-72F3-EF11-190D-6600B210FCA5}"/>
              </a:ext>
            </a:extLst>
          </p:cNvPr>
          <p:cNvSpPr>
            <a:spLocks noChangeAspect="1" noChangeArrowheads="1"/>
          </p:cNvSpPr>
          <p:nvPr/>
        </p:nvSpPr>
        <p:spPr bwMode="auto">
          <a:xfrm>
            <a:off x="5943599" y="770467"/>
            <a:ext cx="2810933" cy="2810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_tradnl" dirty="0"/>
          </a:p>
        </p:txBody>
      </p:sp>
      <p:sp>
        <p:nvSpPr>
          <p:cNvPr id="2" name="Google Shape;1005;g648963a9e2_0_0">
            <a:extLst>
              <a:ext uri="{FF2B5EF4-FFF2-40B4-BE49-F238E27FC236}">
                <a16:creationId xmlns:a16="http://schemas.microsoft.com/office/drawing/2014/main" id="{8EDCFE54-9A28-F3CB-84A5-AEC373A03D3B}"/>
              </a:ext>
            </a:extLst>
          </p:cNvPr>
          <p:cNvSpPr txBox="1"/>
          <p:nvPr/>
        </p:nvSpPr>
        <p:spPr>
          <a:xfrm>
            <a:off x="232658" y="4461356"/>
            <a:ext cx="9113470" cy="1896242"/>
          </a:xfrm>
          <a:prstGeom prst="rect">
            <a:avLst/>
          </a:prstGeom>
          <a:noFill/>
          <a:ln>
            <a:noFill/>
          </a:ln>
        </p:spPr>
        <p:txBody>
          <a:bodyPr spcFirstLastPara="1" wrap="square" lIns="121900" tIns="60933" rIns="121900" bIns="60933" anchor="ctr" anchorCtr="0">
            <a:noAutofit/>
          </a:bodyPr>
          <a:lstStyle/>
          <a:p>
            <a:pPr lvl="0"/>
            <a:r>
              <a:rPr lang="es-ES_tradnl" sz="2000" b="1" dirty="0">
                <a:solidFill>
                  <a:schemeClr val="bg1"/>
                </a:solidFill>
                <a:latin typeface="Segoe UI" panose="020B0502040204020203" pitchFamily="34" charset="0"/>
                <a:ea typeface="Lato"/>
                <a:cs typeface="Segoe UI" panose="020B0502040204020203" pitchFamily="34" charset="0"/>
                <a:sym typeface="Lato"/>
              </a:rPr>
              <a:t>Lucía Bravo Dalmau</a:t>
            </a:r>
          </a:p>
          <a:p>
            <a:r>
              <a:rPr lang="es-ES_tradnl" sz="2000" b="1" dirty="0">
                <a:solidFill>
                  <a:schemeClr val="bg1"/>
                </a:solidFill>
                <a:latin typeface="Segoe UI" panose="020B0502040204020203" pitchFamily="34" charset="0"/>
                <a:ea typeface="Lato"/>
                <a:cs typeface="Segoe UI" panose="020B0502040204020203" pitchFamily="34" charset="0"/>
                <a:sym typeface="Lato"/>
              </a:rPr>
              <a:t>Carmen Fernández Casal</a:t>
            </a:r>
          </a:p>
          <a:p>
            <a:r>
              <a:rPr lang="es-ES_tradnl" sz="2000" b="1" dirty="0">
                <a:solidFill>
                  <a:schemeClr val="bg1"/>
                </a:solidFill>
                <a:latin typeface="Segoe UI" panose="020B0502040204020203" pitchFamily="34" charset="0"/>
                <a:ea typeface="Lato"/>
                <a:cs typeface="Segoe UI" panose="020B0502040204020203" pitchFamily="34" charset="0"/>
                <a:sym typeface="Lato"/>
              </a:rPr>
              <a:t>Paula Florián </a:t>
            </a:r>
            <a:r>
              <a:rPr lang="es-ES_tradnl" sz="2000" b="1" dirty="0" err="1">
                <a:solidFill>
                  <a:schemeClr val="bg1"/>
                </a:solidFill>
                <a:latin typeface="Segoe UI" panose="020B0502040204020203" pitchFamily="34" charset="0"/>
                <a:ea typeface="Lato"/>
                <a:cs typeface="Segoe UI" panose="020B0502040204020203" pitchFamily="34" charset="0"/>
                <a:sym typeface="Lato"/>
              </a:rPr>
              <a:t>Júlvez</a:t>
            </a:r>
            <a:endParaRPr lang="es-ES_tradnl" sz="2000" b="1" dirty="0">
              <a:solidFill>
                <a:schemeClr val="bg1"/>
              </a:solidFill>
              <a:latin typeface="Segoe UI" panose="020B0502040204020203" pitchFamily="34" charset="0"/>
              <a:ea typeface="Lato"/>
              <a:cs typeface="Segoe UI" panose="020B0502040204020203" pitchFamily="34" charset="0"/>
              <a:sym typeface="Lato"/>
            </a:endParaRPr>
          </a:p>
          <a:p>
            <a:pPr lvl="0"/>
            <a:r>
              <a:rPr lang="es-ES_tradnl" sz="2000" b="1" dirty="0">
                <a:solidFill>
                  <a:schemeClr val="bg1"/>
                </a:solidFill>
                <a:latin typeface="Segoe UI" panose="020B0502040204020203" pitchFamily="34" charset="0"/>
                <a:ea typeface="Lato"/>
                <a:cs typeface="Segoe UI" panose="020B0502040204020203" pitchFamily="34" charset="0"/>
                <a:sym typeface="Lato"/>
              </a:rPr>
              <a:t>Lucía García de Santos</a:t>
            </a:r>
          </a:p>
          <a:p>
            <a:pPr lvl="0"/>
            <a:r>
              <a:rPr lang="es-ES_tradnl" sz="2000" b="1" dirty="0">
                <a:solidFill>
                  <a:schemeClr val="bg1"/>
                </a:solidFill>
                <a:latin typeface="Segoe UI" panose="020B0502040204020203" pitchFamily="34" charset="0"/>
                <a:ea typeface="Lato"/>
                <a:cs typeface="Segoe UI" panose="020B0502040204020203" pitchFamily="34" charset="0"/>
                <a:sym typeface="Lato"/>
              </a:rPr>
              <a:t>Juan Carlos Llamas Núñez</a:t>
            </a:r>
          </a:p>
          <a:p>
            <a:pPr lvl="0"/>
            <a:r>
              <a:rPr lang="es-ES_tradnl" sz="2000" b="1" dirty="0">
                <a:solidFill>
                  <a:schemeClr val="bg1"/>
                </a:solidFill>
                <a:latin typeface="Segoe UI" panose="020B0502040204020203" pitchFamily="34" charset="0"/>
                <a:ea typeface="Lato"/>
                <a:cs typeface="Segoe UI" panose="020B0502040204020203" pitchFamily="34" charset="0"/>
                <a:sym typeface="Lato"/>
              </a:rPr>
              <a:t>Ana Villoria Jiménez</a:t>
            </a:r>
          </a:p>
          <a:p>
            <a:pPr lvl="0"/>
            <a:endParaRPr lang="es-ES_tradnl" sz="2000" b="1" dirty="0">
              <a:solidFill>
                <a:schemeClr val="bg1"/>
              </a:solidFill>
              <a:latin typeface="Segoe UI" panose="020B0502040204020203" pitchFamily="34" charset="0"/>
              <a:ea typeface="Lato"/>
              <a:cs typeface="Segoe UI" panose="020B0502040204020203" pitchFamily="34" charset="0"/>
              <a:sym typeface="Lato"/>
            </a:endParaRPr>
          </a:p>
        </p:txBody>
      </p:sp>
    </p:spTree>
    <p:extLst>
      <p:ext uri="{BB962C8B-B14F-4D97-AF65-F5344CB8AC3E}">
        <p14:creationId xmlns:p14="http://schemas.microsoft.com/office/powerpoint/2010/main" val="3234617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DD364D6-A56F-E374-2DA7-326391A6A9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8D6C85-0AD8-FB6E-5092-84B623F231C2}"/>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6F433DE-D894-DF0C-A09B-0898538A8E7C}"/>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611E4D7D-2AA0-3383-CE15-FB194BCBCFBD}"/>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685BA89F-5E3C-5DA0-D1C7-73B64E11791D}"/>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lvl="0">
              <a:lnSpc>
                <a:spcPct val="102000"/>
              </a:lnSpc>
            </a:pPr>
            <a:r>
              <a:rPr lang="es-ES_tradnl" sz="2000" b="1">
                <a:solidFill>
                  <a:schemeClr val="bg1"/>
                </a:solidFill>
                <a:latin typeface="Segoe UI" panose="020B0502040204020203" pitchFamily="34" charset="0"/>
                <a:ea typeface="Lato"/>
                <a:cs typeface="Segoe UI" panose="020B0502040204020203" pitchFamily="34" charset="0"/>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lvl="0">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lvl="0">
              <a:lnSpc>
                <a:spcPct val="102000"/>
              </a:lnSpc>
            </a:pPr>
            <a:endParaRPr lang="es-ES_tradnl" sz="2000" b="1">
              <a:solidFill>
                <a:srgbClr val="404040"/>
              </a:solidFill>
              <a:latin typeface="Segoe UI"/>
              <a:ea typeface="Lato"/>
              <a:cs typeface="Segoe UI"/>
              <a:sym typeface="Lato"/>
            </a:endParaRPr>
          </a:p>
          <a:p>
            <a:pPr lvl="0">
              <a:lnSpc>
                <a:spcPct val="102000"/>
              </a:lnSpc>
            </a:pPr>
            <a:r>
              <a:rPr lang="es-ES_tradnl" sz="2000" b="1">
                <a:solidFill>
                  <a:srgbClr val="404040"/>
                </a:solidFill>
                <a:latin typeface="Segoe UI"/>
                <a:ea typeface="Lato"/>
                <a:cs typeface="Segoe UI"/>
                <a:sym typeface="Lato"/>
              </a:rPr>
              <a:t>Desarrollo de un modelo de cálculo del valor residual</a:t>
            </a:r>
          </a:p>
          <a:p>
            <a:pPr lvl="0">
              <a:lnSpc>
                <a:spcPct val="102000"/>
              </a:lnSpc>
            </a:pPr>
            <a:endParaRPr lang="es-ES_tradnl" sz="2000" b="1">
              <a:solidFill>
                <a:srgbClr val="404040"/>
              </a:solidFill>
              <a:latin typeface="Segoe UI"/>
              <a:ea typeface="Lato"/>
              <a:cs typeface="Segoe UI"/>
              <a:sym typeface="Lato"/>
            </a:endParaRPr>
          </a:p>
          <a:p>
            <a:pPr lvl="0">
              <a:lnSpc>
                <a:spcPct val="102000"/>
              </a:lnSpc>
            </a:pPr>
            <a:r>
              <a:rPr lang="es-ES_tradnl" sz="2000" b="1">
                <a:solidFill>
                  <a:srgbClr val="404040"/>
                </a:solidFill>
                <a:latin typeface="Segoe UI"/>
                <a:ea typeface="Lato"/>
                <a:cs typeface="Segoe UI"/>
              </a:rPr>
              <a:t>Resultados y conclusiones</a:t>
            </a:r>
          </a:p>
          <a:p>
            <a:pPr lvl="0">
              <a:lnSpc>
                <a:spcPct val="102000"/>
              </a:lnSpc>
            </a:pPr>
            <a:endParaRPr lang="es-ES_tradnl" sz="2000" b="1">
              <a:solidFill>
                <a:srgbClr val="404040"/>
              </a:solidFill>
              <a:latin typeface="Segoe UI"/>
              <a:ea typeface="Lato"/>
              <a:cs typeface="Segoe UI"/>
            </a:endParaRPr>
          </a:p>
          <a:p>
            <a:pPr lvl="0">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DDB74CC1-67F0-D20E-2528-2688C80CC5A0}"/>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EA72123F-134D-BB4D-9AEE-5142E1069EE6}"/>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966BF530-9F3A-3129-467D-5805C32091B4}"/>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E101AFB0-AB5D-BCC6-0345-3C6A19DBD9AB}"/>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A11B7784-CC0E-DB1D-514B-1AE674885F6A}"/>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8E1D05CE-4204-A983-AE61-724EF7A9BA9A}"/>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07025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3776DF-F136-97A9-77AD-30C2268BF76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D6E12A51-7FD9-FFF5-B249-538FC44D9759}"/>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Contexto general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Conceptos clave</a:t>
            </a:r>
          </a:p>
        </p:txBody>
      </p:sp>
      <p:sp>
        <p:nvSpPr>
          <p:cNvPr id="3" name="Rectangle 2">
            <a:extLst>
              <a:ext uri="{FF2B5EF4-FFF2-40B4-BE49-F238E27FC236}">
                <a16:creationId xmlns:a16="http://schemas.microsoft.com/office/drawing/2014/main" id="{CC820C9B-5120-7872-BCD4-4AC866CB5FD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cxnSp>
        <p:nvCxnSpPr>
          <p:cNvPr id="4" name="Straight Connector 3">
            <a:extLst>
              <a:ext uri="{FF2B5EF4-FFF2-40B4-BE49-F238E27FC236}">
                <a16:creationId xmlns:a16="http://schemas.microsoft.com/office/drawing/2014/main" id="{236BAB9C-4483-13EB-18A9-85FF3AC6DA4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TextBox 5">
            <a:extLst>
              <a:ext uri="{FF2B5EF4-FFF2-40B4-BE49-F238E27FC236}">
                <a16:creationId xmlns:a16="http://schemas.microsoft.com/office/drawing/2014/main" id="{D3A8A193-27DF-0B87-FB12-8923CEE9E834}"/>
              </a:ext>
            </a:extLst>
          </p:cNvPr>
          <p:cNvSpPr txBox="1"/>
          <p:nvPr/>
        </p:nvSpPr>
        <p:spPr>
          <a:xfrm>
            <a:off x="831798" y="2081523"/>
            <a:ext cx="4786230" cy="4189010"/>
          </a:xfrm>
          <a:prstGeom prst="rect">
            <a:avLst/>
          </a:prstGeom>
          <a:solidFill>
            <a:schemeClr val="bg1">
              <a:lumMod val="95000"/>
            </a:schemeClr>
          </a:solidFill>
          <a:ln w="19050">
            <a:solidFill>
              <a:schemeClr val="accent1"/>
            </a:solidFill>
          </a:ln>
          <a:effectLst>
            <a:outerShdw blurRad="50800" dist="38100" dir="2700000" algn="tl" rotWithShape="0">
              <a:prstClr val="black">
                <a:alpha val="40000"/>
              </a:prstClr>
            </a:outerShdw>
          </a:effectLst>
        </p:spPr>
        <p:txBody>
          <a:bodyPr wrap="square" lIns="180000" rIns="108000" bIns="108000" rtlCol="0" anchor="b">
            <a:noAutofit/>
          </a:bodyPr>
          <a:lstStyle/>
          <a:p>
            <a:pPr algn="ctr">
              <a:spcBef>
                <a:spcPts val="600"/>
              </a:spcBef>
              <a:spcAft>
                <a:spcPts val="600"/>
              </a:spcAft>
            </a:pPr>
            <a:r>
              <a:rPr lang="es-ES_tradnl" sz="1600" b="1">
                <a:solidFill>
                  <a:schemeClr val="accent1"/>
                </a:solidFill>
                <a:latin typeface="Segoe Print" panose="02000600000000000000" pitchFamily="2" charset="0"/>
                <a:cs typeface="Arial" panose="020B0604020202020204" pitchFamily="34" charset="0"/>
              </a:rPr>
              <a:t>¿Qué es el valor residual?</a:t>
            </a:r>
          </a:p>
          <a:p>
            <a:pPr algn="just">
              <a:spcAft>
                <a:spcPts val="600"/>
              </a:spcAft>
            </a:pPr>
            <a:r>
              <a:rPr lang="es-ES_tradnl" sz="1400">
                <a:solidFill>
                  <a:schemeClr val="accent1"/>
                </a:solidFill>
                <a:latin typeface="Quattrocento Sans" panose="020B0502050000020003" pitchFamily="34" charset="0"/>
                <a:cs typeface="Arial" panose="020B0604020202020204" pitchFamily="34" charset="0"/>
              </a:rPr>
              <a:t>Desde un punto de vista contable, el valor residual de un activo es el </a:t>
            </a:r>
            <a:r>
              <a:rPr lang="es-ES_tradnl" sz="1400" b="1">
                <a:solidFill>
                  <a:schemeClr val="accent1"/>
                </a:solidFill>
                <a:latin typeface="Quattrocento Sans" panose="020B0502050000020003" pitchFamily="34" charset="0"/>
                <a:cs typeface="Arial" panose="020B0604020202020204" pitchFamily="34" charset="0"/>
              </a:rPr>
              <a:t>importe </a:t>
            </a:r>
            <a:r>
              <a:rPr lang="es-ES_tradnl" sz="1400">
                <a:solidFill>
                  <a:schemeClr val="accent1"/>
                </a:solidFill>
                <a:latin typeface="Quattrocento Sans" panose="020B0502050000020003" pitchFamily="34" charset="0"/>
                <a:cs typeface="Arial" panose="020B0604020202020204" pitchFamily="34" charset="0"/>
              </a:rPr>
              <a:t>que una empresa </a:t>
            </a:r>
            <a:r>
              <a:rPr lang="es-ES_tradnl" sz="1400" b="1">
                <a:solidFill>
                  <a:schemeClr val="accent1"/>
                </a:solidFill>
                <a:latin typeface="Quattrocento Sans" panose="020B0502050000020003" pitchFamily="34" charset="0"/>
                <a:cs typeface="Arial" panose="020B0604020202020204" pitchFamily="34" charset="0"/>
              </a:rPr>
              <a:t>estima </a:t>
            </a:r>
            <a:r>
              <a:rPr lang="es-ES_tradnl" sz="1400">
                <a:solidFill>
                  <a:schemeClr val="accent1"/>
                </a:solidFill>
                <a:latin typeface="Quattrocento Sans" panose="020B0502050000020003" pitchFamily="34" charset="0"/>
                <a:cs typeface="Arial" panose="020B0604020202020204" pitchFamily="34" charset="0"/>
              </a:rPr>
              <a:t>que podría </a:t>
            </a:r>
            <a:r>
              <a:rPr lang="es-ES_tradnl" sz="1400" b="1">
                <a:solidFill>
                  <a:schemeClr val="accent1"/>
                </a:solidFill>
                <a:latin typeface="Quattrocento Sans" panose="020B0502050000020003" pitchFamily="34" charset="0"/>
                <a:cs typeface="Arial" panose="020B0604020202020204" pitchFamily="34" charset="0"/>
              </a:rPr>
              <a:t>recibir actualmente </a:t>
            </a:r>
            <a:r>
              <a:rPr lang="es-ES_tradnl" sz="1400">
                <a:solidFill>
                  <a:schemeClr val="accent1"/>
                </a:solidFill>
                <a:latin typeface="Quattrocento Sans" panose="020B0502050000020003" pitchFamily="34" charset="0"/>
                <a:cs typeface="Arial" panose="020B0604020202020204" pitchFamily="34" charset="0"/>
              </a:rPr>
              <a:t>por su venta u otra forma de disposición, una vez </a:t>
            </a:r>
            <a:r>
              <a:rPr lang="es-ES_tradnl" sz="1400" b="1">
                <a:solidFill>
                  <a:schemeClr val="accent1"/>
                </a:solidFill>
                <a:latin typeface="Quattrocento Sans" panose="020B0502050000020003" pitchFamily="34" charset="0"/>
                <a:cs typeface="Arial" panose="020B0604020202020204" pitchFamily="34" charset="0"/>
              </a:rPr>
              <a:t>descontados los gastos estimados asociados</a:t>
            </a:r>
            <a:r>
              <a:rPr lang="es-ES_tradnl" sz="1400">
                <a:solidFill>
                  <a:schemeClr val="accent1"/>
                </a:solidFill>
                <a:latin typeface="Quattrocento Sans" panose="020B0502050000020003" pitchFamily="34" charset="0"/>
                <a:cs typeface="Arial" panose="020B0604020202020204" pitchFamily="34" charset="0"/>
              </a:rPr>
              <a:t> a dicha </a:t>
            </a:r>
            <a:r>
              <a:rPr lang="es-ES_tradnl" sz="1400" b="1">
                <a:solidFill>
                  <a:schemeClr val="accent1"/>
                </a:solidFill>
                <a:latin typeface="Quattrocento Sans" panose="020B0502050000020003" pitchFamily="34" charset="0"/>
                <a:cs typeface="Arial" panose="020B0604020202020204" pitchFamily="34" charset="0"/>
              </a:rPr>
              <a:t>operación</a:t>
            </a:r>
            <a:r>
              <a:rPr lang="es-ES_tradnl" sz="1400">
                <a:solidFill>
                  <a:schemeClr val="accent1"/>
                </a:solidFill>
                <a:latin typeface="Quattrocento Sans" panose="020B0502050000020003" pitchFamily="34" charset="0"/>
                <a:cs typeface="Arial" panose="020B0604020202020204" pitchFamily="34" charset="0"/>
              </a:rPr>
              <a:t>, y </a:t>
            </a:r>
            <a:r>
              <a:rPr lang="es-ES_tradnl" sz="1400" b="1">
                <a:solidFill>
                  <a:schemeClr val="accent1"/>
                </a:solidFill>
                <a:latin typeface="Quattrocento Sans" panose="020B0502050000020003" pitchFamily="34" charset="0"/>
                <a:cs typeface="Arial" panose="020B0604020202020204" pitchFamily="34" charset="0"/>
              </a:rPr>
              <a:t>considerando</a:t>
            </a:r>
            <a:r>
              <a:rPr lang="es-ES_tradnl" sz="1400">
                <a:solidFill>
                  <a:schemeClr val="accent1"/>
                </a:solidFill>
                <a:latin typeface="Quattrocento Sans" panose="020B0502050000020003" pitchFamily="34" charset="0"/>
                <a:cs typeface="Arial" panose="020B0604020202020204" pitchFamily="34" charset="0"/>
              </a:rPr>
              <a:t> que el </a:t>
            </a:r>
            <a:r>
              <a:rPr lang="es-ES_tradnl" sz="1400" b="1">
                <a:solidFill>
                  <a:schemeClr val="accent1"/>
                </a:solidFill>
                <a:latin typeface="Quattrocento Sans" panose="020B0502050000020003" pitchFamily="34" charset="0"/>
                <a:cs typeface="Arial" panose="020B0604020202020204" pitchFamily="34" charset="0"/>
              </a:rPr>
              <a:t>activo</a:t>
            </a:r>
            <a:r>
              <a:rPr lang="es-ES_tradnl" sz="1400">
                <a:solidFill>
                  <a:schemeClr val="accent1"/>
                </a:solidFill>
                <a:latin typeface="Quattrocento Sans" panose="020B0502050000020003" pitchFamily="34" charset="0"/>
                <a:cs typeface="Arial" panose="020B0604020202020204" pitchFamily="34" charset="0"/>
              </a:rPr>
              <a:t> haya alcanzado la </a:t>
            </a:r>
            <a:r>
              <a:rPr lang="es-ES_tradnl" sz="1400" b="1">
                <a:solidFill>
                  <a:schemeClr val="accent1"/>
                </a:solidFill>
                <a:latin typeface="Quattrocento Sans" panose="020B0502050000020003" pitchFamily="34" charset="0"/>
                <a:cs typeface="Arial" panose="020B0604020202020204" pitchFamily="34" charset="0"/>
              </a:rPr>
              <a:t>antigüedad</a:t>
            </a:r>
            <a:r>
              <a:rPr lang="es-ES_tradnl" sz="1400">
                <a:solidFill>
                  <a:schemeClr val="accent1"/>
                </a:solidFill>
                <a:latin typeface="Quattrocento Sans" panose="020B0502050000020003" pitchFamily="34" charset="0"/>
                <a:cs typeface="Arial" panose="020B0604020202020204" pitchFamily="34" charset="0"/>
              </a:rPr>
              <a:t> y las </a:t>
            </a:r>
            <a:r>
              <a:rPr lang="es-ES_tradnl" sz="1400" b="1">
                <a:solidFill>
                  <a:schemeClr val="accent1"/>
                </a:solidFill>
                <a:latin typeface="Quattrocento Sans" panose="020B0502050000020003" pitchFamily="34" charset="0"/>
                <a:cs typeface="Arial" panose="020B0604020202020204" pitchFamily="34" charset="0"/>
              </a:rPr>
              <a:t>condiciones</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esperadas</a:t>
            </a:r>
            <a:r>
              <a:rPr lang="es-ES_tradnl" sz="1400">
                <a:solidFill>
                  <a:schemeClr val="accent1"/>
                </a:solidFill>
                <a:latin typeface="Quattrocento Sans" panose="020B0502050000020003" pitchFamily="34" charset="0"/>
                <a:cs typeface="Arial" panose="020B0604020202020204" pitchFamily="34" charset="0"/>
              </a:rPr>
              <a:t> al </a:t>
            </a:r>
            <a:r>
              <a:rPr lang="es-ES_tradnl" sz="1400" b="1">
                <a:solidFill>
                  <a:schemeClr val="accent1"/>
                </a:solidFill>
                <a:latin typeface="Quattrocento Sans" panose="020B0502050000020003" pitchFamily="34" charset="0"/>
                <a:cs typeface="Arial" panose="020B0604020202020204" pitchFamily="34" charset="0"/>
              </a:rPr>
              <a:t>finalizar</a:t>
            </a:r>
            <a:r>
              <a:rPr lang="es-ES_tradnl" sz="1400">
                <a:solidFill>
                  <a:schemeClr val="accent1"/>
                </a:solidFill>
                <a:latin typeface="Quattrocento Sans" panose="020B0502050000020003" pitchFamily="34" charset="0"/>
                <a:cs typeface="Arial" panose="020B0604020202020204" pitchFamily="34" charset="0"/>
              </a:rPr>
              <a:t> su </a:t>
            </a:r>
            <a:r>
              <a:rPr lang="es-ES_tradnl" sz="1400" b="1">
                <a:solidFill>
                  <a:schemeClr val="accent1"/>
                </a:solidFill>
                <a:latin typeface="Quattrocento Sans" panose="020B0502050000020003" pitchFamily="34" charset="0"/>
                <a:cs typeface="Arial" panose="020B0604020202020204" pitchFamily="34" charset="0"/>
              </a:rPr>
              <a:t>vida</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útil</a:t>
            </a:r>
            <a:r>
              <a:rPr lang="es-ES_tradnl" sz="1400">
                <a:solidFill>
                  <a:schemeClr val="accent1"/>
                </a:solidFill>
                <a:latin typeface="Quattrocento Sans" panose="020B0502050000020003" pitchFamily="34" charset="0"/>
                <a:cs typeface="Arial" panose="020B0604020202020204" pitchFamily="34" charset="0"/>
              </a:rPr>
              <a:t>. </a:t>
            </a:r>
          </a:p>
          <a:p>
            <a:pPr algn="just">
              <a:spcAft>
                <a:spcPts val="600"/>
              </a:spcAft>
            </a:pPr>
            <a:r>
              <a:rPr lang="es-ES_tradnl" sz="1400">
                <a:solidFill>
                  <a:schemeClr val="accent1"/>
                </a:solidFill>
                <a:latin typeface="Quattrocento Sans" panose="020B0502050000020003" pitchFamily="34" charset="0"/>
                <a:cs typeface="Arial" panose="020B0604020202020204" pitchFamily="34" charset="0"/>
              </a:rPr>
              <a:t>Cuando una empresa adquiere un activo su perspectiva es que dicha inversión genere beneficios mientras el bien mantenga su funcionalidad. Sin embargo, por el </a:t>
            </a:r>
            <a:r>
              <a:rPr lang="es-ES_tradnl" sz="1400" b="1">
                <a:solidFill>
                  <a:schemeClr val="accent1"/>
                </a:solidFill>
                <a:latin typeface="Quattrocento Sans" panose="020B0502050000020003" pitchFamily="34" charset="0"/>
                <a:cs typeface="Arial" panose="020B0604020202020204" pitchFamily="34" charset="0"/>
              </a:rPr>
              <a:t>paso</a:t>
            </a:r>
            <a:r>
              <a:rPr lang="es-ES_tradnl" sz="1400">
                <a:solidFill>
                  <a:schemeClr val="accent1"/>
                </a:solidFill>
                <a:latin typeface="Quattrocento Sans" panose="020B0502050000020003" pitchFamily="34" charset="0"/>
                <a:cs typeface="Arial" panose="020B0604020202020204" pitchFamily="34" charset="0"/>
              </a:rPr>
              <a:t> del </a:t>
            </a:r>
            <a:r>
              <a:rPr lang="es-ES_tradnl" sz="1400" b="1">
                <a:solidFill>
                  <a:schemeClr val="accent1"/>
                </a:solidFill>
                <a:latin typeface="Quattrocento Sans" panose="020B0502050000020003" pitchFamily="34" charset="0"/>
                <a:cs typeface="Arial" panose="020B0604020202020204" pitchFamily="34" charset="0"/>
              </a:rPr>
              <a:t>tiempo</a:t>
            </a:r>
            <a:r>
              <a:rPr lang="es-ES_tradnl" sz="1400">
                <a:solidFill>
                  <a:schemeClr val="accent1"/>
                </a:solidFill>
                <a:latin typeface="Quattrocento Sans" panose="020B0502050000020003" pitchFamily="34" charset="0"/>
                <a:cs typeface="Arial" panose="020B0604020202020204" pitchFamily="34" charset="0"/>
              </a:rPr>
              <a:t>, el </a:t>
            </a:r>
            <a:r>
              <a:rPr lang="es-ES_tradnl" sz="1400" b="1">
                <a:solidFill>
                  <a:schemeClr val="accent1"/>
                </a:solidFill>
                <a:latin typeface="Quattrocento Sans" panose="020B0502050000020003" pitchFamily="34" charset="0"/>
                <a:cs typeface="Arial" panose="020B0604020202020204" pitchFamily="34" charset="0"/>
              </a:rPr>
              <a:t>uso</a:t>
            </a:r>
            <a:r>
              <a:rPr lang="es-ES_tradnl" sz="1400">
                <a:solidFill>
                  <a:schemeClr val="accent1"/>
                </a:solidFill>
                <a:latin typeface="Quattrocento Sans" panose="020B0502050000020003" pitchFamily="34" charset="0"/>
                <a:cs typeface="Arial" panose="020B0604020202020204" pitchFamily="34" charset="0"/>
              </a:rPr>
              <a:t>, o la </a:t>
            </a:r>
            <a:r>
              <a:rPr lang="es-ES_tradnl" sz="1400" b="1">
                <a:solidFill>
                  <a:schemeClr val="accent1"/>
                </a:solidFill>
                <a:latin typeface="Quattrocento Sans" panose="020B0502050000020003" pitchFamily="34" charset="0"/>
                <a:cs typeface="Arial" panose="020B0604020202020204" pitchFamily="34" charset="0"/>
              </a:rPr>
              <a:t>obsolescencia</a:t>
            </a:r>
            <a:r>
              <a:rPr lang="es-ES_tradnl" sz="1400">
                <a:solidFill>
                  <a:schemeClr val="accent1"/>
                </a:solidFill>
                <a:latin typeface="Quattrocento Sans" panose="020B0502050000020003" pitchFamily="34" charset="0"/>
                <a:cs typeface="Arial" panose="020B0604020202020204" pitchFamily="34" charset="0"/>
              </a:rPr>
              <a:t>, el bien no mantiene su </a:t>
            </a:r>
            <a:r>
              <a:rPr lang="es-ES_tradnl" sz="1400" b="1">
                <a:solidFill>
                  <a:schemeClr val="accent1"/>
                </a:solidFill>
                <a:latin typeface="Quattrocento Sans" panose="020B0502050000020003" pitchFamily="34" charset="0"/>
                <a:cs typeface="Arial" panose="020B0604020202020204" pitchFamily="34" charset="0"/>
              </a:rPr>
              <a:t>valor</a:t>
            </a:r>
            <a:r>
              <a:rPr lang="es-ES_tradnl" sz="1400">
                <a:solidFill>
                  <a:schemeClr val="accent1"/>
                </a:solidFill>
                <a:latin typeface="Quattrocento Sans" panose="020B0502050000020003" pitchFamily="34" charset="0"/>
                <a:cs typeface="Arial" panose="020B0604020202020204" pitchFamily="34" charset="0"/>
              </a:rPr>
              <a:t>, sino que este </a:t>
            </a:r>
            <a:r>
              <a:rPr lang="es-ES_tradnl" sz="1400" b="1">
                <a:solidFill>
                  <a:schemeClr val="accent1"/>
                </a:solidFill>
                <a:latin typeface="Quattrocento Sans" panose="020B0502050000020003" pitchFamily="34" charset="0"/>
                <a:cs typeface="Arial" panose="020B0604020202020204" pitchFamily="34" charset="0"/>
              </a:rPr>
              <a:t>disminuye</a:t>
            </a:r>
            <a:r>
              <a:rPr lang="es-ES_tradnl" sz="1400">
                <a:solidFill>
                  <a:schemeClr val="accent1"/>
                </a:solidFill>
                <a:latin typeface="Quattrocento Sans" panose="020B0502050000020003" pitchFamily="34" charset="0"/>
                <a:cs typeface="Arial" panose="020B0604020202020204" pitchFamily="34" charset="0"/>
              </a:rPr>
              <a:t> a lo largo de su vida útil. Por tanto, este </a:t>
            </a:r>
            <a:r>
              <a:rPr lang="es-ES_tradnl" sz="1400" b="1">
                <a:solidFill>
                  <a:schemeClr val="accent1"/>
                </a:solidFill>
                <a:latin typeface="Quattrocento Sans" panose="020B0502050000020003" pitchFamily="34" charset="0"/>
                <a:cs typeface="Arial" panose="020B0604020202020204" pitchFamily="34" charset="0"/>
              </a:rPr>
              <a:t>valor</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residual</a:t>
            </a:r>
            <a:r>
              <a:rPr lang="es-ES_tradnl" sz="1400">
                <a:solidFill>
                  <a:schemeClr val="accent1"/>
                </a:solidFill>
                <a:latin typeface="Quattrocento Sans" panose="020B0502050000020003" pitchFamily="34" charset="0"/>
                <a:cs typeface="Arial" panose="020B0604020202020204" pitchFamily="34" charset="0"/>
              </a:rPr>
              <a:t> es el </a:t>
            </a:r>
            <a:r>
              <a:rPr lang="es-ES_tradnl" sz="1400" b="1">
                <a:solidFill>
                  <a:schemeClr val="accent1"/>
                </a:solidFill>
                <a:latin typeface="Quattrocento Sans" panose="020B0502050000020003" pitchFamily="34" charset="0"/>
                <a:cs typeface="Arial" panose="020B0604020202020204" pitchFamily="34" charset="0"/>
              </a:rPr>
              <a:t>importe</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estimado</a:t>
            </a:r>
            <a:r>
              <a:rPr lang="es-ES_tradnl" sz="1400">
                <a:solidFill>
                  <a:schemeClr val="accent1"/>
                </a:solidFill>
                <a:latin typeface="Quattrocento Sans" panose="020B0502050000020003" pitchFamily="34" charset="0"/>
                <a:cs typeface="Arial" panose="020B0604020202020204" pitchFamily="34" charset="0"/>
              </a:rPr>
              <a:t> de la venta del activo una vez tenga la </a:t>
            </a:r>
            <a:r>
              <a:rPr lang="es-ES_tradnl" sz="1400" b="1">
                <a:solidFill>
                  <a:schemeClr val="accent1"/>
                </a:solidFill>
                <a:latin typeface="Quattrocento Sans" panose="020B0502050000020003" pitchFamily="34" charset="0"/>
                <a:cs typeface="Arial" panose="020B0604020202020204" pitchFamily="34" charset="0"/>
              </a:rPr>
              <a:t>antigüedad</a:t>
            </a:r>
            <a:r>
              <a:rPr lang="es-ES_tradnl" sz="1400">
                <a:solidFill>
                  <a:schemeClr val="accent1"/>
                </a:solidFill>
                <a:latin typeface="Quattrocento Sans" panose="020B0502050000020003" pitchFamily="34" charset="0"/>
                <a:cs typeface="Arial" panose="020B0604020202020204" pitchFamily="34" charset="0"/>
              </a:rPr>
              <a:t> esperada o </a:t>
            </a:r>
            <a:r>
              <a:rPr lang="es-ES_tradnl" sz="1400" b="1">
                <a:solidFill>
                  <a:schemeClr val="accent1"/>
                </a:solidFill>
                <a:latin typeface="Quattrocento Sans" panose="020B0502050000020003" pitchFamily="34" charset="0"/>
                <a:cs typeface="Arial" panose="020B0604020202020204" pitchFamily="34" charset="0"/>
              </a:rPr>
              <a:t>finalice</a:t>
            </a:r>
            <a:r>
              <a:rPr lang="es-ES_tradnl" sz="1400">
                <a:solidFill>
                  <a:schemeClr val="accent1"/>
                </a:solidFill>
                <a:latin typeface="Quattrocento Sans" panose="020B0502050000020003" pitchFamily="34" charset="0"/>
                <a:cs typeface="Arial" panose="020B0604020202020204" pitchFamily="34" charset="0"/>
              </a:rPr>
              <a:t> su </a:t>
            </a:r>
            <a:r>
              <a:rPr lang="es-ES_tradnl" sz="1400" b="1">
                <a:solidFill>
                  <a:schemeClr val="accent1"/>
                </a:solidFill>
                <a:latin typeface="Quattrocento Sans" panose="020B0502050000020003" pitchFamily="34" charset="0"/>
                <a:cs typeface="Arial" panose="020B0604020202020204" pitchFamily="34" charset="0"/>
              </a:rPr>
              <a:t>vida</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útil</a:t>
            </a:r>
            <a:r>
              <a:rPr lang="es-ES_tradnl" sz="1400">
                <a:solidFill>
                  <a:schemeClr val="accent1"/>
                </a:solidFill>
                <a:latin typeface="Quattrocento Sans" panose="020B0502050000020003"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A45070B9-7D00-8AC1-4460-21B5EA45DEDB}"/>
              </a:ext>
            </a:extLst>
          </p:cNvPr>
          <p:cNvGrpSpPr/>
          <p:nvPr/>
        </p:nvGrpSpPr>
        <p:grpSpPr>
          <a:xfrm>
            <a:off x="2841743" y="1805098"/>
            <a:ext cx="766340" cy="715075"/>
            <a:chOff x="3282525" y="914401"/>
            <a:chExt cx="1178350" cy="914401"/>
          </a:xfrm>
          <a:effectLst>
            <a:outerShdw blurRad="50800" dist="38100" dir="2700000" algn="tl" rotWithShape="0">
              <a:prstClr val="black">
                <a:alpha val="40000"/>
              </a:prstClr>
            </a:outerShdw>
          </a:effectLst>
        </p:grpSpPr>
        <p:sp>
          <p:nvSpPr>
            <p:cNvPr id="12" name="Oval 11">
              <a:extLst>
                <a:ext uri="{FF2B5EF4-FFF2-40B4-BE49-F238E27FC236}">
                  <a16:creationId xmlns:a16="http://schemas.microsoft.com/office/drawing/2014/main" id="{7A205A23-6B3D-390C-B1E1-DCD0535C37D4}"/>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6" name="Picture 15">
              <a:extLst>
                <a:ext uri="{FF2B5EF4-FFF2-40B4-BE49-F238E27FC236}">
                  <a16:creationId xmlns:a16="http://schemas.microsoft.com/office/drawing/2014/main" id="{A050E521-DA8B-F762-67FB-E798A623CB28}"/>
                </a:ext>
              </a:extLst>
            </p:cNvPr>
            <p:cNvPicPr>
              <a:picLocks noChangeAspect="1"/>
            </p:cNvPicPr>
            <p:nvPr/>
          </p:nvPicPr>
          <p:blipFill>
            <a:blip r:embed="rId2"/>
            <a:stretch>
              <a:fillRect/>
            </a:stretch>
          </p:blipFill>
          <p:spPr>
            <a:xfrm>
              <a:off x="3527622" y="1018096"/>
              <a:ext cx="725864" cy="725864"/>
            </a:xfrm>
            <a:prstGeom prst="rect">
              <a:avLst/>
            </a:prstGeom>
          </p:spPr>
        </p:pic>
      </p:grpSp>
      <p:sp>
        <p:nvSpPr>
          <p:cNvPr id="18" name="Google Shape;978;p52">
            <a:extLst>
              <a:ext uri="{FF2B5EF4-FFF2-40B4-BE49-F238E27FC236}">
                <a16:creationId xmlns:a16="http://schemas.microsoft.com/office/drawing/2014/main" id="{C0C35E4D-DCD3-2703-FC89-0DA2070258B1}"/>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Los conceptos de valor residual, depreciación y amortización son fundamentales en la contabilidad porque permiten reflejar de manera fidedigna la pérdida de valor de los bienes a lo largo del tiempo y su impacto en la situación financiera de la empresa</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19" name="TextBox 18">
            <a:extLst>
              <a:ext uri="{FF2B5EF4-FFF2-40B4-BE49-F238E27FC236}">
                <a16:creationId xmlns:a16="http://schemas.microsoft.com/office/drawing/2014/main" id="{DC953F00-DBA4-28FD-1B12-96F66071C2E7}"/>
              </a:ext>
            </a:extLst>
          </p:cNvPr>
          <p:cNvSpPr txBox="1"/>
          <p:nvPr/>
        </p:nvSpPr>
        <p:spPr>
          <a:xfrm>
            <a:off x="5921996" y="2081523"/>
            <a:ext cx="5565539" cy="738664"/>
          </a:xfrm>
          <a:prstGeom prst="rect">
            <a:avLst/>
          </a:prstGeom>
          <a:noFill/>
        </p:spPr>
        <p:txBody>
          <a:bodyPr wrap="square" rtlCol="0">
            <a:spAutoFit/>
          </a:bodyPr>
          <a:lstStyle/>
          <a:p>
            <a:pPr algn="just"/>
            <a:r>
              <a:rPr lang="es-ES_tradnl" sz="1400">
                <a:solidFill>
                  <a:schemeClr val="accent1"/>
                </a:solidFill>
                <a:latin typeface="Quattrocento Sans" panose="020B0502050000020003" pitchFamily="34" charset="0"/>
                <a:cs typeface="Arial" panose="020B0604020202020204" pitchFamily="34" charset="0"/>
              </a:rPr>
              <a:t>Debido a que el valor residual es menor al precio de compra del activo, es necesario estimar el valor que este va perdiendo conforme avanza el tiempo. Es aquí donde surgen los conceptos de:</a:t>
            </a:r>
          </a:p>
        </p:txBody>
      </p:sp>
      <p:sp>
        <p:nvSpPr>
          <p:cNvPr id="22" name="TextBox 21">
            <a:extLst>
              <a:ext uri="{FF2B5EF4-FFF2-40B4-BE49-F238E27FC236}">
                <a16:creationId xmlns:a16="http://schemas.microsoft.com/office/drawing/2014/main" id="{671252A2-B39B-287D-DF76-F62E691D3E67}"/>
              </a:ext>
            </a:extLst>
          </p:cNvPr>
          <p:cNvSpPr txBox="1"/>
          <p:nvPr/>
        </p:nvSpPr>
        <p:spPr>
          <a:xfrm>
            <a:off x="5921996" y="3303126"/>
            <a:ext cx="5565539" cy="886823"/>
          </a:xfrm>
          <a:prstGeom prst="roundRect">
            <a:avLst/>
          </a:pr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tx2"/>
                </a:solidFill>
                <a:effectLst/>
                <a:latin typeface="Quattrocento Sans" panose="020B0502050000020003" pitchFamily="34" charset="0"/>
                <a:ea typeface="Aptos" panose="020B0004020202020204" pitchFamily="34" charset="0"/>
              </a:rPr>
              <a:t>Representa la </a:t>
            </a:r>
            <a:r>
              <a:rPr lang="es-ES_tradnl" sz="1400" b="1">
                <a:solidFill>
                  <a:schemeClr val="tx2"/>
                </a:solidFill>
                <a:effectLst/>
                <a:latin typeface="Quattrocento Sans" panose="020B0502050000020003" pitchFamily="34" charset="0"/>
                <a:ea typeface="Aptos" panose="020B0004020202020204" pitchFamily="34" charset="0"/>
              </a:rPr>
              <a:t>pérdida de valor </a:t>
            </a:r>
            <a:r>
              <a:rPr lang="es-ES_tradnl" sz="1400">
                <a:solidFill>
                  <a:schemeClr val="tx2"/>
                </a:solidFill>
                <a:effectLst/>
                <a:latin typeface="Quattrocento Sans" panose="020B0502050000020003" pitchFamily="34" charset="0"/>
                <a:ea typeface="Aptos" panose="020B0004020202020204" pitchFamily="34" charset="0"/>
              </a:rPr>
              <a:t>del activo debido al uso, el paso del tiempo o la obsolescencia. Este concepto es clave para reflejar de manera precisa el valor real de los activos en los estados financieros.</a:t>
            </a:r>
            <a:endParaRPr lang="es-ES_tradnl" sz="1400">
              <a:solidFill>
                <a:schemeClr val="tx2"/>
              </a:solidFill>
              <a:latin typeface="Quattrocento Sans" panose="020B0502050000020003" pitchFamily="34" charset="0"/>
            </a:endParaRPr>
          </a:p>
        </p:txBody>
      </p:sp>
      <p:sp>
        <p:nvSpPr>
          <p:cNvPr id="23" name="TextBox 22">
            <a:extLst>
              <a:ext uri="{FF2B5EF4-FFF2-40B4-BE49-F238E27FC236}">
                <a16:creationId xmlns:a16="http://schemas.microsoft.com/office/drawing/2014/main" id="{27B6DC82-0C9E-7174-A13F-238919D6ADF4}"/>
              </a:ext>
            </a:extLst>
          </p:cNvPr>
          <p:cNvSpPr txBox="1"/>
          <p:nvPr/>
        </p:nvSpPr>
        <p:spPr>
          <a:xfrm>
            <a:off x="5921997" y="3046041"/>
            <a:ext cx="2149311"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Depreciación</a:t>
            </a:r>
          </a:p>
        </p:txBody>
      </p:sp>
      <p:sp>
        <p:nvSpPr>
          <p:cNvPr id="24" name="TextBox 23">
            <a:extLst>
              <a:ext uri="{FF2B5EF4-FFF2-40B4-BE49-F238E27FC236}">
                <a16:creationId xmlns:a16="http://schemas.microsoft.com/office/drawing/2014/main" id="{848BE5F0-70EA-F133-56F7-EE18B3169DC1}"/>
              </a:ext>
            </a:extLst>
          </p:cNvPr>
          <p:cNvSpPr txBox="1"/>
          <p:nvPr/>
        </p:nvSpPr>
        <p:spPr>
          <a:xfrm>
            <a:off x="5921996" y="4906983"/>
            <a:ext cx="5565539" cy="1363550"/>
          </a:xfrm>
          <a:prstGeom prst="roundRect">
            <a:avLst/>
          </a:pr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tx2"/>
                </a:solidFill>
                <a:effectLst/>
                <a:latin typeface="Quattrocento Sans" panose="020B0502050000020003" pitchFamily="34" charset="0"/>
                <a:ea typeface="Aptos" panose="020B0004020202020204" pitchFamily="34" charset="0"/>
              </a:rPr>
              <a:t>Es el </a:t>
            </a:r>
            <a:r>
              <a:rPr lang="es-ES_tradnl" sz="1400" b="1">
                <a:solidFill>
                  <a:schemeClr val="tx2"/>
                </a:solidFill>
                <a:effectLst/>
                <a:latin typeface="Quattrocento Sans" panose="020B0502050000020003" pitchFamily="34" charset="0"/>
                <a:ea typeface="Aptos" panose="020B0004020202020204" pitchFamily="34" charset="0"/>
              </a:rPr>
              <a:t>proceso contable </a:t>
            </a:r>
            <a:r>
              <a:rPr lang="es-ES_tradnl" sz="1400">
                <a:solidFill>
                  <a:schemeClr val="tx2"/>
                </a:solidFill>
                <a:effectLst/>
                <a:latin typeface="Quattrocento Sans" panose="020B0502050000020003" pitchFamily="34" charset="0"/>
                <a:ea typeface="Aptos" panose="020B0004020202020204" pitchFamily="34" charset="0"/>
              </a:rPr>
              <a:t>mediante el cual se distribuye el costo del activo a lo largo de su vida útil. Esto permite que las empresas registren un gasto periódico que ayuda a representar correctamente la realidad económica de la empresa y facilita la planificación de futuras inversiones.</a:t>
            </a:r>
            <a:endParaRPr lang="es-ES_tradnl" sz="1400">
              <a:solidFill>
                <a:schemeClr val="tx2"/>
              </a:solidFill>
              <a:latin typeface="Quattrocento Sans" panose="020B0502050000020003" pitchFamily="34" charset="0"/>
            </a:endParaRPr>
          </a:p>
        </p:txBody>
      </p:sp>
      <p:sp>
        <p:nvSpPr>
          <p:cNvPr id="25" name="TextBox 24">
            <a:extLst>
              <a:ext uri="{FF2B5EF4-FFF2-40B4-BE49-F238E27FC236}">
                <a16:creationId xmlns:a16="http://schemas.microsoft.com/office/drawing/2014/main" id="{6948C749-B9AB-E25F-1DC4-D9360874CE97}"/>
              </a:ext>
            </a:extLst>
          </p:cNvPr>
          <p:cNvSpPr txBox="1"/>
          <p:nvPr/>
        </p:nvSpPr>
        <p:spPr>
          <a:xfrm>
            <a:off x="5921997" y="4713072"/>
            <a:ext cx="2149311"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Amortización</a:t>
            </a:r>
          </a:p>
        </p:txBody>
      </p:sp>
    </p:spTree>
    <p:extLst>
      <p:ext uri="{BB962C8B-B14F-4D97-AF65-F5344CB8AC3E}">
        <p14:creationId xmlns:p14="http://schemas.microsoft.com/office/powerpoint/2010/main" val="2271003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53AC-004C-19E9-923C-926684274B8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17FD780-21A3-2645-FA4D-DC6C82738D25}"/>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A5A318F1-55C6-5C2F-1D91-BCEE95BABD45}"/>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Contexto general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Cálculo del valor residual - Ejemplo</a:t>
            </a:r>
          </a:p>
        </p:txBody>
      </p:sp>
      <p:sp>
        <p:nvSpPr>
          <p:cNvPr id="3" name="Rectangle 2">
            <a:extLst>
              <a:ext uri="{FF2B5EF4-FFF2-40B4-BE49-F238E27FC236}">
                <a16:creationId xmlns:a16="http://schemas.microsoft.com/office/drawing/2014/main" id="{96B32737-6B00-955E-AF46-286F06B0DA47}"/>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cxnSp>
        <p:nvCxnSpPr>
          <p:cNvPr id="4" name="Straight Connector 3">
            <a:extLst>
              <a:ext uri="{FF2B5EF4-FFF2-40B4-BE49-F238E27FC236}">
                <a16:creationId xmlns:a16="http://schemas.microsoft.com/office/drawing/2014/main" id="{32FB0CD1-E20C-3701-2C7D-D78F5C301763}"/>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graphicFrame>
        <p:nvGraphicFramePr>
          <p:cNvPr id="5" name="Chart 4">
            <a:extLst>
              <a:ext uri="{FF2B5EF4-FFF2-40B4-BE49-F238E27FC236}">
                <a16:creationId xmlns:a16="http://schemas.microsoft.com/office/drawing/2014/main" id="{48B24121-465D-F179-253E-5F328D8D638D}"/>
              </a:ext>
            </a:extLst>
          </p:cNvPr>
          <p:cNvGraphicFramePr>
            <a:graphicFrameLocks/>
          </p:cNvGraphicFramePr>
          <p:nvPr>
            <p:extLst>
              <p:ext uri="{D42A27DB-BD31-4B8C-83A1-F6EECF244321}">
                <p14:modId xmlns:p14="http://schemas.microsoft.com/office/powerpoint/2010/main" val="2044450421"/>
              </p:ext>
            </p:extLst>
          </p:nvPr>
        </p:nvGraphicFramePr>
        <p:xfrm>
          <a:off x="5882323" y="2614995"/>
          <a:ext cx="5355328" cy="4121222"/>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Straight Arrow Connector 7">
            <a:extLst>
              <a:ext uri="{FF2B5EF4-FFF2-40B4-BE49-F238E27FC236}">
                <a16:creationId xmlns:a16="http://schemas.microsoft.com/office/drawing/2014/main" id="{B625610E-6736-5546-5196-4461BC87B079}"/>
              </a:ext>
            </a:extLst>
          </p:cNvPr>
          <p:cNvCxnSpPr/>
          <p:nvPr/>
        </p:nvCxnSpPr>
        <p:spPr>
          <a:xfrm>
            <a:off x="6872138" y="5772973"/>
            <a:ext cx="44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6C62CE1-950F-63D9-36A0-C8287B089E66}"/>
              </a:ext>
            </a:extLst>
          </p:cNvPr>
          <p:cNvCxnSpPr>
            <a:cxnSpLocks/>
          </p:cNvCxnSpPr>
          <p:nvPr/>
        </p:nvCxnSpPr>
        <p:spPr>
          <a:xfrm flipV="1">
            <a:off x="6872138" y="2251311"/>
            <a:ext cx="0" cy="352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54C5990-69CF-F2AC-AD40-1E799D7A88F8}"/>
              </a:ext>
            </a:extLst>
          </p:cNvPr>
          <p:cNvSpPr txBox="1"/>
          <p:nvPr/>
        </p:nvSpPr>
        <p:spPr>
          <a:xfrm>
            <a:off x="6872138" y="6088525"/>
            <a:ext cx="4365513" cy="276998"/>
          </a:xfrm>
          <a:prstGeom prst="rect">
            <a:avLst/>
          </a:prstGeom>
          <a:noFill/>
        </p:spPr>
        <p:txBody>
          <a:bodyPr wrap="square" rtlCol="0">
            <a:spAutoFit/>
          </a:bodyPr>
          <a:lstStyle/>
          <a:p>
            <a:pPr algn="ctr"/>
            <a:r>
              <a:rPr lang="es-ES_tradnl" sz="1200">
                <a:solidFill>
                  <a:schemeClr val="accent1"/>
                </a:solidFill>
                <a:latin typeface="Segoe Print" panose="02000600000000000000" pitchFamily="2" charset="0"/>
              </a:rPr>
              <a:t>Años desde la compra </a:t>
            </a:r>
          </a:p>
        </p:txBody>
      </p:sp>
      <p:sp>
        <p:nvSpPr>
          <p:cNvPr id="34" name="TextBox 33">
            <a:extLst>
              <a:ext uri="{FF2B5EF4-FFF2-40B4-BE49-F238E27FC236}">
                <a16:creationId xmlns:a16="http://schemas.microsoft.com/office/drawing/2014/main" id="{4B812001-3B4A-F57D-6CEF-D51E34F93C9A}"/>
              </a:ext>
            </a:extLst>
          </p:cNvPr>
          <p:cNvSpPr txBox="1"/>
          <p:nvPr/>
        </p:nvSpPr>
        <p:spPr>
          <a:xfrm>
            <a:off x="5957740" y="2086402"/>
            <a:ext cx="1087574" cy="276999"/>
          </a:xfrm>
          <a:prstGeom prst="rect">
            <a:avLst/>
          </a:prstGeom>
          <a:noFill/>
        </p:spPr>
        <p:txBody>
          <a:bodyPr wrap="square" rtlCol="0">
            <a:spAutoFit/>
          </a:bodyPr>
          <a:lstStyle/>
          <a:p>
            <a:r>
              <a:rPr lang="es-ES_tradnl" sz="1200">
                <a:solidFill>
                  <a:schemeClr val="accent1"/>
                </a:solidFill>
                <a:latin typeface="Segoe Print" panose="02000600000000000000" pitchFamily="2" charset="0"/>
                <a:cs typeface="Arial" panose="020B0604020202020204" pitchFamily="34" charset="0"/>
              </a:rPr>
              <a:t>Valor (€)</a:t>
            </a:r>
          </a:p>
        </p:txBody>
      </p:sp>
      <p:sp>
        <p:nvSpPr>
          <p:cNvPr id="35" name="TextBox 34">
            <a:extLst>
              <a:ext uri="{FF2B5EF4-FFF2-40B4-BE49-F238E27FC236}">
                <a16:creationId xmlns:a16="http://schemas.microsoft.com/office/drawing/2014/main" id="{30DC6CCF-B701-0CD4-D766-0B2600272813}"/>
              </a:ext>
            </a:extLst>
          </p:cNvPr>
          <p:cNvSpPr txBox="1"/>
          <p:nvPr/>
        </p:nvSpPr>
        <p:spPr>
          <a:xfrm>
            <a:off x="6934625" y="1912493"/>
            <a:ext cx="4365513" cy="307777"/>
          </a:xfrm>
          <a:prstGeom prst="rect">
            <a:avLst/>
          </a:prstGeom>
          <a:noFill/>
        </p:spPr>
        <p:txBody>
          <a:bodyPr wrap="square" rtlCol="0">
            <a:spAutoFit/>
          </a:bodyPr>
          <a:lstStyle/>
          <a:p>
            <a:pPr algn="ctr"/>
            <a:r>
              <a:rPr lang="es-ES_tradnl" sz="1400" b="1">
                <a:solidFill>
                  <a:schemeClr val="accent1"/>
                </a:solidFill>
                <a:latin typeface="Segoe Print" panose="02000600000000000000" pitchFamily="2" charset="0"/>
              </a:rPr>
              <a:t>Figura I. Valor del bien a lo largo del tiempo</a:t>
            </a:r>
          </a:p>
        </p:txBody>
      </p:sp>
      <p:sp>
        <p:nvSpPr>
          <p:cNvPr id="37" name="Google Shape;978;p52">
            <a:extLst>
              <a:ext uri="{FF2B5EF4-FFF2-40B4-BE49-F238E27FC236}">
                <a16:creationId xmlns:a16="http://schemas.microsoft.com/office/drawing/2014/main" id="{92000570-A92D-E6E0-C97A-74B3C8500B36}"/>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Dada la información sobre el valor de compra de un bien, la estimación de su vida útil, su perfil de depreciación y amortización y el coste de la venta, podemos calcular de forma sencilla su valor residual</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42" name="TextBox 41">
            <a:extLst>
              <a:ext uri="{FF2B5EF4-FFF2-40B4-BE49-F238E27FC236}">
                <a16:creationId xmlns:a16="http://schemas.microsoft.com/office/drawing/2014/main" id="{48815143-EB17-1DC8-2854-5C85CAFEA0CF}"/>
              </a:ext>
            </a:extLst>
          </p:cNvPr>
          <p:cNvSpPr txBox="1"/>
          <p:nvPr/>
        </p:nvSpPr>
        <p:spPr>
          <a:xfrm>
            <a:off x="831798" y="2081523"/>
            <a:ext cx="4786230" cy="4189010"/>
          </a:xfrm>
          <a:prstGeom prst="rect">
            <a:avLst/>
          </a:prstGeom>
          <a:solidFill>
            <a:schemeClr val="bg1">
              <a:lumMod val="95000"/>
            </a:schemeClr>
          </a:solidFill>
          <a:ln w="19050">
            <a:solidFill>
              <a:schemeClr val="accent1"/>
            </a:solidFill>
          </a:ln>
          <a:effectLst>
            <a:outerShdw blurRad="50800" dist="38100" dir="2700000" algn="tl" rotWithShape="0">
              <a:prstClr val="black">
                <a:alpha val="40000"/>
              </a:prstClr>
            </a:outerShdw>
          </a:effectLst>
        </p:spPr>
        <p:txBody>
          <a:bodyPr wrap="square" lIns="180000" rIns="108000" bIns="108000" rtlCol="0" anchor="b">
            <a:noAutofit/>
          </a:bodyPr>
          <a:lstStyle/>
          <a:p>
            <a:pPr algn="ctr">
              <a:spcBef>
                <a:spcPts val="600"/>
              </a:spcBef>
              <a:spcAft>
                <a:spcPts val="600"/>
              </a:spcAft>
            </a:pPr>
            <a:r>
              <a:rPr lang="es-ES_tradnl" sz="1600" b="1">
                <a:solidFill>
                  <a:schemeClr val="accent1"/>
                </a:solidFill>
                <a:latin typeface="Segoe Print" panose="02000600000000000000" pitchFamily="2" charset="0"/>
                <a:cs typeface="Arial" panose="020B0604020202020204" pitchFamily="34" charset="0"/>
              </a:rPr>
              <a:t>Cálculo del valor residual</a:t>
            </a:r>
          </a:p>
          <a:p>
            <a:pPr algn="just">
              <a:spcAft>
                <a:spcPts val="600"/>
              </a:spcAft>
            </a:pPr>
            <a:r>
              <a:rPr lang="es-ES_tradnl" sz="1400">
                <a:solidFill>
                  <a:schemeClr val="accent1"/>
                </a:solidFill>
                <a:latin typeface="Quattrocento Sans" panose="020B0502050000020003" pitchFamily="34" charset="0"/>
                <a:cs typeface="Arial" panose="020B0604020202020204" pitchFamily="34" charset="0"/>
              </a:rPr>
              <a:t>Supongamos que unas oficinas por valor de 100.000€ tienen una vida útil de 10 años y se amortizarán durante ese periodo de forma constante. Queremos obtener el valor residual de las oficinas suponiendo que las mismas se deprecian 5.000€ cada año y que el coste de venta por las gestiones de la inmobiliaria asciende a 15.000€. </a:t>
            </a:r>
          </a:p>
          <a:p>
            <a:pPr marL="806450" indent="-88900">
              <a:spcAft>
                <a:spcPts val="600"/>
              </a:spcAft>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Valor de las oficinas = 100.000€</a:t>
            </a:r>
          </a:p>
          <a:p>
            <a:pPr marL="806450" indent="-88900">
              <a:spcAft>
                <a:spcPts val="600"/>
              </a:spcAft>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Vida útil = 10 años</a:t>
            </a:r>
          </a:p>
          <a:p>
            <a:pPr marL="806450" indent="-88900">
              <a:spcAft>
                <a:spcPts val="600"/>
              </a:spcAft>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Depreciación = 5.000€/año </a:t>
            </a:r>
          </a:p>
          <a:p>
            <a:pPr marL="806450" indent="-88900">
              <a:spcAft>
                <a:spcPts val="600"/>
              </a:spcAft>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Coste de venta = 15.000€</a:t>
            </a:r>
          </a:p>
          <a:p>
            <a:pPr>
              <a:spcAft>
                <a:spcPts val="600"/>
              </a:spcAft>
            </a:pPr>
            <a:r>
              <a:rPr lang="es-ES_tradnl" sz="1400">
                <a:solidFill>
                  <a:schemeClr val="accent1"/>
                </a:solidFill>
                <a:latin typeface="Quattrocento Sans" panose="020B0502050000020003" pitchFamily="34" charset="0"/>
                <a:cs typeface="Arial" panose="020B0604020202020204" pitchFamily="34" charset="0"/>
              </a:rPr>
              <a:t>Entonces el valor residual (VR)  de las oficinas es:</a:t>
            </a:r>
          </a:p>
          <a:p>
            <a:pPr>
              <a:spcAft>
                <a:spcPts val="600"/>
              </a:spcAft>
            </a:pPr>
            <a:endParaRPr lang="es-ES_tradnl" sz="1400">
              <a:solidFill>
                <a:schemeClr val="accent1"/>
              </a:solidFill>
              <a:latin typeface="Quattrocento Sans" panose="020B0502050000020003" pitchFamily="34" charset="0"/>
              <a:cs typeface="Arial" panose="020B0604020202020204" pitchFamily="34" charset="0"/>
            </a:endParaRPr>
          </a:p>
          <a:p>
            <a:pPr>
              <a:spcAft>
                <a:spcPts val="600"/>
              </a:spcAft>
            </a:pPr>
            <a:endParaRPr lang="es-ES_tradnl" sz="1400">
              <a:solidFill>
                <a:schemeClr val="accent1"/>
              </a:solidFill>
              <a:latin typeface="Quattrocento Sans" panose="020B0502050000020003" pitchFamily="34" charset="0"/>
              <a:cs typeface="Arial" panose="020B0604020202020204" pitchFamily="34" charset="0"/>
            </a:endParaRPr>
          </a:p>
        </p:txBody>
      </p:sp>
      <p:grpSp>
        <p:nvGrpSpPr>
          <p:cNvPr id="43" name="Group 42">
            <a:extLst>
              <a:ext uri="{FF2B5EF4-FFF2-40B4-BE49-F238E27FC236}">
                <a16:creationId xmlns:a16="http://schemas.microsoft.com/office/drawing/2014/main" id="{35B1D7F4-4FE6-1F33-2BAC-6AF1F55852F7}"/>
              </a:ext>
            </a:extLst>
          </p:cNvPr>
          <p:cNvGrpSpPr/>
          <p:nvPr/>
        </p:nvGrpSpPr>
        <p:grpSpPr>
          <a:xfrm>
            <a:off x="2841743" y="1805098"/>
            <a:ext cx="766340" cy="715075"/>
            <a:chOff x="3282525" y="914401"/>
            <a:chExt cx="1178350" cy="914401"/>
          </a:xfrm>
          <a:effectLst>
            <a:outerShdw blurRad="50800" dist="38100" dir="2700000" algn="tl" rotWithShape="0">
              <a:prstClr val="black">
                <a:alpha val="40000"/>
              </a:prstClr>
            </a:outerShdw>
          </a:effectLst>
        </p:grpSpPr>
        <p:sp>
          <p:nvSpPr>
            <p:cNvPr id="44" name="Oval 43">
              <a:extLst>
                <a:ext uri="{FF2B5EF4-FFF2-40B4-BE49-F238E27FC236}">
                  <a16:creationId xmlns:a16="http://schemas.microsoft.com/office/drawing/2014/main" id="{7D923920-BF6C-13E5-E60B-FA09B4A7BE08}"/>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45" name="Picture 44">
              <a:extLst>
                <a:ext uri="{FF2B5EF4-FFF2-40B4-BE49-F238E27FC236}">
                  <a16:creationId xmlns:a16="http://schemas.microsoft.com/office/drawing/2014/main" id="{F3836DA5-BBD6-59E3-51A6-3513B96F7A3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8DE7112-4A40-4D22-500F-46CFFD848325}"/>
                  </a:ext>
                </a:extLst>
              </p:cNvPr>
              <p:cNvSpPr txBox="1"/>
              <p:nvPr/>
            </p:nvSpPr>
            <p:spPr>
              <a:xfrm>
                <a:off x="1067469" y="5646654"/>
                <a:ext cx="441893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ES_tradnl" sz="1400" b="0" i="0" smtClean="0">
                          <a:solidFill>
                            <a:schemeClr val="accent1"/>
                          </a:solidFill>
                          <a:latin typeface="Cambria Math" panose="02040503050406030204" pitchFamily="18" charset="0"/>
                        </a:rPr>
                        <m:t>VR</m:t>
                      </m:r>
                      <m:r>
                        <a:rPr lang="es-ES_tradnl" sz="1400" i="0">
                          <a:solidFill>
                            <a:schemeClr val="accent1"/>
                          </a:solidFill>
                          <a:latin typeface="Cambria Math" panose="02040503050406030204" pitchFamily="18" charset="0"/>
                        </a:rPr>
                        <m:t>= 100.000€−10×5.000€−15.000€=</m:t>
                      </m:r>
                      <m:r>
                        <a:rPr lang="es-ES_tradnl" sz="1400" b="1" i="0">
                          <a:solidFill>
                            <a:schemeClr val="accent1"/>
                          </a:solidFill>
                          <a:latin typeface="Cambria Math" panose="02040503050406030204" pitchFamily="18" charset="0"/>
                        </a:rPr>
                        <m:t>𝟑𝟓</m:t>
                      </m:r>
                      <m:r>
                        <a:rPr lang="es-ES_tradnl" sz="1400" b="1" i="0">
                          <a:solidFill>
                            <a:schemeClr val="accent1"/>
                          </a:solidFill>
                          <a:latin typeface="Cambria Math" panose="02040503050406030204" pitchFamily="18" charset="0"/>
                        </a:rPr>
                        <m:t>.</m:t>
                      </m:r>
                      <m:r>
                        <a:rPr lang="es-ES_tradnl" sz="1400" b="1" i="0">
                          <a:solidFill>
                            <a:schemeClr val="accent1"/>
                          </a:solidFill>
                          <a:latin typeface="Cambria Math" panose="02040503050406030204" pitchFamily="18" charset="0"/>
                        </a:rPr>
                        <m:t>𝟎𝟎𝟎</m:t>
                      </m:r>
                      <m:r>
                        <a:rPr lang="es-ES_tradnl" sz="1400" b="1" i="0">
                          <a:solidFill>
                            <a:schemeClr val="accent1"/>
                          </a:solidFill>
                          <a:latin typeface="Cambria Math" panose="02040503050406030204" pitchFamily="18" charset="0"/>
                        </a:rPr>
                        <m:t>€</m:t>
                      </m:r>
                    </m:oMath>
                  </m:oMathPara>
                </a14:m>
                <a:endParaRPr lang="es-ES_tradnl" sz="1400" b="1">
                  <a:solidFill>
                    <a:schemeClr val="accent1"/>
                  </a:solidFill>
                </a:endParaRPr>
              </a:p>
            </p:txBody>
          </p:sp>
        </mc:Choice>
        <mc:Fallback xmlns="">
          <p:sp>
            <p:nvSpPr>
              <p:cNvPr id="46" name="TextBox 45">
                <a:extLst>
                  <a:ext uri="{FF2B5EF4-FFF2-40B4-BE49-F238E27FC236}">
                    <a16:creationId xmlns:a16="http://schemas.microsoft.com/office/drawing/2014/main" id="{38DE7112-4A40-4D22-500F-46CFFD848325}"/>
                  </a:ext>
                </a:extLst>
              </p:cNvPr>
              <p:cNvSpPr txBox="1">
                <a:spLocks noRot="1" noChangeAspect="1" noMove="1" noResize="1" noEditPoints="1" noAdjustHandles="1" noChangeArrowheads="1" noChangeShapeType="1" noTextEdit="1"/>
              </p:cNvSpPr>
              <p:nvPr/>
            </p:nvSpPr>
            <p:spPr>
              <a:xfrm>
                <a:off x="1067469" y="5646654"/>
                <a:ext cx="4418930" cy="30777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09647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CEFEC-173F-7126-68D5-96142CE96AB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F47522-EF8A-1CF6-F423-5C9D22F4883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EF48C104-BEAB-0237-A808-9B25DD54A067}"/>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Contexto general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Cálculo de la depreciación anual- Ejemplo</a:t>
            </a:r>
          </a:p>
        </p:txBody>
      </p:sp>
      <p:sp>
        <p:nvSpPr>
          <p:cNvPr id="3" name="Rectangle 2">
            <a:extLst>
              <a:ext uri="{FF2B5EF4-FFF2-40B4-BE49-F238E27FC236}">
                <a16:creationId xmlns:a16="http://schemas.microsoft.com/office/drawing/2014/main" id="{7682321B-F523-4EF5-3642-09B5F0547FD7}"/>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cxnSp>
        <p:nvCxnSpPr>
          <p:cNvPr id="4" name="Straight Connector 3">
            <a:extLst>
              <a:ext uri="{FF2B5EF4-FFF2-40B4-BE49-F238E27FC236}">
                <a16:creationId xmlns:a16="http://schemas.microsoft.com/office/drawing/2014/main" id="{0457AC8F-3205-EF81-203E-B4E4B9E68E69}"/>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cxnSp>
        <p:nvCxnSpPr>
          <p:cNvPr id="8" name="Straight Arrow Connector 7">
            <a:extLst>
              <a:ext uri="{FF2B5EF4-FFF2-40B4-BE49-F238E27FC236}">
                <a16:creationId xmlns:a16="http://schemas.microsoft.com/office/drawing/2014/main" id="{5ED7D9D7-A6BB-618A-322B-2CFD44D1DBE6}"/>
              </a:ext>
            </a:extLst>
          </p:cNvPr>
          <p:cNvCxnSpPr/>
          <p:nvPr/>
        </p:nvCxnSpPr>
        <p:spPr>
          <a:xfrm>
            <a:off x="6872138" y="5811479"/>
            <a:ext cx="442800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0210FF1-775E-BC0B-FC93-C2B872E63E3A}"/>
              </a:ext>
            </a:extLst>
          </p:cNvPr>
          <p:cNvCxnSpPr>
            <a:cxnSpLocks/>
          </p:cNvCxnSpPr>
          <p:nvPr/>
        </p:nvCxnSpPr>
        <p:spPr>
          <a:xfrm flipV="1">
            <a:off x="6872138" y="2289817"/>
            <a:ext cx="0" cy="352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2C2413E-9624-9D46-40A0-F9DD1315A775}"/>
              </a:ext>
            </a:extLst>
          </p:cNvPr>
          <p:cNvSpPr txBox="1"/>
          <p:nvPr/>
        </p:nvSpPr>
        <p:spPr>
          <a:xfrm>
            <a:off x="6872138" y="6185886"/>
            <a:ext cx="4365513" cy="276998"/>
          </a:xfrm>
          <a:prstGeom prst="rect">
            <a:avLst/>
          </a:prstGeom>
          <a:noFill/>
        </p:spPr>
        <p:txBody>
          <a:bodyPr wrap="square" rtlCol="0">
            <a:spAutoFit/>
          </a:bodyPr>
          <a:lstStyle/>
          <a:p>
            <a:pPr algn="ctr"/>
            <a:r>
              <a:rPr lang="es-ES_tradnl" sz="1200">
                <a:solidFill>
                  <a:schemeClr val="accent1"/>
                </a:solidFill>
                <a:latin typeface="Segoe Print" panose="02000600000000000000" pitchFamily="2" charset="0"/>
              </a:rPr>
              <a:t>Años desde la compra </a:t>
            </a:r>
          </a:p>
        </p:txBody>
      </p:sp>
      <p:sp>
        <p:nvSpPr>
          <p:cNvPr id="37" name="Google Shape;978;p52">
            <a:extLst>
              <a:ext uri="{FF2B5EF4-FFF2-40B4-BE49-F238E27FC236}">
                <a16:creationId xmlns:a16="http://schemas.microsoft.com/office/drawing/2014/main" id="{E2EBD9A4-7AF1-8F66-DA69-0BD87CF98138}"/>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Si conseguimos estimar el valor residual de un bien, por ejemplo, porque conocemos información de mercado, y sabemos el perfil de depreciación, podemos calcular la depreciación anual</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graphicFrame>
        <p:nvGraphicFramePr>
          <p:cNvPr id="6" name="Chart 5">
            <a:extLst>
              <a:ext uri="{FF2B5EF4-FFF2-40B4-BE49-F238E27FC236}">
                <a16:creationId xmlns:a16="http://schemas.microsoft.com/office/drawing/2014/main" id="{C0C8AEB4-12DC-E7D3-86E7-C4E9C54376EE}"/>
              </a:ext>
            </a:extLst>
          </p:cNvPr>
          <p:cNvGraphicFramePr>
            <a:graphicFrameLocks/>
          </p:cNvGraphicFramePr>
          <p:nvPr>
            <p:extLst>
              <p:ext uri="{D42A27DB-BD31-4B8C-83A1-F6EECF244321}">
                <p14:modId xmlns:p14="http://schemas.microsoft.com/office/powerpoint/2010/main" val="4277982287"/>
              </p:ext>
            </p:extLst>
          </p:nvPr>
        </p:nvGraphicFramePr>
        <p:xfrm>
          <a:off x="6096001" y="2531169"/>
          <a:ext cx="5204138" cy="364464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C5A66AD8-5916-FEAE-7D12-F9402D5BA87D}"/>
              </a:ext>
            </a:extLst>
          </p:cNvPr>
          <p:cNvSpPr txBox="1"/>
          <p:nvPr/>
        </p:nvSpPr>
        <p:spPr>
          <a:xfrm>
            <a:off x="5957740" y="2086402"/>
            <a:ext cx="1087574" cy="276999"/>
          </a:xfrm>
          <a:prstGeom prst="rect">
            <a:avLst/>
          </a:prstGeom>
          <a:noFill/>
        </p:spPr>
        <p:txBody>
          <a:bodyPr wrap="square" rtlCol="0">
            <a:spAutoFit/>
          </a:bodyPr>
          <a:lstStyle/>
          <a:p>
            <a:r>
              <a:rPr lang="es-ES_tradnl" sz="1200">
                <a:solidFill>
                  <a:schemeClr val="accent1"/>
                </a:solidFill>
                <a:latin typeface="Segoe Print" panose="02000600000000000000" pitchFamily="2" charset="0"/>
                <a:cs typeface="Arial" panose="020B0604020202020204" pitchFamily="34" charset="0"/>
              </a:rPr>
              <a:t>Valor (€)</a:t>
            </a:r>
          </a:p>
        </p:txBody>
      </p:sp>
      <p:sp>
        <p:nvSpPr>
          <p:cNvPr id="11" name="TextBox 10">
            <a:extLst>
              <a:ext uri="{FF2B5EF4-FFF2-40B4-BE49-F238E27FC236}">
                <a16:creationId xmlns:a16="http://schemas.microsoft.com/office/drawing/2014/main" id="{7E95A8E6-A3E9-08DF-A736-830DFE91A9FA}"/>
              </a:ext>
            </a:extLst>
          </p:cNvPr>
          <p:cNvSpPr txBox="1"/>
          <p:nvPr/>
        </p:nvSpPr>
        <p:spPr>
          <a:xfrm>
            <a:off x="6934625" y="1912493"/>
            <a:ext cx="4365513" cy="307777"/>
          </a:xfrm>
          <a:prstGeom prst="rect">
            <a:avLst/>
          </a:prstGeom>
          <a:noFill/>
        </p:spPr>
        <p:txBody>
          <a:bodyPr wrap="square" rtlCol="0">
            <a:spAutoFit/>
          </a:bodyPr>
          <a:lstStyle/>
          <a:p>
            <a:pPr algn="ctr"/>
            <a:r>
              <a:rPr lang="es-ES_tradnl" sz="1400" b="1">
                <a:solidFill>
                  <a:schemeClr val="accent1"/>
                </a:solidFill>
                <a:latin typeface="Segoe Print" panose="02000600000000000000" pitchFamily="2" charset="0"/>
              </a:rPr>
              <a:t>Figura II. Valor del bien a lo largo del tiempo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241B2CA-7E0D-4831-3307-31FF75516988}"/>
                  </a:ext>
                </a:extLst>
              </p:cNvPr>
              <p:cNvSpPr txBox="1"/>
              <p:nvPr/>
            </p:nvSpPr>
            <p:spPr>
              <a:xfrm>
                <a:off x="831798" y="2081522"/>
                <a:ext cx="4786230" cy="4381361"/>
              </a:xfrm>
              <a:prstGeom prst="rect">
                <a:avLst/>
              </a:prstGeom>
              <a:solidFill>
                <a:schemeClr val="bg1">
                  <a:lumMod val="95000"/>
                </a:schemeClr>
              </a:solidFill>
              <a:ln w="19050">
                <a:solidFill>
                  <a:schemeClr val="accent1"/>
                </a:solidFill>
              </a:ln>
              <a:effectLst>
                <a:outerShdw blurRad="50800" dist="38100" dir="2700000" algn="tl" rotWithShape="0">
                  <a:prstClr val="black">
                    <a:alpha val="40000"/>
                  </a:prstClr>
                </a:outerShdw>
              </a:effectLst>
            </p:spPr>
            <p:txBody>
              <a:bodyPr wrap="square" lIns="180000" rIns="108000" bIns="108000" rtlCol="0" anchor="b">
                <a:noAutofit/>
              </a:bodyPr>
              <a:lstStyle/>
              <a:p>
                <a:pPr algn="ctr">
                  <a:spcBef>
                    <a:spcPts val="600"/>
                  </a:spcBef>
                  <a:spcAft>
                    <a:spcPts val="600"/>
                  </a:spcAft>
                </a:pPr>
                <a:r>
                  <a:rPr lang="es-ES_tradnl" sz="1600" b="1">
                    <a:solidFill>
                      <a:schemeClr val="accent1"/>
                    </a:solidFill>
                    <a:latin typeface="Segoe Print" panose="02000600000000000000" pitchFamily="2" charset="0"/>
                    <a:cs typeface="Arial" panose="020B0604020202020204" pitchFamily="34" charset="0"/>
                  </a:rPr>
                  <a:t>Cálculo de la depreciación anual</a:t>
                </a:r>
              </a:p>
              <a:p>
                <a:pPr algn="just"/>
                <a:r>
                  <a:rPr lang="es-ES_tradnl" sz="1400">
                    <a:solidFill>
                      <a:schemeClr val="accent1"/>
                    </a:solidFill>
                    <a:latin typeface="Quattrocento Sans" panose="020B0502050000020003" pitchFamily="34" charset="0"/>
                    <a:cs typeface="Arial" panose="020B0604020202020204" pitchFamily="34" charset="0"/>
                  </a:rPr>
                  <a:t>Conocemos que el precio de un equipo informático es de 1.000€ y que cada año se deprecia por un porcentaje que desconocemos. Sabemos que pasada su vida útil, estimada en 5 años, el valor residual de este bien es de 50€. </a:t>
                </a:r>
              </a:p>
              <a:p>
                <a:pPr marL="806450" indent="-88900">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Valor equipo= 1.000€</a:t>
                </a:r>
              </a:p>
              <a:p>
                <a:pPr marL="806450" indent="-88900">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Vida útil = 5 años</a:t>
                </a:r>
              </a:p>
              <a:p>
                <a:pPr marL="806450" indent="-88900">
                  <a:buFont typeface="Arial" panose="020B0604020202020204" pitchFamily="34" charset="0"/>
                  <a:buChar char="•"/>
                </a:pPr>
                <a:r>
                  <a:rPr lang="es-ES_tradnl" sz="1400">
                    <a:solidFill>
                      <a:schemeClr val="accent1"/>
                    </a:solidFill>
                    <a:latin typeface="Quattrocento Sans" panose="020B0502050000020003" pitchFamily="34" charset="0"/>
                    <a:cs typeface="Arial" panose="020B0604020202020204" pitchFamily="34" charset="0"/>
                  </a:rPr>
                  <a:t>Valor residual (VR)= 50€</a:t>
                </a:r>
              </a:p>
              <a:p>
                <a:pPr>
                  <a:spcAft>
                    <a:spcPts val="600"/>
                  </a:spcAft>
                </a:pPr>
                <a:r>
                  <a:rPr lang="es-ES_tradnl" sz="1400">
                    <a:solidFill>
                      <a:schemeClr val="accent1"/>
                    </a:solidFill>
                    <a:latin typeface="Quattrocento Sans" panose="020B0502050000020003" pitchFamily="34" charset="0"/>
                    <a:cs typeface="Arial" panose="020B0604020202020204" pitchFamily="34" charset="0"/>
                  </a:rPr>
                  <a:t>Despejando de la ecuación,</a:t>
                </a:r>
                <a:endParaRPr lang="es-ES_tradnl" sz="1200" i="1">
                  <a:effectLst/>
                  <a:latin typeface="Cambria Math" panose="02040503050406030204" pitchFamily="18" charset="0"/>
                  <a:ea typeface="Aptos" panose="020B000402020202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14:m>
                  <m:oMathPara xmlns:m="http://schemas.openxmlformats.org/officeDocument/2006/math">
                    <m:oMathParaPr>
                      <m:jc m:val="centerGroup"/>
                    </m:oMathParaPr>
                    <m:oMath xmlns:m="http://schemas.openxmlformats.org/officeDocument/2006/math">
                      <m:r>
                        <a:rPr kumimoji="0" lang="es-ES_tradnl" sz="1200" b="1"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𝑽𝑹</m:t>
                      </m:r>
                      <m:r>
                        <a:rPr kumimoji="0" lang="es-ES_tradnl" sz="1200" b="1"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200" b="1"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𝑷𝒓𝒆𝒄𝒊𝒐</m:t>
                      </m:r>
                      <m:sSup>
                        <m:sSupPr>
                          <m:ctrlP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sSupPr>
                        <m:e>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𝟏</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𝒅𝒆𝒑𝒓𝒆𝒄𝒊𝒂𝒄𝒊</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ó</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𝒏</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𝒂𝒏𝒖𝒂𝒍</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m:t>
                          </m:r>
                        </m:e>
                        <m:sup>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𝑽𝒊𝒅𝒂</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ú</m:t>
                          </m:r>
                          <m:r>
                            <a:rPr kumimoji="0" lang="es-ES_tradnl" sz="12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𝒕𝒊𝒍</m:t>
                          </m:r>
                        </m:sup>
                      </m:sSup>
                    </m:oMath>
                  </m:oMathPara>
                </a14:m>
                <a:endParaRPr kumimoji="0" lang="es-ES_tradnl" sz="1200" b="1" i="0" u="none" strike="noStrike" kern="1200" cap="none" spc="0" normalizeH="0" baseline="0" noProof="0">
                  <a:ln>
                    <a:noFill/>
                  </a:ln>
                  <a:solidFill>
                    <a:srgbClr val="2E4A7E"/>
                  </a:solidFill>
                  <a:effectLst/>
                  <a:uLnTx/>
                  <a:uFillTx/>
                  <a:latin typeface="Quattrocento Sans" panose="020B0502050000020003"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s-ES_tradnl" sz="1400" b="0" i="0" u="none" strike="noStrike" kern="1200" cap="none" spc="0" normalizeH="0" baseline="0" noProof="0">
                    <a:ln>
                      <a:noFill/>
                    </a:ln>
                    <a:solidFill>
                      <a:srgbClr val="2E4A7E"/>
                    </a:solidFill>
                    <a:effectLst/>
                    <a:uLnTx/>
                    <a:uFillTx/>
                    <a:latin typeface="Quattrocento Sans" panose="020B0502050000020003" pitchFamily="34" charset="0"/>
                    <a:ea typeface="+mn-ea"/>
                    <a:cs typeface="Arial" panose="020B0604020202020204" pitchFamily="34" charset="0"/>
                  </a:rPr>
                  <a:t>obtenemos: </a:t>
                </a:r>
                <a:endPar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𝑑𝑒𝑝𝑟𝑒𝑐𝑖𝑎𝑐𝑖</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ó</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𝑛</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𝑎𝑛𝑢𝑎𝑙</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=1−</m:t>
                      </m:r>
                      <m:sSup>
                        <m:sSup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sSupPr>
                        <m:e>
                          <m:d>
                            <m:d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dPr>
                            <m:e>
                              <m:f>
                                <m:f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fPr>
                                <m:num>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𝑉</m:t>
                                  </m:r>
                                  <m:r>
                                    <a:rPr kumimoji="0" lang="es-ES_tradnl" sz="1100" b="0" i="1" u="none" strike="noStrike" kern="1200" cap="none" spc="0" normalizeH="0" baseline="0" noProof="0" smtClean="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𝑅</m:t>
                                  </m:r>
                                </m:num>
                                <m:den>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𝑃𝑟𝑒𝑐𝑖𝑜</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𝑑𝑒</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𝑎𝑑𝑞𝑢𝑖𝑠𝑖𝑐𝑖</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ó</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𝑛</m:t>
                                  </m:r>
                                </m:den>
                              </m:f>
                            </m:e>
                          </m:d>
                        </m:e>
                        <m:sup>
                          <m:f>
                            <m:f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fPr>
                            <m:num>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1</m:t>
                              </m:r>
                            </m:num>
                            <m:den>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𝑉𝑖𝑑𝑎</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ú</m:t>
                              </m:r>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𝑡𝑖𝑙</m:t>
                              </m:r>
                            </m:den>
                          </m:f>
                        </m:sup>
                      </m:sSup>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 1−</m:t>
                      </m:r>
                      <m:sSup>
                        <m:sSup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sSupPr>
                        <m:e>
                          <m:d>
                            <m:d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dPr>
                            <m:e>
                              <m:f>
                                <m:f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fPr>
                                <m:num>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50€</m:t>
                                  </m:r>
                                </m:num>
                                <m:den>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1.000€</m:t>
                                  </m:r>
                                </m:den>
                              </m:f>
                            </m:e>
                          </m:d>
                        </m:e>
                        <m:sup>
                          <m:f>
                            <m:fPr>
                              <m:ctrlP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mn-ea"/>
                                  <a:cs typeface="Calibri" panose="020F0502020204030204" pitchFamily="34" charset="0"/>
                                </a:rPr>
                              </m:ctrlPr>
                            </m:fPr>
                            <m:num>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1</m:t>
                              </m:r>
                            </m:num>
                            <m:den>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5</m:t>
                              </m:r>
                            </m:den>
                          </m:f>
                        </m:sup>
                      </m:sSup>
                      <m:r>
                        <a:rPr kumimoji="0" lang="es-ES_tradnl" sz="1100" b="0"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m:t>
                      </m:r>
                      <m:r>
                        <a:rPr kumimoji="0" lang="es-ES_tradnl" sz="11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𝟒𝟓</m:t>
                      </m:r>
                      <m:r>
                        <a:rPr kumimoji="0" lang="es-ES_tradnl" sz="11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m:t>
                      </m:r>
                      <m:r>
                        <a:rPr kumimoji="0" lang="es-ES_tradnl" sz="11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𝟏</m:t>
                      </m:r>
                      <m:r>
                        <a:rPr kumimoji="0" lang="es-ES_tradnl" sz="1100" b="1" i="1" u="none" strike="noStrike" kern="1200" cap="none" spc="0" normalizeH="0" baseline="0" noProof="0">
                          <a:ln>
                            <a:noFill/>
                          </a:ln>
                          <a:solidFill>
                            <a:srgbClr val="2E4A7E"/>
                          </a:solidFill>
                          <a:effectLst/>
                          <a:uLnTx/>
                          <a:uFillTx/>
                          <a:latin typeface="Cambria Math" panose="02040503050406030204" pitchFamily="18" charset="0"/>
                          <a:ea typeface="Aptos" panose="020B0004020202020204" pitchFamily="34" charset="0"/>
                          <a:cs typeface="Calibri" panose="020F0502020204030204" pitchFamily="34" charset="0"/>
                        </a:rPr>
                        <m:t>%</m:t>
                      </m:r>
                    </m:oMath>
                  </m:oMathPara>
                </a14:m>
                <a:endParaRPr kumimoji="0" lang="es-ES_tradnl" sz="1100" b="1" i="0" u="none" strike="noStrike" kern="1200" cap="none" spc="0" normalizeH="0" baseline="0" noProof="0">
                  <a:ln>
                    <a:noFill/>
                  </a:ln>
                  <a:solidFill>
                    <a:srgbClr val="2E4A7E"/>
                  </a:solidFill>
                  <a:effectLst/>
                  <a:uLnTx/>
                  <a:uFillTx/>
                  <a:latin typeface="Quattrocento Sans" panose="020B0502050000020003" pitchFamily="34" charset="0"/>
                  <a:ea typeface="+mn-ea"/>
                  <a:cs typeface="Arial" panose="020B0604020202020204" pitchFamily="34" charset="0"/>
                </a:endParaRPr>
              </a:p>
            </p:txBody>
          </p:sp>
        </mc:Choice>
        <mc:Fallback xmlns="">
          <p:sp>
            <p:nvSpPr>
              <p:cNvPr id="12" name="TextBox 11">
                <a:extLst>
                  <a:ext uri="{FF2B5EF4-FFF2-40B4-BE49-F238E27FC236}">
                    <a16:creationId xmlns:a16="http://schemas.microsoft.com/office/drawing/2014/main" id="{E241B2CA-7E0D-4831-3307-31FF75516988}"/>
                  </a:ext>
                </a:extLst>
              </p:cNvPr>
              <p:cNvSpPr txBox="1">
                <a:spLocks noRot="1" noChangeAspect="1" noMove="1" noResize="1" noEditPoints="1" noAdjustHandles="1" noChangeArrowheads="1" noChangeShapeType="1" noTextEdit="1"/>
              </p:cNvSpPr>
              <p:nvPr/>
            </p:nvSpPr>
            <p:spPr>
              <a:xfrm>
                <a:off x="831798" y="2081522"/>
                <a:ext cx="4786230" cy="4381361"/>
              </a:xfrm>
              <a:prstGeom prst="rect">
                <a:avLst/>
              </a:prstGeom>
              <a:blipFill>
                <a:blip r:embed="rId4"/>
                <a:stretch>
                  <a:fillRect/>
                </a:stretch>
              </a:blipFill>
              <a:ln w="19050">
                <a:solidFill>
                  <a:schemeClr val="accent1"/>
                </a:solidFill>
              </a:ln>
              <a:effectLst>
                <a:outerShdw blurRad="50800" dist="38100" dir="2700000" algn="tl" rotWithShape="0">
                  <a:prstClr val="black">
                    <a:alpha val="40000"/>
                  </a:prstClr>
                </a:outerShdw>
              </a:effectLst>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B1252CB7-F720-5C4F-8F50-2FB53E960434}"/>
              </a:ext>
            </a:extLst>
          </p:cNvPr>
          <p:cNvGrpSpPr/>
          <p:nvPr/>
        </p:nvGrpSpPr>
        <p:grpSpPr>
          <a:xfrm>
            <a:off x="2841743" y="1805098"/>
            <a:ext cx="766340" cy="715075"/>
            <a:chOff x="3282525" y="914401"/>
            <a:chExt cx="1178350" cy="914401"/>
          </a:xfrm>
          <a:effectLst>
            <a:outerShdw blurRad="50800" dist="38100" dir="2700000" algn="tl" rotWithShape="0">
              <a:prstClr val="black">
                <a:alpha val="40000"/>
              </a:prstClr>
            </a:outerShdw>
          </a:effectLst>
        </p:grpSpPr>
        <p:sp>
          <p:nvSpPr>
            <p:cNvPr id="14" name="Oval 13">
              <a:extLst>
                <a:ext uri="{FF2B5EF4-FFF2-40B4-BE49-F238E27FC236}">
                  <a16:creationId xmlns:a16="http://schemas.microsoft.com/office/drawing/2014/main" id="{B0823FA8-632B-D842-79F9-850DDE083344}"/>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5" name="Picture 14">
              <a:extLst>
                <a:ext uri="{FF2B5EF4-FFF2-40B4-BE49-F238E27FC236}">
                  <a16:creationId xmlns:a16="http://schemas.microsoft.com/office/drawing/2014/main" id="{BF106D11-24D4-7AA9-FF3C-DE1E5D3D831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p:spTree>
    <p:extLst>
      <p:ext uri="{BB962C8B-B14F-4D97-AF65-F5344CB8AC3E}">
        <p14:creationId xmlns:p14="http://schemas.microsoft.com/office/powerpoint/2010/main" val="1364124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B8BD0DAF-ECF3-E4F6-0794-6B1A4496167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1128AB-88EB-E41E-C9AD-C4891D8136F8}"/>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54DBE0EC-8988-EDD9-0B7E-422E624C6FAA}"/>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88561E71-1745-FB9B-65AB-AB39FA90911C}"/>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0F14C785-7F62-F2C5-089C-EDF1BF0962D5}"/>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chemeClr val="bg1"/>
                </a:solidFill>
                <a:latin typeface="Segoe UI" panose="020B0502040204020203" pitchFamily="34" charset="0"/>
                <a:ea typeface="Lato"/>
                <a:cs typeface="Segoe UI" panose="020B0502040204020203" pitchFamily="34" charset="0"/>
                <a:sym typeface="Lato"/>
              </a:rPr>
              <a:t>Valor residual en el mercado de automóviles</a:t>
            </a:r>
            <a:endParaRPr lang="es-ES_tradnl" sz="2000" b="1">
              <a:solidFill>
                <a:schemeClr val="bg1"/>
              </a:solidFill>
              <a:latin typeface="Segoe UI" panose="020B0502040204020203" pitchFamily="34" charset="0"/>
              <a:ea typeface="Lato"/>
              <a:cs typeface="Segoe UI" panose="020B0502040204020203" pitchFamily="34" charset="0"/>
            </a:endParaRP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3443B5F7-D060-DACA-401F-92CC102BB3F8}"/>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EE811002-9A2E-BF3E-6420-758037971473}"/>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D179F603-1387-B6EF-F180-3464EC12EDC9}"/>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2FBAE264-8969-5312-859E-A56D379C1877}"/>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F7C3F523-3959-E233-20F6-3E9806815948}"/>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87DA3D3D-AAC5-14C4-8825-52ABB6A6EA1A}"/>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30223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79922-E56F-555D-0084-94EDFDAFC7C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A67C8D4-8D46-6F13-E4D8-1BF8635F164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4E238022-990A-FDC1-2AE4-46FFC96F3743}"/>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Importancia en la financiación</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4B24C891-3802-DCC4-77A9-66A423B09983}"/>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CA7769B5-C0FE-C899-FD8C-1F405BF6B1B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0109023F-57FE-BEEE-7DD0-86FFE82D1695}"/>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valor residual toma especial relevancia en el mercado de automóviles, fundamentalmente por su impacto en las diferentes modalidades de financiación</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7" name="Google Shape;987;p52">
            <a:extLst>
              <a:ext uri="{FF2B5EF4-FFF2-40B4-BE49-F238E27FC236}">
                <a16:creationId xmlns:a16="http://schemas.microsoft.com/office/drawing/2014/main" id="{4A30B8EF-9D3B-6336-64DE-D6B119885EE3}"/>
              </a:ext>
            </a:extLst>
          </p:cNvPr>
          <p:cNvSpPr/>
          <p:nvPr/>
        </p:nvSpPr>
        <p:spPr>
          <a:xfrm>
            <a:off x="1067469" y="1895747"/>
            <a:ext cx="1613894" cy="1368000"/>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300" b="1">
                <a:solidFill>
                  <a:schemeClr val="bg1"/>
                </a:solidFill>
                <a:latin typeface="Quattrocento Sans"/>
                <a:sym typeface="Quattrocento Sans"/>
              </a:rPr>
              <a:t>V</a:t>
            </a:r>
            <a:r>
              <a:rPr lang="es" sz="1400" b="1">
                <a:solidFill>
                  <a:schemeClr val="bg1"/>
                </a:solidFill>
                <a:latin typeface="Segoe Print"/>
                <a:sym typeface="Quattrocento Sans"/>
              </a:rPr>
              <a:t>alor residual en automóviles</a:t>
            </a:r>
            <a:endParaRPr lang="es" sz="1400" b="1">
              <a:solidFill>
                <a:schemeClr val="bg1"/>
              </a:solidFill>
              <a:latin typeface="Segoe Print"/>
            </a:endParaRPr>
          </a:p>
        </p:txBody>
      </p:sp>
      <p:sp>
        <p:nvSpPr>
          <p:cNvPr id="8" name="Google Shape;981;p52">
            <a:extLst>
              <a:ext uri="{FF2B5EF4-FFF2-40B4-BE49-F238E27FC236}">
                <a16:creationId xmlns:a16="http://schemas.microsoft.com/office/drawing/2014/main" id="{FE290C40-7168-FD78-64A2-EB56F7947497}"/>
              </a:ext>
            </a:extLst>
          </p:cNvPr>
          <p:cNvSpPr/>
          <p:nvPr/>
        </p:nvSpPr>
        <p:spPr>
          <a:xfrm>
            <a:off x="2681363" y="1895747"/>
            <a:ext cx="8921202" cy="1368000"/>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11430" algn="just">
              <a:spcBef>
                <a:spcPts val="1067"/>
              </a:spcBef>
              <a:buClr>
                <a:schemeClr val="dk2"/>
              </a:buClr>
              <a:buSzPts val="1000"/>
            </a:pPr>
            <a:r>
              <a:rPr lang="es" sz="1400" dirty="0">
                <a:solidFill>
                  <a:schemeClr val="accent1"/>
                </a:solidFill>
                <a:latin typeface="Quattrocento Sans" panose="020B0502050000020003" pitchFamily="34" charset="0"/>
                <a:ea typeface="+mn-lt"/>
                <a:cs typeface="+mn-lt"/>
              </a:rPr>
              <a:t>En el mercado de automóviles, el </a:t>
            </a:r>
            <a:r>
              <a:rPr lang="es" sz="1400" b="1" dirty="0">
                <a:solidFill>
                  <a:schemeClr val="accent1"/>
                </a:solidFill>
                <a:latin typeface="Quattrocento Sans" panose="020B0502050000020003" pitchFamily="34" charset="0"/>
                <a:ea typeface="+mn-lt"/>
                <a:cs typeface="+mn-lt"/>
              </a:rPr>
              <a:t>valor residual</a:t>
            </a:r>
            <a:r>
              <a:rPr lang="es" sz="1400" dirty="0">
                <a:solidFill>
                  <a:schemeClr val="accent1"/>
                </a:solidFill>
                <a:latin typeface="Quattrocento Sans" panose="020B0502050000020003" pitchFamily="34" charset="0"/>
                <a:ea typeface="+mn-lt"/>
                <a:cs typeface="+mn-lt"/>
              </a:rPr>
              <a:t> se define como el valor que mantiene un vehículo una vez ha </a:t>
            </a:r>
            <a:r>
              <a:rPr lang="es" sz="1400" b="1" dirty="0">
                <a:solidFill>
                  <a:schemeClr val="accent1"/>
                </a:solidFill>
                <a:latin typeface="Quattrocento Sans" panose="020B0502050000020003" pitchFamily="34" charset="0"/>
                <a:ea typeface="+mn-lt"/>
                <a:cs typeface="+mn-lt"/>
              </a:rPr>
              <a:t>transcurrido</a:t>
            </a:r>
            <a:r>
              <a:rPr lang="es" sz="1400" dirty="0">
                <a:solidFill>
                  <a:schemeClr val="accent1"/>
                </a:solidFill>
                <a:latin typeface="Quattrocento Sans" panose="020B0502050000020003" pitchFamily="34" charset="0"/>
                <a:ea typeface="+mn-lt"/>
                <a:cs typeface="+mn-lt"/>
              </a:rPr>
              <a:t> un </a:t>
            </a:r>
            <a:r>
              <a:rPr lang="es" sz="1400" b="1" dirty="0">
                <a:solidFill>
                  <a:schemeClr val="accent1"/>
                </a:solidFill>
                <a:latin typeface="Quattrocento Sans" panose="020B0502050000020003" pitchFamily="34" charset="0"/>
                <a:ea typeface="+mn-lt"/>
                <a:cs typeface="+mn-lt"/>
              </a:rPr>
              <a:t>periodo</a:t>
            </a:r>
            <a:r>
              <a:rPr lang="es" sz="1400" dirty="0">
                <a:solidFill>
                  <a:schemeClr val="accent1"/>
                </a:solidFill>
                <a:latin typeface="Quattrocento Sans" panose="020B0502050000020003" pitchFamily="34" charset="0"/>
                <a:ea typeface="+mn-lt"/>
                <a:cs typeface="+mn-lt"/>
              </a:rPr>
              <a:t> de </a:t>
            </a:r>
            <a:r>
              <a:rPr lang="es" sz="1400" b="1" dirty="0">
                <a:solidFill>
                  <a:schemeClr val="accent1"/>
                </a:solidFill>
                <a:latin typeface="Quattrocento Sans" panose="020B0502050000020003" pitchFamily="34" charset="0"/>
                <a:ea typeface="+mn-lt"/>
                <a:cs typeface="+mn-lt"/>
              </a:rPr>
              <a:t>tiempo</a:t>
            </a:r>
            <a:r>
              <a:rPr lang="es" sz="1400" dirty="0">
                <a:solidFill>
                  <a:schemeClr val="accent1"/>
                </a:solidFill>
                <a:latin typeface="Quattrocento Sans" panose="020B0502050000020003" pitchFamily="34" charset="0"/>
                <a:ea typeface="+mn-lt"/>
                <a:cs typeface="+mn-lt"/>
              </a:rPr>
              <a:t> o </a:t>
            </a:r>
            <a:r>
              <a:rPr lang="es" sz="1400" b="1" dirty="0">
                <a:solidFill>
                  <a:schemeClr val="accent1"/>
                </a:solidFill>
                <a:latin typeface="Quattrocento Sans" panose="020B0502050000020003" pitchFamily="34" charset="0"/>
                <a:ea typeface="+mn-lt"/>
                <a:cs typeface="+mn-lt"/>
              </a:rPr>
              <a:t>alcanzado</a:t>
            </a:r>
            <a:r>
              <a:rPr lang="es" sz="1400" dirty="0">
                <a:solidFill>
                  <a:schemeClr val="accent1"/>
                </a:solidFill>
                <a:latin typeface="Quattrocento Sans" panose="020B0502050000020003" pitchFamily="34" charset="0"/>
                <a:ea typeface="+mn-lt"/>
                <a:cs typeface="+mn-lt"/>
              </a:rPr>
              <a:t> un </a:t>
            </a:r>
            <a:r>
              <a:rPr lang="es" sz="1400" b="1" dirty="0">
                <a:solidFill>
                  <a:schemeClr val="accent1"/>
                </a:solidFill>
                <a:latin typeface="Quattrocento Sans" panose="020B0502050000020003" pitchFamily="34" charset="0"/>
                <a:ea typeface="+mn-lt"/>
                <a:cs typeface="+mn-lt"/>
              </a:rPr>
              <a:t>cierto</a:t>
            </a:r>
            <a:r>
              <a:rPr lang="es" sz="1400" dirty="0">
                <a:solidFill>
                  <a:schemeClr val="accent1"/>
                </a:solidFill>
                <a:latin typeface="Quattrocento Sans" panose="020B0502050000020003" pitchFamily="34" charset="0"/>
                <a:ea typeface="+mn-lt"/>
                <a:cs typeface="+mn-lt"/>
              </a:rPr>
              <a:t> </a:t>
            </a:r>
            <a:r>
              <a:rPr lang="es" sz="1400" b="1" dirty="0">
                <a:solidFill>
                  <a:schemeClr val="accent1"/>
                </a:solidFill>
                <a:latin typeface="Quattrocento Sans" panose="020B0502050000020003" pitchFamily="34" charset="0"/>
                <a:ea typeface="+mn-lt"/>
                <a:cs typeface="+mn-lt"/>
              </a:rPr>
              <a:t>kilometraje</a:t>
            </a:r>
            <a:r>
              <a:rPr lang="es" sz="1400" dirty="0">
                <a:solidFill>
                  <a:schemeClr val="accent1"/>
                </a:solidFill>
                <a:latin typeface="Quattrocento Sans" panose="020B0502050000020003" pitchFamily="34" charset="0"/>
                <a:ea typeface="+mn-lt"/>
                <a:cs typeface="+mn-lt"/>
              </a:rPr>
              <a:t>. A diferencia del enfoque contable, </a:t>
            </a:r>
            <a:r>
              <a:rPr lang="es" sz="1400" b="1" dirty="0">
                <a:solidFill>
                  <a:schemeClr val="accent1"/>
                </a:solidFill>
                <a:latin typeface="Quattrocento Sans" panose="020B0502050000020003" pitchFamily="34" charset="0"/>
                <a:ea typeface="+mn-lt"/>
                <a:cs typeface="+mn-lt"/>
              </a:rPr>
              <a:t>en el ámbito de los vehículos este valor no representa el final de su vida úti</a:t>
            </a:r>
            <a:r>
              <a:rPr lang="es" sz="1400" b="1">
                <a:solidFill>
                  <a:schemeClr val="accent1"/>
                </a:solidFill>
                <a:latin typeface="Quattrocento Sans" panose="020B0502050000020003" pitchFamily="34" charset="0"/>
                <a:ea typeface="+mn-lt"/>
                <a:cs typeface="+mn-lt"/>
              </a:rPr>
              <a:t>l,</a:t>
            </a:r>
            <a:r>
              <a:rPr lang="es" sz="1400">
                <a:solidFill>
                  <a:schemeClr val="accent1"/>
                </a:solidFill>
                <a:latin typeface="Quattrocento Sans" panose="020B0502050000020003" pitchFamily="34" charset="0"/>
                <a:ea typeface="+mn-lt"/>
                <a:cs typeface="+mn-lt"/>
              </a:rPr>
              <a:t> según su significado más coloquial</a:t>
            </a:r>
            <a:r>
              <a:rPr lang="es" sz="1400" dirty="0">
                <a:solidFill>
                  <a:schemeClr val="accent1"/>
                </a:solidFill>
                <a:latin typeface="Quattrocento Sans" panose="020B0502050000020003" pitchFamily="34" charset="0"/>
                <a:ea typeface="+mn-lt"/>
                <a:cs typeface="+mn-lt"/>
              </a:rPr>
              <a:t>. Es decir, en contratos de renting o leasing (normalmente inferiores a 6 años), se espera que el vehículo conserve todavía las máximas prestaciones para el usuario, aunque su valor de mercado se haya depreciado.</a:t>
            </a:r>
            <a:endParaRPr lang="es-ES_tradnl" sz="1333" dirty="0">
              <a:solidFill>
                <a:schemeClr val="accent1"/>
              </a:solidFill>
              <a:latin typeface="Quattrocento Sans"/>
              <a:ea typeface="Quattrocento Sans"/>
              <a:cs typeface="Quattrocento Sans"/>
            </a:endParaRPr>
          </a:p>
        </p:txBody>
      </p:sp>
      <p:sp>
        <p:nvSpPr>
          <p:cNvPr id="9" name="Google Shape;987;p52">
            <a:extLst>
              <a:ext uri="{FF2B5EF4-FFF2-40B4-BE49-F238E27FC236}">
                <a16:creationId xmlns:a16="http://schemas.microsoft.com/office/drawing/2014/main" id="{B525A4F2-1C4C-18FC-085D-4944214C6A44}"/>
              </a:ext>
            </a:extLst>
          </p:cNvPr>
          <p:cNvSpPr/>
          <p:nvPr/>
        </p:nvSpPr>
        <p:spPr>
          <a:xfrm>
            <a:off x="1067469" y="3472004"/>
            <a:ext cx="1613894" cy="2843869"/>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Modalidades de financación de automóviles</a:t>
            </a:r>
            <a:endParaRPr lang="es" sz="1600" b="1">
              <a:solidFill>
                <a:schemeClr val="bg1"/>
              </a:solidFill>
              <a:latin typeface="Segoe Print" panose="02000600000000000000" pitchFamily="2" charset="0"/>
            </a:endParaRPr>
          </a:p>
        </p:txBody>
      </p:sp>
      <p:sp>
        <p:nvSpPr>
          <p:cNvPr id="10" name="Google Shape;981;p52">
            <a:extLst>
              <a:ext uri="{FF2B5EF4-FFF2-40B4-BE49-F238E27FC236}">
                <a16:creationId xmlns:a16="http://schemas.microsoft.com/office/drawing/2014/main" id="{C7C36ED7-9537-74CB-92C0-B8B1B7FB4E2A}"/>
              </a:ext>
            </a:extLst>
          </p:cNvPr>
          <p:cNvSpPr/>
          <p:nvPr/>
        </p:nvSpPr>
        <p:spPr>
          <a:xfrm>
            <a:off x="2681363" y="3472004"/>
            <a:ext cx="8921202" cy="2843869"/>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Pago único: </a:t>
            </a:r>
            <a:r>
              <a:rPr lang="es-ES_tradnl" sz="1400">
                <a:solidFill>
                  <a:schemeClr val="accent1"/>
                </a:solidFill>
                <a:latin typeface="Quattrocento Sans"/>
                <a:ea typeface="Quattrocento Sans"/>
                <a:cs typeface="Quattrocento Sans"/>
              </a:rPr>
              <a:t>el cliente adquiere la propiedad del vehículo mediante un pago único en el momento de compra, por lo que no precisa financiar la operación.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Préstamo personal: </a:t>
            </a:r>
            <a:r>
              <a:rPr lang="es-ES_tradnl" sz="1400">
                <a:solidFill>
                  <a:schemeClr val="accent1"/>
                </a:solidFill>
                <a:latin typeface="Quattrocento Sans"/>
                <a:ea typeface="Quattrocento Sans"/>
                <a:cs typeface="Quattrocento Sans"/>
              </a:rPr>
              <a:t>el cliente adquiere la propiedad del vehículo y financia la compra mediante un pago en diferentes cuotas.</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Renting:</a:t>
            </a:r>
            <a:r>
              <a:rPr lang="es-ES_tradnl" sz="1400">
                <a:solidFill>
                  <a:schemeClr val="accent1"/>
                </a:solidFill>
                <a:latin typeface="Quattrocento Sans"/>
                <a:ea typeface="Quattrocento Sans"/>
                <a:cs typeface="Quattrocento Sans"/>
              </a:rPr>
              <a:t> el cliente alquila el vehículo para su uso durante un periodo de tiempo pactado, pero no tiene opción de compra de este.  </a:t>
            </a:r>
            <a:r>
              <a:rPr lang="es-ES_tradnl" sz="1400">
                <a:solidFill>
                  <a:schemeClr val="accent1"/>
                </a:solidFill>
                <a:latin typeface="Quattrocento Sans"/>
                <a:ea typeface="Quattrocento Sans"/>
                <a:cs typeface="Quattrocento Sans"/>
                <a:sym typeface="Wingdings" panose="05000000000000000000" pitchFamily="2" charset="2"/>
              </a:rPr>
              <a:t> Es necesario calcular el valor residual para fijar la cuota de alquiler.</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Leasing: </a:t>
            </a:r>
            <a:r>
              <a:rPr lang="es-ES_tradnl" sz="1400">
                <a:solidFill>
                  <a:schemeClr val="accent1"/>
                </a:solidFill>
                <a:latin typeface="Quattrocento Sans"/>
                <a:ea typeface="Quattrocento Sans"/>
                <a:cs typeface="Quattrocento Sans"/>
              </a:rPr>
              <a:t>el cliente alquila el vehículo para su uso durante un periodo de tiempo pactado y se le ofrece la posibilidad de comprarlo al finalizar este periodo. </a:t>
            </a:r>
            <a:r>
              <a:rPr lang="es-ES_tradnl" sz="1400">
                <a:solidFill>
                  <a:schemeClr val="accent1"/>
                </a:solidFill>
                <a:latin typeface="Quattrocento Sans"/>
                <a:ea typeface="Quattrocento Sans"/>
                <a:cs typeface="Quattrocento Sans"/>
                <a:sym typeface="Wingdings" panose="05000000000000000000" pitchFamily="2" charset="2"/>
              </a:rPr>
              <a:t> Es necesario calcular el valor residual para definir la cuota y la cuota final, en caso de ejercer la opción de compra.</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Multiopción: </a:t>
            </a:r>
            <a:r>
              <a:rPr lang="es-ES_tradnl" sz="1400">
                <a:solidFill>
                  <a:schemeClr val="accent1"/>
                </a:solidFill>
                <a:latin typeface="Quattrocento Sans"/>
                <a:ea typeface="Quattrocento Sans"/>
                <a:cs typeface="Quattrocento Sans"/>
              </a:rPr>
              <a:t>análogo al contrato de leasing, pero al final del periodo se le ofrece al cliente la posibilidad adicional de cambiar el vehículo, generalmente por otro modelo de la misma marca. Con esta posibilidad, el cliente podrá financiar el nuevo vehículo con condiciones más favorables. </a:t>
            </a:r>
            <a:r>
              <a:rPr lang="es-ES_tradnl" sz="1400">
                <a:solidFill>
                  <a:schemeClr val="accent1"/>
                </a:solidFill>
                <a:latin typeface="Quattrocento Sans"/>
                <a:ea typeface="Quattrocento Sans"/>
                <a:cs typeface="Quattrocento Sans"/>
                <a:sym typeface="Wingdings" panose="05000000000000000000" pitchFamily="2" charset="2"/>
              </a:rPr>
              <a:t> Es necesario calcular el valor residual para definir la cuota y la cuota final, en caso de ejercer la opción de compra.</a:t>
            </a:r>
            <a:endParaRPr lang="es-ES_tradnl" sz="1400">
              <a:solidFill>
                <a:schemeClr val="accent1"/>
              </a:solidFill>
              <a:latin typeface="Quattrocento Sans"/>
              <a:ea typeface="Quattrocento Sans"/>
              <a:cs typeface="Quattrocento Sans"/>
            </a:endParaRPr>
          </a:p>
        </p:txBody>
      </p:sp>
      <p:grpSp>
        <p:nvGrpSpPr>
          <p:cNvPr id="13" name="Group 12">
            <a:extLst>
              <a:ext uri="{FF2B5EF4-FFF2-40B4-BE49-F238E27FC236}">
                <a16:creationId xmlns:a16="http://schemas.microsoft.com/office/drawing/2014/main" id="{5F7B6660-0257-3035-352B-1A1B9926F6B5}"/>
              </a:ext>
            </a:extLst>
          </p:cNvPr>
          <p:cNvGrpSpPr/>
          <p:nvPr/>
        </p:nvGrpSpPr>
        <p:grpSpPr>
          <a:xfrm>
            <a:off x="1491246" y="1566000"/>
            <a:ext cx="766340" cy="715075"/>
            <a:chOff x="3282525" y="914401"/>
            <a:chExt cx="1178350" cy="914401"/>
          </a:xfrm>
          <a:effectLst>
            <a:outerShdw blurRad="50800" dist="38100" dir="2700000" algn="tl" rotWithShape="0">
              <a:prstClr val="black">
                <a:alpha val="40000"/>
              </a:prstClr>
            </a:outerShdw>
          </a:effectLst>
        </p:grpSpPr>
        <p:sp>
          <p:nvSpPr>
            <p:cNvPr id="14" name="Oval 13">
              <a:extLst>
                <a:ext uri="{FF2B5EF4-FFF2-40B4-BE49-F238E27FC236}">
                  <a16:creationId xmlns:a16="http://schemas.microsoft.com/office/drawing/2014/main" id="{45DA6826-290E-9FD1-E71D-5B80F019572E}"/>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5" name="Picture 14">
              <a:extLst>
                <a:ext uri="{FF2B5EF4-FFF2-40B4-BE49-F238E27FC236}">
                  <a16:creationId xmlns:a16="http://schemas.microsoft.com/office/drawing/2014/main" id="{FB58079A-41FA-F410-FF87-65C8337A3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p:grpSp>
        <p:nvGrpSpPr>
          <p:cNvPr id="16" name="Group 15">
            <a:extLst>
              <a:ext uri="{FF2B5EF4-FFF2-40B4-BE49-F238E27FC236}">
                <a16:creationId xmlns:a16="http://schemas.microsoft.com/office/drawing/2014/main" id="{A669DC83-C958-3AD8-3537-2DBD1F774CB4}"/>
              </a:ext>
            </a:extLst>
          </p:cNvPr>
          <p:cNvGrpSpPr/>
          <p:nvPr/>
        </p:nvGrpSpPr>
        <p:grpSpPr>
          <a:xfrm>
            <a:off x="1491246" y="3293706"/>
            <a:ext cx="766340" cy="715075"/>
            <a:chOff x="3282525" y="914401"/>
            <a:chExt cx="1178350" cy="914401"/>
          </a:xfrm>
          <a:effectLst>
            <a:outerShdw blurRad="50800" dist="38100" dir="2700000" algn="tl" rotWithShape="0">
              <a:prstClr val="black">
                <a:alpha val="40000"/>
              </a:prstClr>
            </a:outerShdw>
          </a:effectLst>
        </p:grpSpPr>
        <p:sp>
          <p:nvSpPr>
            <p:cNvPr id="17" name="Oval 16">
              <a:extLst>
                <a:ext uri="{FF2B5EF4-FFF2-40B4-BE49-F238E27FC236}">
                  <a16:creationId xmlns:a16="http://schemas.microsoft.com/office/drawing/2014/main" id="{0771C9BB-A77E-D1A1-F40B-759EF2C15ACB}"/>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8" name="Picture 17">
              <a:extLst>
                <a:ext uri="{FF2B5EF4-FFF2-40B4-BE49-F238E27FC236}">
                  <a16:creationId xmlns:a16="http://schemas.microsoft.com/office/drawing/2014/main" id="{4CF29270-968B-2714-FC1F-576B786EC7E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p:spTree>
    <p:extLst>
      <p:ext uri="{BB962C8B-B14F-4D97-AF65-F5344CB8AC3E}">
        <p14:creationId xmlns:p14="http://schemas.microsoft.com/office/powerpoint/2010/main" val="919194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FCD0C-7661-81FE-CC55-C22EB9EED5E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86DB9E6-C194-71F4-4BD0-5877A661A45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8F79613A-FDCA-53AD-2DBA-7B99F62DD23D}"/>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Renting, Leasing y </a:t>
            </a:r>
            <a:r>
              <a:rPr lang="es-ES_tradnl" sz="2000" err="1">
                <a:solidFill>
                  <a:srgbClr val="BFA13E"/>
                </a:solidFill>
                <a:latin typeface="Segoe UI"/>
                <a:cs typeface="Segoe UI"/>
                <a:sym typeface="Trebuchet MS"/>
              </a:rPr>
              <a:t>Multiopción</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367DE07E-C8A0-0B35-D8B9-1297446AE99F}"/>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C0FC73EB-40FB-2C76-2F07-E4931A133326}"/>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1CF8952A-7A32-C04A-AB0F-7F37AA10B445}"/>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En los contratos de renting, leasing y multiopción, es necesario conocer el valor residual del vehículo para establecer las cuotas de alquiler y cuota final, en caso de que exista la opción compra</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graphicFrame>
        <p:nvGraphicFramePr>
          <p:cNvPr id="7" name="Table 6">
            <a:extLst>
              <a:ext uri="{FF2B5EF4-FFF2-40B4-BE49-F238E27FC236}">
                <a16:creationId xmlns:a16="http://schemas.microsoft.com/office/drawing/2014/main" id="{4BA3ADC4-98A4-EEB2-E109-4F0385A93FCD}"/>
              </a:ext>
            </a:extLst>
          </p:cNvPr>
          <p:cNvGraphicFramePr>
            <a:graphicFrameLocks noGrp="1"/>
          </p:cNvGraphicFramePr>
          <p:nvPr>
            <p:extLst>
              <p:ext uri="{D42A27DB-BD31-4B8C-83A1-F6EECF244321}">
                <p14:modId xmlns:p14="http://schemas.microsoft.com/office/powerpoint/2010/main" val="2733898968"/>
              </p:ext>
            </p:extLst>
          </p:nvPr>
        </p:nvGraphicFramePr>
        <p:xfrm>
          <a:off x="1067468" y="1851062"/>
          <a:ext cx="10492474" cy="3299142"/>
        </p:xfrm>
        <a:graphic>
          <a:graphicData uri="http://schemas.openxmlformats.org/drawingml/2006/table">
            <a:tbl>
              <a:tblPr firstRow="1" bandRow="1">
                <a:effectLst/>
                <a:tableStyleId>{2D5ABB26-0587-4C30-8999-92F81FD0307C}</a:tableStyleId>
              </a:tblPr>
              <a:tblGrid>
                <a:gridCol w="1329223">
                  <a:extLst>
                    <a:ext uri="{9D8B030D-6E8A-4147-A177-3AD203B41FA5}">
                      <a16:colId xmlns:a16="http://schemas.microsoft.com/office/drawing/2014/main" val="1624855833"/>
                    </a:ext>
                  </a:extLst>
                </a:gridCol>
                <a:gridCol w="3445844">
                  <a:extLst>
                    <a:ext uri="{9D8B030D-6E8A-4147-A177-3AD203B41FA5}">
                      <a16:colId xmlns:a16="http://schemas.microsoft.com/office/drawing/2014/main" val="310740967"/>
                    </a:ext>
                  </a:extLst>
                </a:gridCol>
                <a:gridCol w="1145406">
                  <a:extLst>
                    <a:ext uri="{9D8B030D-6E8A-4147-A177-3AD203B41FA5}">
                      <a16:colId xmlns:a16="http://schemas.microsoft.com/office/drawing/2014/main" val="1187110977"/>
                    </a:ext>
                  </a:extLst>
                </a:gridCol>
                <a:gridCol w="1354757">
                  <a:extLst>
                    <a:ext uri="{9D8B030D-6E8A-4147-A177-3AD203B41FA5}">
                      <a16:colId xmlns:a16="http://schemas.microsoft.com/office/drawing/2014/main" val="1588948352"/>
                    </a:ext>
                  </a:extLst>
                </a:gridCol>
                <a:gridCol w="1608622">
                  <a:extLst>
                    <a:ext uri="{9D8B030D-6E8A-4147-A177-3AD203B41FA5}">
                      <a16:colId xmlns:a16="http://schemas.microsoft.com/office/drawing/2014/main" val="435082050"/>
                    </a:ext>
                  </a:extLst>
                </a:gridCol>
                <a:gridCol w="1608622">
                  <a:extLst>
                    <a:ext uri="{9D8B030D-6E8A-4147-A177-3AD203B41FA5}">
                      <a16:colId xmlns:a16="http://schemas.microsoft.com/office/drawing/2014/main" val="126649741"/>
                    </a:ext>
                  </a:extLst>
                </a:gridCol>
              </a:tblGrid>
              <a:tr h="293570">
                <a:tc>
                  <a:txBody>
                    <a:bodyPr/>
                    <a:lstStyle/>
                    <a:p>
                      <a:pPr algn="ctr"/>
                      <a:r>
                        <a:rPr lang="es-ES_tradnl" sz="1200" b="1" kern="1200">
                          <a:solidFill>
                            <a:schemeClr val="accent1"/>
                          </a:solidFill>
                          <a:latin typeface="Segoe Print" panose="02000600000000000000" pitchFamily="2" charset="0"/>
                          <a:ea typeface="+mn-ea"/>
                          <a:cs typeface="+mn-cs"/>
                        </a:rPr>
                        <a:t>Tipo de contrato</a:t>
                      </a:r>
                      <a:endParaRPr lang="es-ES_tradnl"/>
                    </a:p>
                  </a:txBody>
                  <a:tcPr anchor="ctr">
                    <a:lnL w="9525" cap="flat" cmpd="sng" algn="ctr">
                      <a:solidFill>
                        <a:schemeClr val="accent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b="1">
                          <a:solidFill>
                            <a:schemeClr val="accent1"/>
                          </a:solidFill>
                          <a:latin typeface="Segoe Print" panose="02000600000000000000" pitchFamily="2" charset="0"/>
                        </a:rPr>
                        <a:t>Características del contrato</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Opción de compra</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Convertible a otro vehículo</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Límite kilometraje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Servicios asociados</a:t>
                      </a:r>
                    </a:p>
                  </a:txBody>
                  <a:tcPr anchor="ctr">
                    <a:lnL w="9525" cap="flat" cmpd="sng" algn="ctr">
                      <a:no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859927526"/>
                  </a:ext>
                </a:extLst>
              </a:tr>
              <a:tr h="738822">
                <a:tc>
                  <a:txBody>
                    <a:bodyPr/>
                    <a:lstStyle/>
                    <a:p>
                      <a:pPr algn="ctr"/>
                      <a:r>
                        <a:rPr lang="es-ES_tradnl" sz="1400" b="1">
                          <a:solidFill>
                            <a:schemeClr val="bg1"/>
                          </a:solidFill>
                          <a:latin typeface="Segoe Print" panose="02000600000000000000" pitchFamily="2" charset="0"/>
                        </a:rPr>
                        <a:t>Renting</a:t>
                      </a:r>
                    </a:p>
                  </a:txBody>
                  <a:tcPr anchor="ctr">
                    <a:lnL w="9525" cap="flat" cmpd="sng" algn="ctr">
                      <a:solidFill>
                        <a:schemeClr val="accent1"/>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lumMod val="90000"/>
                        <a:lumOff val="10000"/>
                      </a:schemeClr>
                    </a:solidFill>
                  </a:tcPr>
                </a:tc>
                <a:tc>
                  <a:txBody>
                    <a:bodyPr/>
                    <a:lstStyle/>
                    <a:p>
                      <a:pPr marL="87313" indent="0" algn="just"/>
                      <a:r>
                        <a:rPr lang="es-ES_tradnl" sz="1400" b="1">
                          <a:solidFill>
                            <a:schemeClr val="accent1"/>
                          </a:solidFill>
                          <a:latin typeface="Quattrocento Sans" panose="020B0502050000020003" pitchFamily="34" charset="0"/>
                        </a:rPr>
                        <a:t>Arrendamiento</a:t>
                      </a:r>
                      <a:r>
                        <a:rPr lang="es-ES_tradnl" sz="1400">
                          <a:solidFill>
                            <a:schemeClr val="accent1"/>
                          </a:solidFill>
                          <a:latin typeface="Quattrocento Sans" panose="020B0502050000020003" pitchFamily="34" charset="0"/>
                        </a:rPr>
                        <a:t> del vehículo </a:t>
                      </a:r>
                      <a:r>
                        <a:rPr lang="es-ES_tradnl" sz="1400" b="1">
                          <a:solidFill>
                            <a:schemeClr val="accent1"/>
                          </a:solidFill>
                          <a:latin typeface="Quattrocento Sans" panose="020B0502050000020003" pitchFamily="34" charset="0"/>
                        </a:rPr>
                        <a:t>por</a:t>
                      </a:r>
                      <a:r>
                        <a:rPr lang="es-ES_tradnl" sz="1400">
                          <a:solidFill>
                            <a:schemeClr val="accent1"/>
                          </a:solidFill>
                          <a:latin typeface="Quattrocento Sans" panose="020B0502050000020003" pitchFamily="34" charset="0"/>
                        </a:rPr>
                        <a:t> </a:t>
                      </a:r>
                      <a:r>
                        <a:rPr lang="es-ES_tradnl" sz="1400" b="1">
                          <a:solidFill>
                            <a:schemeClr val="accent1"/>
                          </a:solidFill>
                          <a:latin typeface="Quattrocento Sans" panose="020B0502050000020003" pitchFamily="34" charset="0"/>
                        </a:rPr>
                        <a:t>un</a:t>
                      </a:r>
                      <a:r>
                        <a:rPr lang="es-ES_tradnl" sz="1400">
                          <a:solidFill>
                            <a:schemeClr val="accent1"/>
                          </a:solidFill>
                          <a:latin typeface="Quattrocento Sans" panose="020B0502050000020003" pitchFamily="34" charset="0"/>
                        </a:rPr>
                        <a:t> </a:t>
                      </a:r>
                      <a:r>
                        <a:rPr lang="es-ES_tradnl" sz="1400" b="1">
                          <a:solidFill>
                            <a:schemeClr val="accent1"/>
                          </a:solidFill>
                          <a:latin typeface="Quattrocento Sans" panose="020B0502050000020003" pitchFamily="34" charset="0"/>
                        </a:rPr>
                        <a:t>tiempo</a:t>
                      </a:r>
                      <a:r>
                        <a:rPr lang="es-ES_tradnl" sz="1400">
                          <a:solidFill>
                            <a:schemeClr val="accent1"/>
                          </a:solidFill>
                          <a:latin typeface="Quattrocento Sans" panose="020B0502050000020003" pitchFamily="34" charset="0"/>
                        </a:rPr>
                        <a:t> pactado a cambio de una cuota de alquiler.</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No</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No</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extLst>
                  <a:ext uri="{0D108BD9-81ED-4DB2-BD59-A6C34878D82A}">
                    <a16:rowId xmlns:a16="http://schemas.microsoft.com/office/drawing/2014/main" val="3406934823"/>
                  </a:ext>
                </a:extLst>
              </a:tr>
              <a:tr h="902926">
                <a:tc>
                  <a:txBody>
                    <a:bodyPr/>
                    <a:lstStyle/>
                    <a:p>
                      <a:pPr algn="ctr"/>
                      <a:r>
                        <a:rPr lang="es-ES_tradnl" sz="1400" b="1">
                          <a:solidFill>
                            <a:schemeClr val="bg1"/>
                          </a:solidFill>
                          <a:latin typeface="Segoe Print" panose="02000600000000000000" pitchFamily="2" charset="0"/>
                        </a:rPr>
                        <a:t>Leasing</a:t>
                      </a:r>
                    </a:p>
                  </a:txBody>
                  <a:tcPr anchor="ctr">
                    <a:lnL w="9525" cap="flat" cmpd="sng" algn="ctr">
                      <a:solidFill>
                        <a:schemeClr val="accent1"/>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lumMod val="90000"/>
                        <a:lumOff val="10000"/>
                      </a:schemeClr>
                    </a:solidFill>
                  </a:tcPr>
                </a:tc>
                <a:tc>
                  <a:txBody>
                    <a:bodyPr/>
                    <a:lstStyle/>
                    <a:p>
                      <a:pPr marL="87313" marR="0" lvl="0" indent="0" algn="just" defTabSz="914400" rtl="0" eaLnBrk="1" fontAlgn="auto" latinLnBrk="0" hangingPunct="1">
                        <a:lnSpc>
                          <a:spcPct val="100000"/>
                        </a:lnSpc>
                        <a:spcBef>
                          <a:spcPts val="0"/>
                        </a:spcBef>
                        <a:spcAft>
                          <a:spcPts val="0"/>
                        </a:spcAft>
                        <a:buClrTx/>
                        <a:buSzTx/>
                        <a:buFontTx/>
                        <a:buNone/>
                        <a:tabLst/>
                        <a:defRPr/>
                      </a:pPr>
                      <a:r>
                        <a:rPr lang="es-ES_tradnl" sz="1400" b="1">
                          <a:solidFill>
                            <a:schemeClr val="accent1"/>
                          </a:solidFill>
                          <a:latin typeface="Quattrocento Sans" panose="020B0502050000020003" pitchFamily="34" charset="0"/>
                        </a:rPr>
                        <a:t>Arrendamiento</a:t>
                      </a:r>
                      <a:r>
                        <a:rPr lang="es-ES_tradnl" sz="1400">
                          <a:solidFill>
                            <a:schemeClr val="accent1"/>
                          </a:solidFill>
                          <a:latin typeface="Quattrocento Sans" panose="020B0502050000020003" pitchFamily="34" charset="0"/>
                        </a:rPr>
                        <a:t> del vehículo por un tiempo pactado a cambio de una cuota de alquiler. </a:t>
                      </a:r>
                      <a:r>
                        <a:rPr lang="es-ES_tradnl" sz="1400" b="0">
                          <a:solidFill>
                            <a:schemeClr val="accent1"/>
                          </a:solidFill>
                          <a:latin typeface="Quattrocento Sans" panose="020B0502050000020003" pitchFamily="34" charset="0"/>
                        </a:rPr>
                        <a:t>Garantiza una </a:t>
                      </a:r>
                      <a:r>
                        <a:rPr lang="es-ES_tradnl" sz="1400" b="1">
                          <a:solidFill>
                            <a:schemeClr val="accent1"/>
                          </a:solidFill>
                          <a:latin typeface="Quattrocento Sans" panose="020B0502050000020003" pitchFamily="34" charset="0"/>
                        </a:rPr>
                        <a:t>opción de compra</a:t>
                      </a:r>
                      <a:r>
                        <a:rPr lang="es-ES_tradnl" sz="1400">
                          <a:solidFill>
                            <a:schemeClr val="accent1"/>
                          </a:solidFill>
                          <a:latin typeface="Quattrocento Sans" panose="020B0502050000020003" pitchFamily="34" charset="0"/>
                        </a:rPr>
                        <a:t> con el pago de una cuota final</a:t>
                      </a:r>
                      <a:r>
                        <a:rPr lang="es-ES_tradnl" sz="1400" baseline="30000">
                          <a:solidFill>
                            <a:schemeClr val="accent1"/>
                          </a:solidFill>
                          <a:latin typeface="Quattrocento Sans" panose="020B0502050000020003" pitchFamily="34" charset="0"/>
                        </a:rPr>
                        <a:t>1</a:t>
                      </a:r>
                      <a:r>
                        <a:rPr lang="es-ES_tradnl" sz="1400">
                          <a:solidFill>
                            <a:schemeClr val="accent1"/>
                          </a:solidFill>
                          <a:latin typeface="Quattrocento Sans" panose="020B0502050000020003" pitchFamily="34" charset="0"/>
                        </a:rPr>
                        <a:t>.</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No</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extLst>
                  <a:ext uri="{0D108BD9-81ED-4DB2-BD59-A6C34878D82A}">
                    <a16:rowId xmlns:a16="http://schemas.microsoft.com/office/drawing/2014/main" val="2088696557"/>
                  </a:ext>
                </a:extLst>
              </a:tr>
              <a:tr h="902926">
                <a:tc>
                  <a:txBody>
                    <a:bodyPr/>
                    <a:lstStyle/>
                    <a:p>
                      <a:pPr algn="ctr"/>
                      <a:r>
                        <a:rPr lang="es-ES_tradnl" sz="1400" b="1" err="1">
                          <a:solidFill>
                            <a:schemeClr val="bg1"/>
                          </a:solidFill>
                          <a:latin typeface="Segoe Print" panose="02000600000000000000" pitchFamily="2" charset="0"/>
                        </a:rPr>
                        <a:t>Multiopción</a:t>
                      </a:r>
                      <a:endParaRPr lang="es-ES_tradnl" sz="1400" b="1">
                        <a:solidFill>
                          <a:schemeClr val="bg1"/>
                        </a:solidFill>
                        <a:latin typeface="Segoe Print" panose="02000600000000000000" pitchFamily="2" charset="0"/>
                      </a:endParaRPr>
                    </a:p>
                  </a:txBody>
                  <a:tcPr anchor="ctr">
                    <a:lnL w="9525" cap="flat" cmpd="sng" algn="ctr">
                      <a:solidFill>
                        <a:schemeClr val="accent1"/>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tx2">
                        <a:lumMod val="90000"/>
                        <a:lumOff val="10000"/>
                      </a:schemeClr>
                    </a:solidFill>
                  </a:tcPr>
                </a:tc>
                <a:tc>
                  <a:txBody>
                    <a:bodyPr/>
                    <a:lstStyle/>
                    <a:p>
                      <a:pPr marL="87313" indent="0" algn="just"/>
                      <a:r>
                        <a:rPr lang="es-ES_tradnl" sz="1400" b="1">
                          <a:solidFill>
                            <a:schemeClr val="accent1"/>
                          </a:solidFill>
                          <a:latin typeface="Quattrocento Sans" panose="020B0502050000020003" pitchFamily="34" charset="0"/>
                        </a:rPr>
                        <a:t>Arrendamiento</a:t>
                      </a:r>
                      <a:r>
                        <a:rPr lang="es-ES_tradnl" sz="1400">
                          <a:solidFill>
                            <a:schemeClr val="accent1"/>
                          </a:solidFill>
                          <a:latin typeface="Quattrocento Sans" panose="020B0502050000020003" pitchFamily="34" charset="0"/>
                        </a:rPr>
                        <a:t> del vehículo por un tiempo pactado a cambio de una cuota de alquiler. </a:t>
                      </a:r>
                      <a:r>
                        <a:rPr lang="es-ES_tradnl" sz="1400" b="1">
                          <a:solidFill>
                            <a:schemeClr val="accent1"/>
                          </a:solidFill>
                          <a:latin typeface="Quattrocento Sans" panose="020B0502050000020003" pitchFamily="34" charset="0"/>
                        </a:rPr>
                        <a:t>Al</a:t>
                      </a:r>
                      <a:r>
                        <a:rPr lang="es-ES_tradnl" sz="1400">
                          <a:solidFill>
                            <a:schemeClr val="accent1"/>
                          </a:solidFill>
                          <a:latin typeface="Quattrocento Sans" panose="020B0502050000020003" pitchFamily="34" charset="0"/>
                        </a:rPr>
                        <a:t> </a:t>
                      </a:r>
                      <a:r>
                        <a:rPr lang="es-ES_tradnl" sz="1400" b="1">
                          <a:solidFill>
                            <a:schemeClr val="accent1"/>
                          </a:solidFill>
                          <a:latin typeface="Quattrocento Sans" panose="020B0502050000020003" pitchFamily="34" charset="0"/>
                        </a:rPr>
                        <a:t>finalizar</a:t>
                      </a:r>
                      <a:r>
                        <a:rPr lang="es-ES_tradnl" sz="1400">
                          <a:solidFill>
                            <a:schemeClr val="accent1"/>
                          </a:solidFill>
                          <a:latin typeface="Quattrocento Sans" panose="020B0502050000020003" pitchFamily="34" charset="0"/>
                        </a:rPr>
                        <a:t> el plazo, puede </a:t>
                      </a:r>
                      <a:r>
                        <a:rPr lang="es-ES_tradnl" sz="1400" b="1">
                          <a:solidFill>
                            <a:schemeClr val="accent1"/>
                          </a:solidFill>
                          <a:latin typeface="Quattrocento Sans" panose="020B0502050000020003" pitchFamily="34" charset="0"/>
                        </a:rPr>
                        <a:t>devolverse</a:t>
                      </a:r>
                      <a:r>
                        <a:rPr lang="es-ES_tradnl" sz="1400">
                          <a:solidFill>
                            <a:schemeClr val="accent1"/>
                          </a:solidFill>
                          <a:latin typeface="Quattrocento Sans" panose="020B0502050000020003" pitchFamily="34" charset="0"/>
                        </a:rPr>
                        <a:t>, </a:t>
                      </a:r>
                      <a:r>
                        <a:rPr lang="es-ES_tradnl" sz="1400" b="1">
                          <a:solidFill>
                            <a:schemeClr val="accent1"/>
                          </a:solidFill>
                          <a:latin typeface="Quattrocento Sans" panose="020B0502050000020003" pitchFamily="34" charset="0"/>
                        </a:rPr>
                        <a:t>cambiarse</a:t>
                      </a:r>
                      <a:r>
                        <a:rPr lang="es-ES_tradnl" sz="1400">
                          <a:solidFill>
                            <a:schemeClr val="accent1"/>
                          </a:solidFill>
                          <a:latin typeface="Quattrocento Sans" panose="020B0502050000020003" pitchFamily="34" charset="0"/>
                        </a:rPr>
                        <a:t>, o </a:t>
                      </a:r>
                      <a:r>
                        <a:rPr lang="es-ES_tradnl" sz="1400" b="1">
                          <a:solidFill>
                            <a:schemeClr val="accent1"/>
                          </a:solidFill>
                          <a:latin typeface="Quattrocento Sans" panose="020B0502050000020003" pitchFamily="34" charset="0"/>
                        </a:rPr>
                        <a:t>comprarse</a:t>
                      </a:r>
                      <a:r>
                        <a:rPr lang="es-ES_tradnl" sz="1400">
                          <a:solidFill>
                            <a:schemeClr val="accent1"/>
                          </a:solidFill>
                          <a:latin typeface="Quattrocento Sans" panose="020B0502050000020003" pitchFamily="34" charset="0"/>
                        </a:rPr>
                        <a:t> el vehículo (pago de cuota final</a:t>
                      </a:r>
                      <a:r>
                        <a:rPr lang="es-ES_tradnl" sz="1400" baseline="30000">
                          <a:solidFill>
                            <a:schemeClr val="accent1"/>
                          </a:solidFill>
                          <a:latin typeface="Quattrocento Sans" panose="020B0502050000020003" pitchFamily="34" charset="0"/>
                        </a:rPr>
                        <a:t>1</a:t>
                      </a:r>
                      <a:r>
                        <a:rPr lang="es-ES_tradnl" sz="1400">
                          <a:solidFill>
                            <a:schemeClr val="accent1"/>
                          </a:solidFill>
                          <a:latin typeface="Quattrocento Sans" panose="020B0502050000020003" pitchFamily="34" charset="0"/>
                        </a:rPr>
                        <a:t>).</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4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extLst>
                  <a:ext uri="{0D108BD9-81ED-4DB2-BD59-A6C34878D82A}">
                    <a16:rowId xmlns:a16="http://schemas.microsoft.com/office/drawing/2014/main" val="3894091178"/>
                  </a:ext>
                </a:extLst>
              </a:tr>
            </a:tbl>
          </a:graphicData>
        </a:graphic>
      </p:graphicFrame>
      <p:sp>
        <p:nvSpPr>
          <p:cNvPr id="9" name="TextBox 8">
            <a:extLst>
              <a:ext uri="{FF2B5EF4-FFF2-40B4-BE49-F238E27FC236}">
                <a16:creationId xmlns:a16="http://schemas.microsoft.com/office/drawing/2014/main" id="{312BEFA0-5859-EA42-E7EB-2C036F37019E}"/>
              </a:ext>
            </a:extLst>
          </p:cNvPr>
          <p:cNvSpPr txBox="1"/>
          <p:nvPr/>
        </p:nvSpPr>
        <p:spPr>
          <a:xfrm>
            <a:off x="1067469" y="5509889"/>
            <a:ext cx="10492473"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Las cuotas de alquiler se basan en la pérdida de valor del vehículo durante el contrato, es decir, dependen directamente del valor residual. Así, cuanto mayor sea el valor residual, menor es la depreciación y, por tanto, más económica será la cuota.</a:t>
            </a:r>
          </a:p>
        </p:txBody>
      </p:sp>
      <p:sp>
        <p:nvSpPr>
          <p:cNvPr id="13" name="TextBox 12">
            <a:extLst>
              <a:ext uri="{FF2B5EF4-FFF2-40B4-BE49-F238E27FC236}">
                <a16:creationId xmlns:a16="http://schemas.microsoft.com/office/drawing/2014/main" id="{6251368D-9710-B041-4D03-BBD4C65A63A0}"/>
              </a:ext>
            </a:extLst>
          </p:cNvPr>
          <p:cNvSpPr txBox="1"/>
          <p:nvPr/>
        </p:nvSpPr>
        <p:spPr>
          <a:xfrm>
            <a:off x="1067468" y="5169139"/>
            <a:ext cx="8800432" cy="230832"/>
          </a:xfrm>
          <a:prstGeom prst="rect">
            <a:avLst/>
          </a:prstGeom>
          <a:noFill/>
        </p:spPr>
        <p:txBody>
          <a:bodyPr wrap="square" rtlCol="0">
            <a:spAutoFit/>
          </a:bodyPr>
          <a:lstStyle/>
          <a:p>
            <a:r>
              <a:rPr lang="es-ES_tradnl" sz="900" i="1">
                <a:latin typeface="Quattrocento Sans" panose="020B0502050000020003" pitchFamily="34" charset="0"/>
              </a:rPr>
              <a:t>1. </a:t>
            </a:r>
            <a:r>
              <a:rPr lang="es-ES" sz="900" i="1">
                <a:effectLst/>
                <a:latin typeface="Quattrocento Sans" panose="020B0502050000020003" pitchFamily="34" charset="0"/>
                <a:ea typeface="Aptos" panose="020B0004020202020204" pitchFamily="34" charset="0"/>
              </a:rPr>
              <a:t>Algunos concesionarios o financieras ofrecen la posibilidad de financiar la cuota final.</a:t>
            </a:r>
            <a:endParaRPr lang="es-ES_tradnl" sz="900" i="1">
              <a:latin typeface="Quattrocento Sans" panose="020B0502050000020003" pitchFamily="34" charset="0"/>
            </a:endParaRPr>
          </a:p>
        </p:txBody>
      </p:sp>
    </p:spTree>
    <p:extLst>
      <p:ext uri="{BB962C8B-B14F-4D97-AF65-F5344CB8AC3E}">
        <p14:creationId xmlns:p14="http://schemas.microsoft.com/office/powerpoint/2010/main" val="3843510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659B3-EE17-4A91-8B23-661A8AE8F19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21CF269-FC23-0247-E4E3-AC26B9BBB4E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2465FDF1-5E33-C5E9-F440-A56870C93F58}"/>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Renting, Leasing y </a:t>
            </a:r>
            <a:r>
              <a:rPr lang="es-ES_tradnl" sz="2000" err="1">
                <a:solidFill>
                  <a:srgbClr val="BFA13E"/>
                </a:solidFill>
                <a:latin typeface="Segoe UI"/>
                <a:cs typeface="Segoe UI"/>
                <a:sym typeface="Trebuchet MS"/>
              </a:rPr>
              <a:t>Multiopción</a:t>
            </a:r>
            <a:r>
              <a:rPr lang="es-ES_tradnl" sz="2000">
                <a:solidFill>
                  <a:srgbClr val="BFA13E"/>
                </a:solidFill>
                <a:latin typeface="Segoe UI"/>
                <a:cs typeface="Segoe UI"/>
                <a:sym typeface="Trebuchet MS"/>
              </a:rPr>
              <a:t> – Servicios Asociados</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676615AF-B13E-0204-3804-0CBAB9C1B115}"/>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31C810C7-2C57-583F-0302-A3D3F6114A7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E9F26D7B-D8F4-DB2D-AB44-9733049BF70F}"/>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En los contratos de renting, leasing y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multiopción</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además de la cesión del uso del bien, suelen existir servicios adicionales asociados, que varían dependiendo del tipo de leasing (operativo o financiero) y las condiciones acordadas entre las partes</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8" name="Google Shape;987;p52">
            <a:extLst>
              <a:ext uri="{FF2B5EF4-FFF2-40B4-BE49-F238E27FC236}">
                <a16:creationId xmlns:a16="http://schemas.microsoft.com/office/drawing/2014/main" id="{E416A52E-F34B-AB19-AB14-0555F3C62FCA}"/>
              </a:ext>
            </a:extLst>
          </p:cNvPr>
          <p:cNvSpPr/>
          <p:nvPr/>
        </p:nvSpPr>
        <p:spPr>
          <a:xfrm>
            <a:off x="1067469" y="1931962"/>
            <a:ext cx="1613894" cy="4353335"/>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Servicios asociados más comunes</a:t>
            </a:r>
            <a:endParaRPr lang="es" sz="1600" b="1">
              <a:solidFill>
                <a:schemeClr val="bg1"/>
              </a:solidFill>
              <a:latin typeface="Segoe Print" panose="02000600000000000000" pitchFamily="2" charset="0"/>
            </a:endParaRPr>
          </a:p>
        </p:txBody>
      </p:sp>
      <p:sp>
        <p:nvSpPr>
          <p:cNvPr id="10" name="Google Shape;981;p52">
            <a:extLst>
              <a:ext uri="{FF2B5EF4-FFF2-40B4-BE49-F238E27FC236}">
                <a16:creationId xmlns:a16="http://schemas.microsoft.com/office/drawing/2014/main" id="{C9377CB1-CEE9-A78B-4FEF-8B329527BA0B}"/>
              </a:ext>
            </a:extLst>
          </p:cNvPr>
          <p:cNvSpPr/>
          <p:nvPr/>
        </p:nvSpPr>
        <p:spPr>
          <a:xfrm>
            <a:off x="2681363" y="1931962"/>
            <a:ext cx="8921202" cy="4353335"/>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Mantenimiento y reparación del bien: </a:t>
            </a:r>
            <a:r>
              <a:rPr lang="es-ES_tradnl" sz="1400" dirty="0">
                <a:solidFill>
                  <a:schemeClr val="accent1"/>
                </a:solidFill>
                <a:latin typeface="Quattrocento Sans"/>
                <a:ea typeface="Quattrocento Sans"/>
                <a:cs typeface="Quattrocento Sans"/>
              </a:rPr>
              <a:t>En muchos contratos de leasing, especialmente en el leasing operativo, el arrendador se encarga de las tareas de mantenimiento y reparación del bien arrendado. Esto incluye revisiones periódicas, reparaciones y el reemplazo de piezas.</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Seguro: </a:t>
            </a:r>
            <a:r>
              <a:rPr lang="es-ES_tradnl" sz="1400" dirty="0">
                <a:solidFill>
                  <a:schemeClr val="accent1"/>
                </a:solidFill>
                <a:latin typeface="Quattrocento Sans"/>
                <a:ea typeface="Quattrocento Sans"/>
                <a:cs typeface="Quattrocento Sans"/>
              </a:rPr>
              <a:t>El arrendador puede proporcionar un seguro para el bien arrendado, cubriendo posibles daños, robos o accidentes. Dependiendo del contrato, el coste del seguro puede ser asumido por el arrendador o el arrendatario.</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Asistencia técnica: </a:t>
            </a:r>
            <a:r>
              <a:rPr lang="es-ES_tradnl" sz="1400" dirty="0">
                <a:solidFill>
                  <a:schemeClr val="accent1"/>
                </a:solidFill>
                <a:latin typeface="Quattrocento Sans"/>
                <a:ea typeface="Quattrocento Sans"/>
                <a:cs typeface="Quattrocento Sans"/>
              </a:rPr>
              <a:t>En ciertos casos, el arrendador ofrece asistencia técnica para la correcta utilización y funcionamiento del bien. Esto es especialmente común en el leasing de maquinaria o tecnología.</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Gestión de impuestos y tasas</a:t>
            </a:r>
            <a:r>
              <a:rPr lang="es-ES_tradnl" sz="1400" dirty="0">
                <a:solidFill>
                  <a:schemeClr val="accent1"/>
                </a:solidFill>
                <a:latin typeface="Quattrocento Sans"/>
                <a:ea typeface="Quattrocento Sans"/>
                <a:cs typeface="Quattrocento Sans"/>
              </a:rPr>
              <a:t>: En ciertos contratos de leasing, el arrendador se encarga de gestionar y pagar ciertos impuestos o tasas asociadas al bien arrendado, como el Impuesto sobre Vehículos o el Impuesto sobre Bienes Inmuebles (IBI), aunque esto depende del acuerdo específico.</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Reemplazo o actualización del bien: </a:t>
            </a:r>
            <a:r>
              <a:rPr lang="es-ES_tradnl" sz="1400" dirty="0">
                <a:solidFill>
                  <a:schemeClr val="accent1"/>
                </a:solidFill>
                <a:latin typeface="Quattrocento Sans"/>
                <a:ea typeface="Quattrocento Sans"/>
                <a:cs typeface="Quattrocento Sans"/>
              </a:rPr>
              <a:t>En algunos tipos de leasing, como el leasing operativo, puede haber la opción de reemplazar el bien arrendado por uno más moderno o adecuado al finalizar el contrato. Este servicio está pensado para evitar que el arrendatario quede con equipos obsoletos.</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Opciones de compra: </a:t>
            </a:r>
            <a:r>
              <a:rPr lang="es-ES_tradnl" sz="1400" dirty="0">
                <a:solidFill>
                  <a:schemeClr val="accent1"/>
                </a:solidFill>
                <a:latin typeface="Quattrocento Sans"/>
                <a:ea typeface="Quattrocento Sans"/>
                <a:cs typeface="Quattrocento Sans"/>
              </a:rPr>
              <a:t>En los contratos de leasing financiero, al final del período del arrendamiento, el arrendatario puede tener la opción de comprar el bien a un valor residual acordado. Aunque no siempre es un servicio "adicional", es una característica importante de este tipo de contrato.</a:t>
            </a: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dirty="0">
                <a:solidFill>
                  <a:schemeClr val="accent1"/>
                </a:solidFill>
                <a:latin typeface="Quattrocento Sans"/>
                <a:ea typeface="Quattrocento Sans"/>
                <a:cs typeface="Quattrocento Sans"/>
              </a:rPr>
              <a:t>Asesoría o consultoría: </a:t>
            </a:r>
            <a:r>
              <a:rPr lang="es-ES_tradnl" sz="1400" dirty="0">
                <a:solidFill>
                  <a:schemeClr val="accent1"/>
                </a:solidFill>
                <a:latin typeface="Quattrocento Sans"/>
                <a:ea typeface="Quattrocento Sans"/>
                <a:cs typeface="Quattrocento Sans"/>
              </a:rPr>
              <a:t>En algunos contratos, especialmente en leasing de equipos especializados, el arrendador puede ofrecer asesoría sobre el uso, optimización y gestión del bien.</a:t>
            </a:r>
            <a:endParaRPr lang="es-ES_tradnl" sz="1400">
              <a:solidFill>
                <a:schemeClr val="accent1"/>
              </a:solidFill>
              <a:latin typeface="Quattrocento Sans"/>
              <a:ea typeface="Quattrocento Sans"/>
              <a:cs typeface="Quattrocento Sans"/>
            </a:endParaRPr>
          </a:p>
        </p:txBody>
      </p:sp>
      <p:grpSp>
        <p:nvGrpSpPr>
          <p:cNvPr id="11" name="Group 10">
            <a:extLst>
              <a:ext uri="{FF2B5EF4-FFF2-40B4-BE49-F238E27FC236}">
                <a16:creationId xmlns:a16="http://schemas.microsoft.com/office/drawing/2014/main" id="{332BBBE4-75C5-6CF1-1743-8B0AA5AAEEBC}"/>
              </a:ext>
            </a:extLst>
          </p:cNvPr>
          <p:cNvGrpSpPr/>
          <p:nvPr/>
        </p:nvGrpSpPr>
        <p:grpSpPr>
          <a:xfrm>
            <a:off x="1491246" y="1753664"/>
            <a:ext cx="766340" cy="715075"/>
            <a:chOff x="3282525" y="914401"/>
            <a:chExt cx="1178350" cy="914401"/>
          </a:xfrm>
          <a:effectLst>
            <a:outerShdw blurRad="50800" dist="38100" dir="2700000" algn="tl" rotWithShape="0">
              <a:prstClr val="black">
                <a:alpha val="40000"/>
              </a:prstClr>
            </a:outerShdw>
          </a:effectLst>
        </p:grpSpPr>
        <p:sp>
          <p:nvSpPr>
            <p:cNvPr id="12" name="Oval 11">
              <a:extLst>
                <a:ext uri="{FF2B5EF4-FFF2-40B4-BE49-F238E27FC236}">
                  <a16:creationId xmlns:a16="http://schemas.microsoft.com/office/drawing/2014/main" id="{6C63274A-E6AA-45AB-190B-F87626E98E29}"/>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4" name="Picture 13">
              <a:extLst>
                <a:ext uri="{FF2B5EF4-FFF2-40B4-BE49-F238E27FC236}">
                  <a16:creationId xmlns:a16="http://schemas.microsoft.com/office/drawing/2014/main" id="{9A715605-C153-750A-FE88-E966E88EE7C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p:spTree>
    <p:extLst>
      <p:ext uri="{BB962C8B-B14F-4D97-AF65-F5344CB8AC3E}">
        <p14:creationId xmlns:p14="http://schemas.microsoft.com/office/powerpoint/2010/main" val="105905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07AC4-85A1-1D57-00B8-C82545C783F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38BD9C0-EA6E-5B34-6C19-7DF0864FD745}"/>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2DE5B227-B5A6-8C52-924B-0741E7486338}"/>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Importancia del valor residual - Cálculo de la cuota de arrendamiento</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90026A4F-5023-46ED-1F63-479517ED305D}"/>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AE605557-8CE6-B5A3-55CD-2B2A9EE9E858}"/>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B5DA314D-E8FB-5B0F-FEA7-7652D80FAC83}"/>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Para el cálculo de la cuota de arrendamiento, se toma como importe a financiar la diferencia entre el precio de adquisición (añadiendo el coste de servicios asociados y descontando la entrada) y el valor residual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722DC2-8808-0D18-B285-AD99EA50A779}"/>
                  </a:ext>
                </a:extLst>
              </p:cNvPr>
              <p:cNvSpPr txBox="1"/>
              <p:nvPr/>
            </p:nvSpPr>
            <p:spPr>
              <a:xfrm>
                <a:off x="1067469" y="1922730"/>
                <a:ext cx="10704228" cy="4353115"/>
              </a:xfrm>
              <a:prstGeom prst="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a:spAutoFit/>
              </a:bodyPr>
              <a:lstStyle/>
              <a:p>
                <a:pPr algn="just">
                  <a:lnSpc>
                    <a:spcPct val="107000"/>
                  </a:lnSpc>
                  <a:spcAft>
                    <a:spcPts val="800"/>
                  </a:spcAft>
                  <a:buNone/>
                </a:pPr>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El valor de la cuota en función del precio de adquisición </a:t>
                </a:r>
                <a14:m>
                  <m:oMath xmlns:m="http://schemas.openxmlformats.org/officeDocument/2006/math">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𝑃</m:t>
                    </m:r>
                  </m:oMath>
                </a14:m>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la duración del contrato </a:t>
                </a:r>
                <a14:m>
                  <m:oMath xmlns:m="http://schemas.openxmlformats.org/officeDocument/2006/math">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oMath>
                </a14:m>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el tipo de interés </a:t>
                </a:r>
                <a14:m>
                  <m:oMath xmlns:m="http://schemas.openxmlformats.org/officeDocument/2006/math">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oMath>
                </a14:m>
                <a:r>
                  <a:rPr lang="es-ES_tradnl" sz="1400" kern="100">
                    <a:solidFill>
                      <a:srgbClr val="002260"/>
                    </a:solidFill>
                    <a:effectLst/>
                    <a:latin typeface="Quattrocento Sans" panose="020B0502050000020003" pitchFamily="34" charset="0"/>
                    <a:ea typeface="Times New Roman" panose="02020603050405020304" pitchFamily="18" charset="0"/>
                    <a:cs typeface="Times New Roman" panose="02020603050405020304" pitchFamily="18" charset="0"/>
                  </a:rPr>
                  <a:t>, la entrada </a:t>
                </a:r>
                <a14:m>
                  <m:oMath xmlns:m="http://schemas.openxmlformats.org/officeDocument/2006/math">
                    <m:r>
                      <a:rPr lang="es-ES_tradnl" sz="14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𝐸</m:t>
                    </m:r>
                  </m:oMath>
                </a14:m>
                <a:r>
                  <a:rPr lang="es-ES_tradnl" sz="1400" kern="100">
                    <a:solidFill>
                      <a:srgbClr val="002260"/>
                    </a:solidFill>
                    <a:effectLst/>
                    <a:latin typeface="Quattrocento Sans" panose="020B0502050000020003" pitchFamily="34" charset="0"/>
                    <a:ea typeface="Times New Roman" panose="02020603050405020304" pitchFamily="18" charset="0"/>
                    <a:cs typeface="Times New Roman" panose="02020603050405020304" pitchFamily="18" charset="0"/>
                  </a:rPr>
                  <a:t>, el coste de servicios asociados </a:t>
                </a:r>
                <a:r>
                  <a:rPr lang="es-ES_tradnl" sz="1400" i="1" kern="100">
                    <a:solidFill>
                      <a:srgbClr val="002260"/>
                    </a:solidFill>
                    <a:latin typeface="Cambria Math" panose="02040503050406030204" pitchFamily="18" charset="0"/>
                    <a:ea typeface="Times New Roman" panose="02020603050405020304" pitchFamily="18" charset="0"/>
                    <a:cs typeface="Calibri" panose="020F0502020204030204" pitchFamily="34" charset="0"/>
                  </a:rPr>
                  <a:t>SA</a:t>
                </a:r>
                <a:r>
                  <a:rPr lang="es-ES_tradnl" sz="1400" kern="100">
                    <a:solidFill>
                      <a:srgbClr val="002260"/>
                    </a:solidFill>
                    <a:effectLst/>
                    <a:latin typeface="Quattrocento Sans" panose="020B0502050000020003" pitchFamily="34" charset="0"/>
                    <a:ea typeface="Times New Roman" panose="02020603050405020304" pitchFamily="18" charset="0"/>
                    <a:cs typeface="Times New Roman" panose="02020603050405020304" pitchFamily="18" charset="0"/>
                  </a:rPr>
                  <a:t> y el valor residual </a:t>
                </a:r>
                <a14:m>
                  <m:oMath xmlns:m="http://schemas.openxmlformats.org/officeDocument/2006/math">
                    <m:r>
                      <a:rPr lang="es-ES_tradnl" sz="14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𝑉𝑅</m:t>
                    </m:r>
                  </m:oMath>
                </a14:m>
                <a:r>
                  <a:rPr lang="es-ES_tradnl" sz="1400" kern="100">
                    <a:solidFill>
                      <a:srgbClr val="002260"/>
                    </a:solidFill>
                    <a:effectLst/>
                    <a:latin typeface="Quattrocento Sans" panose="020B0502050000020003" pitchFamily="34" charset="0"/>
                    <a:ea typeface="Times New Roman" panose="02020603050405020304" pitchFamily="18" charset="0"/>
                    <a:cs typeface="Times New Roman" panose="02020603050405020304" pitchFamily="18" charset="0"/>
                  </a:rPr>
                  <a:t> viene dado por la ecuación:</a:t>
                </a:r>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14:m>
                  <m:oMathPara xmlns:m="http://schemas.openxmlformats.org/officeDocument/2006/math">
                    <m:oMathParaPr>
                      <m:jc m:val="centerGroup"/>
                    </m:oMathParaPr>
                    <m:oMath xmlns:m="http://schemas.openxmlformats.org/officeDocument/2006/math">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𝐶𝑢𝑜𝑡𝑎</m:t>
                      </m:r>
                      <m:d>
                        <m:d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𝑃</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𝐸</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𝑆𝐴</m:t>
                          </m:r>
                          <m:r>
                            <a:rPr lang="es-ES_tradnl" sz="14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 </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𝑉𝑅</m:t>
                          </m:r>
                        </m:e>
                      </m:d>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d>
                        <m:d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𝑃</m:t>
                          </m:r>
                          <m:r>
                            <a:rPr lang="es-ES_tradnl" sz="14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𝑆𝐴</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𝐸</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𝑉𝑅</m:t>
                          </m:r>
                        </m:e>
                      </m:d>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f>
                        <m:f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num>
                        <m:den>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f>
                            <m:f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den>
                      </m:f>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𝑉𝑅</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 </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𝑉𝑅</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d>
                        <m:d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f>
                            <m:f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num>
                            <m:den>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f>
                                <m:f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den>
                          </m:f>
                        </m:e>
                      </m:d>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𝑓</m:t>
                      </m:r>
                      <m:d>
                        <m:dPr>
                          <m:ctrlP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𝑃</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𝑆𝐴</m:t>
                          </m:r>
                          <m:r>
                            <a:rPr lang="es-ES_tradnl" sz="14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𝐸</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𝑉𝑅</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𝑚</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𝐶</m:t>
                      </m:r>
                    </m:oMath>
                  </m:oMathPara>
                </a14:m>
                <a:endParaRPr lang="es-ES_tradnl" sz="1400" kern="100">
                  <a:solidFill>
                    <a:srgbClr val="002260"/>
                  </a:solidFill>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buNone/>
                </a:pPr>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Es decir, la cuota es proporcional al valor residual donde la constante de proporcionalidad </a:t>
                </a:r>
                <a14:m>
                  <m:oMath xmlns:m="http://schemas.openxmlformats.org/officeDocument/2006/math">
                    <m:r>
                      <a:rPr lang="es-ES_tradnl" sz="14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𝑚</m:t>
                    </m:r>
                  </m:oMath>
                </a14:m>
                <a:r>
                  <a:rPr lang="es-ES_tradnl" sz="1400" kern="100">
                    <a:solidFill>
                      <a:srgbClr val="002260"/>
                    </a:solidFill>
                    <a:effectLst/>
                    <a:latin typeface="Quattrocento Sans" panose="020B0502050000020003" pitchFamily="34" charset="0"/>
                    <a:ea typeface="Times New Roman" panose="02020603050405020304" pitchFamily="18" charset="0"/>
                    <a:cs typeface="Times New Roman" panose="02020603050405020304" pitchFamily="18" charset="0"/>
                  </a:rPr>
                  <a:t> es un número negativo ya que</a:t>
                </a:r>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14:m>
                  <m:oMathPara xmlns:m="http://schemas.openxmlformats.org/officeDocument/2006/math">
                    <m:oMathParaPr>
                      <m:jc m:val="centerGroup"/>
                    </m:oMathParaPr>
                    <m:oMath xmlns:m="http://schemas.openxmlformats.org/officeDocument/2006/math">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𝑖</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&gt;0→ 1+</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𝑖</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&gt;1</m:t>
                      </m:r>
                      <m:box>
                        <m:boxPr>
                          <m:ctrlP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ctrlPr>
                        </m:boxPr>
                        <m:e>
                          <m:groupChr>
                            <m:groupChrPr>
                              <m:chr m:val="⇒"/>
                              <m:pos m:val="top"/>
                              <m:ctrlP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ctrlPr>
                            </m:groupChrPr>
                            <m:e>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𝑑</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&gt;0</m:t>
                              </m:r>
                            </m:e>
                          </m:groupChr>
                        </m:e>
                      </m:box>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  </m:t>
                      </m:r>
                      <m:sSup>
                        <m:sSup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&gt;1</m:t>
                      </m:r>
                      <m:r>
                        <a:rPr lang="es-ES_tradnl" sz="1500" b="0" i="1" kern="100" smtClean="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1&gt;</m:t>
                      </m: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&gt;0</m:t>
                      </m:r>
                      <m:r>
                        <a:rPr lang="es-ES_tradnl" sz="15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−1&lt;−</m:t>
                      </m: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&lt;</m:t>
                      </m:r>
                      <m:r>
                        <a:rPr lang="es-ES_tradnl" sz="15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0→</m:t>
                      </m:r>
                    </m:oMath>
                  </m:oMathPara>
                </a14:m>
                <a:endParaRPr lang="es-ES_tradnl" sz="1500" kern="100">
                  <a:solidFill>
                    <a:srgbClr val="002260"/>
                  </a:solidFill>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07000"/>
                  </a:lnSpc>
                  <a:spcAft>
                    <a:spcPts val="800"/>
                  </a:spcAft>
                  <a:buNone/>
                </a:pPr>
                <a14:m>
                  <m:oMathPara xmlns:m="http://schemas.openxmlformats.org/officeDocument/2006/math">
                    <m:oMathParaPr>
                      <m:jc m:val="centerGroup"/>
                    </m:oMathParaPr>
                    <m:oMath xmlns:m="http://schemas.openxmlformats.org/officeDocument/2006/math">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0&lt;1−</m:t>
                      </m: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&lt;1</m:t>
                      </m:r>
                      <m:groupChr>
                        <m:groupChrPr>
                          <m:chr m:val="⇒"/>
                          <m:pos m:val="top"/>
                          <m:ctrlP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ctrlPr>
                        </m:groupChrPr>
                        <m:e>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𝑖</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&gt;0</m:t>
                          </m:r>
                        </m:e>
                      </m:groupCh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num>
                        <m:den>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den>
                      </m:f>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&gt;</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r>
                        <a:rPr lang="es-ES_tradnl" sz="1500" b="0" i="1" kern="100" smtClean="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𝑚</m:t>
                      </m:r>
                      <m:r>
                        <a:rPr lang="es-ES_tradnl" sz="1500" i="1" kern="100">
                          <a:solidFill>
                            <a:srgbClr val="002260"/>
                          </a:solidFill>
                          <a:effectLst/>
                          <a:latin typeface="Cambria Math" panose="02040503050406030204" pitchFamily="18" charset="0"/>
                          <a:ea typeface="Times New Roman" panose="02020603050405020304" pitchFamily="18" charset="0"/>
                          <a:cs typeface="Calibri" panose="020F0502020204030204" pitchFamily="34" charset="0"/>
                        </a:rPr>
                        <m:t>=</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m:t>
                      </m: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num>
                        <m:den>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f>
                            <m:f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fPr>
                            <m:num>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num>
                            <m:den>
                              <m:sSup>
                                <m:sSup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sSupPr>
                                <m:e>
                                  <m:d>
                                    <m:dPr>
                                      <m:ctrlP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ctrlPr>
                                    </m:dPr>
                                    <m:e>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1+</m:t>
                                      </m:r>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𝑖</m:t>
                                      </m:r>
                                    </m:e>
                                  </m:d>
                                </m:e>
                                <m:sup>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𝑑</m:t>
                                  </m:r>
                                </m:sup>
                              </m:sSup>
                            </m:den>
                          </m:f>
                        </m:den>
                      </m:f>
                      <m:r>
                        <a:rPr lang="es-ES_tradnl" sz="1500" i="1" kern="100">
                          <a:solidFill>
                            <a:srgbClr val="002260"/>
                          </a:solidFill>
                          <a:effectLst/>
                          <a:latin typeface="Cambria Math" panose="02040503050406030204" pitchFamily="18" charset="0"/>
                          <a:ea typeface="Aptos" panose="020B0004020202020204" pitchFamily="34" charset="0"/>
                          <a:cs typeface="Calibri" panose="020F0502020204030204" pitchFamily="34" charset="0"/>
                        </a:rPr>
                        <m:t>&lt;0</m:t>
                      </m:r>
                    </m:oMath>
                  </m:oMathPara>
                </a14:m>
                <a:endParaRPr lang="es-ES_tradnl" sz="1500" kern="100">
                  <a:solidFill>
                    <a:srgbClr val="002260"/>
                  </a:solidFill>
                  <a:effectLst/>
                  <a:latin typeface="Aptos" panose="020B0004020202020204" pitchFamily="34" charset="0"/>
                  <a:ea typeface="Aptos" panose="020B0004020202020204" pitchFamily="34" charset="0"/>
                  <a:cs typeface="Times New Roman" panose="02020603050405020304" pitchFamily="18" charset="0"/>
                </a:endParaRPr>
              </a:p>
              <a:p>
                <a:pPr>
                  <a:buNone/>
                </a:pPr>
                <a:endParaRPr lang="es-ES" sz="1400">
                  <a:solidFill>
                    <a:srgbClr val="002260"/>
                  </a:solidFill>
                  <a:effectLst/>
                  <a:latin typeface="Quattrocento Sans" panose="020B0502050000020003" pitchFamily="34" charset="0"/>
                  <a:ea typeface="Times New Roman" panose="02020603050405020304" pitchFamily="18" charset="0"/>
                </a:endParaRPr>
              </a:p>
              <a:p>
                <a:pPr>
                  <a:buNone/>
                </a:pPr>
                <a:r>
                  <a:rPr lang="es-ES" sz="1400">
                    <a:solidFill>
                      <a:srgbClr val="002260"/>
                    </a:solidFill>
                    <a:effectLst/>
                    <a:latin typeface="Quattrocento Sans" panose="020B0502050000020003" pitchFamily="34" charset="0"/>
                    <a:ea typeface="Times New Roman" panose="02020603050405020304" pitchFamily="18" charset="0"/>
                  </a:rPr>
                  <a:t>Esto se traduce en que</a:t>
                </a:r>
                <a:r>
                  <a:rPr lang="es-ES" sz="1400">
                    <a:effectLst/>
                    <a:latin typeface="Quattrocento Sans" panose="020B0502050000020003" pitchFamily="34" charset="0"/>
                    <a:ea typeface="Times New Roman" panose="02020603050405020304" pitchFamily="18" charset="0"/>
                  </a:rPr>
                  <a:t>, </a:t>
                </a:r>
                <a:r>
                  <a:rPr lang="es-ES" sz="1400" b="1">
                    <a:solidFill>
                      <a:schemeClr val="tx2"/>
                    </a:solidFill>
                    <a:effectLst/>
                    <a:latin typeface="Quattrocento Sans" panose="020B0502050000020003" pitchFamily="34" charset="0"/>
                    <a:ea typeface="Times New Roman" panose="02020603050405020304" pitchFamily="18" charset="0"/>
                  </a:rPr>
                  <a:t>cuanto mayor sea el valor residual del vehículo, menor será la cuota a pagar. </a:t>
                </a:r>
                <a:endParaRPr lang="es-ES_tradnl" sz="1400" b="1">
                  <a:solidFill>
                    <a:schemeClr val="tx2"/>
                  </a:solidFill>
                  <a:latin typeface="Quattrocento Sans" panose="020B0502050000020003" pitchFamily="34" charset="0"/>
                </a:endParaRPr>
              </a:p>
            </p:txBody>
          </p:sp>
        </mc:Choice>
        <mc:Fallback xmlns="">
          <p:sp>
            <p:nvSpPr>
              <p:cNvPr id="9" name="TextBox 8">
                <a:extLst>
                  <a:ext uri="{FF2B5EF4-FFF2-40B4-BE49-F238E27FC236}">
                    <a16:creationId xmlns:a16="http://schemas.microsoft.com/office/drawing/2014/main" id="{29722DC2-8808-0D18-B285-AD99EA50A779}"/>
                  </a:ext>
                </a:extLst>
              </p:cNvPr>
              <p:cNvSpPr txBox="1">
                <a:spLocks noRot="1" noChangeAspect="1" noMove="1" noResize="1" noEditPoints="1" noAdjustHandles="1" noChangeArrowheads="1" noChangeShapeType="1" noTextEdit="1"/>
              </p:cNvSpPr>
              <p:nvPr/>
            </p:nvSpPr>
            <p:spPr>
              <a:xfrm>
                <a:off x="1067469" y="1922730"/>
                <a:ext cx="10704228" cy="4353115"/>
              </a:xfrm>
              <a:prstGeom prst="rect">
                <a:avLst/>
              </a:prstGeom>
              <a:blipFill>
                <a:blip r:embed="rId2"/>
                <a:stretch>
                  <a:fillRect/>
                </a:stretch>
              </a:blipFill>
              <a:ln>
                <a:solidFill>
                  <a:schemeClr val="bg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0" name="TextBox 9">
            <a:extLst>
              <a:ext uri="{FF2B5EF4-FFF2-40B4-BE49-F238E27FC236}">
                <a16:creationId xmlns:a16="http://schemas.microsoft.com/office/drawing/2014/main" id="{57E9AA27-4860-5208-9054-319AE987428E}"/>
              </a:ext>
            </a:extLst>
          </p:cNvPr>
          <p:cNvSpPr txBox="1"/>
          <p:nvPr/>
        </p:nvSpPr>
        <p:spPr>
          <a:xfrm>
            <a:off x="1067468" y="1768841"/>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Cálculo de la cuota de arrendamiento</a:t>
            </a:r>
          </a:p>
        </p:txBody>
      </p:sp>
    </p:spTree>
    <p:extLst>
      <p:ext uri="{BB962C8B-B14F-4D97-AF65-F5344CB8AC3E}">
        <p14:creationId xmlns:p14="http://schemas.microsoft.com/office/powerpoint/2010/main" val="1700535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19BF-B1B6-7C83-CE53-413F28CA89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C55BE11-4801-56B4-B38D-D4C4A5178576}"/>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97184671-303E-8B61-712A-7C1AD8FFF97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Cálculo de la cuota de arrendamiento – Ejemplo </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70B2B196-0050-ED6A-7DC5-1506E74CDB01}"/>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DE6221FD-CB13-8B44-99F9-934DE1994012}"/>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E44A917B-17CB-71FE-0F22-495CD69014E8}"/>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 través de una calculadora automática que hemos desarrollado, es posible conocer la cuota mensual de arrendamiento y construir un cuadro de amortización con el reparto del capital e intereses pagados a lo largo del período de vigencia de contrato</a:t>
            </a:r>
          </a:p>
        </p:txBody>
      </p:sp>
      <p:sp>
        <p:nvSpPr>
          <p:cNvPr id="9" name="TextBox 8">
            <a:extLst>
              <a:ext uri="{FF2B5EF4-FFF2-40B4-BE49-F238E27FC236}">
                <a16:creationId xmlns:a16="http://schemas.microsoft.com/office/drawing/2014/main" id="{326C2A42-139C-37C8-3253-91B185876E8B}"/>
              </a:ext>
            </a:extLst>
          </p:cNvPr>
          <p:cNvSpPr txBox="1"/>
          <p:nvPr/>
        </p:nvSpPr>
        <p:spPr>
          <a:xfrm>
            <a:off x="1043405" y="2004009"/>
            <a:ext cx="4572936" cy="1815882"/>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400" dirty="0">
              <a:solidFill>
                <a:srgbClr val="002260"/>
              </a:solidFill>
              <a:effectLst/>
              <a:latin typeface="Quattrocento Sans" panose="020B0502050000020003" pitchFamily="34" charset="0"/>
              <a:ea typeface="Times New Roman" panose="02020603050405020304" pitchFamily="18" charset="0"/>
            </a:endParaRPr>
          </a:p>
          <a:p>
            <a:pPr marL="285750" indent="-285750">
              <a:buFont typeface="Arial" panose="020B0604020202020204" pitchFamily="34" charset="0"/>
              <a:buChar char="•"/>
            </a:pPr>
            <a:r>
              <a:rPr lang="es-ES" sz="1400" b="1" dirty="0">
                <a:solidFill>
                  <a:srgbClr val="002260"/>
                </a:solidFill>
                <a:effectLst/>
                <a:latin typeface="Quattrocento Sans" panose="020B0502050000020003" pitchFamily="34" charset="0"/>
                <a:ea typeface="Times New Roman" panose="02020603050405020304" pitchFamily="18" charset="0"/>
              </a:rPr>
              <a:t>Precio de venta (P)</a:t>
            </a:r>
            <a:r>
              <a:rPr lang="es-ES" sz="1400" dirty="0">
                <a:solidFill>
                  <a:srgbClr val="002260"/>
                </a:solidFill>
                <a:effectLst/>
                <a:latin typeface="Quattrocento Sans" panose="020B0502050000020003" pitchFamily="34" charset="0"/>
                <a:ea typeface="Times New Roman" panose="02020603050405020304" pitchFamily="18" charset="0"/>
              </a:rPr>
              <a:t>: 30.000€</a:t>
            </a:r>
          </a:p>
          <a:p>
            <a:pPr marL="285750" indent="-285750">
              <a:buFont typeface="Arial" panose="020B0604020202020204" pitchFamily="34" charset="0"/>
              <a:buChar char="•"/>
            </a:pPr>
            <a:r>
              <a:rPr lang="es-ES" sz="1400" b="1" dirty="0">
                <a:solidFill>
                  <a:srgbClr val="002260"/>
                </a:solidFill>
                <a:latin typeface="Quattrocento Sans" panose="020B0502050000020003" pitchFamily="34" charset="0"/>
                <a:ea typeface="Times New Roman" panose="02020603050405020304" pitchFamily="18" charset="0"/>
              </a:rPr>
              <a:t>Plazo del contrato (d)</a:t>
            </a:r>
            <a:r>
              <a:rPr lang="es-ES" sz="1400" dirty="0">
                <a:solidFill>
                  <a:srgbClr val="002260"/>
                </a:solidFill>
                <a:latin typeface="Quattrocento Sans" panose="020B0502050000020003" pitchFamily="34" charset="0"/>
                <a:ea typeface="Times New Roman" panose="02020603050405020304" pitchFamily="18" charset="0"/>
              </a:rPr>
              <a:t>: 5 años</a:t>
            </a:r>
          </a:p>
          <a:p>
            <a:pPr marL="285750" indent="-285750">
              <a:buFont typeface="Arial" panose="020B0604020202020204" pitchFamily="34" charset="0"/>
              <a:buChar char="•"/>
            </a:pPr>
            <a:r>
              <a:rPr lang="es-ES" sz="1400" b="1" dirty="0">
                <a:solidFill>
                  <a:srgbClr val="002260"/>
                </a:solidFill>
                <a:effectLst/>
                <a:latin typeface="Quattrocento Sans" panose="020B0502050000020003" pitchFamily="34" charset="0"/>
                <a:ea typeface="Times New Roman" panose="02020603050405020304" pitchFamily="18" charset="0"/>
              </a:rPr>
              <a:t>Límite kilometraje</a:t>
            </a:r>
            <a:r>
              <a:rPr lang="es-ES" sz="1400" dirty="0">
                <a:solidFill>
                  <a:srgbClr val="002260"/>
                </a:solidFill>
                <a:effectLst/>
                <a:latin typeface="Quattrocento Sans" panose="020B0502050000020003" pitchFamily="34" charset="0"/>
                <a:ea typeface="Times New Roman" panose="02020603050405020304" pitchFamily="18" charset="0"/>
              </a:rPr>
              <a:t>: 150.000km</a:t>
            </a:r>
          </a:p>
          <a:p>
            <a:pPr marL="285750" indent="-285750">
              <a:buFont typeface="Arial" panose="020B0604020202020204" pitchFamily="34" charset="0"/>
              <a:buChar char="•"/>
            </a:pPr>
            <a:r>
              <a:rPr lang="es-ES" sz="1400" b="1" dirty="0">
                <a:solidFill>
                  <a:srgbClr val="002260"/>
                </a:solidFill>
                <a:effectLst/>
                <a:latin typeface="Quattrocento Sans" panose="020B0502050000020003" pitchFamily="34" charset="0"/>
                <a:ea typeface="Times New Roman" panose="02020603050405020304" pitchFamily="18" charset="0"/>
              </a:rPr>
              <a:t>Valor residual (VR)</a:t>
            </a:r>
            <a:r>
              <a:rPr lang="es-ES" sz="1400" dirty="0">
                <a:solidFill>
                  <a:srgbClr val="002260"/>
                </a:solidFill>
                <a:effectLst/>
                <a:latin typeface="Quattrocento Sans" panose="020B0502050000020003" pitchFamily="34" charset="0"/>
                <a:ea typeface="Times New Roman" panose="02020603050405020304" pitchFamily="18" charset="0"/>
              </a:rPr>
              <a:t>: 15.000€</a:t>
            </a:r>
          </a:p>
          <a:p>
            <a:pPr marL="285750" indent="-285750">
              <a:buFont typeface="Arial" panose="020B0604020202020204" pitchFamily="34" charset="0"/>
              <a:buChar char="•"/>
            </a:pPr>
            <a:r>
              <a:rPr lang="es-ES" sz="1400" b="1" dirty="0">
                <a:solidFill>
                  <a:srgbClr val="002260"/>
                </a:solidFill>
                <a:latin typeface="Quattrocento Sans" panose="020B0502050000020003" pitchFamily="34" charset="0"/>
                <a:ea typeface="Times New Roman" panose="02020603050405020304" pitchFamily="18" charset="0"/>
              </a:rPr>
              <a:t>Tipo de interés anual (i)</a:t>
            </a:r>
            <a:r>
              <a:rPr lang="es-ES" sz="1400" dirty="0">
                <a:solidFill>
                  <a:srgbClr val="002260"/>
                </a:solidFill>
                <a:latin typeface="Quattrocento Sans" panose="020B0502050000020003" pitchFamily="34" charset="0"/>
                <a:ea typeface="Times New Roman" panose="02020603050405020304" pitchFamily="18" charset="0"/>
              </a:rPr>
              <a:t>: 8% </a:t>
            </a:r>
            <a:r>
              <a:rPr lang="es-ES" sz="1400" dirty="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T/i mensual = 0,67%</a:t>
            </a:r>
          </a:p>
          <a:p>
            <a:pPr marL="285750" indent="-285750">
              <a:buFont typeface="Arial" panose="020B0604020202020204" pitchFamily="34" charset="0"/>
              <a:buChar char="•"/>
            </a:pPr>
            <a:r>
              <a:rPr lang="es-ES" sz="1400" b="1" dirty="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Coste de servicios asociados (SA):</a:t>
            </a:r>
            <a:r>
              <a:rPr lang="es-ES" sz="1400" dirty="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2.000€</a:t>
            </a:r>
          </a:p>
          <a:p>
            <a:pPr marL="285750" indent="-285750">
              <a:buFont typeface="Arial" panose="020B0604020202020204" pitchFamily="34" charset="0"/>
              <a:buChar char="•"/>
            </a:pPr>
            <a:r>
              <a:rPr lang="es-ES" sz="1400" b="1" dirty="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Entrada (E): </a:t>
            </a:r>
            <a:r>
              <a:rPr lang="es-ES" sz="1400" dirty="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0€</a:t>
            </a:r>
            <a:endParaRPr lang="es-ES" sz="1400" dirty="0">
              <a:solidFill>
                <a:srgbClr val="002260"/>
              </a:solidFill>
              <a:latin typeface="Quattrocento Sans" panose="020B0502050000020003" pitchFamily="34" charset="0"/>
              <a:ea typeface="Times New Roman" panose="02020603050405020304" pitchFamily="18" charset="0"/>
            </a:endParaRPr>
          </a:p>
        </p:txBody>
      </p:sp>
      <p:sp>
        <p:nvSpPr>
          <p:cNvPr id="13" name="TextBox 12">
            <a:extLst>
              <a:ext uri="{FF2B5EF4-FFF2-40B4-BE49-F238E27FC236}">
                <a16:creationId xmlns:a16="http://schemas.microsoft.com/office/drawing/2014/main" id="{61F33F06-A3D7-AFAC-9F1A-C2D6B63BF520}"/>
              </a:ext>
            </a:extLst>
          </p:cNvPr>
          <p:cNvSpPr txBox="1"/>
          <p:nvPr/>
        </p:nvSpPr>
        <p:spPr>
          <a:xfrm>
            <a:off x="1067468" y="1768841"/>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Contrato de Leasing I</a:t>
            </a:r>
          </a:p>
        </p:txBody>
      </p:sp>
      <p:pic>
        <p:nvPicPr>
          <p:cNvPr id="17" name="Picture 16">
            <a:extLst>
              <a:ext uri="{FF2B5EF4-FFF2-40B4-BE49-F238E27FC236}">
                <a16:creationId xmlns:a16="http://schemas.microsoft.com/office/drawing/2014/main" id="{A76CC524-3564-F57F-3E08-1224602377CC}"/>
              </a:ext>
            </a:extLst>
          </p:cNvPr>
          <p:cNvPicPr>
            <a:picLocks noChangeAspect="1"/>
          </p:cNvPicPr>
          <p:nvPr/>
        </p:nvPicPr>
        <p:blipFill>
          <a:blip r:embed="rId2"/>
          <a:stretch>
            <a:fillRect/>
          </a:stretch>
        </p:blipFill>
        <p:spPr>
          <a:xfrm>
            <a:off x="6587432" y="1768841"/>
            <a:ext cx="4812304" cy="4141071"/>
          </a:xfrm>
          <a:prstGeom prst="rect">
            <a:avLst/>
          </a:prstGeom>
          <a:ln w="38100">
            <a:solidFill>
              <a:schemeClr val="bg1"/>
            </a:solidFill>
          </a:ln>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63DAD049-3E57-7C31-8389-FC5722A8C4CD}"/>
              </a:ext>
            </a:extLst>
          </p:cNvPr>
          <p:cNvSpPr txBox="1"/>
          <p:nvPr/>
        </p:nvSpPr>
        <p:spPr>
          <a:xfrm>
            <a:off x="6409365" y="6015790"/>
            <a:ext cx="5168438" cy="461665"/>
          </a:xfrm>
          <a:prstGeom prst="rect">
            <a:avLst/>
          </a:prstGeom>
          <a:noFill/>
        </p:spPr>
        <p:txBody>
          <a:bodyPr wrap="square" rtlCol="0">
            <a:spAutoFit/>
          </a:bodyPr>
          <a:lstStyle/>
          <a:p>
            <a:pPr algn="ctr"/>
            <a:r>
              <a:rPr lang="es-ES_tradnl" sz="1200" b="1">
                <a:solidFill>
                  <a:schemeClr val="accent1"/>
                </a:solidFill>
                <a:latin typeface="Segoe Print" panose="02000600000000000000" pitchFamily="2" charset="0"/>
              </a:rPr>
              <a:t>Figura III. Calculadora automática del cuadro de amortización para un contrato de leasing, renting o </a:t>
            </a:r>
            <a:r>
              <a:rPr lang="es-ES_tradnl" sz="1200" b="1" err="1">
                <a:solidFill>
                  <a:schemeClr val="accent1"/>
                </a:solidFill>
                <a:latin typeface="Segoe Print" panose="02000600000000000000" pitchFamily="2" charset="0"/>
              </a:rPr>
              <a:t>multiopción</a:t>
            </a:r>
            <a:r>
              <a:rPr lang="es-ES_tradnl" sz="1200" b="1">
                <a:solidFill>
                  <a:schemeClr val="accent1"/>
                </a:solidFill>
                <a:latin typeface="Segoe Print" panose="02000600000000000000" pitchFamily="2" charset="0"/>
              </a:rPr>
              <a:t>.</a:t>
            </a:r>
          </a:p>
        </p:txBody>
      </p:sp>
      <p:pic>
        <p:nvPicPr>
          <p:cNvPr id="20" name="Graphic 19" descr="Arrow: Straight with solid fill">
            <a:extLst>
              <a:ext uri="{FF2B5EF4-FFF2-40B4-BE49-F238E27FC236}">
                <a16:creationId xmlns:a16="http://schemas.microsoft.com/office/drawing/2014/main" id="{21021D04-0A3F-C116-9391-32BCA2450E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2888957" y="3626737"/>
            <a:ext cx="699897" cy="429823"/>
          </a:xfrm>
          <a:prstGeom prst="rect">
            <a:avLst/>
          </a:prstGeom>
        </p:spPr>
      </p:pic>
      <p:sp>
        <p:nvSpPr>
          <p:cNvPr id="21" name="TextBox 20">
            <a:extLst>
              <a:ext uri="{FF2B5EF4-FFF2-40B4-BE49-F238E27FC236}">
                <a16:creationId xmlns:a16="http://schemas.microsoft.com/office/drawing/2014/main" id="{202E6606-5702-7EAB-63D7-53DB892DAEFA}"/>
              </a:ext>
            </a:extLst>
          </p:cNvPr>
          <p:cNvSpPr txBox="1"/>
          <p:nvPr/>
        </p:nvSpPr>
        <p:spPr>
          <a:xfrm>
            <a:off x="1313794" y="4171191"/>
            <a:ext cx="4032159" cy="338554"/>
          </a:xfrm>
          <a:prstGeom prst="rect">
            <a:avLst/>
          </a:prstGeom>
          <a:solidFill>
            <a:schemeClr val="tx2">
              <a:lumMod val="10000"/>
              <a:lumOff val="90000"/>
            </a:schemeClr>
          </a:solidFill>
          <a:ln>
            <a:solidFill>
              <a:schemeClr val="tx2"/>
            </a:solidFill>
          </a:ln>
          <a:effectLst>
            <a:outerShdw blurRad="50800" dist="38100" dir="2700000" algn="tl" rotWithShape="0">
              <a:prstClr val="black">
                <a:alpha val="40000"/>
              </a:prstClr>
            </a:outerShdw>
          </a:effectLst>
        </p:spPr>
        <p:txBody>
          <a:bodyPr wrap="square" rtlCol="0">
            <a:spAutoFit/>
          </a:bodyPr>
          <a:lstStyle/>
          <a:p>
            <a:r>
              <a:rPr lang="es-ES_tradnl" sz="1600" b="1">
                <a:solidFill>
                  <a:srgbClr val="002260"/>
                </a:solidFill>
                <a:latin typeface="Quattrocento Sans" panose="020B0502050000020003" pitchFamily="34" charset="0"/>
              </a:rPr>
              <a:t>Cuota de arrendamiento mensual = 444,70€</a:t>
            </a:r>
          </a:p>
        </p:txBody>
      </p:sp>
      <p:graphicFrame>
        <p:nvGraphicFramePr>
          <p:cNvPr id="23" name="Object 22">
            <a:extLst>
              <a:ext uri="{FF2B5EF4-FFF2-40B4-BE49-F238E27FC236}">
                <a16:creationId xmlns:a16="http://schemas.microsoft.com/office/drawing/2014/main" id="{8F3DC447-E492-8FDE-0C88-9031A2C39043}"/>
              </a:ext>
            </a:extLst>
          </p:cNvPr>
          <p:cNvGraphicFramePr>
            <a:graphicFrameLocks noChangeAspect="1"/>
          </p:cNvGraphicFramePr>
          <p:nvPr>
            <p:extLst>
              <p:ext uri="{D42A27DB-BD31-4B8C-83A1-F6EECF244321}">
                <p14:modId xmlns:p14="http://schemas.microsoft.com/office/powerpoint/2010/main" val="4271111568"/>
              </p:ext>
            </p:extLst>
          </p:nvPr>
        </p:nvGraphicFramePr>
        <p:xfrm>
          <a:off x="7019063" y="4263992"/>
          <a:ext cx="1085409" cy="1045753"/>
        </p:xfrm>
        <a:graphic>
          <a:graphicData uri="http://schemas.openxmlformats.org/presentationml/2006/ole">
            <mc:AlternateContent xmlns:mc="http://schemas.openxmlformats.org/markup-compatibility/2006">
              <mc:Choice xmlns:v="urn:schemas-microsoft-com:vml" Requires="v">
                <p:oleObj name="Worksheet" showAsIcon="1" r:id="rId5" imgW="914400" imgH="806349" progId="Excel.Sheet.12">
                  <p:embed/>
                </p:oleObj>
              </mc:Choice>
              <mc:Fallback>
                <p:oleObj name="Worksheet" showAsIcon="1" r:id="rId5" imgW="914400" imgH="806349" progId="Excel.Sheet.12">
                  <p:embed/>
                  <p:pic>
                    <p:nvPicPr>
                      <p:cNvPr id="23" name="Object 22">
                        <a:extLst>
                          <a:ext uri="{FF2B5EF4-FFF2-40B4-BE49-F238E27FC236}">
                            <a16:creationId xmlns:a16="http://schemas.microsoft.com/office/drawing/2014/main" id="{8F3DC447-E492-8FDE-0C88-9031A2C39043}"/>
                          </a:ext>
                        </a:extLst>
                      </p:cNvPr>
                      <p:cNvPicPr/>
                      <p:nvPr/>
                    </p:nvPicPr>
                    <p:blipFill>
                      <a:blip r:embed="rId6"/>
                      <a:stretch>
                        <a:fillRect/>
                      </a:stretch>
                    </p:blipFill>
                    <p:spPr>
                      <a:xfrm>
                        <a:off x="7019063" y="4263992"/>
                        <a:ext cx="1085409" cy="1045753"/>
                      </a:xfrm>
                      <a:prstGeom prst="rect">
                        <a:avLst/>
                      </a:prstGeom>
                    </p:spPr>
                  </p:pic>
                </p:oleObj>
              </mc:Fallback>
            </mc:AlternateContent>
          </a:graphicData>
        </a:graphic>
      </p:graphicFrame>
      <p:sp>
        <p:nvSpPr>
          <p:cNvPr id="24" name="TextBox 23">
            <a:extLst>
              <a:ext uri="{FF2B5EF4-FFF2-40B4-BE49-F238E27FC236}">
                <a16:creationId xmlns:a16="http://schemas.microsoft.com/office/drawing/2014/main" id="{9C428531-520A-5728-58A2-CF5BB083FA1E}"/>
              </a:ext>
            </a:extLst>
          </p:cNvPr>
          <p:cNvSpPr txBox="1"/>
          <p:nvPr/>
        </p:nvSpPr>
        <p:spPr>
          <a:xfrm>
            <a:off x="6891688" y="4665879"/>
            <a:ext cx="1392918" cy="523220"/>
          </a:xfrm>
          <a:prstGeom prst="rect">
            <a:avLst/>
          </a:prstGeom>
          <a:solidFill>
            <a:schemeClr val="bg1"/>
          </a:solidFill>
        </p:spPr>
        <p:txBody>
          <a:bodyPr wrap="square" rtlCol="0">
            <a:spAutoFit/>
          </a:bodyPr>
          <a:lstStyle/>
          <a:p>
            <a:pPr algn="ctr"/>
            <a:r>
              <a:rPr lang="es-ES_tradnl" sz="1400" i="1">
                <a:latin typeface="Quattrocento Sans" panose="020B0502050000020003" pitchFamily="34" charset="0"/>
              </a:rPr>
              <a:t>Ver Calculadora </a:t>
            </a:r>
          </a:p>
        </p:txBody>
      </p:sp>
      <p:sp>
        <p:nvSpPr>
          <p:cNvPr id="25" name="TextBox 24">
            <a:extLst>
              <a:ext uri="{FF2B5EF4-FFF2-40B4-BE49-F238E27FC236}">
                <a16:creationId xmlns:a16="http://schemas.microsoft.com/office/drawing/2014/main" id="{3EB123A8-2BF4-1DAE-BD7B-F62ED90BE6E1}"/>
              </a:ext>
            </a:extLst>
          </p:cNvPr>
          <p:cNvSpPr txBox="1"/>
          <p:nvPr/>
        </p:nvSpPr>
        <p:spPr>
          <a:xfrm>
            <a:off x="1043406" y="4840388"/>
            <a:ext cx="4572936" cy="1069524"/>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no se opta por la compra del vehículo </a:t>
            </a:r>
          </a:p>
          <a:p>
            <a:pPr algn="ctr">
              <a:spcBef>
                <a:spcPts val="300"/>
              </a:spcBef>
            </a:pPr>
            <a:r>
              <a:rPr lang="es-ES_tradnl" sz="1400" b="1">
                <a:solidFill>
                  <a:srgbClr val="002260"/>
                </a:solidFill>
                <a:latin typeface="Quattrocento Sans" panose="020B0502050000020003" pitchFamily="34" charset="0"/>
              </a:rPr>
              <a:t>Total</a:t>
            </a:r>
            <a:r>
              <a:rPr lang="es-ES_tradnl" sz="1400">
                <a:solidFill>
                  <a:srgbClr val="002260"/>
                </a:solidFill>
                <a:latin typeface="Quattrocento Sans" panose="020B0502050000020003" pitchFamily="34" charset="0"/>
              </a:rPr>
              <a:t>= 444,70€ x 60 cuotas = </a:t>
            </a:r>
            <a:r>
              <a:rPr lang="es-ES_tradnl" sz="1400" b="1">
                <a:solidFill>
                  <a:srgbClr val="002260"/>
                </a:solidFill>
                <a:latin typeface="Quattrocento Sans" panose="020B0502050000020003" pitchFamily="34" charset="0"/>
              </a:rPr>
              <a:t>26.681,92€</a:t>
            </a:r>
          </a:p>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se opta por la compra del vehículo </a:t>
            </a:r>
          </a:p>
          <a:p>
            <a:pPr algn="ctr">
              <a:spcBef>
                <a:spcPts val="300"/>
              </a:spcBef>
            </a:pPr>
            <a:r>
              <a:rPr lang="es-ES_tradnl" sz="1400" b="1">
                <a:solidFill>
                  <a:srgbClr val="002260"/>
                </a:solidFill>
                <a:latin typeface="Quattrocento Sans" panose="020B0502050000020003" pitchFamily="34" charset="0"/>
              </a:rPr>
              <a:t>Total </a:t>
            </a:r>
            <a:r>
              <a:rPr lang="es-ES_tradnl" sz="1400">
                <a:solidFill>
                  <a:srgbClr val="002260"/>
                </a:solidFill>
                <a:latin typeface="Quattrocento Sans" panose="020B0502050000020003" pitchFamily="34" charset="0"/>
              </a:rPr>
              <a:t>= 26.681,92 + 15.000€ = </a:t>
            </a:r>
            <a:r>
              <a:rPr lang="es-ES_tradnl" sz="1400" b="1">
                <a:solidFill>
                  <a:srgbClr val="002260"/>
                </a:solidFill>
                <a:latin typeface="Quattrocento Sans" panose="020B0502050000020003" pitchFamily="34" charset="0"/>
              </a:rPr>
              <a:t>41.681,92€</a:t>
            </a:r>
          </a:p>
        </p:txBody>
      </p:sp>
      <p:cxnSp>
        <p:nvCxnSpPr>
          <p:cNvPr id="28" name="Straight Connector 27">
            <a:extLst>
              <a:ext uri="{FF2B5EF4-FFF2-40B4-BE49-F238E27FC236}">
                <a16:creationId xmlns:a16="http://schemas.microsoft.com/office/drawing/2014/main" id="{4694A52A-2541-6F6C-CC74-8AECCCE05EE2}"/>
              </a:ext>
            </a:extLst>
          </p:cNvPr>
          <p:cNvCxnSpPr>
            <a:cxnSpLocks/>
          </p:cNvCxnSpPr>
          <p:nvPr/>
        </p:nvCxnSpPr>
        <p:spPr>
          <a:xfrm>
            <a:off x="1096812" y="4767617"/>
            <a:ext cx="4536000" cy="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F8647FB-8D5D-E1CC-A4C1-65A8CD45802C}"/>
              </a:ext>
            </a:extLst>
          </p:cNvPr>
          <p:cNvSpPr txBox="1"/>
          <p:nvPr/>
        </p:nvSpPr>
        <p:spPr>
          <a:xfrm>
            <a:off x="2638458" y="4613729"/>
            <a:ext cx="1452708" cy="307777"/>
          </a:xfrm>
          <a:prstGeom prst="rect">
            <a:avLst/>
          </a:prstGeom>
          <a:solidFill>
            <a:srgbClr val="F9F9F9"/>
          </a:solidFill>
        </p:spPr>
        <p:txBody>
          <a:bodyPr wrap="square" rtlCol="0">
            <a:spAutoFit/>
          </a:bodyPr>
          <a:lstStyle/>
          <a:p>
            <a:pPr algn="ctr"/>
            <a:r>
              <a:rPr lang="es-ES_tradnl" sz="1400" b="1">
                <a:solidFill>
                  <a:schemeClr val="accent1"/>
                </a:solidFill>
                <a:latin typeface="Segoe Print" panose="02000600000000000000" pitchFamily="2" charset="0"/>
              </a:rPr>
              <a:t>Total a pagar</a:t>
            </a:r>
          </a:p>
        </p:txBody>
      </p:sp>
      <p:sp>
        <p:nvSpPr>
          <p:cNvPr id="7" name="TextBox 6">
            <a:extLst>
              <a:ext uri="{FF2B5EF4-FFF2-40B4-BE49-F238E27FC236}">
                <a16:creationId xmlns:a16="http://schemas.microsoft.com/office/drawing/2014/main" id="{BF0E7DD5-9039-124C-68D3-2DF4FBAB19D7}"/>
              </a:ext>
            </a:extLst>
          </p:cNvPr>
          <p:cNvSpPr txBox="1"/>
          <p:nvPr/>
        </p:nvSpPr>
        <p:spPr>
          <a:xfrm>
            <a:off x="1014203" y="6068302"/>
            <a:ext cx="4449403"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Distribución de la cuota en capital e intereses a lo largo del tiempo en el </a:t>
            </a:r>
            <a:r>
              <a:rPr lang="es-ES_tradnl" sz="1400" b="1">
                <a:solidFill>
                  <a:schemeClr val="accent1"/>
                </a:solidFill>
                <a:latin typeface="Quattrocento Sans" panose="020B0502050000020003" pitchFamily="34" charset="0"/>
                <a:hlinkClick r:id="rId7" action="ppaction://hlinksldjump"/>
              </a:rPr>
              <a:t>Anexo</a:t>
            </a:r>
            <a:endParaRPr lang="es-ES_tradnl" sz="1400" b="1">
              <a:solidFill>
                <a:schemeClr val="accent1"/>
              </a:solidFill>
              <a:latin typeface="Quattrocento Sans" panose="020B0502050000020003" pitchFamily="34" charset="0"/>
            </a:endParaRPr>
          </a:p>
        </p:txBody>
      </p:sp>
    </p:spTree>
    <p:extLst>
      <p:ext uri="{BB962C8B-B14F-4D97-AF65-F5344CB8AC3E}">
        <p14:creationId xmlns:p14="http://schemas.microsoft.com/office/powerpoint/2010/main" val="3965097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32E73-7CE0-1468-FB08-148B38B3766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E291F6-8F81-6DF7-D0B9-B00C1D72A12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FCF74ECD-E341-712C-A1F9-18B80EE7ABDD}"/>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Cálculo de la cuota de arrendamiento – Ejemplos II y III</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6D28CE0B-0232-1B9F-BF88-BA01758A8973}"/>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144703EE-C888-31BA-5DA5-055314A50E35}"/>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2" name="TextBox 11">
            <a:extLst>
              <a:ext uri="{FF2B5EF4-FFF2-40B4-BE49-F238E27FC236}">
                <a16:creationId xmlns:a16="http://schemas.microsoft.com/office/drawing/2014/main" id="{A8B4EB6F-54B1-9B00-B239-C4B3B0659976}"/>
              </a:ext>
            </a:extLst>
          </p:cNvPr>
          <p:cNvSpPr txBox="1"/>
          <p:nvPr/>
        </p:nvSpPr>
        <p:spPr>
          <a:xfrm>
            <a:off x="1019342" y="1927008"/>
            <a:ext cx="4572936" cy="1569660"/>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Precio de venta (P)</a:t>
            </a:r>
            <a:r>
              <a:rPr lang="es-ES" sz="1200">
                <a:solidFill>
                  <a:srgbClr val="002260"/>
                </a:solidFill>
                <a:effectLst/>
                <a:latin typeface="Quattrocento Sans" panose="020B0502050000020003" pitchFamily="34" charset="0"/>
                <a:ea typeface="Times New Roman" panose="02020603050405020304" pitchFamily="18" charset="0"/>
              </a:rPr>
              <a:t>: 30.000€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Plazo del contrato (d)</a:t>
            </a:r>
            <a:r>
              <a:rPr lang="es-ES" sz="1200">
                <a:solidFill>
                  <a:srgbClr val="002260"/>
                </a:solidFill>
                <a:latin typeface="Quattrocento Sans" panose="020B0502050000020003" pitchFamily="34" charset="0"/>
                <a:ea typeface="Times New Roman" panose="02020603050405020304" pitchFamily="18" charset="0"/>
              </a:rPr>
              <a:t>: 5 años</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Límite kilometraje</a:t>
            </a:r>
            <a:r>
              <a:rPr lang="es-ES" sz="1200">
                <a:solidFill>
                  <a:srgbClr val="002260"/>
                </a:solidFill>
                <a:effectLst/>
                <a:latin typeface="Quattrocento Sans" panose="020B0502050000020003" pitchFamily="34" charset="0"/>
                <a:ea typeface="Times New Roman" panose="02020603050405020304" pitchFamily="18" charset="0"/>
              </a:rPr>
              <a:t>: 150.000km</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Valor residual (VR)</a:t>
            </a:r>
            <a:r>
              <a:rPr lang="es-ES" sz="1200">
                <a:solidFill>
                  <a:srgbClr val="002260"/>
                </a:solidFill>
                <a:effectLst/>
                <a:latin typeface="Quattrocento Sans" panose="020B0502050000020003" pitchFamily="34" charset="0"/>
                <a:ea typeface="Times New Roman" panose="02020603050405020304" pitchFamily="18" charset="0"/>
              </a:rPr>
              <a:t>: </a:t>
            </a:r>
            <a:r>
              <a:rPr lang="es-ES" sz="1200" b="1">
                <a:solidFill>
                  <a:srgbClr val="002260"/>
                </a:solidFill>
                <a:effectLst/>
                <a:latin typeface="Quattrocento Sans" panose="020B0502050000020003" pitchFamily="34" charset="0"/>
                <a:ea typeface="Times New Roman" panose="02020603050405020304" pitchFamily="18" charset="0"/>
              </a:rPr>
              <a:t>10.000€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Tipo de interés anual (i)</a:t>
            </a:r>
            <a:r>
              <a:rPr lang="es-ES" sz="1200">
                <a:solidFill>
                  <a:srgbClr val="002260"/>
                </a:solidFill>
                <a:latin typeface="Quattrocento Sans" panose="020B0502050000020003" pitchFamily="34" charset="0"/>
                <a:ea typeface="Times New Roman" panose="02020603050405020304" pitchFamily="18" charset="0"/>
              </a:rPr>
              <a:t>: 8%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T/i mensual = 0,67%</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Coste de servicios asociados (SA):</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2.000€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Entrada (E):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0€</a:t>
            </a:r>
            <a:endParaRPr lang="es-ES" sz="1200">
              <a:solidFill>
                <a:srgbClr val="002260"/>
              </a:solidFill>
              <a:latin typeface="Quattrocento Sans" panose="020B0502050000020003" pitchFamily="34" charset="0"/>
              <a:ea typeface="Times New Roman" panose="02020603050405020304" pitchFamily="18" charset="0"/>
            </a:endParaRPr>
          </a:p>
        </p:txBody>
      </p:sp>
      <p:sp>
        <p:nvSpPr>
          <p:cNvPr id="13" name="TextBox 12">
            <a:extLst>
              <a:ext uri="{FF2B5EF4-FFF2-40B4-BE49-F238E27FC236}">
                <a16:creationId xmlns:a16="http://schemas.microsoft.com/office/drawing/2014/main" id="{B78297EF-F696-D7A1-C69A-04AB70C59720}"/>
              </a:ext>
            </a:extLst>
          </p:cNvPr>
          <p:cNvSpPr txBox="1"/>
          <p:nvPr/>
        </p:nvSpPr>
        <p:spPr>
          <a:xfrm>
            <a:off x="1067468" y="1691840"/>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Contrato de Leasing II</a:t>
            </a:r>
          </a:p>
        </p:txBody>
      </p:sp>
      <p:sp>
        <p:nvSpPr>
          <p:cNvPr id="16" name="TextBox 15">
            <a:extLst>
              <a:ext uri="{FF2B5EF4-FFF2-40B4-BE49-F238E27FC236}">
                <a16:creationId xmlns:a16="http://schemas.microsoft.com/office/drawing/2014/main" id="{16280ADE-4A70-1D77-8ADD-CA58EFCE57D3}"/>
              </a:ext>
            </a:extLst>
          </p:cNvPr>
          <p:cNvSpPr txBox="1"/>
          <p:nvPr/>
        </p:nvSpPr>
        <p:spPr>
          <a:xfrm>
            <a:off x="1067468" y="3882517"/>
            <a:ext cx="4572936" cy="1569660"/>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Precio de venta (P)</a:t>
            </a:r>
            <a:r>
              <a:rPr lang="es-ES" sz="1200">
                <a:solidFill>
                  <a:srgbClr val="002260"/>
                </a:solidFill>
                <a:effectLst/>
                <a:latin typeface="Quattrocento Sans" panose="020B0502050000020003" pitchFamily="34" charset="0"/>
                <a:ea typeface="Times New Roman" panose="02020603050405020304" pitchFamily="18" charset="0"/>
              </a:rPr>
              <a:t>: 30.000€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Plazo del contrato (d)</a:t>
            </a:r>
            <a:r>
              <a:rPr lang="es-ES" sz="1200">
                <a:solidFill>
                  <a:srgbClr val="002260"/>
                </a:solidFill>
                <a:latin typeface="Quattrocento Sans" panose="020B0502050000020003" pitchFamily="34" charset="0"/>
                <a:ea typeface="Times New Roman" panose="02020603050405020304" pitchFamily="18" charset="0"/>
              </a:rPr>
              <a:t>: 5 años</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Límite kilometraje</a:t>
            </a:r>
            <a:r>
              <a:rPr lang="es-ES" sz="1200">
                <a:solidFill>
                  <a:srgbClr val="002260"/>
                </a:solidFill>
                <a:effectLst/>
                <a:latin typeface="Quattrocento Sans" panose="020B0502050000020003" pitchFamily="34" charset="0"/>
                <a:ea typeface="Times New Roman" panose="02020603050405020304" pitchFamily="18" charset="0"/>
              </a:rPr>
              <a:t>: 150.000km</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Valor residual (VR)</a:t>
            </a:r>
            <a:r>
              <a:rPr lang="es-ES" sz="1200">
                <a:solidFill>
                  <a:srgbClr val="002260"/>
                </a:solidFill>
                <a:effectLst/>
                <a:latin typeface="Quattrocento Sans" panose="020B0502050000020003" pitchFamily="34" charset="0"/>
                <a:ea typeface="Times New Roman" panose="02020603050405020304" pitchFamily="18" charset="0"/>
              </a:rPr>
              <a:t>: </a:t>
            </a:r>
            <a:r>
              <a:rPr lang="es-ES" sz="1200" b="1">
                <a:solidFill>
                  <a:srgbClr val="002260"/>
                </a:solidFill>
                <a:effectLst/>
                <a:latin typeface="Quattrocento Sans" panose="020B0502050000020003" pitchFamily="34" charset="0"/>
                <a:ea typeface="Times New Roman" panose="02020603050405020304" pitchFamily="18" charset="0"/>
              </a:rPr>
              <a:t>20.000€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Tipo de interés anual (i)</a:t>
            </a:r>
            <a:r>
              <a:rPr lang="es-ES" sz="1200">
                <a:solidFill>
                  <a:srgbClr val="002260"/>
                </a:solidFill>
                <a:latin typeface="Quattrocento Sans" panose="020B0502050000020003" pitchFamily="34" charset="0"/>
                <a:ea typeface="Times New Roman" panose="02020603050405020304" pitchFamily="18" charset="0"/>
              </a:rPr>
              <a:t>: 8%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T/i mensual = 0,67%</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Coste de servicios asociados (SA):</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2.000€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Entrada (E):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0€</a:t>
            </a:r>
            <a:endParaRPr lang="es-ES" sz="1200">
              <a:solidFill>
                <a:srgbClr val="002260"/>
              </a:solidFill>
              <a:latin typeface="Quattrocento Sans" panose="020B0502050000020003" pitchFamily="34" charset="0"/>
              <a:ea typeface="Times New Roman" panose="02020603050405020304" pitchFamily="18" charset="0"/>
            </a:endParaRPr>
          </a:p>
        </p:txBody>
      </p:sp>
      <p:sp>
        <p:nvSpPr>
          <p:cNvPr id="17" name="TextBox 16">
            <a:extLst>
              <a:ext uri="{FF2B5EF4-FFF2-40B4-BE49-F238E27FC236}">
                <a16:creationId xmlns:a16="http://schemas.microsoft.com/office/drawing/2014/main" id="{B6952017-4E18-2567-CDED-460D78E74E72}"/>
              </a:ext>
            </a:extLst>
          </p:cNvPr>
          <p:cNvSpPr txBox="1"/>
          <p:nvPr/>
        </p:nvSpPr>
        <p:spPr>
          <a:xfrm>
            <a:off x="1115594" y="3647349"/>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Contrato de Leasing III</a:t>
            </a:r>
          </a:p>
        </p:txBody>
      </p:sp>
      <p:pic>
        <p:nvPicPr>
          <p:cNvPr id="18" name="Graphic 17" descr="Arrow: Straight with solid fill">
            <a:extLst>
              <a:ext uri="{FF2B5EF4-FFF2-40B4-BE49-F238E27FC236}">
                <a16:creationId xmlns:a16="http://schemas.microsoft.com/office/drawing/2014/main" id="{E872C07F-993F-3EC4-8C3A-07A805853A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283157" y="4382268"/>
            <a:ext cx="1038579" cy="637811"/>
          </a:xfrm>
          <a:prstGeom prst="rect">
            <a:avLst/>
          </a:prstGeom>
        </p:spPr>
      </p:pic>
      <p:sp>
        <p:nvSpPr>
          <p:cNvPr id="24" name="TextBox 23">
            <a:extLst>
              <a:ext uri="{FF2B5EF4-FFF2-40B4-BE49-F238E27FC236}">
                <a16:creationId xmlns:a16="http://schemas.microsoft.com/office/drawing/2014/main" id="{EDC19610-8C95-A77C-14EA-D28CD3132C59}"/>
              </a:ext>
            </a:extLst>
          </p:cNvPr>
          <p:cNvSpPr txBox="1"/>
          <p:nvPr/>
        </p:nvSpPr>
        <p:spPr>
          <a:xfrm>
            <a:off x="1075499" y="5791621"/>
            <a:ext cx="10492473" cy="374571"/>
          </a:xfrm>
          <a:prstGeom prst="roundRect">
            <a:avLst/>
          </a:prstGeom>
          <a:solidFill>
            <a:srgbClr val="063075"/>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600" b="1">
                <a:solidFill>
                  <a:schemeClr val="bg1"/>
                </a:solidFill>
                <a:latin typeface="Quattrocento Sans" panose="020B0502050000020003" pitchFamily="34" charset="0"/>
              </a:rPr>
              <a:t>Cuánto mayor sea el valor residual, menor es la depreciación y, por tanto, más económica será la cuota.</a:t>
            </a:r>
          </a:p>
        </p:txBody>
      </p:sp>
      <p:sp>
        <p:nvSpPr>
          <p:cNvPr id="25" name="TextBox 24">
            <a:extLst>
              <a:ext uri="{FF2B5EF4-FFF2-40B4-BE49-F238E27FC236}">
                <a16:creationId xmlns:a16="http://schemas.microsoft.com/office/drawing/2014/main" id="{ECCA877E-D449-E33C-F908-D3CDAB42FC24}"/>
              </a:ext>
            </a:extLst>
          </p:cNvPr>
          <p:cNvSpPr txBox="1"/>
          <p:nvPr/>
        </p:nvSpPr>
        <p:spPr>
          <a:xfrm>
            <a:off x="6335925" y="2395568"/>
            <a:ext cx="4572936" cy="1069524"/>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no se opta por la compra del vehículo </a:t>
            </a:r>
          </a:p>
          <a:p>
            <a:pPr algn="ctr">
              <a:spcBef>
                <a:spcPts val="300"/>
              </a:spcBef>
            </a:pPr>
            <a:r>
              <a:rPr lang="es-ES_tradnl" sz="1400" b="1">
                <a:solidFill>
                  <a:srgbClr val="002260"/>
                </a:solidFill>
                <a:latin typeface="Quattrocento Sans" panose="020B0502050000020003" pitchFamily="34" charset="0"/>
              </a:rPr>
              <a:t>Total</a:t>
            </a:r>
            <a:r>
              <a:rPr lang="es-ES_tradnl" sz="1400">
                <a:solidFill>
                  <a:srgbClr val="002260"/>
                </a:solidFill>
                <a:latin typeface="Quattrocento Sans" panose="020B0502050000020003" pitchFamily="34" charset="0"/>
              </a:rPr>
              <a:t>= 512,75€ x 60 cuotas = </a:t>
            </a:r>
            <a:r>
              <a:rPr lang="es-ES_tradnl" sz="1400" b="1">
                <a:solidFill>
                  <a:srgbClr val="002260"/>
                </a:solidFill>
                <a:latin typeface="Quattrocento Sans" panose="020B0502050000020003" pitchFamily="34" charset="0"/>
              </a:rPr>
              <a:t>30.764,84€</a:t>
            </a:r>
          </a:p>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se opta por la compra del vehículo </a:t>
            </a:r>
          </a:p>
          <a:p>
            <a:pPr algn="ctr">
              <a:spcBef>
                <a:spcPts val="300"/>
              </a:spcBef>
            </a:pPr>
            <a:r>
              <a:rPr lang="es-ES_tradnl" sz="1400" b="1">
                <a:solidFill>
                  <a:srgbClr val="002260"/>
                </a:solidFill>
                <a:latin typeface="Quattrocento Sans" panose="020B0502050000020003" pitchFamily="34" charset="0"/>
              </a:rPr>
              <a:t>Total </a:t>
            </a:r>
            <a:r>
              <a:rPr lang="es-ES_tradnl" sz="1400">
                <a:solidFill>
                  <a:srgbClr val="002260"/>
                </a:solidFill>
                <a:latin typeface="Quattrocento Sans" panose="020B0502050000020003" pitchFamily="34" charset="0"/>
              </a:rPr>
              <a:t>= 30.764,84€ + 10.000€ = </a:t>
            </a:r>
            <a:r>
              <a:rPr lang="es-ES_tradnl" sz="1400" b="1">
                <a:solidFill>
                  <a:srgbClr val="002260"/>
                </a:solidFill>
                <a:latin typeface="Quattrocento Sans" panose="020B0502050000020003" pitchFamily="34" charset="0"/>
              </a:rPr>
              <a:t>40.764,84€</a:t>
            </a:r>
          </a:p>
        </p:txBody>
      </p:sp>
      <p:cxnSp>
        <p:nvCxnSpPr>
          <p:cNvPr id="26" name="Straight Connector 25">
            <a:extLst>
              <a:ext uri="{FF2B5EF4-FFF2-40B4-BE49-F238E27FC236}">
                <a16:creationId xmlns:a16="http://schemas.microsoft.com/office/drawing/2014/main" id="{69E46ED4-258C-9001-7DA6-667B5E3722E0}"/>
              </a:ext>
            </a:extLst>
          </p:cNvPr>
          <p:cNvCxnSpPr>
            <a:cxnSpLocks/>
          </p:cNvCxnSpPr>
          <p:nvPr/>
        </p:nvCxnSpPr>
        <p:spPr>
          <a:xfrm>
            <a:off x="6354393" y="2322797"/>
            <a:ext cx="4536000" cy="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7E07596-F8BA-1808-96D9-8B4F88C47003}"/>
              </a:ext>
            </a:extLst>
          </p:cNvPr>
          <p:cNvSpPr txBox="1"/>
          <p:nvPr/>
        </p:nvSpPr>
        <p:spPr>
          <a:xfrm>
            <a:off x="7896039" y="2168909"/>
            <a:ext cx="1452708" cy="307777"/>
          </a:xfrm>
          <a:prstGeom prst="rect">
            <a:avLst/>
          </a:prstGeom>
          <a:solidFill>
            <a:srgbClr val="F9F9F9"/>
          </a:solidFill>
        </p:spPr>
        <p:txBody>
          <a:bodyPr wrap="square" rtlCol="0">
            <a:spAutoFit/>
          </a:bodyPr>
          <a:lstStyle/>
          <a:p>
            <a:pPr algn="ctr"/>
            <a:r>
              <a:rPr lang="es-ES_tradnl" sz="1400" b="1">
                <a:solidFill>
                  <a:schemeClr val="accent1"/>
                </a:solidFill>
                <a:latin typeface="Segoe Print" panose="02000600000000000000" pitchFamily="2" charset="0"/>
              </a:rPr>
              <a:t>Total a pagar</a:t>
            </a:r>
          </a:p>
        </p:txBody>
      </p:sp>
      <p:sp>
        <p:nvSpPr>
          <p:cNvPr id="15" name="TextBox 14">
            <a:extLst>
              <a:ext uri="{FF2B5EF4-FFF2-40B4-BE49-F238E27FC236}">
                <a16:creationId xmlns:a16="http://schemas.microsoft.com/office/drawing/2014/main" id="{CD453433-967E-1413-001F-4F15CC794569}"/>
              </a:ext>
            </a:extLst>
          </p:cNvPr>
          <p:cNvSpPr txBox="1"/>
          <p:nvPr/>
        </p:nvSpPr>
        <p:spPr>
          <a:xfrm>
            <a:off x="6606314" y="1863665"/>
            <a:ext cx="4032159" cy="307777"/>
          </a:xfrm>
          <a:prstGeom prst="rect">
            <a:avLst/>
          </a:prstGeom>
          <a:solidFill>
            <a:schemeClr val="tx2">
              <a:lumMod val="10000"/>
              <a:lumOff val="90000"/>
            </a:schemeClr>
          </a:solidFill>
          <a:ln>
            <a:solidFill>
              <a:schemeClr val="tx2"/>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rgbClr val="002260"/>
                </a:solidFill>
                <a:latin typeface="Quattrocento Sans" panose="020B0502050000020003" pitchFamily="34" charset="0"/>
              </a:rPr>
              <a:t>Cuota de arrendamiento mensual = 512,75€</a:t>
            </a:r>
          </a:p>
        </p:txBody>
      </p:sp>
      <p:pic>
        <p:nvPicPr>
          <p:cNvPr id="14" name="Graphic 13" descr="Arrow: Straight with solid fill">
            <a:extLst>
              <a:ext uri="{FF2B5EF4-FFF2-40B4-BE49-F238E27FC236}">
                <a16:creationId xmlns:a16="http://schemas.microsoft.com/office/drawing/2014/main" id="{389356AC-5BEF-765C-1595-5566B639A5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235031" y="2426759"/>
            <a:ext cx="1038579" cy="637811"/>
          </a:xfrm>
          <a:prstGeom prst="rect">
            <a:avLst/>
          </a:prstGeom>
        </p:spPr>
      </p:pic>
      <p:sp>
        <p:nvSpPr>
          <p:cNvPr id="28" name="TextBox 27">
            <a:extLst>
              <a:ext uri="{FF2B5EF4-FFF2-40B4-BE49-F238E27FC236}">
                <a16:creationId xmlns:a16="http://schemas.microsoft.com/office/drawing/2014/main" id="{851836C3-F9AD-0D82-A4A1-3810E13F4303}"/>
              </a:ext>
            </a:extLst>
          </p:cNvPr>
          <p:cNvSpPr txBox="1"/>
          <p:nvPr/>
        </p:nvSpPr>
        <p:spPr>
          <a:xfrm>
            <a:off x="6335925" y="4362035"/>
            <a:ext cx="4572936" cy="1069524"/>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no se opta por la compra del vehículo </a:t>
            </a:r>
          </a:p>
          <a:p>
            <a:pPr algn="ctr">
              <a:spcBef>
                <a:spcPts val="300"/>
              </a:spcBef>
            </a:pPr>
            <a:r>
              <a:rPr lang="es-ES_tradnl" sz="1400" b="1">
                <a:solidFill>
                  <a:srgbClr val="002260"/>
                </a:solidFill>
                <a:latin typeface="Quattrocento Sans" panose="020B0502050000020003" pitchFamily="34" charset="0"/>
              </a:rPr>
              <a:t>Total</a:t>
            </a:r>
            <a:r>
              <a:rPr lang="es-ES_tradnl" sz="1400">
                <a:solidFill>
                  <a:srgbClr val="002260"/>
                </a:solidFill>
                <a:latin typeface="Quattrocento Sans" panose="020B0502050000020003" pitchFamily="34" charset="0"/>
              </a:rPr>
              <a:t>= 376,65€ x 60 cuotas = </a:t>
            </a:r>
            <a:r>
              <a:rPr lang="es-ES_tradnl" sz="1400" b="1">
                <a:solidFill>
                  <a:srgbClr val="002260"/>
                </a:solidFill>
                <a:latin typeface="Quattrocento Sans" panose="020B0502050000020003" pitchFamily="34" charset="0"/>
              </a:rPr>
              <a:t>22.599,00€</a:t>
            </a:r>
          </a:p>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se opta por la compra del vehículo </a:t>
            </a:r>
          </a:p>
          <a:p>
            <a:pPr algn="ctr">
              <a:spcBef>
                <a:spcPts val="300"/>
              </a:spcBef>
            </a:pPr>
            <a:r>
              <a:rPr lang="es-ES_tradnl" sz="1400" b="1">
                <a:solidFill>
                  <a:srgbClr val="002260"/>
                </a:solidFill>
                <a:latin typeface="Quattrocento Sans" panose="020B0502050000020003" pitchFamily="34" charset="0"/>
              </a:rPr>
              <a:t>Total </a:t>
            </a:r>
            <a:r>
              <a:rPr lang="es-ES_tradnl" sz="1400">
                <a:solidFill>
                  <a:srgbClr val="002260"/>
                </a:solidFill>
                <a:latin typeface="Quattrocento Sans" panose="020B0502050000020003" pitchFamily="34" charset="0"/>
              </a:rPr>
              <a:t>= 22.599,00€ + 20.000€ = </a:t>
            </a:r>
            <a:r>
              <a:rPr lang="es-ES_tradnl" sz="1400" b="1">
                <a:solidFill>
                  <a:srgbClr val="002260"/>
                </a:solidFill>
                <a:latin typeface="Quattrocento Sans" panose="020B0502050000020003" pitchFamily="34" charset="0"/>
              </a:rPr>
              <a:t>42.599,00€</a:t>
            </a:r>
          </a:p>
        </p:txBody>
      </p:sp>
      <p:cxnSp>
        <p:nvCxnSpPr>
          <p:cNvPr id="29" name="Straight Connector 28">
            <a:extLst>
              <a:ext uri="{FF2B5EF4-FFF2-40B4-BE49-F238E27FC236}">
                <a16:creationId xmlns:a16="http://schemas.microsoft.com/office/drawing/2014/main" id="{2CF2CF25-0445-E795-FA91-C6EEACC08407}"/>
              </a:ext>
            </a:extLst>
          </p:cNvPr>
          <p:cNvCxnSpPr>
            <a:cxnSpLocks/>
          </p:cNvCxnSpPr>
          <p:nvPr/>
        </p:nvCxnSpPr>
        <p:spPr>
          <a:xfrm>
            <a:off x="6354393" y="4289264"/>
            <a:ext cx="4536000" cy="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454EEBC-2AC9-DE0F-64F8-57C93D075F10}"/>
              </a:ext>
            </a:extLst>
          </p:cNvPr>
          <p:cNvSpPr txBox="1"/>
          <p:nvPr/>
        </p:nvSpPr>
        <p:spPr>
          <a:xfrm>
            <a:off x="7896039" y="4135376"/>
            <a:ext cx="1452708" cy="307777"/>
          </a:xfrm>
          <a:prstGeom prst="rect">
            <a:avLst/>
          </a:prstGeom>
          <a:solidFill>
            <a:srgbClr val="F9F9F9"/>
          </a:solidFill>
        </p:spPr>
        <p:txBody>
          <a:bodyPr wrap="square" rtlCol="0">
            <a:spAutoFit/>
          </a:bodyPr>
          <a:lstStyle/>
          <a:p>
            <a:pPr algn="ctr"/>
            <a:r>
              <a:rPr lang="es-ES_tradnl" sz="1400" b="1">
                <a:solidFill>
                  <a:schemeClr val="accent1"/>
                </a:solidFill>
                <a:latin typeface="Segoe Print" panose="02000600000000000000" pitchFamily="2" charset="0"/>
              </a:rPr>
              <a:t>Total a pagar</a:t>
            </a:r>
          </a:p>
        </p:txBody>
      </p:sp>
      <p:sp>
        <p:nvSpPr>
          <p:cNvPr id="19" name="TextBox 18">
            <a:extLst>
              <a:ext uri="{FF2B5EF4-FFF2-40B4-BE49-F238E27FC236}">
                <a16:creationId xmlns:a16="http://schemas.microsoft.com/office/drawing/2014/main" id="{D23FE4B3-591A-105D-543B-9DF95E8DAE5C}"/>
              </a:ext>
            </a:extLst>
          </p:cNvPr>
          <p:cNvSpPr txBox="1"/>
          <p:nvPr/>
        </p:nvSpPr>
        <p:spPr>
          <a:xfrm>
            <a:off x="6606314" y="3842117"/>
            <a:ext cx="4032159" cy="307777"/>
          </a:xfrm>
          <a:prstGeom prst="rect">
            <a:avLst/>
          </a:prstGeom>
          <a:solidFill>
            <a:schemeClr val="tx2">
              <a:lumMod val="10000"/>
              <a:lumOff val="90000"/>
            </a:schemeClr>
          </a:solidFill>
          <a:ln>
            <a:solidFill>
              <a:schemeClr val="tx2"/>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rgbClr val="002260"/>
                </a:solidFill>
                <a:latin typeface="Quattrocento Sans" panose="020B0502050000020003" pitchFamily="34" charset="0"/>
              </a:rPr>
              <a:t>Cuota de arrendamiento mensual = 376,65€</a:t>
            </a:r>
          </a:p>
        </p:txBody>
      </p:sp>
      <p:sp>
        <p:nvSpPr>
          <p:cNvPr id="6" name="Google Shape;978;p52">
            <a:extLst>
              <a:ext uri="{FF2B5EF4-FFF2-40B4-BE49-F238E27FC236}">
                <a16:creationId xmlns:a16="http://schemas.microsoft.com/office/drawing/2014/main" id="{7E36CFC7-7291-020C-ED07-7595FAB94E72}"/>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 través de una calculadora automática que hemos desarrollado, es posible comprobar cómo de sensible es la cuota de arrendamiento ante variaciones del valor residual</a:t>
            </a:r>
          </a:p>
        </p:txBody>
      </p:sp>
    </p:spTree>
    <p:extLst>
      <p:ext uri="{BB962C8B-B14F-4D97-AF65-F5344CB8AC3E}">
        <p14:creationId xmlns:p14="http://schemas.microsoft.com/office/powerpoint/2010/main" val="3752019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24EB-EA60-3DAB-E35C-931FB38D1D2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C201250-DA6E-EEC5-0D23-CA9F4E04DF20}"/>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C9E6A7E3-8481-D7A6-CC3E-51ED4B424B2E}"/>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¿Cuándo ha tenido más auge el valor residual en las entidades de financiación?</a:t>
            </a:r>
          </a:p>
        </p:txBody>
      </p:sp>
      <p:sp>
        <p:nvSpPr>
          <p:cNvPr id="3" name="Rectangle 2">
            <a:extLst>
              <a:ext uri="{FF2B5EF4-FFF2-40B4-BE49-F238E27FC236}">
                <a16:creationId xmlns:a16="http://schemas.microsoft.com/office/drawing/2014/main" id="{744B6C95-8DAD-0ED1-FD83-C4106631B678}"/>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2D685C31-F08F-A714-F2D5-C6DECD069130}"/>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37" name="Google Shape;978;p52">
            <a:extLst>
              <a:ext uri="{FF2B5EF4-FFF2-40B4-BE49-F238E27FC236}">
                <a16:creationId xmlns:a16="http://schemas.microsoft.com/office/drawing/2014/main" id="{6338598C-AC37-F763-8923-F22BF2BFE555}"/>
              </a:ext>
            </a:extLst>
          </p:cNvPr>
          <p:cNvSpPr/>
          <p:nvPr/>
        </p:nvSpPr>
        <p:spPr>
          <a:xfrm>
            <a:off x="515599" y="1053319"/>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El valor residual ha tenido más auge en las entidades de financiación a partir de la década de 2010, con un punto particularmente alto en los últimos 5 a 10 años, debido a varios factores clave</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
        <p:nvSpPr>
          <p:cNvPr id="7" name="Arrow: Pentagon 6">
            <a:extLst>
              <a:ext uri="{FF2B5EF4-FFF2-40B4-BE49-F238E27FC236}">
                <a16:creationId xmlns:a16="http://schemas.microsoft.com/office/drawing/2014/main" id="{B062651F-A6A4-456D-C20A-411B6A576751}"/>
              </a:ext>
            </a:extLst>
          </p:cNvPr>
          <p:cNvSpPr/>
          <p:nvPr/>
        </p:nvSpPr>
        <p:spPr bwMode="auto">
          <a:xfrm>
            <a:off x="515599" y="3784639"/>
            <a:ext cx="11199253" cy="471599"/>
          </a:xfrm>
          <a:prstGeom prst="homePlate">
            <a:avLst>
              <a:gd name="adj" fmla="val 88328"/>
            </a:avLst>
          </a:prstGeom>
          <a:solidFill>
            <a:schemeClr val="accent1">
              <a:lumMod val="7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sz="1400" b="1">
              <a:solidFill>
                <a:schemeClr val="bg1"/>
              </a:solidFill>
              <a:cs typeface="Arial" pitchFamily="34" charset="0"/>
            </a:endParaRPr>
          </a:p>
        </p:txBody>
      </p:sp>
      <p:sp>
        <p:nvSpPr>
          <p:cNvPr id="10" name="Flowchart: Off-page Connector 9">
            <a:extLst>
              <a:ext uri="{FF2B5EF4-FFF2-40B4-BE49-F238E27FC236}">
                <a16:creationId xmlns:a16="http://schemas.microsoft.com/office/drawing/2014/main" id="{B018F2FF-1507-0D32-26EB-6ED9100E6357}"/>
              </a:ext>
            </a:extLst>
          </p:cNvPr>
          <p:cNvSpPr/>
          <p:nvPr/>
        </p:nvSpPr>
        <p:spPr bwMode="auto">
          <a:xfrm rot="10800000">
            <a:off x="4035555" y="4256238"/>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6" name="Flowchart: Off-page Connector 15">
            <a:extLst>
              <a:ext uri="{FF2B5EF4-FFF2-40B4-BE49-F238E27FC236}">
                <a16:creationId xmlns:a16="http://schemas.microsoft.com/office/drawing/2014/main" id="{A88C2E2A-7182-5BBA-2DC4-0BC3014A181A}"/>
              </a:ext>
            </a:extLst>
          </p:cNvPr>
          <p:cNvSpPr/>
          <p:nvPr/>
        </p:nvSpPr>
        <p:spPr bwMode="auto">
          <a:xfrm>
            <a:off x="7074077" y="2819837"/>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8" name="TextBox 17">
            <a:extLst>
              <a:ext uri="{FF2B5EF4-FFF2-40B4-BE49-F238E27FC236}">
                <a16:creationId xmlns:a16="http://schemas.microsoft.com/office/drawing/2014/main" id="{009044F9-892F-5C24-AEB5-F12776C419E1}"/>
              </a:ext>
            </a:extLst>
          </p:cNvPr>
          <p:cNvSpPr txBox="1"/>
          <p:nvPr/>
        </p:nvSpPr>
        <p:spPr>
          <a:xfrm>
            <a:off x="1404467" y="3756461"/>
            <a:ext cx="2424223" cy="307777"/>
          </a:xfrm>
          <a:prstGeom prst="rect">
            <a:avLst/>
          </a:prstGeom>
          <a:noFill/>
        </p:spPr>
        <p:txBody>
          <a:bodyPr wrap="square" rtlCol="0">
            <a:spAutoFit/>
          </a:bodyPr>
          <a:lstStyle/>
          <a:p>
            <a:r>
              <a:rPr lang="es-ES_tradnl" sz="1400" b="1">
                <a:solidFill>
                  <a:schemeClr val="bg1"/>
                </a:solidFill>
              </a:rPr>
              <a:t>2008-2012</a:t>
            </a:r>
            <a:endParaRPr lang="es-ES_tradnl" b="1">
              <a:solidFill>
                <a:schemeClr val="bg1"/>
              </a:solidFill>
            </a:endParaRPr>
          </a:p>
        </p:txBody>
      </p:sp>
      <p:sp>
        <p:nvSpPr>
          <p:cNvPr id="19" name="TextBox 18">
            <a:extLst>
              <a:ext uri="{FF2B5EF4-FFF2-40B4-BE49-F238E27FC236}">
                <a16:creationId xmlns:a16="http://schemas.microsoft.com/office/drawing/2014/main" id="{69140391-8F56-1A1F-85C2-C0CD4EAF5A8C}"/>
              </a:ext>
            </a:extLst>
          </p:cNvPr>
          <p:cNvSpPr txBox="1"/>
          <p:nvPr/>
        </p:nvSpPr>
        <p:spPr>
          <a:xfrm>
            <a:off x="3953706" y="3749891"/>
            <a:ext cx="2424223" cy="307777"/>
          </a:xfrm>
          <a:prstGeom prst="rect">
            <a:avLst/>
          </a:prstGeom>
          <a:noFill/>
        </p:spPr>
        <p:txBody>
          <a:bodyPr wrap="square" rtlCol="0">
            <a:spAutoFit/>
          </a:bodyPr>
          <a:lstStyle/>
          <a:p>
            <a:r>
              <a:rPr lang="es-ES_tradnl" sz="1400" b="1">
                <a:solidFill>
                  <a:schemeClr val="bg1"/>
                </a:solidFill>
              </a:rPr>
              <a:t>2015</a:t>
            </a:r>
          </a:p>
        </p:txBody>
      </p:sp>
      <p:sp>
        <p:nvSpPr>
          <p:cNvPr id="20" name="TextBox 19">
            <a:extLst>
              <a:ext uri="{FF2B5EF4-FFF2-40B4-BE49-F238E27FC236}">
                <a16:creationId xmlns:a16="http://schemas.microsoft.com/office/drawing/2014/main" id="{0A02D9B1-3304-9365-31C2-18883CA06A28}"/>
              </a:ext>
            </a:extLst>
          </p:cNvPr>
          <p:cNvSpPr txBox="1"/>
          <p:nvPr/>
        </p:nvSpPr>
        <p:spPr>
          <a:xfrm>
            <a:off x="7050484" y="3756461"/>
            <a:ext cx="2424223" cy="307777"/>
          </a:xfrm>
          <a:prstGeom prst="rect">
            <a:avLst/>
          </a:prstGeom>
          <a:noFill/>
        </p:spPr>
        <p:txBody>
          <a:bodyPr wrap="square" rtlCol="0">
            <a:spAutoFit/>
          </a:bodyPr>
          <a:lstStyle/>
          <a:p>
            <a:r>
              <a:rPr lang="es-ES_tradnl" sz="1400" b="1">
                <a:solidFill>
                  <a:schemeClr val="bg1"/>
                </a:solidFill>
              </a:rPr>
              <a:t>2018</a:t>
            </a:r>
          </a:p>
        </p:txBody>
      </p:sp>
      <p:sp>
        <p:nvSpPr>
          <p:cNvPr id="21" name="Flowchart: Off-page Connector 20">
            <a:extLst>
              <a:ext uri="{FF2B5EF4-FFF2-40B4-BE49-F238E27FC236}">
                <a16:creationId xmlns:a16="http://schemas.microsoft.com/office/drawing/2014/main" id="{7428CF6F-9E01-4A3D-3AE5-323E66E6AABF}"/>
              </a:ext>
            </a:extLst>
          </p:cNvPr>
          <p:cNvSpPr/>
          <p:nvPr/>
        </p:nvSpPr>
        <p:spPr bwMode="auto">
          <a:xfrm>
            <a:off x="1648952" y="2818257"/>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7" name="Flowchart: Off-page Connector 26">
            <a:extLst>
              <a:ext uri="{FF2B5EF4-FFF2-40B4-BE49-F238E27FC236}">
                <a16:creationId xmlns:a16="http://schemas.microsoft.com/office/drawing/2014/main" id="{647D44A6-951B-C799-EF74-1644894D004D}"/>
              </a:ext>
            </a:extLst>
          </p:cNvPr>
          <p:cNvSpPr/>
          <p:nvPr/>
        </p:nvSpPr>
        <p:spPr bwMode="auto">
          <a:xfrm rot="10800000">
            <a:off x="9745744" y="4256238"/>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0" name="TextBox 29">
            <a:extLst>
              <a:ext uri="{FF2B5EF4-FFF2-40B4-BE49-F238E27FC236}">
                <a16:creationId xmlns:a16="http://schemas.microsoft.com/office/drawing/2014/main" id="{893504C6-2601-0D2C-E08C-7216D8261B08}"/>
              </a:ext>
            </a:extLst>
          </p:cNvPr>
          <p:cNvSpPr txBox="1"/>
          <p:nvPr/>
        </p:nvSpPr>
        <p:spPr>
          <a:xfrm>
            <a:off x="9422363" y="3752028"/>
            <a:ext cx="2424223" cy="307777"/>
          </a:xfrm>
          <a:prstGeom prst="rect">
            <a:avLst/>
          </a:prstGeom>
          <a:noFill/>
        </p:spPr>
        <p:txBody>
          <a:bodyPr wrap="square" rtlCol="0">
            <a:spAutoFit/>
          </a:bodyPr>
          <a:lstStyle/>
          <a:p>
            <a:r>
              <a:rPr lang="es-ES_tradnl" sz="1400" b="1">
                <a:solidFill>
                  <a:schemeClr val="bg1"/>
                </a:solidFill>
              </a:rPr>
              <a:t>2020-2022</a:t>
            </a:r>
          </a:p>
        </p:txBody>
      </p:sp>
      <p:sp>
        <p:nvSpPr>
          <p:cNvPr id="31" name="Rectangle: Rounded Corners 30">
            <a:extLst>
              <a:ext uri="{FF2B5EF4-FFF2-40B4-BE49-F238E27FC236}">
                <a16:creationId xmlns:a16="http://schemas.microsoft.com/office/drawing/2014/main" id="{41143C6A-BDD9-9321-3D5B-0A7055395B62}"/>
              </a:ext>
            </a:extLst>
          </p:cNvPr>
          <p:cNvSpPr/>
          <p:nvPr/>
        </p:nvSpPr>
        <p:spPr bwMode="auto">
          <a:xfrm>
            <a:off x="281935" y="1690117"/>
            <a:ext cx="3248209" cy="1530760"/>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4" name="Rectangle: Rounded Corners 33">
            <a:extLst>
              <a:ext uri="{FF2B5EF4-FFF2-40B4-BE49-F238E27FC236}">
                <a16:creationId xmlns:a16="http://schemas.microsoft.com/office/drawing/2014/main" id="{AFF4317D-7309-CE51-13DD-DD0EF863110E}"/>
              </a:ext>
            </a:extLst>
          </p:cNvPr>
          <p:cNvSpPr/>
          <p:nvPr/>
        </p:nvSpPr>
        <p:spPr bwMode="auto">
          <a:xfrm>
            <a:off x="2732567" y="4830442"/>
            <a:ext cx="3168503" cy="1685515"/>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5" name="Rectangle: Rounded Corners 34">
            <a:extLst>
              <a:ext uri="{FF2B5EF4-FFF2-40B4-BE49-F238E27FC236}">
                <a16:creationId xmlns:a16="http://schemas.microsoft.com/office/drawing/2014/main" id="{2FD06A11-A22E-36F5-DD50-6F3EB9D2B0E1}"/>
              </a:ext>
            </a:extLst>
          </p:cNvPr>
          <p:cNvSpPr/>
          <p:nvPr/>
        </p:nvSpPr>
        <p:spPr bwMode="auto">
          <a:xfrm>
            <a:off x="5681781" y="1612098"/>
            <a:ext cx="3248209" cy="1543534"/>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6" name="Rectangle: Rounded Corners 35">
            <a:extLst>
              <a:ext uri="{FF2B5EF4-FFF2-40B4-BE49-F238E27FC236}">
                <a16:creationId xmlns:a16="http://schemas.microsoft.com/office/drawing/2014/main" id="{0EEB4491-A7D6-CBEE-7E89-67B3FF9D3B02}"/>
              </a:ext>
            </a:extLst>
          </p:cNvPr>
          <p:cNvSpPr/>
          <p:nvPr/>
        </p:nvSpPr>
        <p:spPr bwMode="auto">
          <a:xfrm>
            <a:off x="8412461" y="4733208"/>
            <a:ext cx="3168502" cy="1685515"/>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42" name="Rectangle 4">
            <a:extLst>
              <a:ext uri="{FF2B5EF4-FFF2-40B4-BE49-F238E27FC236}">
                <a16:creationId xmlns:a16="http://schemas.microsoft.com/office/drawing/2014/main" id="{882E87D5-016A-EE47-3855-94628BE21E08}"/>
              </a:ext>
            </a:extLst>
          </p:cNvPr>
          <p:cNvSpPr>
            <a:spLocks noChangeArrowheads="1"/>
          </p:cNvSpPr>
          <p:nvPr/>
        </p:nvSpPr>
        <p:spPr bwMode="auto">
          <a:xfrm>
            <a:off x="425915" y="1699569"/>
            <a:ext cx="308872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Tras la </a:t>
            </a:r>
            <a:r>
              <a:rPr lang="es-ES_tradnl" altLang="es-ES_tradnl" sz="1200" b="1">
                <a:solidFill>
                  <a:srgbClr val="002260"/>
                </a:solidFill>
                <a:latin typeface="Quattrocento Sans" panose="020B0502050000020003" pitchFamily="34" charset="0"/>
              </a:rPr>
              <a:t>crisis,</a:t>
            </a:r>
            <a:r>
              <a:rPr lang="es-ES_tradnl" altLang="es-ES_tradnl" sz="1200">
                <a:solidFill>
                  <a:srgbClr val="002260"/>
                </a:solidFill>
                <a:latin typeface="Quattrocento Sans" panose="020B0502050000020003" pitchFamily="34" charset="0"/>
              </a:rPr>
              <a:t> consumidores y empresas buscaban </a:t>
            </a:r>
            <a:r>
              <a:rPr lang="es-ES_tradnl" altLang="es-ES_tradnl" sz="1200" b="1">
                <a:solidFill>
                  <a:srgbClr val="002260"/>
                </a:solidFill>
                <a:latin typeface="Quattrocento Sans" panose="020B0502050000020003" pitchFamily="34" charset="0"/>
              </a:rPr>
              <a:t>reducir</a:t>
            </a:r>
            <a:r>
              <a:rPr lang="es-ES_tradnl" altLang="es-ES_tradnl" sz="1200">
                <a:solidFill>
                  <a:srgbClr val="002260"/>
                </a:solidFill>
                <a:latin typeface="Quattrocento Sans" panose="020B0502050000020003" pitchFamily="34" charset="0"/>
              </a:rPr>
              <a:t> las cuotas mensuales.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Se empezaron a usar contratos de </a:t>
            </a:r>
            <a:r>
              <a:rPr lang="es-ES_tradnl" altLang="es-ES_tradnl" sz="1200" b="1">
                <a:solidFill>
                  <a:srgbClr val="002260"/>
                </a:solidFill>
                <a:latin typeface="Quattrocento Sans" panose="020B0502050000020003" pitchFamily="34" charset="0"/>
              </a:rPr>
              <a:t>leasing</a:t>
            </a:r>
            <a:r>
              <a:rPr lang="es-ES_tradnl" altLang="es-ES_tradnl" sz="1200">
                <a:solidFill>
                  <a:srgbClr val="002260"/>
                </a:solidFill>
                <a:latin typeface="Quattrocento Sans" panose="020B0502050000020003" pitchFamily="34" charset="0"/>
              </a:rPr>
              <a:t> y </a:t>
            </a:r>
            <a:r>
              <a:rPr lang="es-ES_tradnl" altLang="es-ES_tradnl" sz="1200" b="1">
                <a:solidFill>
                  <a:srgbClr val="002260"/>
                </a:solidFill>
                <a:latin typeface="Quattrocento Sans" panose="020B0502050000020003" pitchFamily="34" charset="0"/>
              </a:rPr>
              <a:t>renting</a:t>
            </a:r>
            <a:r>
              <a:rPr lang="es-ES_tradnl" altLang="es-ES_tradnl" sz="1200">
                <a:solidFill>
                  <a:srgbClr val="002260"/>
                </a:solidFill>
                <a:latin typeface="Quattrocento Sans" panose="020B0502050000020003" pitchFamily="34" charset="0"/>
              </a:rPr>
              <a:t> con </a:t>
            </a:r>
            <a:r>
              <a:rPr lang="es-ES_tradnl" altLang="es-ES_tradnl" sz="1200" b="1">
                <a:solidFill>
                  <a:srgbClr val="002260"/>
                </a:solidFill>
                <a:latin typeface="Quattrocento Sans" panose="020B0502050000020003" pitchFamily="34" charset="0"/>
              </a:rPr>
              <a:t>valor residual </a:t>
            </a:r>
            <a:r>
              <a:rPr lang="es-ES_tradnl" altLang="es-ES_tradnl" sz="1200">
                <a:solidFill>
                  <a:srgbClr val="002260"/>
                </a:solidFill>
                <a:latin typeface="Quattrocento Sans" panose="020B0502050000020003" pitchFamily="34" charset="0"/>
              </a:rPr>
              <a:t>para hacer más accesible la financiación.</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Las entidades lo integraron como herramienta para ofrecer opciones más atractivas.</a:t>
            </a:r>
          </a:p>
        </p:txBody>
      </p:sp>
      <p:sp>
        <p:nvSpPr>
          <p:cNvPr id="45" name="Rectangle 6">
            <a:extLst>
              <a:ext uri="{FF2B5EF4-FFF2-40B4-BE49-F238E27FC236}">
                <a16:creationId xmlns:a16="http://schemas.microsoft.com/office/drawing/2014/main" id="{3D58D357-BC50-E3CD-3DC8-B28C8E740EF7}"/>
              </a:ext>
            </a:extLst>
          </p:cNvPr>
          <p:cNvSpPr>
            <a:spLocks noChangeArrowheads="1"/>
          </p:cNvSpPr>
          <p:nvPr/>
        </p:nvSpPr>
        <p:spPr bwMode="auto">
          <a:xfrm>
            <a:off x="2732567" y="4884434"/>
            <a:ext cx="3263099" cy="156966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En España y Europa, el </a:t>
            </a:r>
            <a:r>
              <a:rPr lang="es-ES_tradnl" altLang="es-ES_tradnl" sz="1200" b="1">
                <a:solidFill>
                  <a:srgbClr val="002260"/>
                </a:solidFill>
                <a:latin typeface="Quattrocento Sans" panose="020B0502050000020003" pitchFamily="34" charset="0"/>
              </a:rPr>
              <a:t>renting</a:t>
            </a:r>
            <a:r>
              <a:rPr lang="es-ES_tradnl" altLang="es-ES_tradnl" sz="1200">
                <a:solidFill>
                  <a:srgbClr val="002260"/>
                </a:solidFill>
                <a:latin typeface="Quattrocento Sans" panose="020B0502050000020003" pitchFamily="34" charset="0"/>
              </a:rPr>
              <a:t> creció exponencialmente, también entre particulares.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El </a:t>
            </a:r>
            <a:r>
              <a:rPr lang="es-ES_tradnl" altLang="es-ES_tradnl" sz="1200" b="1">
                <a:solidFill>
                  <a:srgbClr val="002260"/>
                </a:solidFill>
                <a:latin typeface="Quattrocento Sans" panose="020B0502050000020003" pitchFamily="34" charset="0"/>
              </a:rPr>
              <a:t>valor residual </a:t>
            </a:r>
            <a:r>
              <a:rPr lang="es-ES_tradnl" altLang="es-ES_tradnl" sz="1200">
                <a:solidFill>
                  <a:srgbClr val="002260"/>
                </a:solidFill>
                <a:latin typeface="Quattrocento Sans" panose="020B0502050000020003" pitchFamily="34" charset="0"/>
              </a:rPr>
              <a:t>se convirtió en una </a:t>
            </a:r>
            <a:r>
              <a:rPr lang="es-ES_tradnl" altLang="es-ES_tradnl" sz="1200" b="1">
                <a:solidFill>
                  <a:srgbClr val="002260"/>
                </a:solidFill>
                <a:latin typeface="Quattrocento Sans" panose="020B0502050000020003" pitchFamily="34" charset="0"/>
              </a:rPr>
              <a:t>variable estratégica</a:t>
            </a:r>
            <a:r>
              <a:rPr lang="es-ES_tradnl" altLang="es-ES_tradnl" sz="1200">
                <a:solidFill>
                  <a:srgbClr val="002260"/>
                </a:solidFill>
                <a:latin typeface="Quattrocento Sans" panose="020B0502050000020003" pitchFamily="34" charset="0"/>
              </a:rPr>
              <a:t> para fijar cuotas, rentabilidad y riesgos.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El auge del </a:t>
            </a:r>
            <a:r>
              <a:rPr lang="es-ES_tradnl" altLang="es-ES_tradnl" sz="1200" b="1">
                <a:solidFill>
                  <a:srgbClr val="002260"/>
                </a:solidFill>
                <a:latin typeface="Quattrocento Sans" panose="020B0502050000020003" pitchFamily="34" charset="0"/>
              </a:rPr>
              <a:t>vehículo eléctrico </a:t>
            </a:r>
            <a:r>
              <a:rPr lang="es-ES_tradnl" altLang="es-ES_tradnl" sz="1200">
                <a:solidFill>
                  <a:srgbClr val="002260"/>
                </a:solidFill>
                <a:latin typeface="Quattrocento Sans" panose="020B0502050000020003" pitchFamily="34" charset="0"/>
              </a:rPr>
              <a:t>también elevó la importancia del valor residual debido a su rápida depreciación y evolución tecnológica.</a:t>
            </a:r>
          </a:p>
        </p:txBody>
      </p:sp>
      <p:sp>
        <p:nvSpPr>
          <p:cNvPr id="47" name="Rectangle 7">
            <a:extLst>
              <a:ext uri="{FF2B5EF4-FFF2-40B4-BE49-F238E27FC236}">
                <a16:creationId xmlns:a16="http://schemas.microsoft.com/office/drawing/2014/main" id="{0C1C13E9-9FA0-0EAD-9714-E364A4A12FFE}"/>
              </a:ext>
            </a:extLst>
          </p:cNvPr>
          <p:cNvSpPr>
            <a:spLocks noChangeArrowheads="1"/>
          </p:cNvSpPr>
          <p:nvPr/>
        </p:nvSpPr>
        <p:spPr bwMode="auto">
          <a:xfrm>
            <a:off x="5797380" y="1719954"/>
            <a:ext cx="31326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Plataformas como </a:t>
            </a:r>
            <a:r>
              <a:rPr lang="es-ES_tradnl" altLang="es-ES_tradnl" sz="1200" b="1">
                <a:solidFill>
                  <a:srgbClr val="002260"/>
                </a:solidFill>
                <a:latin typeface="Quattrocento Sans" panose="020B0502050000020003" pitchFamily="34" charset="0"/>
              </a:rPr>
              <a:t>Solera</a:t>
            </a:r>
            <a:r>
              <a:rPr lang="es-ES_tradnl" altLang="es-ES_tradnl" sz="1200">
                <a:solidFill>
                  <a:srgbClr val="002260"/>
                </a:solidFill>
                <a:latin typeface="Quattrocento Sans" panose="020B0502050000020003" pitchFamily="34" charset="0"/>
              </a:rPr>
              <a:t>, </a:t>
            </a:r>
            <a:r>
              <a:rPr lang="es-ES_tradnl" altLang="es-ES_tradnl" sz="1200" b="1">
                <a:solidFill>
                  <a:srgbClr val="002260"/>
                </a:solidFill>
                <a:latin typeface="Quattrocento Sans" panose="020B0502050000020003" pitchFamily="34" charset="0"/>
              </a:rPr>
              <a:t>DAT</a:t>
            </a:r>
            <a:r>
              <a:rPr lang="es-ES_tradnl" altLang="es-ES_tradnl" sz="1200">
                <a:solidFill>
                  <a:srgbClr val="002260"/>
                </a:solidFill>
                <a:latin typeface="Quattrocento Sans" panose="020B0502050000020003" pitchFamily="34" charset="0"/>
              </a:rPr>
              <a:t> y </a:t>
            </a:r>
            <a:r>
              <a:rPr lang="es-ES_tradnl" altLang="es-ES_tradnl" sz="1200" b="1" err="1">
                <a:solidFill>
                  <a:srgbClr val="002260"/>
                </a:solidFill>
                <a:latin typeface="Quattrocento Sans" panose="020B0502050000020003" pitchFamily="34" charset="0"/>
              </a:rPr>
              <a:t>Eurotax</a:t>
            </a:r>
            <a:r>
              <a:rPr lang="es-ES_tradnl" altLang="es-ES_tradnl" sz="1200" b="1">
                <a:solidFill>
                  <a:srgbClr val="002260"/>
                </a:solidFill>
                <a:latin typeface="Quattrocento Sans" panose="020B0502050000020003" pitchFamily="34" charset="0"/>
              </a:rPr>
              <a:t> </a:t>
            </a:r>
            <a:r>
              <a:rPr lang="es-ES_tradnl" altLang="es-ES_tradnl" sz="1200">
                <a:solidFill>
                  <a:srgbClr val="002260"/>
                </a:solidFill>
                <a:latin typeface="Quattrocento Sans" panose="020B0502050000020003" pitchFamily="34" charset="0"/>
              </a:rPr>
              <a:t>empezaron a ofrecer herramientas basadas en </a:t>
            </a:r>
            <a:r>
              <a:rPr lang="es-ES_tradnl" altLang="es-ES_tradnl" sz="1200" b="1">
                <a:solidFill>
                  <a:srgbClr val="002260"/>
                </a:solidFill>
                <a:latin typeface="Quattrocento Sans" panose="020B0502050000020003" pitchFamily="34" charset="0"/>
              </a:rPr>
              <a:t>IA</a:t>
            </a:r>
            <a:r>
              <a:rPr lang="es-ES_tradnl" altLang="es-ES_tradnl" sz="1200">
                <a:solidFill>
                  <a:srgbClr val="002260"/>
                </a:solidFill>
                <a:latin typeface="Quattrocento Sans" panose="020B0502050000020003" pitchFamily="34" charset="0"/>
              </a:rPr>
              <a:t> para estimar </a:t>
            </a:r>
            <a:r>
              <a:rPr lang="es-ES_tradnl" altLang="es-ES_tradnl" sz="1200" b="1">
                <a:solidFill>
                  <a:srgbClr val="002260"/>
                </a:solidFill>
                <a:latin typeface="Quattrocento Sans" panose="020B0502050000020003" pitchFamily="34" charset="0"/>
              </a:rPr>
              <a:t>valores residuales </a:t>
            </a:r>
            <a:r>
              <a:rPr lang="es-ES_tradnl" altLang="es-ES_tradnl" sz="1200">
                <a:solidFill>
                  <a:srgbClr val="002260"/>
                </a:solidFill>
                <a:latin typeface="Quattrocento Sans" panose="020B0502050000020003" pitchFamily="34" charset="0"/>
              </a:rPr>
              <a:t>más precisos.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Esto permitió a las entidades financieras </a:t>
            </a:r>
            <a:r>
              <a:rPr lang="es-ES_tradnl" altLang="es-ES_tradnl" sz="1200" b="1">
                <a:solidFill>
                  <a:srgbClr val="002260"/>
                </a:solidFill>
                <a:latin typeface="Quattrocento Sans" panose="020B0502050000020003" pitchFamily="34" charset="0"/>
              </a:rPr>
              <a:t>minimizar riesgos</a:t>
            </a:r>
            <a:r>
              <a:rPr lang="es-ES_tradnl" altLang="es-ES_tradnl" sz="1200">
                <a:solidFill>
                  <a:srgbClr val="002260"/>
                </a:solidFill>
                <a:latin typeface="Quattrocento Sans" panose="020B0502050000020003" pitchFamily="34" charset="0"/>
              </a:rPr>
              <a:t> de </a:t>
            </a:r>
            <a:r>
              <a:rPr lang="es-ES_tradnl" altLang="es-ES_tradnl" sz="1200" b="1">
                <a:solidFill>
                  <a:srgbClr val="002260"/>
                </a:solidFill>
                <a:latin typeface="Quattrocento Sans" panose="020B0502050000020003" pitchFamily="34" charset="0"/>
              </a:rPr>
              <a:t>depreciación</a:t>
            </a:r>
            <a:r>
              <a:rPr lang="es-ES_tradnl" altLang="es-ES_tradnl" sz="1200">
                <a:solidFill>
                  <a:srgbClr val="002260"/>
                </a:solidFill>
                <a:latin typeface="Quattrocento Sans" panose="020B0502050000020003" pitchFamily="34" charset="0"/>
              </a:rPr>
              <a:t> y mejorar sus modelos de negocio.</a:t>
            </a:r>
          </a:p>
        </p:txBody>
      </p:sp>
      <p:sp>
        <p:nvSpPr>
          <p:cNvPr id="48" name="Rectangle 8">
            <a:extLst>
              <a:ext uri="{FF2B5EF4-FFF2-40B4-BE49-F238E27FC236}">
                <a16:creationId xmlns:a16="http://schemas.microsoft.com/office/drawing/2014/main" id="{24E05C94-5E1D-5396-0844-16C0578E5CCC}"/>
              </a:ext>
            </a:extLst>
          </p:cNvPr>
          <p:cNvSpPr>
            <a:spLocks noChangeArrowheads="1"/>
          </p:cNvSpPr>
          <p:nvPr/>
        </p:nvSpPr>
        <p:spPr bwMode="auto">
          <a:xfrm>
            <a:off x="8507057" y="4975800"/>
            <a:ext cx="321235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 </a:t>
            </a:r>
            <a:r>
              <a:rPr lang="es-ES_tradnl" altLang="es-ES_tradnl" sz="1200" b="1">
                <a:solidFill>
                  <a:srgbClr val="002260"/>
                </a:solidFill>
                <a:latin typeface="Quattrocento Sans" panose="020B0502050000020003" pitchFamily="34" charset="0"/>
              </a:rPr>
              <a:t>falta de vehículos </a:t>
            </a:r>
            <a:r>
              <a:rPr lang="es-ES_tradnl" altLang="es-ES_tradnl" sz="1200">
                <a:solidFill>
                  <a:srgbClr val="002260"/>
                </a:solidFill>
                <a:latin typeface="Quattrocento Sans" panose="020B0502050000020003" pitchFamily="34" charset="0"/>
              </a:rPr>
              <a:t>nuevos hizo que los usados se </a:t>
            </a:r>
            <a:r>
              <a:rPr lang="es-ES_tradnl" altLang="es-ES_tradnl" sz="1200" b="1">
                <a:solidFill>
                  <a:srgbClr val="002260"/>
                </a:solidFill>
                <a:latin typeface="Quattrocento Sans" panose="020B0502050000020003" pitchFamily="34" charset="0"/>
              </a:rPr>
              <a:t>revalorizaran</a:t>
            </a:r>
            <a:r>
              <a:rPr lang="es-ES_tradnl" altLang="es-ES_tradnl" sz="1200">
                <a:solidFill>
                  <a:srgbClr val="002260"/>
                </a:solidFill>
                <a:latin typeface="Quattrocento Sans" panose="020B0502050000020003"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Las financieras comenzaron a ajustar los valores residuales al alza, </a:t>
            </a:r>
            <a:r>
              <a:rPr lang="es-ES_tradnl" altLang="es-ES_tradnl" sz="1200" b="1">
                <a:solidFill>
                  <a:srgbClr val="002260"/>
                </a:solidFill>
                <a:latin typeface="Quattrocento Sans" panose="020B0502050000020003" pitchFamily="34" charset="0"/>
              </a:rPr>
              <a:t>mejorando</a:t>
            </a:r>
            <a:r>
              <a:rPr lang="es-ES_tradnl" altLang="es-ES_tradnl" sz="1200">
                <a:solidFill>
                  <a:srgbClr val="002260"/>
                </a:solidFill>
                <a:latin typeface="Quattrocento Sans" panose="020B0502050000020003" pitchFamily="34" charset="0"/>
              </a:rPr>
              <a:t> la </a:t>
            </a:r>
            <a:r>
              <a:rPr lang="es-ES_tradnl" altLang="es-ES_tradnl" sz="1200" b="1">
                <a:solidFill>
                  <a:srgbClr val="002260"/>
                </a:solidFill>
                <a:latin typeface="Quattrocento Sans" panose="020B0502050000020003" pitchFamily="34" charset="0"/>
              </a:rPr>
              <a:t>rentabilidad</a:t>
            </a:r>
            <a:r>
              <a:rPr lang="es-ES_tradnl" altLang="es-ES_tradnl" sz="1200">
                <a:solidFill>
                  <a:srgbClr val="002260"/>
                </a:solidFill>
                <a:latin typeface="Quattrocento Sans" panose="020B0502050000020003" pitchFamily="34" charset="0"/>
              </a:rPr>
              <a:t> y reduciendo los costes mensuales para el cliente.</a:t>
            </a:r>
          </a:p>
        </p:txBody>
      </p:sp>
      <p:sp>
        <p:nvSpPr>
          <p:cNvPr id="49" name="TextBox 48">
            <a:extLst>
              <a:ext uri="{FF2B5EF4-FFF2-40B4-BE49-F238E27FC236}">
                <a16:creationId xmlns:a16="http://schemas.microsoft.com/office/drawing/2014/main" id="{3716AA63-B5E9-BCF0-C74E-6E0CA42AE8FE}"/>
              </a:ext>
            </a:extLst>
          </p:cNvPr>
          <p:cNvSpPr txBox="1"/>
          <p:nvPr/>
        </p:nvSpPr>
        <p:spPr>
          <a:xfrm>
            <a:off x="1067469" y="3941629"/>
            <a:ext cx="2424223" cy="307777"/>
          </a:xfrm>
          <a:prstGeom prst="rect">
            <a:avLst/>
          </a:prstGeom>
          <a:noFill/>
        </p:spPr>
        <p:txBody>
          <a:bodyPr wrap="square" rtlCol="0">
            <a:spAutoFit/>
          </a:bodyPr>
          <a:lstStyle/>
          <a:p>
            <a:r>
              <a:rPr lang="es-ES_tradnl" sz="1400" b="1" err="1">
                <a:solidFill>
                  <a:schemeClr val="bg1"/>
                </a:solidFill>
              </a:rPr>
              <a:t>Post-crisis</a:t>
            </a:r>
            <a:r>
              <a:rPr lang="es-ES_tradnl" sz="1400" b="1">
                <a:solidFill>
                  <a:schemeClr val="bg1"/>
                </a:solidFill>
              </a:rPr>
              <a:t> financiera</a:t>
            </a:r>
            <a:endParaRPr lang="es-ES_tradnl" b="1">
              <a:solidFill>
                <a:schemeClr val="bg1"/>
              </a:solidFill>
            </a:endParaRPr>
          </a:p>
        </p:txBody>
      </p:sp>
      <p:sp>
        <p:nvSpPr>
          <p:cNvPr id="50" name="TextBox 49">
            <a:extLst>
              <a:ext uri="{FF2B5EF4-FFF2-40B4-BE49-F238E27FC236}">
                <a16:creationId xmlns:a16="http://schemas.microsoft.com/office/drawing/2014/main" id="{A7973EFA-B403-DCC5-5601-902CBD558DC6}"/>
              </a:ext>
            </a:extLst>
          </p:cNvPr>
          <p:cNvSpPr txBox="1"/>
          <p:nvPr/>
        </p:nvSpPr>
        <p:spPr>
          <a:xfrm>
            <a:off x="3152004" y="3934769"/>
            <a:ext cx="2424223" cy="307777"/>
          </a:xfrm>
          <a:prstGeom prst="rect">
            <a:avLst/>
          </a:prstGeom>
          <a:noFill/>
        </p:spPr>
        <p:txBody>
          <a:bodyPr wrap="square" rtlCol="0">
            <a:spAutoFit/>
          </a:bodyPr>
          <a:lstStyle/>
          <a:p>
            <a:r>
              <a:rPr lang="es-ES_tradnl" sz="1400" b="1">
                <a:solidFill>
                  <a:schemeClr val="bg1"/>
                </a:solidFill>
              </a:rPr>
              <a:t>Boom del renting y del leasing</a:t>
            </a:r>
            <a:endParaRPr lang="es-ES_tradnl" b="1">
              <a:solidFill>
                <a:schemeClr val="bg1"/>
              </a:solidFill>
            </a:endParaRPr>
          </a:p>
        </p:txBody>
      </p:sp>
      <p:sp>
        <p:nvSpPr>
          <p:cNvPr id="51" name="TextBox 50">
            <a:extLst>
              <a:ext uri="{FF2B5EF4-FFF2-40B4-BE49-F238E27FC236}">
                <a16:creationId xmlns:a16="http://schemas.microsoft.com/office/drawing/2014/main" id="{5EEFDCC0-5CBA-68E9-969D-6E32A00D28D3}"/>
              </a:ext>
            </a:extLst>
          </p:cNvPr>
          <p:cNvSpPr txBox="1"/>
          <p:nvPr/>
        </p:nvSpPr>
        <p:spPr>
          <a:xfrm>
            <a:off x="6276087" y="3938526"/>
            <a:ext cx="2424223" cy="307777"/>
          </a:xfrm>
          <a:prstGeom prst="rect">
            <a:avLst/>
          </a:prstGeom>
          <a:noFill/>
        </p:spPr>
        <p:txBody>
          <a:bodyPr wrap="square" rtlCol="0">
            <a:spAutoFit/>
          </a:bodyPr>
          <a:lstStyle/>
          <a:p>
            <a:r>
              <a:rPr lang="es-ES_tradnl" sz="1400" b="1">
                <a:solidFill>
                  <a:schemeClr val="bg1"/>
                </a:solidFill>
              </a:rPr>
              <a:t>Digitalización y </a:t>
            </a:r>
            <a:r>
              <a:rPr lang="es-ES_tradnl" sz="1400" b="1" err="1">
                <a:solidFill>
                  <a:schemeClr val="bg1"/>
                </a:solidFill>
              </a:rPr>
              <a:t>big</a:t>
            </a:r>
            <a:r>
              <a:rPr lang="es-ES_tradnl" sz="1400" b="1">
                <a:solidFill>
                  <a:schemeClr val="bg1"/>
                </a:solidFill>
              </a:rPr>
              <a:t> data</a:t>
            </a:r>
            <a:endParaRPr lang="es-ES_tradnl" b="1">
              <a:solidFill>
                <a:schemeClr val="bg1"/>
              </a:solidFill>
            </a:endParaRPr>
          </a:p>
        </p:txBody>
      </p:sp>
      <p:sp>
        <p:nvSpPr>
          <p:cNvPr id="52" name="TextBox 51">
            <a:extLst>
              <a:ext uri="{FF2B5EF4-FFF2-40B4-BE49-F238E27FC236}">
                <a16:creationId xmlns:a16="http://schemas.microsoft.com/office/drawing/2014/main" id="{2B2B6394-AFA2-1EB5-C6A3-55D19DF195EB}"/>
              </a:ext>
            </a:extLst>
          </p:cNvPr>
          <p:cNvSpPr txBox="1"/>
          <p:nvPr/>
        </p:nvSpPr>
        <p:spPr>
          <a:xfrm>
            <a:off x="8663287" y="3941875"/>
            <a:ext cx="2828428" cy="307777"/>
          </a:xfrm>
          <a:prstGeom prst="rect">
            <a:avLst/>
          </a:prstGeom>
          <a:noFill/>
        </p:spPr>
        <p:txBody>
          <a:bodyPr wrap="square" rtlCol="0">
            <a:spAutoFit/>
          </a:bodyPr>
          <a:lstStyle/>
          <a:p>
            <a:r>
              <a:rPr lang="es-ES_tradnl" sz="1400" b="1">
                <a:solidFill>
                  <a:schemeClr val="bg1"/>
                </a:solidFill>
              </a:rPr>
              <a:t>Escasez de vehículos en pandemia</a:t>
            </a:r>
            <a:endParaRPr lang="es-ES_tradnl" b="1">
              <a:solidFill>
                <a:schemeClr val="bg1"/>
              </a:solidFill>
            </a:endParaRPr>
          </a:p>
        </p:txBody>
      </p:sp>
    </p:spTree>
    <p:extLst>
      <p:ext uri="{BB962C8B-B14F-4D97-AF65-F5344CB8AC3E}">
        <p14:creationId xmlns:p14="http://schemas.microsoft.com/office/powerpoint/2010/main" val="1547640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7">
            <a:extLst>
              <a:ext uri="{FF2B5EF4-FFF2-40B4-BE49-F238E27FC236}">
                <a16:creationId xmlns:a16="http://schemas.microsoft.com/office/drawing/2014/main" id="{7C0A23E6-EB03-6426-EB3E-410638DCB26A}"/>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rPr>
              <a:t>Análisis del mercado de renting y leasing</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3DDD13F2-15B2-7941-3F86-C4775C3F8A73}"/>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E134FFBA-70AC-5D44-0D3F-57241339B7A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7" name="Google Shape;987;p52">
            <a:extLst>
              <a:ext uri="{FF2B5EF4-FFF2-40B4-BE49-F238E27FC236}">
                <a16:creationId xmlns:a16="http://schemas.microsoft.com/office/drawing/2014/main" id="{F62B06CB-80DD-35CD-DC0A-723EF5450A4D}"/>
              </a:ext>
            </a:extLst>
          </p:cNvPr>
          <p:cNvSpPr/>
          <p:nvPr/>
        </p:nvSpPr>
        <p:spPr>
          <a:xfrm>
            <a:off x="589436" y="2303929"/>
            <a:ext cx="1510267" cy="959818"/>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endParaRPr lang="es" sz="1400" b="1">
              <a:solidFill>
                <a:schemeClr val="bg1"/>
              </a:solidFill>
              <a:latin typeface="Segoe Print" panose="02000600000000000000" pitchFamily="2" charset="0"/>
            </a:endParaRPr>
          </a:p>
        </p:txBody>
      </p:sp>
      <p:sp>
        <p:nvSpPr>
          <p:cNvPr id="8" name="Google Shape;981;p52">
            <a:extLst>
              <a:ext uri="{FF2B5EF4-FFF2-40B4-BE49-F238E27FC236}">
                <a16:creationId xmlns:a16="http://schemas.microsoft.com/office/drawing/2014/main" id="{BD2CB166-C466-989A-3786-9001C06A06DE}"/>
              </a:ext>
            </a:extLst>
          </p:cNvPr>
          <p:cNvSpPr/>
          <p:nvPr/>
        </p:nvSpPr>
        <p:spPr>
          <a:xfrm>
            <a:off x="2092796" y="2303929"/>
            <a:ext cx="3312921" cy="959818"/>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11430" algn="just">
              <a:spcBef>
                <a:spcPts val="1067"/>
              </a:spcBef>
              <a:buClr>
                <a:schemeClr val="dk2"/>
              </a:buClr>
              <a:buSzPts val="1000"/>
            </a:pPr>
            <a:endParaRPr lang="es-ES_tradnl" sz="1333">
              <a:solidFill>
                <a:schemeClr val="accent1"/>
              </a:solidFill>
              <a:latin typeface="Quattrocento Sans"/>
              <a:ea typeface="Quattrocento Sans"/>
              <a:cs typeface="Quattrocento Sans"/>
            </a:endParaRPr>
          </a:p>
        </p:txBody>
      </p:sp>
      <p:sp>
        <p:nvSpPr>
          <p:cNvPr id="11" name="Google Shape;987;p52">
            <a:extLst>
              <a:ext uri="{FF2B5EF4-FFF2-40B4-BE49-F238E27FC236}">
                <a16:creationId xmlns:a16="http://schemas.microsoft.com/office/drawing/2014/main" id="{E660FD33-06FD-3F71-DADE-C688BB896985}"/>
              </a:ext>
            </a:extLst>
          </p:cNvPr>
          <p:cNvSpPr/>
          <p:nvPr/>
        </p:nvSpPr>
        <p:spPr>
          <a:xfrm>
            <a:off x="589436" y="3263747"/>
            <a:ext cx="1510267" cy="1184840"/>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endParaRPr lang="es" sz="1400" b="1">
              <a:solidFill>
                <a:schemeClr val="bg1"/>
              </a:solidFill>
              <a:latin typeface="Segoe Print" panose="02000600000000000000" pitchFamily="2" charset="0"/>
            </a:endParaRPr>
          </a:p>
        </p:txBody>
      </p:sp>
      <p:sp>
        <p:nvSpPr>
          <p:cNvPr id="12" name="Google Shape;987;p52">
            <a:extLst>
              <a:ext uri="{FF2B5EF4-FFF2-40B4-BE49-F238E27FC236}">
                <a16:creationId xmlns:a16="http://schemas.microsoft.com/office/drawing/2014/main" id="{A87B0234-D7F8-7C49-8856-EE85B7ED3179}"/>
              </a:ext>
            </a:extLst>
          </p:cNvPr>
          <p:cNvSpPr/>
          <p:nvPr/>
        </p:nvSpPr>
        <p:spPr>
          <a:xfrm>
            <a:off x="589436" y="4435993"/>
            <a:ext cx="1510267" cy="959818"/>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endParaRPr lang="es" sz="1400" b="1">
              <a:solidFill>
                <a:schemeClr val="bg1"/>
              </a:solidFill>
              <a:latin typeface="Segoe Print" panose="02000600000000000000" pitchFamily="2" charset="0"/>
            </a:endParaRPr>
          </a:p>
        </p:txBody>
      </p:sp>
      <p:sp>
        <p:nvSpPr>
          <p:cNvPr id="13" name="Google Shape;981;p52">
            <a:extLst>
              <a:ext uri="{FF2B5EF4-FFF2-40B4-BE49-F238E27FC236}">
                <a16:creationId xmlns:a16="http://schemas.microsoft.com/office/drawing/2014/main" id="{E216F411-907B-94D3-AED6-5C819039F2A7}"/>
              </a:ext>
            </a:extLst>
          </p:cNvPr>
          <p:cNvSpPr/>
          <p:nvPr/>
        </p:nvSpPr>
        <p:spPr>
          <a:xfrm>
            <a:off x="2092520" y="3272118"/>
            <a:ext cx="3312921" cy="1153454"/>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11430" algn="just">
              <a:spcBef>
                <a:spcPts val="1067"/>
              </a:spcBef>
              <a:buClr>
                <a:schemeClr val="dk2"/>
              </a:buClr>
              <a:buSzPts val="1000"/>
            </a:pPr>
            <a:endParaRPr lang="es-ES_tradnl" sz="1333">
              <a:solidFill>
                <a:schemeClr val="accent1"/>
              </a:solidFill>
              <a:latin typeface="Quattrocento Sans"/>
              <a:ea typeface="Quattrocento Sans"/>
              <a:cs typeface="Quattrocento Sans"/>
            </a:endParaRPr>
          </a:p>
        </p:txBody>
      </p:sp>
      <p:sp>
        <p:nvSpPr>
          <p:cNvPr id="14" name="Google Shape;981;p52">
            <a:extLst>
              <a:ext uri="{FF2B5EF4-FFF2-40B4-BE49-F238E27FC236}">
                <a16:creationId xmlns:a16="http://schemas.microsoft.com/office/drawing/2014/main" id="{BE6954B6-149D-BBFB-73CF-7E671958DD91}"/>
              </a:ext>
            </a:extLst>
          </p:cNvPr>
          <p:cNvSpPr/>
          <p:nvPr/>
        </p:nvSpPr>
        <p:spPr>
          <a:xfrm>
            <a:off x="2092520" y="4425572"/>
            <a:ext cx="3312921" cy="959818"/>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11430" algn="just">
              <a:spcBef>
                <a:spcPts val="1067"/>
              </a:spcBef>
              <a:buClr>
                <a:schemeClr val="dk2"/>
              </a:buClr>
              <a:buSzPts val="1000"/>
            </a:pPr>
            <a:endParaRPr lang="es-ES_tradnl" sz="1333">
              <a:solidFill>
                <a:schemeClr val="accent1"/>
              </a:solidFill>
              <a:latin typeface="Quattrocento Sans"/>
              <a:ea typeface="Quattrocento Sans"/>
              <a:cs typeface="Quattrocento Sans"/>
            </a:endParaRPr>
          </a:p>
        </p:txBody>
      </p:sp>
      <p:sp>
        <p:nvSpPr>
          <p:cNvPr id="15" name="TextBox 14">
            <a:extLst>
              <a:ext uri="{FF2B5EF4-FFF2-40B4-BE49-F238E27FC236}">
                <a16:creationId xmlns:a16="http://schemas.microsoft.com/office/drawing/2014/main" id="{96138A1D-ECF0-F333-D45C-42FEECA00526}"/>
              </a:ext>
            </a:extLst>
          </p:cNvPr>
          <p:cNvSpPr txBox="1"/>
          <p:nvPr/>
        </p:nvSpPr>
        <p:spPr>
          <a:xfrm>
            <a:off x="771812" y="2501207"/>
            <a:ext cx="1145513" cy="646331"/>
          </a:xfrm>
          <a:prstGeom prst="rect">
            <a:avLst/>
          </a:prstGeom>
          <a:noFill/>
        </p:spPr>
        <p:txBody>
          <a:bodyPr wrap="square" rtlCol="0">
            <a:spAutoFit/>
          </a:bodyPr>
          <a:lstStyle/>
          <a:p>
            <a:r>
              <a:rPr lang="es-ES_tradnl" sz="1200" b="1">
                <a:solidFill>
                  <a:schemeClr val="bg1"/>
                </a:solidFill>
                <a:latin typeface="Segoe Print" panose="02000600000000000000" pitchFamily="2" charset="0"/>
              </a:rPr>
              <a:t>Introducción del renting en España</a:t>
            </a:r>
          </a:p>
        </p:txBody>
      </p:sp>
      <p:sp>
        <p:nvSpPr>
          <p:cNvPr id="16" name="TextBox 15">
            <a:extLst>
              <a:ext uri="{FF2B5EF4-FFF2-40B4-BE49-F238E27FC236}">
                <a16:creationId xmlns:a16="http://schemas.microsoft.com/office/drawing/2014/main" id="{C8F374ED-8086-631C-A8F0-5FBE70B6DCAB}"/>
              </a:ext>
            </a:extLst>
          </p:cNvPr>
          <p:cNvSpPr txBox="1"/>
          <p:nvPr/>
        </p:nvSpPr>
        <p:spPr>
          <a:xfrm>
            <a:off x="771812" y="3444909"/>
            <a:ext cx="1145513" cy="830997"/>
          </a:xfrm>
          <a:prstGeom prst="rect">
            <a:avLst/>
          </a:prstGeom>
          <a:noFill/>
        </p:spPr>
        <p:txBody>
          <a:bodyPr wrap="square" rtlCol="0">
            <a:spAutoFit/>
          </a:bodyPr>
          <a:lstStyle/>
          <a:p>
            <a:r>
              <a:rPr lang="es-ES_tradnl" sz="1200" b="1">
                <a:solidFill>
                  <a:schemeClr val="bg1"/>
                </a:solidFill>
                <a:latin typeface="Segoe Print" panose="02000600000000000000" pitchFamily="2" charset="0"/>
              </a:rPr>
              <a:t>Crecimiento impulsado por la crisis financiera</a:t>
            </a:r>
          </a:p>
        </p:txBody>
      </p:sp>
      <p:sp>
        <p:nvSpPr>
          <p:cNvPr id="17" name="TextBox 16">
            <a:extLst>
              <a:ext uri="{FF2B5EF4-FFF2-40B4-BE49-F238E27FC236}">
                <a16:creationId xmlns:a16="http://schemas.microsoft.com/office/drawing/2014/main" id="{F077566B-6729-ECED-4958-E88AF3AC935C}"/>
              </a:ext>
            </a:extLst>
          </p:cNvPr>
          <p:cNvSpPr txBox="1"/>
          <p:nvPr/>
        </p:nvSpPr>
        <p:spPr>
          <a:xfrm>
            <a:off x="771812" y="4579913"/>
            <a:ext cx="1145513" cy="646331"/>
          </a:xfrm>
          <a:prstGeom prst="rect">
            <a:avLst/>
          </a:prstGeom>
          <a:noFill/>
        </p:spPr>
        <p:txBody>
          <a:bodyPr wrap="square" rtlCol="0">
            <a:spAutoFit/>
          </a:bodyPr>
          <a:lstStyle/>
          <a:p>
            <a:r>
              <a:rPr lang="es-ES_tradnl" sz="1200" b="1">
                <a:solidFill>
                  <a:schemeClr val="bg1"/>
                </a:solidFill>
                <a:latin typeface="Segoe Print" panose="02000600000000000000" pitchFamily="2" charset="0"/>
              </a:rPr>
              <a:t>Evolución y expansión del mercado</a:t>
            </a:r>
          </a:p>
        </p:txBody>
      </p:sp>
      <p:sp>
        <p:nvSpPr>
          <p:cNvPr id="19" name="Rectangle 1">
            <a:extLst>
              <a:ext uri="{FF2B5EF4-FFF2-40B4-BE49-F238E27FC236}">
                <a16:creationId xmlns:a16="http://schemas.microsoft.com/office/drawing/2014/main" id="{B0FE2B0C-0ACA-0F86-3E1C-245BA3CFFB6C}"/>
              </a:ext>
            </a:extLst>
          </p:cNvPr>
          <p:cNvSpPr>
            <a:spLocks noChangeArrowheads="1"/>
          </p:cNvSpPr>
          <p:nvPr/>
        </p:nvSpPr>
        <p:spPr bwMode="auto">
          <a:xfrm>
            <a:off x="2099702" y="2291461"/>
            <a:ext cx="330395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El </a:t>
            </a:r>
            <a:r>
              <a:rPr lang="es-ES_tradnl" altLang="es-ES_tradnl" sz="1200" b="1">
                <a:solidFill>
                  <a:srgbClr val="002260"/>
                </a:solidFill>
                <a:latin typeface="Quattrocento Sans" panose="020B0502050000020003" pitchFamily="34" charset="0"/>
              </a:rPr>
              <a:t>renting</a:t>
            </a:r>
            <a:r>
              <a:rPr lang="es-ES_tradnl" altLang="es-ES_tradnl" sz="1200">
                <a:solidFill>
                  <a:srgbClr val="002260"/>
                </a:solidFill>
                <a:latin typeface="Quattrocento Sans" panose="020B0502050000020003" pitchFamily="34" charset="0"/>
              </a:rPr>
              <a:t> de vehículos llega a España en </a:t>
            </a:r>
            <a:r>
              <a:rPr lang="es-ES_tradnl" altLang="es-ES_tradnl" sz="1200" b="1">
                <a:solidFill>
                  <a:srgbClr val="002260"/>
                </a:solidFill>
                <a:latin typeface="Quattrocento Sans" panose="020B0502050000020003" pitchFamily="34" charset="0"/>
              </a:rPr>
              <a:t>1985</a:t>
            </a:r>
            <a:r>
              <a:rPr lang="es-ES_tradnl" altLang="es-ES_tradnl" sz="1200">
                <a:solidFill>
                  <a:srgbClr val="002260"/>
                </a:solidFill>
                <a:latin typeface="Quattrocento Sans" panose="020B0502050000020003" pitchFamily="34" charset="0"/>
              </a:rPr>
              <a:t>, más tarde que en otros países europeos.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En </a:t>
            </a:r>
            <a:r>
              <a:rPr lang="es-ES_tradnl" altLang="es-ES_tradnl" sz="1200" b="1">
                <a:solidFill>
                  <a:srgbClr val="002260"/>
                </a:solidFill>
                <a:latin typeface="Quattrocento Sans" panose="020B0502050000020003" pitchFamily="34" charset="0"/>
              </a:rPr>
              <a:t>1995</a:t>
            </a:r>
            <a:r>
              <a:rPr lang="es-ES_tradnl" altLang="es-ES_tradnl" sz="1200">
                <a:solidFill>
                  <a:srgbClr val="002260"/>
                </a:solidFill>
                <a:latin typeface="Quattrocento Sans" panose="020B0502050000020003" pitchFamily="34" charset="0"/>
              </a:rPr>
              <a:t> se crea la primera </a:t>
            </a:r>
            <a:r>
              <a:rPr lang="es-ES_tradnl" altLang="es-ES_tradnl" sz="1200" b="1">
                <a:solidFill>
                  <a:srgbClr val="002260"/>
                </a:solidFill>
                <a:latin typeface="Quattrocento Sans" panose="020B0502050000020003" pitchFamily="34" charset="0"/>
              </a:rPr>
              <a:t>asociación</a:t>
            </a:r>
            <a:r>
              <a:rPr lang="es-ES_tradnl" altLang="es-ES_tradnl" sz="1200">
                <a:solidFill>
                  <a:srgbClr val="002260"/>
                </a:solidFill>
                <a:latin typeface="Quattrocento Sans" panose="020B0502050000020003" pitchFamily="34" charset="0"/>
              </a:rPr>
              <a:t> española de empresas de renting para fomentar su uso entre público e instituciones.</a:t>
            </a:r>
          </a:p>
        </p:txBody>
      </p:sp>
      <p:sp>
        <p:nvSpPr>
          <p:cNvPr id="20" name="Rectangle 2">
            <a:extLst>
              <a:ext uri="{FF2B5EF4-FFF2-40B4-BE49-F238E27FC236}">
                <a16:creationId xmlns:a16="http://schemas.microsoft.com/office/drawing/2014/main" id="{423231E9-87D3-8108-7DA3-559848339AB5}"/>
              </a:ext>
            </a:extLst>
          </p:cNvPr>
          <p:cNvSpPr>
            <a:spLocks noChangeArrowheads="1"/>
          </p:cNvSpPr>
          <p:nvPr/>
        </p:nvSpPr>
        <p:spPr bwMode="auto">
          <a:xfrm>
            <a:off x="2081504" y="3266822"/>
            <a:ext cx="331292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 </a:t>
            </a:r>
            <a:r>
              <a:rPr lang="es-ES_tradnl" altLang="es-ES_tradnl" sz="1200" b="1">
                <a:solidFill>
                  <a:srgbClr val="002260"/>
                </a:solidFill>
                <a:latin typeface="Quattrocento Sans" panose="020B0502050000020003" pitchFamily="34" charset="0"/>
              </a:rPr>
              <a:t>crisis</a:t>
            </a:r>
            <a:r>
              <a:rPr lang="es-ES_tradnl" altLang="es-ES_tradnl" sz="1200">
                <a:solidFill>
                  <a:srgbClr val="002260"/>
                </a:solidFill>
                <a:latin typeface="Quattrocento Sans" panose="020B0502050000020003" pitchFamily="34" charset="0"/>
              </a:rPr>
              <a:t> financiera actúa como catalizador del </a:t>
            </a:r>
            <a:r>
              <a:rPr lang="es-ES_tradnl" altLang="es-ES_tradnl" sz="1200" b="1">
                <a:solidFill>
                  <a:srgbClr val="002260"/>
                </a:solidFill>
                <a:latin typeface="Quattrocento Sans" panose="020B0502050000020003" pitchFamily="34" charset="0"/>
              </a:rPr>
              <a:t>crecimiento</a:t>
            </a:r>
            <a:r>
              <a:rPr lang="es-ES_tradnl" altLang="es-ES_tradnl" sz="1200">
                <a:solidFill>
                  <a:srgbClr val="002260"/>
                </a:solidFill>
                <a:latin typeface="Quattrocento Sans" panose="020B0502050000020003" pitchFamily="34" charset="0"/>
              </a:rPr>
              <a:t> del renting.</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Los </a:t>
            </a:r>
            <a:r>
              <a:rPr lang="es-ES_tradnl" altLang="es-ES_tradnl" sz="1200" b="1">
                <a:solidFill>
                  <a:srgbClr val="002260"/>
                </a:solidFill>
                <a:latin typeface="Quattrocento Sans" panose="020B0502050000020003" pitchFamily="34" charset="0"/>
              </a:rPr>
              <a:t>bancos</a:t>
            </a:r>
            <a:r>
              <a:rPr lang="es-ES_tradnl" altLang="es-ES_tradnl" sz="1200">
                <a:solidFill>
                  <a:srgbClr val="002260"/>
                </a:solidFill>
                <a:latin typeface="Quattrocento Sans" panose="020B0502050000020003" pitchFamily="34" charset="0"/>
              </a:rPr>
              <a:t> lo adoptan para diversificar ingresos y reducir riesgos, destacando su capacidad de generar </a:t>
            </a:r>
            <a:r>
              <a:rPr lang="es-ES_tradnl" altLang="es-ES_tradnl" sz="1200" b="1">
                <a:solidFill>
                  <a:srgbClr val="002260"/>
                </a:solidFill>
                <a:latin typeface="Quattrocento Sans" panose="020B0502050000020003" pitchFamily="34" charset="0"/>
              </a:rPr>
              <a:t>flujos estables </a:t>
            </a:r>
            <a:r>
              <a:rPr lang="es-ES_tradnl" altLang="es-ES_tradnl" sz="1200">
                <a:solidFill>
                  <a:srgbClr val="002260"/>
                </a:solidFill>
                <a:latin typeface="Quattrocento Sans" panose="020B0502050000020003" pitchFamily="34" charset="0"/>
              </a:rPr>
              <a:t>y ofrecer </a:t>
            </a:r>
            <a:r>
              <a:rPr lang="es-ES_tradnl" altLang="es-ES_tradnl" sz="1200" b="1">
                <a:solidFill>
                  <a:srgbClr val="002260"/>
                </a:solidFill>
                <a:latin typeface="Quattrocento Sans" panose="020B0502050000020003" pitchFamily="34" charset="0"/>
              </a:rPr>
              <a:t>flexibilidad</a:t>
            </a:r>
            <a:r>
              <a:rPr lang="es-ES_tradnl" altLang="es-ES_tradnl" sz="1200">
                <a:solidFill>
                  <a:srgbClr val="002260"/>
                </a:solidFill>
                <a:latin typeface="Quattrocento Sans" panose="020B0502050000020003" pitchFamily="34" charset="0"/>
              </a:rPr>
              <a:t>.</a:t>
            </a:r>
          </a:p>
        </p:txBody>
      </p:sp>
      <p:sp>
        <p:nvSpPr>
          <p:cNvPr id="21" name="Rectangle 3">
            <a:extLst>
              <a:ext uri="{FF2B5EF4-FFF2-40B4-BE49-F238E27FC236}">
                <a16:creationId xmlns:a16="http://schemas.microsoft.com/office/drawing/2014/main" id="{6C17FD80-E035-C719-4759-13DA017A3169}"/>
              </a:ext>
            </a:extLst>
          </p:cNvPr>
          <p:cNvSpPr>
            <a:spLocks noChangeArrowheads="1"/>
          </p:cNvSpPr>
          <p:nvPr/>
        </p:nvSpPr>
        <p:spPr bwMode="auto">
          <a:xfrm rot="10800000" flipV="1">
            <a:off x="2099701" y="4422445"/>
            <a:ext cx="330396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Las entidades bancarias desarrollan productos más sofisticados de </a:t>
            </a:r>
            <a:r>
              <a:rPr lang="es-ES_tradnl" altLang="es-ES_tradnl" sz="1200" b="1">
                <a:solidFill>
                  <a:srgbClr val="002260"/>
                </a:solidFill>
                <a:latin typeface="Quattrocento Sans" panose="020B0502050000020003" pitchFamily="34" charset="0"/>
              </a:rPr>
              <a:t>renting y leasing</a:t>
            </a:r>
            <a:r>
              <a:rPr lang="es-ES_tradnl" altLang="es-ES_tradnl" sz="1200">
                <a:solidFill>
                  <a:srgbClr val="002260"/>
                </a:solidFill>
                <a:latin typeface="Quattrocento Sans" panose="020B0502050000020003"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Sectores como </a:t>
            </a:r>
            <a:r>
              <a:rPr lang="es-ES_tradnl" altLang="es-ES_tradnl" sz="1200" b="1">
                <a:solidFill>
                  <a:srgbClr val="002260"/>
                </a:solidFill>
                <a:latin typeface="Quattrocento Sans" panose="020B0502050000020003" pitchFamily="34" charset="0"/>
              </a:rPr>
              <a:t>tecnología</a:t>
            </a:r>
            <a:r>
              <a:rPr lang="es-ES_tradnl" altLang="es-ES_tradnl" sz="1200">
                <a:solidFill>
                  <a:srgbClr val="002260"/>
                </a:solidFill>
                <a:latin typeface="Quattrocento Sans" panose="020B0502050000020003" pitchFamily="34" charset="0"/>
              </a:rPr>
              <a:t>, </a:t>
            </a:r>
            <a:r>
              <a:rPr lang="es-ES_tradnl" altLang="es-ES_tradnl" sz="1200" b="1">
                <a:solidFill>
                  <a:srgbClr val="002260"/>
                </a:solidFill>
                <a:latin typeface="Quattrocento Sans" panose="020B0502050000020003" pitchFamily="34" charset="0"/>
              </a:rPr>
              <a:t>automoción</a:t>
            </a:r>
            <a:r>
              <a:rPr lang="es-ES_tradnl" altLang="es-ES_tradnl" sz="1200">
                <a:solidFill>
                  <a:srgbClr val="002260"/>
                </a:solidFill>
                <a:latin typeface="Quattrocento Sans" panose="020B0502050000020003" pitchFamily="34" charset="0"/>
              </a:rPr>
              <a:t> y </a:t>
            </a:r>
            <a:r>
              <a:rPr lang="es-ES_tradnl" altLang="es-ES_tradnl" sz="1200" b="1">
                <a:solidFill>
                  <a:srgbClr val="002260"/>
                </a:solidFill>
                <a:latin typeface="Quattrocento Sans" panose="020B0502050000020003" pitchFamily="34" charset="0"/>
              </a:rPr>
              <a:t>energías renovables </a:t>
            </a:r>
            <a:r>
              <a:rPr lang="es-ES_tradnl" altLang="es-ES_tradnl" sz="1200">
                <a:solidFill>
                  <a:srgbClr val="002260"/>
                </a:solidFill>
                <a:latin typeface="Quattrocento Sans" panose="020B0502050000020003" pitchFamily="34" charset="0"/>
              </a:rPr>
              <a:t>lideran la adopción de estas soluciones financieras.</a:t>
            </a:r>
          </a:p>
        </p:txBody>
      </p:sp>
      <p:sp>
        <p:nvSpPr>
          <p:cNvPr id="24" name="Rectangle 23">
            <a:extLst>
              <a:ext uri="{FF2B5EF4-FFF2-40B4-BE49-F238E27FC236}">
                <a16:creationId xmlns:a16="http://schemas.microsoft.com/office/drawing/2014/main" id="{1EF7D66A-69AF-A986-FDB8-FF831B459060}"/>
              </a:ext>
            </a:extLst>
          </p:cNvPr>
          <p:cNvSpPr/>
          <p:nvPr/>
        </p:nvSpPr>
        <p:spPr bwMode="auto">
          <a:xfrm>
            <a:off x="5685207" y="2291461"/>
            <a:ext cx="5817247" cy="3093929"/>
          </a:xfrm>
          <a:prstGeom prst="rect">
            <a:avLst/>
          </a:prstGeom>
          <a:solidFill>
            <a:srgbClr val="FFFFFF"/>
          </a:solidFill>
          <a:ln w="6350" cap="flat" cmpd="sng" algn="ctr">
            <a:solidFill>
              <a:srgbClr val="314C80"/>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graphicFrame>
        <p:nvGraphicFramePr>
          <p:cNvPr id="25" name="Chart 24">
            <a:extLst>
              <a:ext uri="{FF2B5EF4-FFF2-40B4-BE49-F238E27FC236}">
                <a16:creationId xmlns:a16="http://schemas.microsoft.com/office/drawing/2014/main" id="{2489103E-4AE8-07EE-4C4E-6E85969257B7}"/>
              </a:ext>
            </a:extLst>
          </p:cNvPr>
          <p:cNvGraphicFramePr/>
          <p:nvPr>
            <p:extLst>
              <p:ext uri="{D42A27DB-BD31-4B8C-83A1-F6EECF244321}">
                <p14:modId xmlns:p14="http://schemas.microsoft.com/office/powerpoint/2010/main" val="3593702405"/>
              </p:ext>
            </p:extLst>
          </p:nvPr>
        </p:nvGraphicFramePr>
        <p:xfrm>
          <a:off x="5509374" y="2516899"/>
          <a:ext cx="6060141" cy="2985192"/>
        </p:xfrm>
        <a:graphic>
          <a:graphicData uri="http://schemas.openxmlformats.org/drawingml/2006/chart">
            <c:chart xmlns:c="http://schemas.openxmlformats.org/drawingml/2006/chart" xmlns:r="http://schemas.openxmlformats.org/officeDocument/2006/relationships" r:id="rId2"/>
          </a:graphicData>
        </a:graphic>
      </p:graphicFrame>
      <p:sp>
        <p:nvSpPr>
          <p:cNvPr id="26" name="TextBox 25">
            <a:extLst>
              <a:ext uri="{FF2B5EF4-FFF2-40B4-BE49-F238E27FC236}">
                <a16:creationId xmlns:a16="http://schemas.microsoft.com/office/drawing/2014/main" id="{FE578AE7-7F17-F1B0-BC94-2CCF6345BDB1}"/>
              </a:ext>
            </a:extLst>
          </p:cNvPr>
          <p:cNvSpPr txBox="1"/>
          <p:nvPr/>
        </p:nvSpPr>
        <p:spPr>
          <a:xfrm>
            <a:off x="5725472" y="2362707"/>
            <a:ext cx="5736715" cy="461665"/>
          </a:xfrm>
          <a:prstGeom prst="rect">
            <a:avLst/>
          </a:prstGeom>
          <a:noFill/>
        </p:spPr>
        <p:txBody>
          <a:bodyPr wrap="square">
            <a:spAutoFit/>
          </a:bodyPr>
          <a:lstStyle/>
          <a:p>
            <a:pPr algn="ctr"/>
            <a:r>
              <a:rPr lang="es-ES_tradnl" sz="1200" b="1">
                <a:solidFill>
                  <a:schemeClr val="accent1"/>
                </a:solidFill>
                <a:latin typeface="Segoe Print" panose="02000600000000000000" pitchFamily="2" charset="0"/>
              </a:rPr>
              <a:t>Crecimiento del renting en España. Fuente Asociación Española de renting de vehículos</a:t>
            </a:r>
          </a:p>
        </p:txBody>
      </p:sp>
      <p:sp>
        <p:nvSpPr>
          <p:cNvPr id="9" name="Rectangle 8">
            <a:extLst>
              <a:ext uri="{FF2B5EF4-FFF2-40B4-BE49-F238E27FC236}">
                <a16:creationId xmlns:a16="http://schemas.microsoft.com/office/drawing/2014/main" id="{74C95DE4-1A85-8B1C-8471-D4BF9D72A67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0" name="Google Shape;978;p52">
            <a:extLst>
              <a:ext uri="{FF2B5EF4-FFF2-40B4-BE49-F238E27FC236}">
                <a16:creationId xmlns:a16="http://schemas.microsoft.com/office/drawing/2014/main" id="{5CDFC3A8-4DDD-6C05-3DAB-6972A6C6083A}"/>
              </a:ext>
            </a:extLst>
          </p:cNvPr>
          <p:cNvSpPr/>
          <p:nvPr/>
        </p:nvSpPr>
        <p:spPr>
          <a:xfrm>
            <a:off x="515599" y="1053319"/>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El mayor auge del valor residual está íntimamente relacionado con el auge de los productos financieros que dependen del mismo, es decir, el renting, el leasing. A continuación, se recogen las cifras de renting en España, según datos de la DGT y la Asociación Española de renting de vehículos.</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Tree>
    <p:extLst>
      <p:ext uri="{BB962C8B-B14F-4D97-AF65-F5344CB8AC3E}">
        <p14:creationId xmlns:p14="http://schemas.microsoft.com/office/powerpoint/2010/main" val="1088214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7">
            <a:extLst>
              <a:ext uri="{FF2B5EF4-FFF2-40B4-BE49-F238E27FC236}">
                <a16:creationId xmlns:a16="http://schemas.microsoft.com/office/drawing/2014/main" id="{E913B5BC-6051-10A3-5B71-93DB1F2FD1B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rPr>
              <a:t>Análisis del mercado de renting y leasing</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870CA38C-F326-82F0-0CB4-A462EB266242}"/>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CC33044D-903B-6597-137E-9D01A00442D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5" name="Google Shape;978;p52">
            <a:extLst>
              <a:ext uri="{FF2B5EF4-FFF2-40B4-BE49-F238E27FC236}">
                <a16:creationId xmlns:a16="http://schemas.microsoft.com/office/drawing/2014/main" id="{A636516C-4885-61A3-CF92-3875DA78A747}"/>
              </a:ext>
            </a:extLst>
          </p:cNvPr>
          <p:cNvSpPr/>
          <p:nvPr/>
        </p:nvSpPr>
        <p:spPr>
          <a:xfrm>
            <a:off x="-811177" y="962515"/>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Impulso del Leasing y Renting Bancario: Digitalización, Regulación y Futuro Sostenible</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grpSp>
        <p:nvGrpSpPr>
          <p:cNvPr id="18" name="Group 17">
            <a:extLst>
              <a:ext uri="{FF2B5EF4-FFF2-40B4-BE49-F238E27FC236}">
                <a16:creationId xmlns:a16="http://schemas.microsoft.com/office/drawing/2014/main" id="{ABD69403-CD01-F6CE-5965-14D7F5CF5850}"/>
              </a:ext>
            </a:extLst>
          </p:cNvPr>
          <p:cNvGrpSpPr/>
          <p:nvPr/>
        </p:nvGrpSpPr>
        <p:grpSpPr>
          <a:xfrm>
            <a:off x="670212" y="1593282"/>
            <a:ext cx="5182323" cy="1012927"/>
            <a:chOff x="676150" y="1593282"/>
            <a:chExt cx="5182323" cy="1012927"/>
          </a:xfrm>
        </p:grpSpPr>
        <p:sp>
          <p:nvSpPr>
            <p:cNvPr id="7" name="TextBox 6">
              <a:extLst>
                <a:ext uri="{FF2B5EF4-FFF2-40B4-BE49-F238E27FC236}">
                  <a16:creationId xmlns:a16="http://schemas.microsoft.com/office/drawing/2014/main" id="{2534A84B-32C9-B87F-E159-723C9CA77C70}"/>
                </a:ext>
              </a:extLst>
            </p:cNvPr>
            <p:cNvSpPr txBox="1"/>
            <p:nvPr/>
          </p:nvSpPr>
          <p:spPr>
            <a:xfrm>
              <a:off x="694120" y="1775212"/>
              <a:ext cx="5164353" cy="830997"/>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algn="just"/>
              <a:r>
                <a:rPr lang="es-ES_tradnl" sz="1200">
                  <a:solidFill>
                    <a:srgbClr val="002260"/>
                  </a:solidFill>
                  <a:latin typeface="Quattrocento Sans" panose="020B0502050000020003" pitchFamily="34" charset="0"/>
                </a:rPr>
                <a:t>La digitalización ha facilitado la contratación y gestión de leasing y renting mediante plataformas tecnológicas, inteligencia artificial y análisis de datos, mejorando la evaluación de riesgos y reduciendo tiempos de respuesta.</a:t>
              </a:r>
              <a:endParaRPr lang="es-ES" sz="1200">
                <a:solidFill>
                  <a:srgbClr val="002260"/>
                </a:solidFill>
                <a:latin typeface="Quattrocento Sans" panose="020B0502050000020003" pitchFamily="34" charset="0"/>
              </a:endParaRPr>
            </a:p>
          </p:txBody>
        </p:sp>
        <p:sp>
          <p:nvSpPr>
            <p:cNvPr id="8" name="TextBox 7">
              <a:extLst>
                <a:ext uri="{FF2B5EF4-FFF2-40B4-BE49-F238E27FC236}">
                  <a16:creationId xmlns:a16="http://schemas.microsoft.com/office/drawing/2014/main" id="{9BE53E7B-923B-FAD9-3C4D-04F33F77A305}"/>
                </a:ext>
              </a:extLst>
            </p:cNvPr>
            <p:cNvSpPr txBox="1"/>
            <p:nvPr/>
          </p:nvSpPr>
          <p:spPr>
            <a:xfrm>
              <a:off x="676150" y="1593282"/>
              <a:ext cx="5182323" cy="276999"/>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Transformación digital y eficiencia operativa</a:t>
              </a:r>
            </a:p>
          </p:txBody>
        </p:sp>
      </p:grpSp>
      <p:grpSp>
        <p:nvGrpSpPr>
          <p:cNvPr id="16" name="Group 15">
            <a:extLst>
              <a:ext uri="{FF2B5EF4-FFF2-40B4-BE49-F238E27FC236}">
                <a16:creationId xmlns:a16="http://schemas.microsoft.com/office/drawing/2014/main" id="{B6EE34D8-24B8-E84D-B7E4-478E2E990806}"/>
              </a:ext>
            </a:extLst>
          </p:cNvPr>
          <p:cNvGrpSpPr/>
          <p:nvPr/>
        </p:nvGrpSpPr>
        <p:grpSpPr>
          <a:xfrm>
            <a:off x="663270" y="3284905"/>
            <a:ext cx="5196207" cy="1107996"/>
            <a:chOff x="676149" y="3128689"/>
            <a:chExt cx="5196207" cy="1107996"/>
          </a:xfrm>
        </p:grpSpPr>
        <p:sp>
          <p:nvSpPr>
            <p:cNvPr id="9" name="TextBox 8">
              <a:extLst>
                <a:ext uri="{FF2B5EF4-FFF2-40B4-BE49-F238E27FC236}">
                  <a16:creationId xmlns:a16="http://schemas.microsoft.com/office/drawing/2014/main" id="{2817E2AF-2242-5C56-A192-7FC34A60A073}"/>
                </a:ext>
              </a:extLst>
            </p:cNvPr>
            <p:cNvSpPr txBox="1"/>
            <p:nvPr/>
          </p:nvSpPr>
          <p:spPr>
            <a:xfrm>
              <a:off x="676149" y="3405688"/>
              <a:ext cx="5196207" cy="830997"/>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algn="just"/>
              <a:r>
                <a:rPr lang="es-ES_tradnl" sz="1200">
                  <a:solidFill>
                    <a:srgbClr val="002260"/>
                  </a:solidFill>
                  <a:latin typeface="Quattrocento Sans" panose="020B0502050000020003" pitchFamily="34" charset="0"/>
                </a:rPr>
                <a:t>Normativas como Basilea III y IV han impulsado la transparencia y flexibilidad de estos productos. Además, los beneficios fiscales y contables han favorecido su adopción, convirtiendo a los bancos en socios estratégicos más allá del financiamiento tradicional.</a:t>
              </a:r>
              <a:endParaRPr lang="es-ES" sz="1200">
                <a:solidFill>
                  <a:srgbClr val="002260"/>
                </a:solidFill>
                <a:latin typeface="Quattrocento Sans" panose="020B0502050000020003" pitchFamily="34" charset="0"/>
              </a:endParaRPr>
            </a:p>
          </p:txBody>
        </p:sp>
        <p:sp>
          <p:nvSpPr>
            <p:cNvPr id="10" name="TextBox 9">
              <a:extLst>
                <a:ext uri="{FF2B5EF4-FFF2-40B4-BE49-F238E27FC236}">
                  <a16:creationId xmlns:a16="http://schemas.microsoft.com/office/drawing/2014/main" id="{86AC6227-8582-810F-7B0D-6B15D047AA4C}"/>
                </a:ext>
              </a:extLst>
            </p:cNvPr>
            <p:cNvSpPr txBox="1"/>
            <p:nvPr/>
          </p:nvSpPr>
          <p:spPr>
            <a:xfrm>
              <a:off x="694120" y="3128689"/>
              <a:ext cx="5177400" cy="276999"/>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Evolución regulatoria y beneficios fiscales</a:t>
              </a:r>
            </a:p>
          </p:txBody>
        </p:sp>
      </p:grpSp>
      <p:grpSp>
        <p:nvGrpSpPr>
          <p:cNvPr id="13" name="Group 12">
            <a:extLst>
              <a:ext uri="{FF2B5EF4-FFF2-40B4-BE49-F238E27FC236}">
                <a16:creationId xmlns:a16="http://schemas.microsoft.com/office/drawing/2014/main" id="{C5729BEA-1A87-D46D-BD2F-4942A387AE19}"/>
              </a:ext>
            </a:extLst>
          </p:cNvPr>
          <p:cNvGrpSpPr/>
          <p:nvPr/>
        </p:nvGrpSpPr>
        <p:grpSpPr>
          <a:xfrm>
            <a:off x="663270" y="5071597"/>
            <a:ext cx="5196207" cy="1154163"/>
            <a:chOff x="650390" y="5071597"/>
            <a:chExt cx="5196207" cy="1154163"/>
          </a:xfrm>
        </p:grpSpPr>
        <p:sp>
          <p:nvSpPr>
            <p:cNvPr id="11" name="TextBox 10">
              <a:extLst>
                <a:ext uri="{FF2B5EF4-FFF2-40B4-BE49-F238E27FC236}">
                  <a16:creationId xmlns:a16="http://schemas.microsoft.com/office/drawing/2014/main" id="{688DAD38-DFAA-32DF-35D7-0E29717F4141}"/>
                </a:ext>
              </a:extLst>
            </p:cNvPr>
            <p:cNvSpPr txBox="1"/>
            <p:nvPr/>
          </p:nvSpPr>
          <p:spPr>
            <a:xfrm>
              <a:off x="650390" y="5210097"/>
              <a:ext cx="5196207" cy="1015663"/>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algn="just"/>
              <a:r>
                <a:rPr lang="es-ES_tradnl" sz="1200">
                  <a:solidFill>
                    <a:srgbClr val="002260"/>
                  </a:solidFill>
                  <a:latin typeface="Quattrocento Sans" panose="020B0502050000020003" pitchFamily="34" charset="0"/>
                </a:rPr>
                <a:t>Se anticipa un crecimiento sostenido del leasing y renting, especialmente en medianas empresas. La integración de criterios ESG y la innovación tecnológica serán clave para ofrecer soluciones más sostenibles y adaptadas a las nuevas demandas del mercado.</a:t>
              </a:r>
              <a:endParaRPr lang="es-ES" sz="1200">
                <a:solidFill>
                  <a:srgbClr val="002260"/>
                </a:solidFill>
                <a:latin typeface="Quattrocento Sans" panose="020B0502050000020003" pitchFamily="34" charset="0"/>
              </a:endParaRPr>
            </a:p>
          </p:txBody>
        </p:sp>
        <p:sp>
          <p:nvSpPr>
            <p:cNvPr id="12" name="TextBox 11">
              <a:extLst>
                <a:ext uri="{FF2B5EF4-FFF2-40B4-BE49-F238E27FC236}">
                  <a16:creationId xmlns:a16="http://schemas.microsoft.com/office/drawing/2014/main" id="{6904EE29-C7EC-C0C3-3A59-197E48671F80}"/>
                </a:ext>
              </a:extLst>
            </p:cNvPr>
            <p:cNvSpPr txBox="1"/>
            <p:nvPr/>
          </p:nvSpPr>
          <p:spPr>
            <a:xfrm>
              <a:off x="650390" y="5071597"/>
              <a:ext cx="5196207" cy="276999"/>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Perspectivas de crecimiento y sostenibilidad</a:t>
              </a:r>
            </a:p>
          </p:txBody>
        </p:sp>
      </p:grpSp>
      <p:sp>
        <p:nvSpPr>
          <p:cNvPr id="19" name="TextBox 18">
            <a:extLst>
              <a:ext uri="{FF2B5EF4-FFF2-40B4-BE49-F238E27FC236}">
                <a16:creationId xmlns:a16="http://schemas.microsoft.com/office/drawing/2014/main" id="{17AD020C-4B8F-228E-6FE4-67AD62B1A8CE}"/>
              </a:ext>
            </a:extLst>
          </p:cNvPr>
          <p:cNvSpPr txBox="1"/>
          <p:nvPr/>
        </p:nvSpPr>
        <p:spPr>
          <a:xfrm>
            <a:off x="6814637" y="3606709"/>
            <a:ext cx="4781587" cy="830997"/>
          </a:xfrm>
          <a:prstGeom prst="rect">
            <a:avLst/>
          </a:prstGeom>
          <a:noFill/>
        </p:spPr>
        <p:txBody>
          <a:bodyPr wrap="square">
            <a:spAutoFit/>
          </a:bodyPr>
          <a:lstStyle/>
          <a:p>
            <a:pPr algn="just"/>
            <a:r>
              <a:rPr lang="es-ES" sz="1200">
                <a:solidFill>
                  <a:srgbClr val="002260"/>
                </a:solidFill>
                <a:latin typeface="Quattrocento Sans" panose="020B0502050000020003" pitchFamily="34" charset="0"/>
              </a:rPr>
              <a:t>Aunque el uso de vehículos eléctricos todavía no este muy popularizado entre la sociedad española, si se puede observar una tendencia de crecimiento en el uso, y por tanto renting de estos vehículos como se muestra a continuación.</a:t>
            </a:r>
            <a:endParaRPr lang="es-ES_tradnl" sz="1200">
              <a:solidFill>
                <a:srgbClr val="002260"/>
              </a:solidFill>
              <a:latin typeface="Quattrocento Sans" panose="020B0502050000020003" pitchFamily="34" charset="0"/>
            </a:endParaRPr>
          </a:p>
        </p:txBody>
      </p:sp>
      <p:sp>
        <p:nvSpPr>
          <p:cNvPr id="22" name="Rectangle 21">
            <a:extLst>
              <a:ext uri="{FF2B5EF4-FFF2-40B4-BE49-F238E27FC236}">
                <a16:creationId xmlns:a16="http://schemas.microsoft.com/office/drawing/2014/main" id="{9DB4DBCF-75E7-8DB0-CFC6-0CE08779008D}"/>
              </a:ext>
            </a:extLst>
          </p:cNvPr>
          <p:cNvSpPr/>
          <p:nvPr/>
        </p:nvSpPr>
        <p:spPr bwMode="auto">
          <a:xfrm>
            <a:off x="6881977" y="1592758"/>
            <a:ext cx="4714247" cy="1954090"/>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graphicFrame>
        <p:nvGraphicFramePr>
          <p:cNvPr id="23" name="Chart 22">
            <a:extLst>
              <a:ext uri="{FF2B5EF4-FFF2-40B4-BE49-F238E27FC236}">
                <a16:creationId xmlns:a16="http://schemas.microsoft.com/office/drawing/2014/main" id="{E2D1F3E9-9408-6BEB-5477-54D3754E0B1B}"/>
              </a:ext>
            </a:extLst>
          </p:cNvPr>
          <p:cNvGraphicFramePr/>
          <p:nvPr>
            <p:extLst>
              <p:ext uri="{D42A27DB-BD31-4B8C-83A1-F6EECF244321}">
                <p14:modId xmlns:p14="http://schemas.microsoft.com/office/powerpoint/2010/main" val="2465390438"/>
              </p:ext>
            </p:extLst>
          </p:nvPr>
        </p:nvGraphicFramePr>
        <p:xfrm>
          <a:off x="7255379" y="1758786"/>
          <a:ext cx="3967442" cy="1787910"/>
        </p:xfrm>
        <a:graphic>
          <a:graphicData uri="http://schemas.openxmlformats.org/drawingml/2006/chart">
            <c:chart xmlns:c="http://schemas.openxmlformats.org/drawingml/2006/chart" xmlns:r="http://schemas.openxmlformats.org/officeDocument/2006/relationships" r:id="rId2"/>
          </a:graphicData>
        </a:graphic>
      </p:graphicFrame>
      <p:sp>
        <p:nvSpPr>
          <p:cNvPr id="24" name="TextBox 23">
            <a:extLst>
              <a:ext uri="{FF2B5EF4-FFF2-40B4-BE49-F238E27FC236}">
                <a16:creationId xmlns:a16="http://schemas.microsoft.com/office/drawing/2014/main" id="{7353A8AD-1D1A-5BC1-E1B0-62874909C30B}"/>
              </a:ext>
            </a:extLst>
          </p:cNvPr>
          <p:cNvSpPr txBox="1"/>
          <p:nvPr/>
        </p:nvSpPr>
        <p:spPr>
          <a:xfrm>
            <a:off x="6952783" y="1592758"/>
            <a:ext cx="4572634" cy="230832"/>
          </a:xfrm>
          <a:prstGeom prst="rect">
            <a:avLst/>
          </a:prstGeom>
          <a:noFill/>
        </p:spPr>
        <p:txBody>
          <a:bodyPr wrap="square">
            <a:spAutoFit/>
          </a:bodyPr>
          <a:lstStyle/>
          <a:p>
            <a:pPr algn="ctr">
              <a:spcAft>
                <a:spcPts val="1000"/>
              </a:spcAft>
            </a:pPr>
            <a:r>
              <a:rPr lang="es-ES" sz="900" b="1" err="1">
                <a:solidFill>
                  <a:schemeClr val="accent1"/>
                </a:solidFill>
                <a:latin typeface="Segoe Print" panose="02000600000000000000" pitchFamily="2" charset="0"/>
              </a:rPr>
              <a:t>Nº</a:t>
            </a:r>
            <a:r>
              <a:rPr lang="es-ES" sz="900" b="1">
                <a:solidFill>
                  <a:schemeClr val="accent1"/>
                </a:solidFill>
                <a:latin typeface="Segoe Print" panose="02000600000000000000" pitchFamily="2" charset="0"/>
              </a:rPr>
              <a:t> Vehículos en renting por tipo de carburante. Fuente AER y datos DGT</a:t>
            </a:r>
            <a:endParaRPr lang="es-ES_tradnl" sz="900" b="1">
              <a:solidFill>
                <a:schemeClr val="accent1"/>
              </a:solidFill>
              <a:latin typeface="Segoe Print" panose="02000600000000000000" pitchFamily="2" charset="0"/>
            </a:endParaRPr>
          </a:p>
        </p:txBody>
      </p:sp>
      <p:sp>
        <p:nvSpPr>
          <p:cNvPr id="25" name="Rectangle 24">
            <a:extLst>
              <a:ext uri="{FF2B5EF4-FFF2-40B4-BE49-F238E27FC236}">
                <a16:creationId xmlns:a16="http://schemas.microsoft.com/office/drawing/2014/main" id="{54A95005-1F90-B072-4C08-1C5F47DD9089}"/>
              </a:ext>
            </a:extLst>
          </p:cNvPr>
          <p:cNvSpPr/>
          <p:nvPr/>
        </p:nvSpPr>
        <p:spPr bwMode="auto">
          <a:xfrm>
            <a:off x="6881977" y="4485513"/>
            <a:ext cx="4714247" cy="1953938"/>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6" name="TextBox 25">
            <a:extLst>
              <a:ext uri="{FF2B5EF4-FFF2-40B4-BE49-F238E27FC236}">
                <a16:creationId xmlns:a16="http://schemas.microsoft.com/office/drawing/2014/main" id="{331F2D20-042C-ACE5-9DB2-5DC0799C06D4}"/>
              </a:ext>
            </a:extLst>
          </p:cNvPr>
          <p:cNvSpPr txBox="1"/>
          <p:nvPr/>
        </p:nvSpPr>
        <p:spPr>
          <a:xfrm>
            <a:off x="7670085" y="4507413"/>
            <a:ext cx="6508376" cy="230832"/>
          </a:xfrm>
          <a:prstGeom prst="rect">
            <a:avLst/>
          </a:prstGeom>
          <a:noFill/>
        </p:spPr>
        <p:txBody>
          <a:bodyPr wrap="square">
            <a:spAutoFit/>
          </a:bodyPr>
          <a:lstStyle/>
          <a:p>
            <a:r>
              <a:rPr lang="es-ES_tradnl" sz="900" b="1">
                <a:solidFill>
                  <a:schemeClr val="accent1"/>
                </a:solidFill>
                <a:latin typeface="Segoe Print" panose="02000600000000000000" pitchFamily="2" charset="0"/>
              </a:rPr>
              <a:t>Crecimiento de la compra de vehículos eléctricos</a:t>
            </a:r>
          </a:p>
        </p:txBody>
      </p:sp>
      <p:graphicFrame>
        <p:nvGraphicFramePr>
          <p:cNvPr id="27" name="Chart 26">
            <a:extLst>
              <a:ext uri="{FF2B5EF4-FFF2-40B4-BE49-F238E27FC236}">
                <a16:creationId xmlns:a16="http://schemas.microsoft.com/office/drawing/2014/main" id="{137CD181-608B-D2A2-A044-C825B4736761}"/>
              </a:ext>
            </a:extLst>
          </p:cNvPr>
          <p:cNvGraphicFramePr/>
          <p:nvPr>
            <p:extLst>
              <p:ext uri="{D42A27DB-BD31-4B8C-83A1-F6EECF244321}">
                <p14:modId xmlns:p14="http://schemas.microsoft.com/office/powerpoint/2010/main" val="1391384828"/>
              </p:ext>
            </p:extLst>
          </p:nvPr>
        </p:nvGraphicFramePr>
        <p:xfrm>
          <a:off x="7234222" y="4626193"/>
          <a:ext cx="3967442" cy="1871466"/>
        </p:xfrm>
        <a:graphic>
          <a:graphicData uri="http://schemas.openxmlformats.org/drawingml/2006/chart">
            <c:chart xmlns:c="http://schemas.openxmlformats.org/drawingml/2006/chart" xmlns:r="http://schemas.openxmlformats.org/officeDocument/2006/relationships" r:id="rId3"/>
          </a:graphicData>
        </a:graphic>
      </p:graphicFrame>
      <p:sp>
        <p:nvSpPr>
          <p:cNvPr id="20" name="Rectangle 19">
            <a:extLst>
              <a:ext uri="{FF2B5EF4-FFF2-40B4-BE49-F238E27FC236}">
                <a16:creationId xmlns:a16="http://schemas.microsoft.com/office/drawing/2014/main" id="{9177615E-0576-BAEB-3E8C-27BD33E82DA1}"/>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Tree>
    <p:extLst>
      <p:ext uri="{BB962C8B-B14F-4D97-AF65-F5344CB8AC3E}">
        <p14:creationId xmlns:p14="http://schemas.microsoft.com/office/powerpoint/2010/main" val="940909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7">
            <a:extLst>
              <a:ext uri="{FF2B5EF4-FFF2-40B4-BE49-F238E27FC236}">
                <a16:creationId xmlns:a16="http://schemas.microsoft.com/office/drawing/2014/main" id="{C09AF128-B1C7-A069-C17D-0BC7880569EE}"/>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Leasing en Europa</a:t>
            </a:r>
          </a:p>
        </p:txBody>
      </p:sp>
      <p:sp>
        <p:nvSpPr>
          <p:cNvPr id="4" name="Rectangle 3">
            <a:extLst>
              <a:ext uri="{FF2B5EF4-FFF2-40B4-BE49-F238E27FC236}">
                <a16:creationId xmlns:a16="http://schemas.microsoft.com/office/drawing/2014/main" id="{07306DAE-214C-679E-534F-5D4C276849CE}"/>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5" name="Straight Connector 4">
            <a:extLst>
              <a:ext uri="{FF2B5EF4-FFF2-40B4-BE49-F238E27FC236}">
                <a16:creationId xmlns:a16="http://schemas.microsoft.com/office/drawing/2014/main" id="{7B21C956-EC87-75C3-8A88-5B24632FB181}"/>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0" name="Google Shape;3417;p427">
            <a:extLst>
              <a:ext uri="{FF2B5EF4-FFF2-40B4-BE49-F238E27FC236}">
                <a16:creationId xmlns:a16="http://schemas.microsoft.com/office/drawing/2014/main" id="{A359D692-D788-36EB-FB68-1D3ECBE815F4}"/>
              </a:ext>
            </a:extLst>
          </p:cNvPr>
          <p:cNvSpPr/>
          <p:nvPr/>
        </p:nvSpPr>
        <p:spPr>
          <a:xfrm>
            <a:off x="3163802" y="1905748"/>
            <a:ext cx="8077939" cy="416135"/>
          </a:xfrm>
          <a:prstGeom prst="rect">
            <a:avLst/>
          </a:prstGeom>
          <a:solidFill>
            <a:schemeClr val="bg1">
              <a:lumMod val="95000"/>
            </a:schemeClr>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El sector del leasing ha experimentado un crecimiento constante en la última década, impulsado por la necesidad de financiación flexible.</a:t>
            </a:r>
          </a:p>
        </p:txBody>
      </p:sp>
      <p:sp>
        <p:nvSpPr>
          <p:cNvPr id="11" name="Google Shape;3418;p427">
            <a:extLst>
              <a:ext uri="{FF2B5EF4-FFF2-40B4-BE49-F238E27FC236}">
                <a16:creationId xmlns:a16="http://schemas.microsoft.com/office/drawing/2014/main" id="{A7322450-DE75-1B87-BE1F-BFFD655B69EA}"/>
              </a:ext>
            </a:extLst>
          </p:cNvPr>
          <p:cNvSpPr/>
          <p:nvPr/>
        </p:nvSpPr>
        <p:spPr>
          <a:xfrm>
            <a:off x="1080961" y="1905748"/>
            <a:ext cx="1993948" cy="422427"/>
          </a:xfrm>
          <a:prstGeom prst="rect">
            <a:avLst/>
          </a:prstGeom>
          <a:solidFill>
            <a:srgbClr val="021F4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Crecimiento sostenido</a:t>
            </a:r>
            <a:endParaRPr lang="es-ES" sz="1200" b="1" kern="0" noProof="1">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12" name="Google Shape;3417;p427">
            <a:extLst>
              <a:ext uri="{FF2B5EF4-FFF2-40B4-BE49-F238E27FC236}">
                <a16:creationId xmlns:a16="http://schemas.microsoft.com/office/drawing/2014/main" id="{E2695CDA-DAE8-99C7-09F5-EBC21708C5A8}"/>
              </a:ext>
            </a:extLst>
          </p:cNvPr>
          <p:cNvSpPr/>
          <p:nvPr/>
        </p:nvSpPr>
        <p:spPr>
          <a:xfrm>
            <a:off x="3163802" y="2440842"/>
            <a:ext cx="8077939" cy="504000"/>
          </a:xfrm>
          <a:prstGeom prst="rect">
            <a:avLst/>
          </a:prstGeom>
          <a:solidFill>
            <a:schemeClr val="bg1">
              <a:lumMod val="95000"/>
            </a:schemeClr>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El leasing ha facilitado el acceso a vehículos, tanto para empresas como particulares, favoreciendo el modelo de uso frente a la propiedad.</a:t>
            </a:r>
          </a:p>
        </p:txBody>
      </p:sp>
      <p:sp>
        <p:nvSpPr>
          <p:cNvPr id="13" name="Google Shape;3418;p427">
            <a:extLst>
              <a:ext uri="{FF2B5EF4-FFF2-40B4-BE49-F238E27FC236}">
                <a16:creationId xmlns:a16="http://schemas.microsoft.com/office/drawing/2014/main" id="{58FE647B-27C7-6F15-C52E-9B406BEB8A23}"/>
              </a:ext>
            </a:extLst>
          </p:cNvPr>
          <p:cNvSpPr/>
          <p:nvPr/>
        </p:nvSpPr>
        <p:spPr>
          <a:xfrm>
            <a:off x="1080961" y="2443023"/>
            <a:ext cx="1993948" cy="504000"/>
          </a:xfrm>
          <a:prstGeom prst="rect">
            <a:avLst/>
          </a:prstGeom>
          <a:solidFill>
            <a:srgbClr val="34455A"/>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Movilidad empresarial y vehículos</a:t>
            </a:r>
            <a:endParaRPr lang="es-ES" sz="1200" b="1" kern="0" noProof="1">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15" name="Google Shape;3418;p427">
            <a:extLst>
              <a:ext uri="{FF2B5EF4-FFF2-40B4-BE49-F238E27FC236}">
                <a16:creationId xmlns:a16="http://schemas.microsoft.com/office/drawing/2014/main" id="{448D2CE0-E6AF-17AA-A810-90A98130E37B}"/>
              </a:ext>
            </a:extLst>
          </p:cNvPr>
          <p:cNvSpPr/>
          <p:nvPr/>
        </p:nvSpPr>
        <p:spPr>
          <a:xfrm>
            <a:off x="1080961" y="3078940"/>
            <a:ext cx="1993948" cy="504000"/>
          </a:xfrm>
          <a:prstGeom prst="rect">
            <a:avLst/>
          </a:prstGeom>
          <a:solidFill>
            <a:srgbClr val="627C9C"/>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Digitalización y automatización</a:t>
            </a:r>
            <a:endParaRPr lang="es-ES" sz="1200" b="1" kern="0" noProof="1">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16" name="Google Shape;3417;p427">
            <a:extLst>
              <a:ext uri="{FF2B5EF4-FFF2-40B4-BE49-F238E27FC236}">
                <a16:creationId xmlns:a16="http://schemas.microsoft.com/office/drawing/2014/main" id="{6561249E-057A-17D9-7279-193585A3FAAB}"/>
              </a:ext>
            </a:extLst>
          </p:cNvPr>
          <p:cNvSpPr/>
          <p:nvPr/>
        </p:nvSpPr>
        <p:spPr>
          <a:xfrm>
            <a:off x="3163802" y="3705367"/>
            <a:ext cx="8077939" cy="504000"/>
          </a:xfrm>
          <a:prstGeom prst="rect">
            <a:avLst/>
          </a:prstGeom>
          <a:solidFill>
            <a:schemeClr val="bg1">
              <a:lumMod val="95000"/>
            </a:schemeClr>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El leasing ha impulsado la adopción de vehículos eléctricos (VE) mediante incentivos y modelos financieros adaptados.</a:t>
            </a:r>
          </a:p>
        </p:txBody>
      </p:sp>
      <p:sp>
        <p:nvSpPr>
          <p:cNvPr id="17" name="Google Shape;3418;p427">
            <a:extLst>
              <a:ext uri="{FF2B5EF4-FFF2-40B4-BE49-F238E27FC236}">
                <a16:creationId xmlns:a16="http://schemas.microsoft.com/office/drawing/2014/main" id="{59DD738D-2C9C-A410-F24E-215946C284B0}"/>
              </a:ext>
            </a:extLst>
          </p:cNvPr>
          <p:cNvSpPr/>
          <p:nvPr/>
        </p:nvSpPr>
        <p:spPr>
          <a:xfrm>
            <a:off x="1080961" y="3705232"/>
            <a:ext cx="1993948" cy="504000"/>
          </a:xfrm>
          <a:prstGeom prst="rect">
            <a:avLst/>
          </a:prstGeom>
          <a:solidFill>
            <a:srgbClr val="E0CFA0"/>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Movilidad sostenible</a:t>
            </a:r>
            <a:endParaRPr lang="es-ES" sz="1200" b="1" kern="0" noProof="1">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18" name="Google Shape;3417;p427">
            <a:extLst>
              <a:ext uri="{FF2B5EF4-FFF2-40B4-BE49-F238E27FC236}">
                <a16:creationId xmlns:a16="http://schemas.microsoft.com/office/drawing/2014/main" id="{53F37FC6-76D4-411B-52BA-7DACAB053E6B}"/>
              </a:ext>
            </a:extLst>
          </p:cNvPr>
          <p:cNvSpPr/>
          <p:nvPr/>
        </p:nvSpPr>
        <p:spPr>
          <a:xfrm>
            <a:off x="3163803" y="4348289"/>
            <a:ext cx="8077938" cy="828000"/>
          </a:xfrm>
          <a:prstGeom prst="rect">
            <a:avLst/>
          </a:prstGeom>
          <a:solidFill>
            <a:schemeClr val="bg1">
              <a:lumMod val="95000"/>
            </a:schemeClr>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Las empresas pueden acceder a nuevas tecnologías sin comprometerse a compras a largo plazo, mejorando la eficiencia y reduciendo emisiones.</a:t>
            </a:r>
          </a:p>
        </p:txBody>
      </p:sp>
      <p:sp>
        <p:nvSpPr>
          <p:cNvPr id="19" name="Google Shape;3418;p427">
            <a:extLst>
              <a:ext uri="{FF2B5EF4-FFF2-40B4-BE49-F238E27FC236}">
                <a16:creationId xmlns:a16="http://schemas.microsoft.com/office/drawing/2014/main" id="{7BCFCBCD-57A8-148D-84C3-C0CAE3029199}"/>
              </a:ext>
            </a:extLst>
          </p:cNvPr>
          <p:cNvSpPr/>
          <p:nvPr/>
        </p:nvSpPr>
        <p:spPr>
          <a:xfrm>
            <a:off x="1080961" y="4348032"/>
            <a:ext cx="1993948" cy="828000"/>
          </a:xfrm>
          <a:prstGeom prst="rect">
            <a:avLst/>
          </a:prstGeom>
          <a:solidFill>
            <a:srgbClr val="D5BF8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Flexibilidad y renovación de flotas</a:t>
            </a:r>
            <a:endParaRPr lang="es-ES" sz="1200" b="1" kern="0" noProof="1">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20" name="Google Shape;3417;p427">
            <a:extLst>
              <a:ext uri="{FF2B5EF4-FFF2-40B4-BE49-F238E27FC236}">
                <a16:creationId xmlns:a16="http://schemas.microsoft.com/office/drawing/2014/main" id="{5EC41C84-000C-7EDD-B425-6AC14FAD9249}"/>
              </a:ext>
            </a:extLst>
          </p:cNvPr>
          <p:cNvSpPr/>
          <p:nvPr/>
        </p:nvSpPr>
        <p:spPr>
          <a:xfrm>
            <a:off x="3163803" y="5322458"/>
            <a:ext cx="8077938" cy="504000"/>
          </a:xfrm>
          <a:prstGeom prst="rect">
            <a:avLst/>
          </a:prstGeom>
          <a:solidFill>
            <a:schemeClr val="bg1">
              <a:lumMod val="95000"/>
            </a:schemeClr>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El leasing se ha consolidado como una opción clave para optimizar costes y gestionar flotas de manera más eficiente.</a:t>
            </a:r>
          </a:p>
        </p:txBody>
      </p:sp>
      <p:sp>
        <p:nvSpPr>
          <p:cNvPr id="21" name="Google Shape;3418;p427">
            <a:extLst>
              <a:ext uri="{FF2B5EF4-FFF2-40B4-BE49-F238E27FC236}">
                <a16:creationId xmlns:a16="http://schemas.microsoft.com/office/drawing/2014/main" id="{6F19B3B1-9FC6-0682-F7BC-DCD004791C14}"/>
              </a:ext>
            </a:extLst>
          </p:cNvPr>
          <p:cNvSpPr/>
          <p:nvPr/>
        </p:nvSpPr>
        <p:spPr>
          <a:xfrm>
            <a:off x="1080962" y="5322459"/>
            <a:ext cx="1993948" cy="504000"/>
          </a:xfrm>
          <a:prstGeom prst="rect">
            <a:avLst/>
          </a:prstGeom>
          <a:solidFill>
            <a:srgbClr val="C7A85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Apoyo a la movilidad empresarial</a:t>
            </a:r>
            <a:endParaRPr lang="es-ES" sz="1200" b="1" kern="0" noProof="1">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24" name="Google Shape;3417;p427">
            <a:extLst>
              <a:ext uri="{FF2B5EF4-FFF2-40B4-BE49-F238E27FC236}">
                <a16:creationId xmlns:a16="http://schemas.microsoft.com/office/drawing/2014/main" id="{8F0CBD9F-63A4-07E0-CCC7-80619D9D5A8F}"/>
              </a:ext>
            </a:extLst>
          </p:cNvPr>
          <p:cNvSpPr/>
          <p:nvPr/>
        </p:nvSpPr>
        <p:spPr>
          <a:xfrm>
            <a:off x="3163802" y="3103448"/>
            <a:ext cx="8077939" cy="504000"/>
          </a:xfrm>
          <a:prstGeom prst="rect">
            <a:avLst/>
          </a:prstGeom>
          <a:solidFill>
            <a:schemeClr val="bg1">
              <a:lumMod val="95000"/>
            </a:schemeClr>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La industria ha adoptado tecnologías para optimizar la gestión de contratos y mejorar la experiencia del cliente.</a:t>
            </a:r>
          </a:p>
        </p:txBody>
      </p:sp>
      <p:sp>
        <p:nvSpPr>
          <p:cNvPr id="2" name="Rectangle 1">
            <a:extLst>
              <a:ext uri="{FF2B5EF4-FFF2-40B4-BE49-F238E27FC236}">
                <a16:creationId xmlns:a16="http://schemas.microsoft.com/office/drawing/2014/main" id="{8B0DEEE2-153E-701E-781E-C7F4C61A7F7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6" name="Google Shape;978;p52">
            <a:extLst>
              <a:ext uri="{FF2B5EF4-FFF2-40B4-BE49-F238E27FC236}">
                <a16:creationId xmlns:a16="http://schemas.microsoft.com/office/drawing/2014/main" id="{321A5F8B-1BCB-30AB-E0E7-764ED5122BBA}"/>
              </a:ext>
            </a:extLst>
          </p:cNvPr>
          <p:cNvSpPr/>
          <p:nvPr/>
        </p:nvSpPr>
        <p:spPr>
          <a:xfrm>
            <a:off x="515599" y="1053319"/>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El leasing ha experimentado un aumento de relevancia en Europa en los últimos años</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Tree>
    <p:extLst>
      <p:ext uri="{BB962C8B-B14F-4D97-AF65-F5344CB8AC3E}">
        <p14:creationId xmlns:p14="http://schemas.microsoft.com/office/powerpoint/2010/main" val="2677786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9D40A8-77DB-2B9F-AE36-7DD98195D866}"/>
              </a:ext>
            </a:extLst>
          </p:cNvPr>
          <p:cNvSpPr/>
          <p:nvPr/>
        </p:nvSpPr>
        <p:spPr bwMode="auto">
          <a:xfrm>
            <a:off x="6553204" y="1709296"/>
            <a:ext cx="4714247" cy="4117761"/>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7" name="Picture 6" descr="A map of europe with green squares&#10;&#10;AI-generated content may be incorrect.">
            <a:extLst>
              <a:ext uri="{FF2B5EF4-FFF2-40B4-BE49-F238E27FC236}">
                <a16:creationId xmlns:a16="http://schemas.microsoft.com/office/drawing/2014/main" id="{C4CD8258-999F-C295-7231-6F950859021C}"/>
              </a:ext>
            </a:extLst>
          </p:cNvPr>
          <p:cNvPicPr>
            <a:picLocks noChangeAspect="1"/>
          </p:cNvPicPr>
          <p:nvPr/>
        </p:nvPicPr>
        <p:blipFill>
          <a:blip r:embed="rId2"/>
          <a:stretch>
            <a:fillRect/>
          </a:stretch>
        </p:blipFill>
        <p:spPr>
          <a:xfrm>
            <a:off x="6762885" y="2113184"/>
            <a:ext cx="4307326" cy="3598434"/>
          </a:xfrm>
          <a:prstGeom prst="rect">
            <a:avLst/>
          </a:prstGeom>
        </p:spPr>
      </p:pic>
      <p:sp>
        <p:nvSpPr>
          <p:cNvPr id="2" name="Rectangle 17">
            <a:extLst>
              <a:ext uri="{FF2B5EF4-FFF2-40B4-BE49-F238E27FC236}">
                <a16:creationId xmlns:a16="http://schemas.microsoft.com/office/drawing/2014/main" id="{EBE1B5BF-7B27-6636-FC6D-6FAE2411E8DB}"/>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Datos de Leaseurope</a:t>
            </a:r>
          </a:p>
        </p:txBody>
      </p:sp>
      <p:sp>
        <p:nvSpPr>
          <p:cNvPr id="3" name="Rectangle 2">
            <a:extLst>
              <a:ext uri="{FF2B5EF4-FFF2-40B4-BE49-F238E27FC236}">
                <a16:creationId xmlns:a16="http://schemas.microsoft.com/office/drawing/2014/main" id="{14711D74-9C3D-05C9-FB6D-85991DB3A784}"/>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6B5905A5-E583-CD25-9D55-CA7826AA6B49}"/>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8" name="TextBox 7">
            <a:extLst>
              <a:ext uri="{FF2B5EF4-FFF2-40B4-BE49-F238E27FC236}">
                <a16:creationId xmlns:a16="http://schemas.microsoft.com/office/drawing/2014/main" id="{311EC250-4133-0FFF-00E1-B6D60E34E7AF}"/>
              </a:ext>
            </a:extLst>
          </p:cNvPr>
          <p:cNvSpPr txBox="1"/>
          <p:nvPr/>
        </p:nvSpPr>
        <p:spPr>
          <a:xfrm>
            <a:off x="5499851" y="1773434"/>
            <a:ext cx="5779155" cy="276999"/>
          </a:xfrm>
          <a:prstGeom prst="rect">
            <a:avLst/>
          </a:prstGeom>
          <a:noFill/>
        </p:spPr>
        <p:txBody>
          <a:bodyPr wrap="square">
            <a:spAutoFit/>
          </a:bodyPr>
          <a:lstStyle/>
          <a:p>
            <a:pPr marL="1348740" indent="449580" algn="just">
              <a:spcAft>
                <a:spcPts val="1000"/>
              </a:spcAft>
            </a:pPr>
            <a:r>
              <a:rPr lang="es-ES_tradnl" sz="1200" b="1">
                <a:solidFill>
                  <a:schemeClr val="accent1"/>
                </a:solidFill>
                <a:latin typeface="Segoe Print" panose="02000600000000000000" pitchFamily="2" charset="0"/>
              </a:rPr>
              <a:t>Mercado de leasing en Europa, 2023</a:t>
            </a:r>
          </a:p>
        </p:txBody>
      </p:sp>
      <p:sp>
        <p:nvSpPr>
          <p:cNvPr id="10" name="Rectangle 9">
            <a:extLst>
              <a:ext uri="{FF2B5EF4-FFF2-40B4-BE49-F238E27FC236}">
                <a16:creationId xmlns:a16="http://schemas.microsoft.com/office/drawing/2014/main" id="{16B44EDF-45C7-DDFB-6A3A-6F2FC3DC7C20}"/>
              </a:ext>
            </a:extLst>
          </p:cNvPr>
          <p:cNvSpPr/>
          <p:nvPr/>
        </p:nvSpPr>
        <p:spPr bwMode="auto">
          <a:xfrm>
            <a:off x="843143" y="1709295"/>
            <a:ext cx="5570360" cy="4117761"/>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1" name="Rectangle 1">
            <a:extLst>
              <a:ext uri="{FF2B5EF4-FFF2-40B4-BE49-F238E27FC236}">
                <a16:creationId xmlns:a16="http://schemas.microsoft.com/office/drawing/2014/main" id="{6642ED58-D5F8-F737-B489-CA0DDF006FA0}"/>
              </a:ext>
            </a:extLst>
          </p:cNvPr>
          <p:cNvSpPr>
            <a:spLocks noChangeArrowheads="1"/>
          </p:cNvSpPr>
          <p:nvPr/>
        </p:nvSpPr>
        <p:spPr bwMode="auto">
          <a:xfrm>
            <a:off x="912994" y="1699175"/>
            <a:ext cx="5442970"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Font typeface="Arial" panose="020B0604020202020204" pitchFamily="34" charset="0"/>
              <a:buChar char="•"/>
            </a:pPr>
            <a:r>
              <a:rPr lang="es-ES_tradnl" sz="1400">
                <a:solidFill>
                  <a:srgbClr val="002260"/>
                </a:solidFill>
                <a:latin typeface="Quattrocento Sans" panose="020B0502050000020003" pitchFamily="34" charset="0"/>
              </a:rPr>
              <a:t>El </a:t>
            </a:r>
            <a:r>
              <a:rPr lang="es-ES_tradnl" sz="1400" b="1">
                <a:solidFill>
                  <a:srgbClr val="002260"/>
                </a:solidFill>
                <a:latin typeface="Quattrocento Sans" panose="020B0502050000020003" pitchFamily="34" charset="0"/>
              </a:rPr>
              <a:t>mercado de leasing</a:t>
            </a:r>
            <a:r>
              <a:rPr lang="es-ES_tradnl" sz="1400">
                <a:solidFill>
                  <a:srgbClr val="002260"/>
                </a:solidFill>
                <a:latin typeface="Quattrocento Sans" panose="020B0502050000020003" pitchFamily="34" charset="0"/>
              </a:rPr>
              <a:t> en </a:t>
            </a:r>
            <a:r>
              <a:rPr lang="es-ES_tradnl" sz="1400" b="1">
                <a:solidFill>
                  <a:srgbClr val="002260"/>
                </a:solidFill>
                <a:latin typeface="Quattrocento Sans" panose="020B0502050000020003" pitchFamily="34" charset="0"/>
              </a:rPr>
              <a:t>Europa</a:t>
            </a:r>
            <a:r>
              <a:rPr lang="es-ES_tradnl" sz="1400">
                <a:solidFill>
                  <a:srgbClr val="002260"/>
                </a:solidFill>
                <a:latin typeface="Quattrocento Sans" panose="020B0502050000020003" pitchFamily="34" charset="0"/>
              </a:rPr>
              <a:t> ha evolucionado significativamente, convirtiéndose en una </a:t>
            </a:r>
            <a:r>
              <a:rPr lang="es-ES_tradnl" sz="1400" b="1">
                <a:solidFill>
                  <a:srgbClr val="002260"/>
                </a:solidFill>
                <a:latin typeface="Quattrocento Sans" panose="020B0502050000020003" pitchFamily="34" charset="0"/>
              </a:rPr>
              <a:t>herramienta clave </a:t>
            </a:r>
            <a:r>
              <a:rPr lang="es-ES_tradnl" sz="1400">
                <a:solidFill>
                  <a:srgbClr val="002260"/>
                </a:solidFill>
                <a:latin typeface="Quattrocento Sans" panose="020B0502050000020003" pitchFamily="34" charset="0"/>
              </a:rPr>
              <a:t>para la financiación de activos en múltiples sectores. Su crecimiento ha sido impulsado por la </a:t>
            </a:r>
            <a:r>
              <a:rPr lang="es-ES_tradnl" sz="1400" b="1">
                <a:solidFill>
                  <a:srgbClr val="002260"/>
                </a:solidFill>
                <a:latin typeface="Quattrocento Sans" panose="020B0502050000020003" pitchFamily="34" charset="0"/>
              </a:rPr>
              <a:t>digitalización</a:t>
            </a:r>
            <a:r>
              <a:rPr lang="es-ES_tradnl" sz="1400">
                <a:solidFill>
                  <a:srgbClr val="002260"/>
                </a:solidFill>
                <a:latin typeface="Quattrocento Sans" panose="020B0502050000020003" pitchFamily="34" charset="0"/>
              </a:rPr>
              <a:t>, la necesidad de </a:t>
            </a:r>
            <a:r>
              <a:rPr lang="es-ES_tradnl" sz="1400" b="1">
                <a:solidFill>
                  <a:srgbClr val="002260"/>
                </a:solidFill>
                <a:latin typeface="Quattrocento Sans" panose="020B0502050000020003" pitchFamily="34" charset="0"/>
              </a:rPr>
              <a:t>soluciones financieras flexibles </a:t>
            </a:r>
            <a:r>
              <a:rPr lang="es-ES_tradnl" sz="1400">
                <a:solidFill>
                  <a:srgbClr val="002260"/>
                </a:solidFill>
                <a:latin typeface="Quattrocento Sans" panose="020B0502050000020003" pitchFamily="34" charset="0"/>
              </a:rPr>
              <a:t>y la transición hacia modelos de movilidad </a:t>
            </a:r>
            <a:r>
              <a:rPr lang="es-ES_tradnl" sz="1400" b="1">
                <a:solidFill>
                  <a:srgbClr val="002260"/>
                </a:solidFill>
                <a:latin typeface="Quattrocento Sans" panose="020B0502050000020003" pitchFamily="34" charset="0"/>
              </a:rPr>
              <a:t>sostenibles</a:t>
            </a:r>
            <a:r>
              <a:rPr lang="es-ES_tradnl" sz="1400">
                <a:solidFill>
                  <a:srgbClr val="002260"/>
                </a:solidFill>
                <a:latin typeface="Quattrocento Sans" panose="020B0502050000020003" pitchFamily="34" charset="0"/>
              </a:rPr>
              <a:t>. Los datos de </a:t>
            </a:r>
            <a:r>
              <a:rPr lang="es-ES_tradnl" sz="1400" b="1" err="1">
                <a:solidFill>
                  <a:srgbClr val="002260"/>
                </a:solidFill>
                <a:latin typeface="Quattrocento Sans" panose="020B0502050000020003" pitchFamily="34" charset="0"/>
              </a:rPr>
              <a:t>Leaseurope</a:t>
            </a:r>
            <a:r>
              <a:rPr lang="es-ES_tradnl" sz="1400" b="1">
                <a:solidFill>
                  <a:srgbClr val="002260"/>
                </a:solidFill>
                <a:latin typeface="Quattrocento Sans" panose="020B0502050000020003" pitchFamily="34" charset="0"/>
              </a:rPr>
              <a:t> </a:t>
            </a:r>
            <a:r>
              <a:rPr lang="es-ES_tradnl" sz="1400">
                <a:solidFill>
                  <a:srgbClr val="002260"/>
                </a:solidFill>
                <a:latin typeface="Quattrocento Sans" panose="020B0502050000020003" pitchFamily="34" charset="0"/>
              </a:rPr>
              <a:t>reflejan una consolidación del leasing como una opción atractiva frente a la compra tradicional, facilitando el acceso a vehículos y equipos en un </a:t>
            </a:r>
            <a:r>
              <a:rPr lang="es-ES_tradnl" sz="1400" b="1">
                <a:solidFill>
                  <a:srgbClr val="002260"/>
                </a:solidFill>
                <a:latin typeface="Quattrocento Sans" panose="020B0502050000020003" pitchFamily="34" charset="0"/>
              </a:rPr>
              <a:t>entorno económico </a:t>
            </a:r>
            <a:r>
              <a:rPr lang="es-ES_tradnl" sz="1400">
                <a:solidFill>
                  <a:srgbClr val="002260"/>
                </a:solidFill>
                <a:latin typeface="Quattrocento Sans" panose="020B0502050000020003" pitchFamily="34" charset="0"/>
              </a:rPr>
              <a:t>cada vez más orientado al uso en lugar de la propiedad.</a:t>
            </a:r>
          </a:p>
          <a:p>
            <a:pPr algn="just" eaLnBrk="0" fontAlgn="base" hangingPunct="0">
              <a:spcBef>
                <a:spcPct val="0"/>
              </a:spcBef>
              <a:spcAft>
                <a:spcPct val="0"/>
              </a:spcAft>
            </a:pPr>
            <a:endParaRPr lang="es-ES_tradnl" sz="1400">
              <a:solidFill>
                <a:srgbClr val="002260"/>
              </a:solidFill>
              <a:latin typeface="Quattrocento Sans" panose="020B0502050000020003" pitchFamily="34" charset="0"/>
            </a:endParaRPr>
          </a:p>
          <a:p>
            <a:pPr marL="285750" indent="-285750" algn="just" eaLnBrk="0" fontAlgn="base" hangingPunct="0">
              <a:spcBef>
                <a:spcPct val="0"/>
              </a:spcBef>
              <a:spcAft>
                <a:spcPct val="0"/>
              </a:spcAft>
              <a:buFont typeface="Arial" panose="020B0604020202020204" pitchFamily="34" charset="0"/>
              <a:buChar char="•"/>
            </a:pPr>
            <a:r>
              <a:rPr lang="es-ES_tradnl" sz="1400">
                <a:solidFill>
                  <a:srgbClr val="002260"/>
                </a:solidFill>
                <a:latin typeface="Quattrocento Sans" panose="020B0502050000020003" pitchFamily="34" charset="0"/>
              </a:rPr>
              <a:t>En </a:t>
            </a:r>
            <a:r>
              <a:rPr lang="es-ES_tradnl" sz="1400" b="1">
                <a:solidFill>
                  <a:srgbClr val="002260"/>
                </a:solidFill>
                <a:latin typeface="Quattrocento Sans" panose="020B0502050000020003" pitchFamily="34" charset="0"/>
              </a:rPr>
              <a:t>2023</a:t>
            </a:r>
            <a:r>
              <a:rPr lang="es-ES_tradnl" sz="1400">
                <a:solidFill>
                  <a:srgbClr val="002260"/>
                </a:solidFill>
                <a:latin typeface="Quattrocento Sans" panose="020B0502050000020003" pitchFamily="34" charset="0"/>
              </a:rPr>
              <a:t>, el mercado de leasing en Europa experimentó un </a:t>
            </a:r>
            <a:r>
              <a:rPr lang="es-ES_tradnl" sz="1400" b="1">
                <a:solidFill>
                  <a:srgbClr val="002260"/>
                </a:solidFill>
                <a:latin typeface="Quattrocento Sans" panose="020B0502050000020003" pitchFamily="34" charset="0"/>
              </a:rPr>
              <a:t>crecimiento significativo</a:t>
            </a:r>
            <a:r>
              <a:rPr lang="es-ES_tradnl" sz="1400">
                <a:solidFill>
                  <a:srgbClr val="002260"/>
                </a:solidFill>
                <a:latin typeface="Quattrocento Sans" panose="020B0502050000020003" pitchFamily="34" charset="0"/>
              </a:rPr>
              <a:t>. Los volúmenes de nuevos negocios alcanzaron los </a:t>
            </a:r>
            <a:r>
              <a:rPr lang="es-ES_tradnl" sz="1400" b="1">
                <a:solidFill>
                  <a:srgbClr val="002260"/>
                </a:solidFill>
                <a:latin typeface="Quattrocento Sans" panose="020B0502050000020003" pitchFamily="34" charset="0"/>
              </a:rPr>
              <a:t>448 mil millones de euros</a:t>
            </a:r>
            <a:r>
              <a:rPr lang="es-ES_tradnl" sz="1400">
                <a:solidFill>
                  <a:srgbClr val="002260"/>
                </a:solidFill>
                <a:latin typeface="Quattrocento Sans" panose="020B0502050000020003" pitchFamily="34" charset="0"/>
              </a:rPr>
              <a:t>, lo que representa un aumento del </a:t>
            </a:r>
            <a:r>
              <a:rPr lang="es-ES_tradnl" sz="1400" b="1">
                <a:solidFill>
                  <a:srgbClr val="002260"/>
                </a:solidFill>
                <a:latin typeface="Quattrocento Sans" panose="020B0502050000020003" pitchFamily="34" charset="0"/>
              </a:rPr>
              <a:t>10,8%</a:t>
            </a:r>
            <a:r>
              <a:rPr lang="es-ES_tradnl" sz="1400">
                <a:solidFill>
                  <a:srgbClr val="002260"/>
                </a:solidFill>
                <a:latin typeface="Quattrocento Sans" panose="020B0502050000020003" pitchFamily="34" charset="0"/>
              </a:rPr>
              <a:t> en comparación con el año anterior. Además, el saldo pendiente del mercado de leasing llegó a los </a:t>
            </a:r>
            <a:r>
              <a:rPr lang="es-ES_tradnl" sz="1400" b="1">
                <a:solidFill>
                  <a:srgbClr val="002260"/>
                </a:solidFill>
                <a:latin typeface="Quattrocento Sans" panose="020B0502050000020003" pitchFamily="34" charset="0"/>
              </a:rPr>
              <a:t>976 mil millones de euros</a:t>
            </a:r>
            <a:r>
              <a:rPr lang="es-ES_tradnl" sz="1400">
                <a:solidFill>
                  <a:srgbClr val="002260"/>
                </a:solidFill>
                <a:latin typeface="Quattrocento Sans" panose="020B0502050000020003" pitchFamily="34" charset="0"/>
              </a:rPr>
              <a:t>, con una expansión del </a:t>
            </a:r>
            <a:r>
              <a:rPr lang="es-ES_tradnl" sz="1400" b="1">
                <a:solidFill>
                  <a:srgbClr val="002260"/>
                </a:solidFill>
                <a:latin typeface="Quattrocento Sans" panose="020B0502050000020003" pitchFamily="34" charset="0"/>
              </a:rPr>
              <a:t>4,3%</a:t>
            </a:r>
            <a:r>
              <a:rPr lang="es-ES_tradnl" sz="1400">
                <a:solidFill>
                  <a:srgbClr val="002260"/>
                </a:solidFill>
                <a:latin typeface="Quattrocento Sans" panose="020B0502050000020003" pitchFamily="34" charset="0"/>
              </a:rPr>
              <a:t> respecto a 2022, lo que refleja la resiliencia y el crecimiento continuo del sector en Europa.</a:t>
            </a:r>
          </a:p>
        </p:txBody>
      </p:sp>
      <p:sp>
        <p:nvSpPr>
          <p:cNvPr id="5" name="Rectangle 4">
            <a:extLst>
              <a:ext uri="{FF2B5EF4-FFF2-40B4-BE49-F238E27FC236}">
                <a16:creationId xmlns:a16="http://schemas.microsoft.com/office/drawing/2014/main" id="{EC13EF85-4545-8D2C-BF44-E988E50AC96D}"/>
              </a:ext>
            </a:extLst>
          </p:cNvPr>
          <p:cNvSpPr/>
          <p:nvPr/>
        </p:nvSpPr>
        <p:spPr bwMode="auto">
          <a:xfrm>
            <a:off x="318861" y="6508085"/>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2" name="TextBox 11">
            <a:extLst>
              <a:ext uri="{FF2B5EF4-FFF2-40B4-BE49-F238E27FC236}">
                <a16:creationId xmlns:a16="http://schemas.microsoft.com/office/drawing/2014/main" id="{E3A5FC65-4116-863D-EA4A-B2C3881A7F5D}"/>
              </a:ext>
            </a:extLst>
          </p:cNvPr>
          <p:cNvSpPr txBox="1"/>
          <p:nvPr/>
        </p:nvSpPr>
        <p:spPr>
          <a:xfrm>
            <a:off x="1014203" y="6068302"/>
            <a:ext cx="4449403"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Datos sobre la evolución del mercado de Leasing en Europa en el </a:t>
            </a:r>
            <a:r>
              <a:rPr lang="es-ES_tradnl" sz="1400" b="1">
                <a:solidFill>
                  <a:schemeClr val="accent1"/>
                </a:solidFill>
                <a:latin typeface="Quattrocento Sans" panose="020B0502050000020003" pitchFamily="34" charset="0"/>
                <a:hlinkClick r:id="rId3" action="ppaction://hlinksldjump"/>
              </a:rPr>
              <a:t>Anexo</a:t>
            </a:r>
            <a:endParaRPr lang="es-ES_tradnl" sz="1400" b="1">
              <a:solidFill>
                <a:schemeClr val="accent1"/>
              </a:solidFill>
              <a:latin typeface="Quattrocento Sans" panose="020B0502050000020003" pitchFamily="34" charset="0"/>
            </a:endParaRPr>
          </a:p>
        </p:txBody>
      </p:sp>
      <p:sp>
        <p:nvSpPr>
          <p:cNvPr id="15" name="Google Shape;978;p52">
            <a:extLst>
              <a:ext uri="{FF2B5EF4-FFF2-40B4-BE49-F238E27FC236}">
                <a16:creationId xmlns:a16="http://schemas.microsoft.com/office/drawing/2014/main" id="{C7655019-2330-0A57-6631-77809DAED33D}"/>
              </a:ext>
            </a:extLst>
          </p:cNvPr>
          <p:cNvSpPr/>
          <p:nvPr/>
        </p:nvSpPr>
        <p:spPr>
          <a:xfrm>
            <a:off x="515599" y="1053319"/>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El leasing ha experimentado un aumento de relevancia en Europa en los últimos años</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Tree>
    <p:extLst>
      <p:ext uri="{BB962C8B-B14F-4D97-AF65-F5344CB8AC3E}">
        <p14:creationId xmlns:p14="http://schemas.microsoft.com/office/powerpoint/2010/main" val="1002626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DF5F-FFE2-DD07-1692-BA10B988E5D3}"/>
            </a:ext>
          </a:extLst>
        </p:cNvPr>
        <p:cNvGrpSpPr/>
        <p:nvPr/>
      </p:nvGrpSpPr>
      <p:grpSpPr>
        <a:xfrm>
          <a:off x="0" y="0"/>
          <a:ext cx="0" cy="0"/>
          <a:chOff x="0" y="0"/>
          <a:chExt cx="0" cy="0"/>
        </a:xfrm>
      </p:grpSpPr>
      <p:sp>
        <p:nvSpPr>
          <p:cNvPr id="2" name="Rectangle 17">
            <a:extLst>
              <a:ext uri="{FF2B5EF4-FFF2-40B4-BE49-F238E27FC236}">
                <a16:creationId xmlns:a16="http://schemas.microsoft.com/office/drawing/2014/main" id="{0F307543-C945-E142-3E1D-125DF7CB598C}"/>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rPr>
              <a:t>Tendencias y Evolución del Mercado Automotriz: Europa y Estados Unidos</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421C6C6C-DDE9-DB82-481B-D4BC18DB0940}"/>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3371899B-8413-1193-9230-01FFA44778A1}"/>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0" name="Rectangle 9">
            <a:extLst>
              <a:ext uri="{FF2B5EF4-FFF2-40B4-BE49-F238E27FC236}">
                <a16:creationId xmlns:a16="http://schemas.microsoft.com/office/drawing/2014/main" id="{59AFD40E-19A6-CE29-9BF7-48E930FD2971}"/>
              </a:ext>
            </a:extLst>
          </p:cNvPr>
          <p:cNvSpPr/>
          <p:nvPr/>
        </p:nvSpPr>
        <p:spPr bwMode="auto">
          <a:xfrm>
            <a:off x="2564364" y="1709534"/>
            <a:ext cx="9025583" cy="2136329"/>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2" name="Rectangle 1">
            <a:extLst>
              <a:ext uri="{FF2B5EF4-FFF2-40B4-BE49-F238E27FC236}">
                <a16:creationId xmlns:a16="http://schemas.microsoft.com/office/drawing/2014/main" id="{96FC11E6-0638-4F61-3C5F-6144A782433A}"/>
              </a:ext>
            </a:extLst>
          </p:cNvPr>
          <p:cNvSpPr>
            <a:spLocks noChangeArrowheads="1"/>
          </p:cNvSpPr>
          <p:nvPr/>
        </p:nvSpPr>
        <p:spPr bwMode="auto">
          <a:xfrm>
            <a:off x="2671209" y="1742980"/>
            <a:ext cx="8918738"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Crecimiento moderado del parque automovilístico: más de 250 millones de vehículos en circulación en 2021.</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Envejecimiento del parque: edad promedio superior a 11 años en varios países.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Recuperación de matriculaciones: tras la caída de 2020 por la pandemia, las matriculaciones de nuevos vehículos comenzaron a repuntar en 2021.</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Aumento de vehículos eléctricos: +50% en matriculaciones de vehículos eléctricos en 2021, representando cerca del 10% del total.</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Factores clave: incentivos gubernamentales y regulaciones más estrictas sobre emisiones.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Transición hacia la movilidad eléctrica.</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En Noruega, más del 50% de matriculaciones corresponden a vehículos eléctricos.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Flotas comerciales: creciente electrificación para cumplir con regulaciones medioambientales.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sym typeface="Arial"/>
              </a:rPr>
              <a:t>Tendencia destacada: el sector automotriz europeo está avanzando hacia la movilidad eléctrica, con mayor demanda de infraestructuras de carga.</a:t>
            </a:r>
          </a:p>
        </p:txBody>
      </p:sp>
      <p:sp>
        <p:nvSpPr>
          <p:cNvPr id="14" name="Rectangle 13">
            <a:extLst>
              <a:ext uri="{FF2B5EF4-FFF2-40B4-BE49-F238E27FC236}">
                <a16:creationId xmlns:a16="http://schemas.microsoft.com/office/drawing/2014/main" id="{C3A3061F-6E51-2969-88A8-29307F77F408}"/>
              </a:ext>
            </a:extLst>
          </p:cNvPr>
          <p:cNvSpPr/>
          <p:nvPr/>
        </p:nvSpPr>
        <p:spPr bwMode="auto">
          <a:xfrm>
            <a:off x="2564365" y="3845864"/>
            <a:ext cx="9025591" cy="2136328"/>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5" name="Rectangle 2">
            <a:extLst>
              <a:ext uri="{FF2B5EF4-FFF2-40B4-BE49-F238E27FC236}">
                <a16:creationId xmlns:a16="http://schemas.microsoft.com/office/drawing/2014/main" id="{B9AB4CC2-074F-E06C-D4B6-49398FAEA039}"/>
              </a:ext>
            </a:extLst>
          </p:cNvPr>
          <p:cNvSpPr>
            <a:spLocks noChangeArrowheads="1"/>
          </p:cNvSpPr>
          <p:nvPr/>
        </p:nvSpPr>
        <p:spPr bwMode="auto">
          <a:xfrm>
            <a:off x="2671218" y="3916028"/>
            <a:ext cx="860610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Crecimiento del leasing: el leasing se ha consolidado como una herramienta clave para empresas y consumidores, especialmente en el sector automotriz y flotas comerciales.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Recuperación </a:t>
            </a:r>
            <a:r>
              <a:rPr lang="es-ES_tradnl" altLang="es-ES_tradnl" sz="1200" err="1">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post-pandemia</a:t>
            </a: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 tras la caída en 2020 por la pandemia, las matriculaciones de vehículos se han ido recuperando, con un notable aumento en el leasing de vehículos eléctricos (EV).</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Leasing de vehículos en 2021: representó el 20% de las matriculaciones totales, siendo especialmente popular en vehículos de lujo y flotas comerciales.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Impulso a los vehículos eléctricos: incentivos fiscales y programas de subsidios han favorecido el leasing de EV, favoreciendo su adopción.</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Creciente preferencia por el leasing de vehículos eléctricos por su flexibilidad y reducción de costos operativos.</a:t>
            </a:r>
          </a:p>
          <a:p>
            <a:pPr marL="0" marR="0" lvl="0" indent="0" algn="just" defTabSz="914400" rtl="0" eaLnBrk="0" fontAlgn="base" latinLnBrk="0" hangingPunct="0">
              <a:lnSpc>
                <a:spcPct val="100000"/>
              </a:lnSpc>
              <a:spcBef>
                <a:spcPct val="0"/>
              </a:spcBef>
              <a:spcAft>
                <a:spcPct val="0"/>
              </a:spcAft>
              <a:buClrTx/>
              <a:buSzTx/>
              <a:buFontTx/>
              <a:buChar char="•"/>
              <a:tabLst/>
            </a:pPr>
            <a:r>
              <a:rPr lang="es-ES_tradnl" alt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Las empresas optan por el leasing de flotas comerciales para optimizar costes y cumplir con regulaciones medioambientales.</a:t>
            </a:r>
          </a:p>
        </p:txBody>
      </p:sp>
      <p:sp>
        <p:nvSpPr>
          <p:cNvPr id="16" name="Rectangle 15">
            <a:extLst>
              <a:ext uri="{FF2B5EF4-FFF2-40B4-BE49-F238E27FC236}">
                <a16:creationId xmlns:a16="http://schemas.microsoft.com/office/drawing/2014/main" id="{FC85D83D-CA9F-E78E-5300-CFF6E9B97AA3}"/>
              </a:ext>
            </a:extLst>
          </p:cNvPr>
          <p:cNvSpPr/>
          <p:nvPr/>
        </p:nvSpPr>
        <p:spPr bwMode="auto">
          <a:xfrm>
            <a:off x="602044" y="1709534"/>
            <a:ext cx="1962320" cy="2136329"/>
          </a:xfrm>
          <a:prstGeom prst="rect">
            <a:avLst/>
          </a:prstGeom>
          <a:solidFill>
            <a:srgbClr val="2E4A7E"/>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7" name="Rectangle 16">
            <a:extLst>
              <a:ext uri="{FF2B5EF4-FFF2-40B4-BE49-F238E27FC236}">
                <a16:creationId xmlns:a16="http://schemas.microsoft.com/office/drawing/2014/main" id="{3FF9A013-81ED-88BF-646E-FA7340597A72}"/>
              </a:ext>
            </a:extLst>
          </p:cNvPr>
          <p:cNvSpPr/>
          <p:nvPr/>
        </p:nvSpPr>
        <p:spPr bwMode="auto">
          <a:xfrm>
            <a:off x="602044" y="3845863"/>
            <a:ext cx="1962320" cy="2136329"/>
          </a:xfrm>
          <a:prstGeom prst="rect">
            <a:avLst/>
          </a:prstGeom>
          <a:solidFill>
            <a:srgbClr val="2E4A7E"/>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spcBef>
                <a:spcPts val="600"/>
              </a:spcBef>
            </a:pPr>
            <a:endParaRPr lang="es-ES_tradnl" b="1">
              <a:solidFill>
                <a:srgbClr val="000000"/>
              </a:solidFill>
              <a:cs typeface="Arial" pitchFamily="34" charset="0"/>
            </a:endParaRPr>
          </a:p>
        </p:txBody>
      </p:sp>
      <p:sp>
        <p:nvSpPr>
          <p:cNvPr id="19" name="TextBox 18">
            <a:extLst>
              <a:ext uri="{FF2B5EF4-FFF2-40B4-BE49-F238E27FC236}">
                <a16:creationId xmlns:a16="http://schemas.microsoft.com/office/drawing/2014/main" id="{9133553C-9A17-8D49-0633-FBBDFA17A1B3}"/>
              </a:ext>
            </a:extLst>
          </p:cNvPr>
          <p:cNvSpPr txBox="1"/>
          <p:nvPr/>
        </p:nvSpPr>
        <p:spPr>
          <a:xfrm>
            <a:off x="768400" y="2147949"/>
            <a:ext cx="1629608" cy="1015663"/>
          </a:xfrm>
          <a:prstGeom prst="rect">
            <a:avLst/>
          </a:prstGeom>
          <a:noFill/>
        </p:spPr>
        <p:txBody>
          <a:bodyPr wrap="square">
            <a:spAutoFit/>
          </a:bodyPr>
          <a:lstStyle/>
          <a:p>
            <a:r>
              <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sym typeface="Arial"/>
              </a:rPr>
              <a:t>Evolución del stock de vehículos y matriculaciones de nuevos vehículos en Europa</a:t>
            </a:r>
          </a:p>
        </p:txBody>
      </p:sp>
      <p:sp>
        <p:nvSpPr>
          <p:cNvPr id="21" name="TextBox 20">
            <a:extLst>
              <a:ext uri="{FF2B5EF4-FFF2-40B4-BE49-F238E27FC236}">
                <a16:creationId xmlns:a16="http://schemas.microsoft.com/office/drawing/2014/main" id="{DE99BF27-23F0-BBD8-62B0-61624A3FEA76}"/>
              </a:ext>
            </a:extLst>
          </p:cNvPr>
          <p:cNvSpPr txBox="1"/>
          <p:nvPr/>
        </p:nvSpPr>
        <p:spPr>
          <a:xfrm>
            <a:off x="815752" y="4820923"/>
            <a:ext cx="1542837" cy="276999"/>
          </a:xfrm>
          <a:prstGeom prst="rect">
            <a:avLst/>
          </a:prstGeom>
          <a:noFill/>
        </p:spPr>
        <p:txBody>
          <a:bodyPr wrap="square">
            <a:spAutoFit/>
          </a:bodyPr>
          <a:lstStyle/>
          <a:p>
            <a:r>
              <a:rPr lang="en-US"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Leasing </a:t>
            </a:r>
            <a:r>
              <a:rPr lang="en-US" sz="1200" b="1" kern="0" err="1">
                <a:solidFill>
                  <a:srgbClr val="FFFFFF"/>
                </a:solidFill>
                <a:latin typeface="Segoe Print" panose="02000600000000000000" pitchFamily="2" charset="0"/>
                <a:ea typeface="Lato Light" panose="020F0502020204030203" pitchFamily="34" charset="0"/>
                <a:cs typeface="Lato Light" panose="020F0502020204030203" pitchFamily="34" charset="0"/>
              </a:rPr>
              <a:t>en</a:t>
            </a:r>
            <a:r>
              <a:rPr lang="en-US"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rPr>
              <a:t> EEUU</a:t>
            </a:r>
            <a:endParaRPr lang="es-ES_tradnl" sz="1200" b="1" kern="0">
              <a:solidFill>
                <a:srgbClr val="FFFFFF"/>
              </a:solidFill>
              <a:latin typeface="Segoe Print" panose="02000600000000000000" pitchFamily="2" charset="0"/>
              <a:ea typeface="Lato Light" panose="020F0502020204030203" pitchFamily="34" charset="0"/>
              <a:cs typeface="Lato Light" panose="020F0502020204030203" pitchFamily="34" charset="0"/>
            </a:endParaRPr>
          </a:p>
        </p:txBody>
      </p:sp>
      <p:sp>
        <p:nvSpPr>
          <p:cNvPr id="18" name="Rectangle 17">
            <a:extLst>
              <a:ext uri="{FF2B5EF4-FFF2-40B4-BE49-F238E27FC236}">
                <a16:creationId xmlns:a16="http://schemas.microsoft.com/office/drawing/2014/main" id="{527C3FF0-2D86-3CF8-C5BA-B0FB4D38EE87}"/>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0" name="TextBox 19">
            <a:extLst>
              <a:ext uri="{FF2B5EF4-FFF2-40B4-BE49-F238E27FC236}">
                <a16:creationId xmlns:a16="http://schemas.microsoft.com/office/drawing/2014/main" id="{E3C8A894-B055-3287-C9A3-5A61FB7B9F91}"/>
              </a:ext>
            </a:extLst>
          </p:cNvPr>
          <p:cNvSpPr txBox="1"/>
          <p:nvPr/>
        </p:nvSpPr>
        <p:spPr>
          <a:xfrm>
            <a:off x="1014203" y="6068302"/>
            <a:ext cx="4449403"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Datos sobre la evolución del mercado de vehículos nuevos (destacando eléctricos) en Europa en el </a:t>
            </a:r>
            <a:r>
              <a:rPr lang="es-ES_tradnl" sz="1400" b="1">
                <a:solidFill>
                  <a:schemeClr val="accent1"/>
                </a:solidFill>
                <a:latin typeface="Quattrocento Sans" panose="020B0502050000020003" pitchFamily="34" charset="0"/>
                <a:hlinkClick r:id="rId2" action="ppaction://hlinksldjump"/>
              </a:rPr>
              <a:t>Anexo</a:t>
            </a:r>
            <a:endParaRPr lang="es-ES_tradnl" sz="1400" b="1">
              <a:solidFill>
                <a:schemeClr val="accent1"/>
              </a:solidFill>
              <a:latin typeface="Quattrocento Sans" panose="020B0502050000020003" pitchFamily="34" charset="0"/>
            </a:endParaRPr>
          </a:p>
        </p:txBody>
      </p:sp>
      <p:sp>
        <p:nvSpPr>
          <p:cNvPr id="22" name="TextBox 21">
            <a:extLst>
              <a:ext uri="{FF2B5EF4-FFF2-40B4-BE49-F238E27FC236}">
                <a16:creationId xmlns:a16="http://schemas.microsoft.com/office/drawing/2014/main" id="{29717B2C-D426-3187-66E4-46644E90A9F9}"/>
              </a:ext>
            </a:extLst>
          </p:cNvPr>
          <p:cNvSpPr txBox="1"/>
          <p:nvPr/>
        </p:nvSpPr>
        <p:spPr>
          <a:xfrm>
            <a:off x="6248400" y="6068302"/>
            <a:ext cx="4809182"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Datos sobre la evolución del mercado EEUU de vehículos nuevos comprados o financiados con leasing en el </a:t>
            </a:r>
            <a:r>
              <a:rPr lang="es-ES_tradnl" sz="1400" b="1">
                <a:solidFill>
                  <a:schemeClr val="accent1"/>
                </a:solidFill>
                <a:latin typeface="Quattrocento Sans" panose="020B0502050000020003" pitchFamily="34" charset="0"/>
                <a:hlinkClick r:id="rId3" action="ppaction://hlinksldjump"/>
              </a:rPr>
              <a:t>Anexo</a:t>
            </a:r>
            <a:endParaRPr lang="es-ES_tradnl" sz="1400" b="1">
              <a:solidFill>
                <a:schemeClr val="accent1"/>
              </a:solidFill>
              <a:latin typeface="Quattrocento Sans" panose="020B0502050000020003" pitchFamily="34" charset="0"/>
            </a:endParaRPr>
          </a:p>
        </p:txBody>
      </p:sp>
      <p:sp>
        <p:nvSpPr>
          <p:cNvPr id="23" name="Google Shape;978;p52">
            <a:extLst>
              <a:ext uri="{FF2B5EF4-FFF2-40B4-BE49-F238E27FC236}">
                <a16:creationId xmlns:a16="http://schemas.microsoft.com/office/drawing/2014/main" id="{E12B1877-CA7B-2053-E8D3-8040A458E358}"/>
              </a:ext>
            </a:extLst>
          </p:cNvPr>
          <p:cNvSpPr/>
          <p:nvPr/>
        </p:nvSpPr>
        <p:spPr>
          <a:xfrm>
            <a:off x="515599" y="1053319"/>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En los últimos años, el sector automotriz europeo está avanzando hacia la movilidad eléctrica y en el estadounidense, el leasing se ha consolidado como una herramienta clave para la adquisición de vehículos. </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Tree>
    <p:extLst>
      <p:ext uri="{BB962C8B-B14F-4D97-AF65-F5344CB8AC3E}">
        <p14:creationId xmlns:p14="http://schemas.microsoft.com/office/powerpoint/2010/main" val="1325635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E17B4B57-B17D-42CC-781F-0D171FDDB0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B25E51-B825-FC08-1190-CBE80F772655}"/>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8C3C6CA9-47D2-5A87-E3A1-13E18293B748}"/>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734A0095-C899-0D12-4559-B2123684DD76}"/>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B45EE694-F0AB-5E54-BE17-90E9755A79DC}"/>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chemeClr val="bg1"/>
                </a:solidFill>
                <a:latin typeface="Segoe UI"/>
                <a:ea typeface="Lato"/>
                <a:cs typeface="Segoe UI"/>
                <a:sym typeface="Lato"/>
              </a:rPr>
              <a:t>Componentes que influyen en el valor residual</a:t>
            </a:r>
            <a:endParaRPr lang="es-ES_tradnl" sz="2000" b="1">
              <a:solidFill>
                <a:schemeClr val="bg1"/>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8189E071-B22F-EC24-A327-28345AB88068}"/>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250B3769-2BF7-DF0C-6D8E-61B410C96F99}"/>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C826D9A2-0B9B-4585-2707-1CCD7084712E}"/>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B1272950-6E75-F40C-B199-28BEE6227C58}"/>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A1D7807A-69A3-72D7-EED3-1B42240FF80A}"/>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848936A2-EC0C-4C7A-B151-99D47A66B0B1}"/>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261576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B9C31E-9116-9D9C-5834-BE7261596F1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Google Shape;978;p52">
            <a:extLst>
              <a:ext uri="{FF2B5EF4-FFF2-40B4-BE49-F238E27FC236}">
                <a16:creationId xmlns:a16="http://schemas.microsoft.com/office/drawing/2014/main" id="{615BB313-002A-9A6D-F530-E4217661F289}"/>
              </a:ext>
            </a:extLst>
          </p:cNvPr>
          <p:cNvSpPr/>
          <p:nvPr/>
        </p:nvSpPr>
        <p:spPr>
          <a:xfrm>
            <a:off x="515600" y="101066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 sz="1400" b="1">
                <a:solidFill>
                  <a:srgbClr val="073763"/>
                </a:solidFill>
                <a:latin typeface="Arial" panose="020B0604020202020204" pitchFamily="34" charset="0"/>
                <a:cs typeface="Arial" panose="020B0604020202020204" pitchFamily="34" charset="0"/>
                <a:sym typeface="Quattrocento Sans"/>
              </a:rPr>
              <a:t>A continuación, se identifican algunos</a:t>
            </a:r>
            <a:r>
              <a:rPr lang="es-ES_tradnl" sz="1400" b="1">
                <a:solidFill>
                  <a:srgbClr val="073763"/>
                </a:solidFill>
                <a:latin typeface="Arial" panose="020B0604020202020204" pitchFamily="34" charset="0"/>
                <a:cs typeface="Arial" panose="020B0604020202020204" pitchFamily="34" charset="0"/>
                <a:sym typeface="Quattrocento Sans"/>
              </a:rPr>
              <a:t> factores que influyen en el valor residual de los vehículos. Estos factores aplican a todo tipo de vehículos y no es necesario realizar una distinción expresa por tipo de motorización</a:t>
            </a:r>
          </a:p>
        </p:txBody>
      </p:sp>
      <p:sp>
        <p:nvSpPr>
          <p:cNvPr id="8" name="Google Shape;981;p52">
            <a:extLst>
              <a:ext uri="{FF2B5EF4-FFF2-40B4-BE49-F238E27FC236}">
                <a16:creationId xmlns:a16="http://schemas.microsoft.com/office/drawing/2014/main" id="{16CF801C-ACF6-1102-CC4B-8F6421F2EF46}"/>
              </a:ext>
            </a:extLst>
          </p:cNvPr>
          <p:cNvSpPr/>
          <p:nvPr/>
        </p:nvSpPr>
        <p:spPr>
          <a:xfrm>
            <a:off x="2708577" y="1753360"/>
            <a:ext cx="8967823" cy="4594258"/>
          </a:xfrm>
          <a:prstGeom prst="rect">
            <a:avLst/>
          </a:prstGeom>
          <a:noFill/>
          <a:ln w="9525" cap="flat" cmpd="sng">
            <a:solidFill>
              <a:schemeClr val="tx2">
                <a:lumMod val="90000"/>
                <a:lumOff val="10000"/>
              </a:schemeClr>
            </a:solidFill>
            <a:prstDash val="solid"/>
            <a:round/>
            <a:headEnd type="none" w="sm" len="sm"/>
            <a:tailEnd type="none" w="sm" len="sm"/>
          </a:ln>
        </p:spPr>
        <p:txBody>
          <a:bodyPr spcFirstLastPara="1" wrap="square" lIns="91433" tIns="144000" rIns="91433" bIns="45700" anchor="t" anchorCtr="0">
            <a:noAutofit/>
          </a:bodyPr>
          <a:lstStyle/>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Edad del vehículo: </a:t>
            </a:r>
            <a:r>
              <a:rPr lang="es-ES_tradnl" sz="1400" dirty="0">
                <a:solidFill>
                  <a:schemeClr val="dk2"/>
                </a:solidFill>
                <a:latin typeface="Quattrocento Sans"/>
                <a:sym typeface="Quattrocento Sans"/>
              </a:rPr>
              <a:t>Los modelos más nuevos suelen tener un valor residual más alto.</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Kilometraje y condición: </a:t>
            </a:r>
            <a:r>
              <a:rPr lang="es-ES_tradnl" sz="1400" dirty="0">
                <a:solidFill>
                  <a:schemeClr val="dk2"/>
                </a:solidFill>
                <a:latin typeface="Quattrocento Sans"/>
                <a:sym typeface="Quattrocento Sans"/>
              </a:rPr>
              <a:t>Un vehículo bien mantenido con bajo kilometraje generalmente tendrá un valor residual más alto que uno que ha sido descuidado o utilizado intensivamente.</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Marca y modelo: </a:t>
            </a:r>
            <a:r>
              <a:rPr lang="es-ES_tradnl" sz="1400" dirty="0">
                <a:solidFill>
                  <a:schemeClr val="dk2"/>
                </a:solidFill>
                <a:latin typeface="Quattrocento Sans"/>
                <a:sym typeface="Quattrocento Sans"/>
              </a:rPr>
              <a:t>Algunas marcas y modelos son conocidos por su durabilidad y confiabilidad, lo que puede aumentar su valor residual. De hecho, existen certámenes que premian aquellas marcas o modelos con un mejor valor residual </a:t>
            </a:r>
            <a:r>
              <a:rPr lang="es-ES_tradnl" sz="1400" dirty="0">
                <a:solidFill>
                  <a:schemeClr val="dk2"/>
                </a:solidFill>
                <a:latin typeface="Quattrocento Sans" panose="020B0502050000020003" pitchFamily="34" charset="0"/>
                <a:sym typeface="Quattrocento Sans"/>
              </a:rPr>
              <a:t>(</a:t>
            </a:r>
            <a:r>
              <a:rPr lang="en-US" sz="1400" dirty="0">
                <a:latin typeface="Quattrocento Sans" panose="020B0502050000020003" pitchFamily="34" charset="0"/>
                <a:hlinkClick r:id="rId2"/>
              </a:rPr>
              <a:t>2024 </a:t>
            </a:r>
            <a:r>
              <a:rPr lang="en-US" sz="1400" dirty="0" err="1">
                <a:latin typeface="Quattrocento Sans" panose="020B0502050000020003" pitchFamily="34" charset="0"/>
                <a:hlinkClick r:id="rId2"/>
              </a:rPr>
              <a:t>Autovista</a:t>
            </a:r>
            <a:r>
              <a:rPr lang="en-US" sz="1400" dirty="0">
                <a:latin typeface="Quattrocento Sans" panose="020B0502050000020003" pitchFamily="34" charset="0"/>
                <a:hlinkClick r:id="rId2"/>
              </a:rPr>
              <a:t> Group Residual Value Awards</a:t>
            </a:r>
            <a:r>
              <a:rPr lang="en-US" sz="1400" dirty="0">
                <a:latin typeface="Quattrocento Sans" panose="020B0502050000020003" pitchFamily="34" charset="0"/>
              </a:rPr>
              <a:t>, </a:t>
            </a:r>
            <a:r>
              <a:rPr lang="en-US" sz="1400" dirty="0">
                <a:latin typeface="Quattrocento Sans" panose="020B0502050000020003" pitchFamily="34" charset="0"/>
                <a:hlinkClick r:id="rId3"/>
              </a:rPr>
              <a:t>2025 U.S. ALG Residual Value Awards</a:t>
            </a:r>
            <a:r>
              <a:rPr lang="en-US" sz="1400" dirty="0">
                <a:latin typeface="Quattrocento Sans" panose="020B0502050000020003" pitchFamily="34" charset="0"/>
              </a:rPr>
              <a:t>)</a:t>
            </a:r>
            <a:endParaRPr lang="es-ES_tradnl" sz="1400" dirty="0">
              <a:solidFill>
                <a:schemeClr val="dk2"/>
              </a:solidFill>
              <a:latin typeface="Quattrocento Sans" panose="020B0502050000020003" pitchFamily="34" charset="0"/>
              <a:sym typeface="Quattrocento Sans"/>
            </a:endParaRP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Estado de conservación: </a:t>
            </a:r>
            <a:r>
              <a:rPr lang="es-ES_tradnl" sz="1400" dirty="0">
                <a:solidFill>
                  <a:schemeClr val="dk2"/>
                </a:solidFill>
                <a:latin typeface="Quattrocento Sans"/>
                <a:sym typeface="Quattrocento Sans"/>
              </a:rPr>
              <a:t>Los vehículos que han sido cuidados, con un historial de mantenimiento regular y sin accidentes graves , retendrán mejor su valor con el tiempo.</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Tecnología y características: </a:t>
            </a:r>
            <a:r>
              <a:rPr lang="es-ES_tradnl" sz="1400" dirty="0">
                <a:solidFill>
                  <a:schemeClr val="dk2"/>
                </a:solidFill>
                <a:latin typeface="Quattrocento Sans"/>
                <a:sym typeface="Quattrocento Sans"/>
              </a:rPr>
              <a:t>Los vehículos que incluyen tecnología avanzada o características de seguridad deseables pueden retener mejor su valor.</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Color: </a:t>
            </a:r>
            <a:r>
              <a:rPr lang="es-ES_tradnl" sz="1400" dirty="0">
                <a:solidFill>
                  <a:schemeClr val="dk2"/>
                </a:solidFill>
                <a:latin typeface="Quattrocento Sans"/>
                <a:sym typeface="Quattrocento Sans"/>
              </a:rPr>
              <a:t>Los colores neutros (blanco, negro, gris) suelen ser más populares y conservar mejor su valor. </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Rareza o exclusividad: </a:t>
            </a:r>
            <a:r>
              <a:rPr lang="es-ES_tradnl" sz="1400" dirty="0">
                <a:solidFill>
                  <a:schemeClr val="dk2"/>
                </a:solidFill>
                <a:latin typeface="Quattrocento Sans"/>
                <a:sym typeface="Quattrocento Sans"/>
              </a:rPr>
              <a:t>Ciertos modelos de producción limitada o vehículos clásicos pueden aumentar su valor con el tiempo. </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Garantía: </a:t>
            </a:r>
            <a:r>
              <a:rPr lang="es-ES_tradnl" sz="1400" dirty="0">
                <a:solidFill>
                  <a:schemeClr val="dk2"/>
                </a:solidFill>
                <a:latin typeface="Quattrocento Sans"/>
                <a:sym typeface="Quattrocento Sans"/>
              </a:rPr>
              <a:t>Los vehículos con garantía restante suelen tener un valor residual más alto. </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ea typeface="Quattrocento Sans"/>
                <a:cs typeface="Quattrocento Sans"/>
                <a:sym typeface="Quattrocento Sans"/>
              </a:rPr>
              <a:t>Característica del vehículo: </a:t>
            </a:r>
            <a:r>
              <a:rPr lang="es-ES_tradnl" sz="1400" dirty="0">
                <a:solidFill>
                  <a:schemeClr val="dk2"/>
                </a:solidFill>
                <a:latin typeface="Quattrocento Sans"/>
                <a:ea typeface="Quattrocento Sans"/>
                <a:cs typeface="Quattrocento Sans"/>
                <a:sym typeface="Quattrocento Sans"/>
              </a:rPr>
              <a:t>Consumo de combustible, tipo de transmisión, número de marchas, cilindrada…</a:t>
            </a:r>
          </a:p>
        </p:txBody>
      </p:sp>
      <p:sp>
        <p:nvSpPr>
          <p:cNvPr id="12" name="Google Shape;985;p52">
            <a:extLst>
              <a:ext uri="{FF2B5EF4-FFF2-40B4-BE49-F238E27FC236}">
                <a16:creationId xmlns:a16="http://schemas.microsoft.com/office/drawing/2014/main" id="{D9EC6A86-B6D1-5D0F-5F6F-6A9308F74A12}"/>
              </a:ext>
            </a:extLst>
          </p:cNvPr>
          <p:cNvSpPr/>
          <p:nvPr/>
        </p:nvSpPr>
        <p:spPr>
          <a:xfrm>
            <a:off x="1734999" y="1753379"/>
            <a:ext cx="260216" cy="195485"/>
          </a:xfrm>
          <a:custGeom>
            <a:avLst/>
            <a:gdLst/>
            <a:ahLst/>
            <a:cxnLst/>
            <a:rect l="l" t="t" r="r" b="b"/>
            <a:pathLst>
              <a:path w="7787" h="6805" extrusionOk="0">
                <a:moveTo>
                  <a:pt x="7786" y="279"/>
                </a:moveTo>
                <a:lnTo>
                  <a:pt x="7557" y="0"/>
                </a:lnTo>
                <a:lnTo>
                  <a:pt x="2908" y="3829"/>
                </a:lnTo>
                <a:lnTo>
                  <a:pt x="2250" y="3551"/>
                </a:lnTo>
                <a:lnTo>
                  <a:pt x="0" y="4953"/>
                </a:lnTo>
                <a:lnTo>
                  <a:pt x="1459" y="5022"/>
                </a:lnTo>
                <a:lnTo>
                  <a:pt x="1441" y="5038"/>
                </a:lnTo>
                <a:lnTo>
                  <a:pt x="1441" y="5038"/>
                </a:lnTo>
                <a:cubicBezTo>
                  <a:pt x="1430" y="5046"/>
                  <a:pt x="1421" y="5055"/>
                  <a:pt x="1414" y="5066"/>
                </a:cubicBezTo>
                <a:lnTo>
                  <a:pt x="1414" y="5066"/>
                </a:lnTo>
                <a:cubicBezTo>
                  <a:pt x="1412" y="5067"/>
                  <a:pt x="1411" y="5069"/>
                  <a:pt x="1410" y="5071"/>
                </a:cubicBezTo>
                <a:lnTo>
                  <a:pt x="1410" y="5071"/>
                </a:lnTo>
                <a:cubicBezTo>
                  <a:pt x="1404" y="5080"/>
                  <a:pt x="1397" y="5088"/>
                  <a:pt x="1393" y="5098"/>
                </a:cubicBezTo>
                <a:lnTo>
                  <a:pt x="1393" y="5098"/>
                </a:lnTo>
                <a:cubicBezTo>
                  <a:pt x="1393" y="5100"/>
                  <a:pt x="1392" y="5100"/>
                  <a:pt x="1392" y="5101"/>
                </a:cubicBezTo>
                <a:lnTo>
                  <a:pt x="1392" y="5101"/>
                </a:lnTo>
                <a:cubicBezTo>
                  <a:pt x="1387" y="5112"/>
                  <a:pt x="1383" y="5124"/>
                  <a:pt x="1380" y="5134"/>
                </a:cubicBezTo>
                <a:lnTo>
                  <a:pt x="1380" y="5134"/>
                </a:lnTo>
                <a:lnTo>
                  <a:pt x="1380" y="5134"/>
                </a:lnTo>
                <a:lnTo>
                  <a:pt x="1380" y="5134"/>
                </a:lnTo>
                <a:cubicBezTo>
                  <a:pt x="1377" y="5148"/>
                  <a:pt x="1375" y="5159"/>
                  <a:pt x="1375" y="5172"/>
                </a:cubicBezTo>
                <a:lnTo>
                  <a:pt x="1375" y="5172"/>
                </a:lnTo>
                <a:lnTo>
                  <a:pt x="1375" y="5172"/>
                </a:lnTo>
                <a:cubicBezTo>
                  <a:pt x="1373" y="5214"/>
                  <a:pt x="1387" y="5257"/>
                  <a:pt x="1415" y="5292"/>
                </a:cubicBezTo>
                <a:lnTo>
                  <a:pt x="1415" y="5292"/>
                </a:lnTo>
                <a:cubicBezTo>
                  <a:pt x="1451" y="5336"/>
                  <a:pt x="1502" y="5357"/>
                  <a:pt x="1554" y="5357"/>
                </a:cubicBezTo>
                <a:lnTo>
                  <a:pt x="1322" y="6804"/>
                </a:lnTo>
                <a:lnTo>
                  <a:pt x="3143" y="4878"/>
                </a:lnTo>
                <a:lnTo>
                  <a:pt x="3009" y="4215"/>
                </a:lnTo>
                <a:lnTo>
                  <a:pt x="7786" y="279"/>
                </a:lnTo>
              </a:path>
            </a:pathLst>
          </a:custGeom>
          <a:solidFill>
            <a:srgbClr val="D8D8D8"/>
          </a:solidFill>
          <a:ln>
            <a:noFill/>
          </a:ln>
        </p:spPr>
        <p:txBody>
          <a:bodyPr spcFirstLastPara="1" wrap="square" lIns="45733" tIns="22867" rIns="45733" bIns="22867" anchor="ctr" anchorCtr="0">
            <a:noAutofit/>
          </a:bodyPr>
          <a:lstStyle/>
          <a:p>
            <a:pPr>
              <a:buClr>
                <a:srgbClr val="000000"/>
              </a:buClr>
              <a:buSzPts val="2500"/>
            </a:pPr>
            <a:endParaRPr sz="3333">
              <a:solidFill>
                <a:srgbClr val="7F7F7F"/>
              </a:solidFill>
              <a:latin typeface="Lato Light"/>
              <a:ea typeface="Lato Light"/>
              <a:cs typeface="Lato Light"/>
              <a:sym typeface="Lato Light"/>
            </a:endParaRPr>
          </a:p>
        </p:txBody>
      </p:sp>
      <p:sp>
        <p:nvSpPr>
          <p:cNvPr id="14" name="Google Shape;987;p52">
            <a:extLst>
              <a:ext uri="{FF2B5EF4-FFF2-40B4-BE49-F238E27FC236}">
                <a16:creationId xmlns:a16="http://schemas.microsoft.com/office/drawing/2014/main" id="{9510C715-FC44-7B54-FCBB-36F653A298E8}"/>
              </a:ext>
            </a:extLst>
          </p:cNvPr>
          <p:cNvSpPr/>
          <p:nvPr/>
        </p:nvSpPr>
        <p:spPr>
          <a:xfrm>
            <a:off x="1067468" y="1753379"/>
            <a:ext cx="1641108" cy="4594258"/>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ES_tradnl" sz="1400" b="1">
                <a:solidFill>
                  <a:schemeClr val="bg1"/>
                </a:solidFill>
                <a:latin typeface="Segoe Print" panose="02000600000000000000" pitchFamily="2" charset="0"/>
                <a:sym typeface="Quattrocento Sans"/>
              </a:rPr>
              <a:t>Componentes que influyen en el valor residual del vehículo</a:t>
            </a:r>
          </a:p>
        </p:txBody>
      </p:sp>
      <p:sp>
        <p:nvSpPr>
          <p:cNvPr id="15" name="Rectangle 17">
            <a:extLst>
              <a:ext uri="{FF2B5EF4-FFF2-40B4-BE49-F238E27FC236}">
                <a16:creationId xmlns:a16="http://schemas.microsoft.com/office/drawing/2014/main" id="{8CD3DB1E-4F65-ACB4-DE9C-E64CDC5D4B10}"/>
              </a:ext>
            </a:extLst>
          </p:cNvPr>
          <p:cNvSpPr>
            <a:spLocks noChangeArrowheads="1"/>
          </p:cNvSpPr>
          <p:nvPr/>
        </p:nvSpPr>
        <p:spPr bwMode="gray">
          <a:xfrm>
            <a:off x="1067468" y="395116"/>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Sin distinción entre tipos de motorización</a:t>
            </a:r>
          </a:p>
        </p:txBody>
      </p:sp>
      <p:cxnSp>
        <p:nvCxnSpPr>
          <p:cNvPr id="16" name="Straight Connector 15">
            <a:extLst>
              <a:ext uri="{FF2B5EF4-FFF2-40B4-BE49-F238E27FC236}">
                <a16:creationId xmlns:a16="http://schemas.microsoft.com/office/drawing/2014/main" id="{C0A70407-D85C-C924-5098-3716BCAA6FFF}"/>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B56BBF55-B647-A7F7-0AAF-72FDBB94E92F}"/>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grpSp>
        <p:nvGrpSpPr>
          <p:cNvPr id="24" name="Group 23">
            <a:extLst>
              <a:ext uri="{FF2B5EF4-FFF2-40B4-BE49-F238E27FC236}">
                <a16:creationId xmlns:a16="http://schemas.microsoft.com/office/drawing/2014/main" id="{18F50E1C-EBD6-C639-1E4D-5CC11D55A6AB}"/>
              </a:ext>
            </a:extLst>
          </p:cNvPr>
          <p:cNvGrpSpPr/>
          <p:nvPr/>
        </p:nvGrpSpPr>
        <p:grpSpPr>
          <a:xfrm>
            <a:off x="1491246" y="1566000"/>
            <a:ext cx="766340" cy="715075"/>
            <a:chOff x="3282525" y="914401"/>
            <a:chExt cx="1178350" cy="914401"/>
          </a:xfrm>
          <a:effectLst>
            <a:outerShdw blurRad="50800" dist="38100" dir="2700000" algn="tl" rotWithShape="0">
              <a:prstClr val="black">
                <a:alpha val="40000"/>
              </a:prstClr>
            </a:outerShdw>
          </a:effectLst>
        </p:grpSpPr>
        <p:sp>
          <p:nvSpPr>
            <p:cNvPr id="25" name="Oval 24">
              <a:extLst>
                <a:ext uri="{FF2B5EF4-FFF2-40B4-BE49-F238E27FC236}">
                  <a16:creationId xmlns:a16="http://schemas.microsoft.com/office/drawing/2014/main" id="{8FBC2937-2A66-A1C9-F130-A6F26F4EA946}"/>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26" name="Picture 25">
              <a:extLst>
                <a:ext uri="{FF2B5EF4-FFF2-40B4-BE49-F238E27FC236}">
                  <a16:creationId xmlns:a16="http://schemas.microsoft.com/office/drawing/2014/main" id="{B8D867A0-5D2D-646A-9920-9A5BE93E8D2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p:spTree>
    <p:extLst>
      <p:ext uri="{BB962C8B-B14F-4D97-AF65-F5344CB8AC3E}">
        <p14:creationId xmlns:p14="http://schemas.microsoft.com/office/powerpoint/2010/main" val="54939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C4B3C-2D53-9269-A019-8834484C7AB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1731A-AF2D-1236-E96F-A2A938575B3A}"/>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Google Shape;978;p52">
            <a:extLst>
              <a:ext uri="{FF2B5EF4-FFF2-40B4-BE49-F238E27FC236}">
                <a16:creationId xmlns:a16="http://schemas.microsoft.com/office/drawing/2014/main" id="{09C37979-D8CC-1854-9FD5-B3829B12BE63}"/>
              </a:ext>
            </a:extLst>
          </p:cNvPr>
          <p:cNvSpPr/>
          <p:nvPr/>
        </p:nvSpPr>
        <p:spPr>
          <a:xfrm>
            <a:off x="515600" y="101066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 sz="1400" b="1">
                <a:solidFill>
                  <a:srgbClr val="073763"/>
                </a:solidFill>
                <a:latin typeface="Arial" panose="020B0604020202020204" pitchFamily="34" charset="0"/>
                <a:cs typeface="Arial" panose="020B0604020202020204" pitchFamily="34" charset="0"/>
                <a:sym typeface="Quattrocento Sans"/>
              </a:rPr>
              <a:t>También se identifican otros </a:t>
            </a:r>
            <a:r>
              <a:rPr lang="es-ES_tradnl" sz="1400" b="1">
                <a:solidFill>
                  <a:srgbClr val="073763"/>
                </a:solidFill>
                <a:latin typeface="Arial" panose="020B0604020202020204" pitchFamily="34" charset="0"/>
                <a:cs typeface="Arial" panose="020B0604020202020204" pitchFamily="34" charset="0"/>
                <a:sym typeface="Quattrocento Sans"/>
              </a:rPr>
              <a:t>factores externos que influyen en el valor residual del vehículo, relacionados principalmente con el mercado</a:t>
            </a:r>
          </a:p>
        </p:txBody>
      </p:sp>
      <p:sp>
        <p:nvSpPr>
          <p:cNvPr id="8" name="Google Shape;981;p52">
            <a:extLst>
              <a:ext uri="{FF2B5EF4-FFF2-40B4-BE49-F238E27FC236}">
                <a16:creationId xmlns:a16="http://schemas.microsoft.com/office/drawing/2014/main" id="{CD361A8A-10B7-9619-93B5-3EF6D366825F}"/>
              </a:ext>
            </a:extLst>
          </p:cNvPr>
          <p:cNvSpPr/>
          <p:nvPr/>
        </p:nvSpPr>
        <p:spPr>
          <a:xfrm>
            <a:off x="2708577" y="1753361"/>
            <a:ext cx="8967823" cy="3509756"/>
          </a:xfrm>
          <a:prstGeom prst="rect">
            <a:avLst/>
          </a:prstGeom>
          <a:noFill/>
          <a:ln w="9525" cap="flat" cmpd="sng">
            <a:solidFill>
              <a:schemeClr val="tx2">
                <a:lumMod val="90000"/>
                <a:lumOff val="10000"/>
              </a:schemeClr>
            </a:solidFill>
            <a:prstDash val="solid"/>
            <a:round/>
            <a:headEnd type="none" w="sm" len="sm"/>
            <a:tailEnd type="none" w="sm" len="sm"/>
          </a:ln>
        </p:spPr>
        <p:txBody>
          <a:bodyPr spcFirstLastPara="1" wrap="square" lIns="91433" tIns="144000" rIns="91433" bIns="45700" anchor="t" anchorCtr="0">
            <a:noAutofit/>
          </a:bodyPr>
          <a:lstStyle/>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Normativa y regulaciones: </a:t>
            </a:r>
            <a:r>
              <a:rPr lang="es-ES_tradnl" sz="1400" dirty="0">
                <a:solidFill>
                  <a:schemeClr val="dk2"/>
                </a:solidFill>
                <a:latin typeface="Quattrocento Sans"/>
                <a:sym typeface="Quattrocento Sans"/>
              </a:rPr>
              <a:t>Las leyes sobre emisiones y las restricciones de circulación pueden afectar al valor residual de ciertos vehículos. Vehículos con motores de combustión tradicionales pueden ver afectado su valor residual ante la exigencia de etiquetas medioambientales frente a vehículos híbridos y eléctricos.</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Demanda en el mercado: </a:t>
            </a:r>
            <a:r>
              <a:rPr lang="es-ES_tradnl" sz="1400" dirty="0">
                <a:solidFill>
                  <a:schemeClr val="dk2"/>
                </a:solidFill>
                <a:latin typeface="Quattrocento Sans"/>
                <a:sym typeface="Quattrocento Sans"/>
              </a:rPr>
              <a:t>Si un determinado tipo de vehículo tiene una alta demanda en el mercado de segunda mano, su valor residual será mayor. La popularidad de los SUV, por ejemplo, ha incrementad su valor residual. De igual manera, la escasez de vehículos nuevos también afecta al mercado de segunda mano y al valor residual.</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Tendencias económicas y de combustible: </a:t>
            </a:r>
            <a:r>
              <a:rPr lang="es-ES_tradnl" sz="1400" dirty="0">
                <a:solidFill>
                  <a:schemeClr val="dk2"/>
                </a:solidFill>
                <a:latin typeface="Quattrocento Sans"/>
                <a:sym typeface="Quattrocento Sans"/>
              </a:rPr>
              <a:t>Las fluctuaciones en los precios del combustible pueden influir en la preferencia por ciertos tipos de motorización, afectando así su valor residual. La inflación, los tipos de interés y la confianza del consumidor también se ven reflejados al mercado de vehículos usados. </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400" b="1" dirty="0">
                <a:solidFill>
                  <a:schemeClr val="dk2"/>
                </a:solidFill>
                <a:latin typeface="Quattrocento Sans"/>
                <a:sym typeface="Quattrocento Sans"/>
              </a:rPr>
              <a:t>Economía de combustible: </a:t>
            </a:r>
            <a:r>
              <a:rPr lang="es-ES_tradnl" sz="1400" dirty="0">
                <a:solidFill>
                  <a:schemeClr val="dk2"/>
                </a:solidFill>
                <a:latin typeface="Quattrocento Sans"/>
                <a:sym typeface="Quattrocento Sans"/>
              </a:rPr>
              <a:t>La creciente preocupación por la eficiencia energética, pueden influir en la preferencia por ciertos tipos de vehículos, impactando en su valor residual.</a:t>
            </a:r>
          </a:p>
          <a:p>
            <a:pPr marL="11333" algn="just">
              <a:spcBef>
                <a:spcPts val="1067"/>
              </a:spcBef>
              <a:buClr>
                <a:schemeClr val="dk2"/>
              </a:buClr>
              <a:buSzPts val="1000"/>
            </a:pPr>
            <a:endParaRPr lang="es-ES_tradnl" sz="1333" dirty="0">
              <a:solidFill>
                <a:schemeClr val="dk2"/>
              </a:solidFill>
              <a:latin typeface="Quattrocento Sans"/>
              <a:ea typeface="Quattrocento Sans"/>
              <a:cs typeface="Quattrocento Sans"/>
              <a:sym typeface="Quattrocento Sans"/>
            </a:endParaRPr>
          </a:p>
          <a:p>
            <a:pPr marL="191995" indent="-180662" algn="just">
              <a:spcBef>
                <a:spcPts val="1067"/>
              </a:spcBef>
              <a:buClr>
                <a:schemeClr val="dk2"/>
              </a:buClr>
              <a:buSzPts val="1000"/>
              <a:buFont typeface="Quattrocento Sans"/>
              <a:buChar char="▪"/>
            </a:pPr>
            <a:endParaRPr lang="es-ES_tradnl" sz="1333" dirty="0">
              <a:solidFill>
                <a:schemeClr val="dk2"/>
              </a:solidFill>
              <a:latin typeface="Quattrocento Sans"/>
              <a:ea typeface="Quattrocento Sans"/>
              <a:cs typeface="Quattrocento Sans"/>
              <a:sym typeface="Quattrocento Sans"/>
            </a:endParaRPr>
          </a:p>
          <a:p>
            <a:pPr marL="191995" indent="-180662" algn="just">
              <a:spcBef>
                <a:spcPts val="1067"/>
              </a:spcBef>
              <a:buClr>
                <a:schemeClr val="dk2"/>
              </a:buClr>
              <a:buSzPts val="1000"/>
              <a:buFont typeface="Quattrocento Sans"/>
              <a:buChar char="▪"/>
            </a:pPr>
            <a:endParaRPr lang="es-ES_tradnl" sz="1333" dirty="0">
              <a:solidFill>
                <a:schemeClr val="dk2"/>
              </a:solidFill>
              <a:latin typeface="Quattrocento Sans"/>
              <a:ea typeface="Quattrocento Sans"/>
              <a:cs typeface="Quattrocento Sans"/>
              <a:sym typeface="Quattrocento Sans"/>
            </a:endParaRPr>
          </a:p>
        </p:txBody>
      </p:sp>
      <p:sp>
        <p:nvSpPr>
          <p:cNvPr id="12" name="Google Shape;985;p52">
            <a:extLst>
              <a:ext uri="{FF2B5EF4-FFF2-40B4-BE49-F238E27FC236}">
                <a16:creationId xmlns:a16="http://schemas.microsoft.com/office/drawing/2014/main" id="{BF191F5B-C5A8-56E8-C718-9A42A26D2349}"/>
              </a:ext>
            </a:extLst>
          </p:cNvPr>
          <p:cNvSpPr/>
          <p:nvPr/>
        </p:nvSpPr>
        <p:spPr>
          <a:xfrm>
            <a:off x="1734999" y="1753379"/>
            <a:ext cx="260216" cy="195485"/>
          </a:xfrm>
          <a:custGeom>
            <a:avLst/>
            <a:gdLst/>
            <a:ahLst/>
            <a:cxnLst/>
            <a:rect l="l" t="t" r="r" b="b"/>
            <a:pathLst>
              <a:path w="7787" h="6805" extrusionOk="0">
                <a:moveTo>
                  <a:pt x="7786" y="279"/>
                </a:moveTo>
                <a:lnTo>
                  <a:pt x="7557" y="0"/>
                </a:lnTo>
                <a:lnTo>
                  <a:pt x="2908" y="3829"/>
                </a:lnTo>
                <a:lnTo>
                  <a:pt x="2250" y="3551"/>
                </a:lnTo>
                <a:lnTo>
                  <a:pt x="0" y="4953"/>
                </a:lnTo>
                <a:lnTo>
                  <a:pt x="1459" y="5022"/>
                </a:lnTo>
                <a:lnTo>
                  <a:pt x="1441" y="5038"/>
                </a:lnTo>
                <a:lnTo>
                  <a:pt x="1441" y="5038"/>
                </a:lnTo>
                <a:cubicBezTo>
                  <a:pt x="1430" y="5046"/>
                  <a:pt x="1421" y="5055"/>
                  <a:pt x="1414" y="5066"/>
                </a:cubicBezTo>
                <a:lnTo>
                  <a:pt x="1414" y="5066"/>
                </a:lnTo>
                <a:cubicBezTo>
                  <a:pt x="1412" y="5067"/>
                  <a:pt x="1411" y="5069"/>
                  <a:pt x="1410" y="5071"/>
                </a:cubicBezTo>
                <a:lnTo>
                  <a:pt x="1410" y="5071"/>
                </a:lnTo>
                <a:cubicBezTo>
                  <a:pt x="1404" y="5080"/>
                  <a:pt x="1397" y="5088"/>
                  <a:pt x="1393" y="5098"/>
                </a:cubicBezTo>
                <a:lnTo>
                  <a:pt x="1393" y="5098"/>
                </a:lnTo>
                <a:cubicBezTo>
                  <a:pt x="1393" y="5100"/>
                  <a:pt x="1392" y="5100"/>
                  <a:pt x="1392" y="5101"/>
                </a:cubicBezTo>
                <a:lnTo>
                  <a:pt x="1392" y="5101"/>
                </a:lnTo>
                <a:cubicBezTo>
                  <a:pt x="1387" y="5112"/>
                  <a:pt x="1383" y="5124"/>
                  <a:pt x="1380" y="5134"/>
                </a:cubicBezTo>
                <a:lnTo>
                  <a:pt x="1380" y="5134"/>
                </a:lnTo>
                <a:lnTo>
                  <a:pt x="1380" y="5134"/>
                </a:lnTo>
                <a:lnTo>
                  <a:pt x="1380" y="5134"/>
                </a:lnTo>
                <a:cubicBezTo>
                  <a:pt x="1377" y="5148"/>
                  <a:pt x="1375" y="5159"/>
                  <a:pt x="1375" y="5172"/>
                </a:cubicBezTo>
                <a:lnTo>
                  <a:pt x="1375" y="5172"/>
                </a:lnTo>
                <a:lnTo>
                  <a:pt x="1375" y="5172"/>
                </a:lnTo>
                <a:cubicBezTo>
                  <a:pt x="1373" y="5214"/>
                  <a:pt x="1387" y="5257"/>
                  <a:pt x="1415" y="5292"/>
                </a:cubicBezTo>
                <a:lnTo>
                  <a:pt x="1415" y="5292"/>
                </a:lnTo>
                <a:cubicBezTo>
                  <a:pt x="1451" y="5336"/>
                  <a:pt x="1502" y="5357"/>
                  <a:pt x="1554" y="5357"/>
                </a:cubicBezTo>
                <a:lnTo>
                  <a:pt x="1322" y="6804"/>
                </a:lnTo>
                <a:lnTo>
                  <a:pt x="3143" y="4878"/>
                </a:lnTo>
                <a:lnTo>
                  <a:pt x="3009" y="4215"/>
                </a:lnTo>
                <a:lnTo>
                  <a:pt x="7786" y="279"/>
                </a:lnTo>
              </a:path>
            </a:pathLst>
          </a:custGeom>
          <a:solidFill>
            <a:srgbClr val="D8D8D8"/>
          </a:solidFill>
          <a:ln>
            <a:noFill/>
          </a:ln>
        </p:spPr>
        <p:txBody>
          <a:bodyPr spcFirstLastPara="1" wrap="square" lIns="45733" tIns="22867" rIns="45733" bIns="22867" anchor="ctr" anchorCtr="0">
            <a:noAutofit/>
          </a:bodyPr>
          <a:lstStyle/>
          <a:p>
            <a:pPr>
              <a:buClr>
                <a:srgbClr val="000000"/>
              </a:buClr>
              <a:buSzPts val="2500"/>
            </a:pPr>
            <a:endParaRPr sz="3333">
              <a:solidFill>
                <a:srgbClr val="7F7F7F"/>
              </a:solidFill>
              <a:latin typeface="Lato Light"/>
              <a:ea typeface="Lato Light"/>
              <a:cs typeface="Lato Light"/>
              <a:sym typeface="Lato Light"/>
            </a:endParaRPr>
          </a:p>
        </p:txBody>
      </p:sp>
      <p:sp>
        <p:nvSpPr>
          <p:cNvPr id="14" name="Google Shape;987;p52">
            <a:extLst>
              <a:ext uri="{FF2B5EF4-FFF2-40B4-BE49-F238E27FC236}">
                <a16:creationId xmlns:a16="http://schemas.microsoft.com/office/drawing/2014/main" id="{BF919021-4B2A-F709-6AB2-64C6D81DF748}"/>
              </a:ext>
            </a:extLst>
          </p:cNvPr>
          <p:cNvSpPr/>
          <p:nvPr/>
        </p:nvSpPr>
        <p:spPr>
          <a:xfrm>
            <a:off x="1067468" y="1753379"/>
            <a:ext cx="1641108" cy="3509738"/>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Componentes externos que influyen en el valor residual del vehículo.</a:t>
            </a:r>
            <a:endParaRPr sz="1400" b="1">
              <a:solidFill>
                <a:schemeClr val="bg1"/>
              </a:solidFill>
              <a:latin typeface="Segoe Print" panose="02000600000000000000" pitchFamily="2" charset="0"/>
              <a:sym typeface="Quattrocento Sans"/>
            </a:endParaRPr>
          </a:p>
        </p:txBody>
      </p:sp>
      <p:sp>
        <p:nvSpPr>
          <p:cNvPr id="15" name="Rectangle 17">
            <a:extLst>
              <a:ext uri="{FF2B5EF4-FFF2-40B4-BE49-F238E27FC236}">
                <a16:creationId xmlns:a16="http://schemas.microsoft.com/office/drawing/2014/main" id="{3268AFB6-9DFC-0EDE-932D-7336033FCCE2}"/>
              </a:ext>
            </a:extLst>
          </p:cNvPr>
          <p:cNvSpPr>
            <a:spLocks noChangeArrowheads="1"/>
          </p:cNvSpPr>
          <p:nvPr/>
        </p:nvSpPr>
        <p:spPr bwMode="gray">
          <a:xfrm>
            <a:off x="1067468" y="395116"/>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Sin distinción entre tipos de motorización</a:t>
            </a:r>
          </a:p>
        </p:txBody>
      </p:sp>
      <p:cxnSp>
        <p:nvCxnSpPr>
          <p:cNvPr id="16" name="Straight Connector 15">
            <a:extLst>
              <a:ext uri="{FF2B5EF4-FFF2-40B4-BE49-F238E27FC236}">
                <a16:creationId xmlns:a16="http://schemas.microsoft.com/office/drawing/2014/main" id="{5EFE793E-DFE4-86B6-8ACF-869274D07E50}"/>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EE057B0C-7AB5-AFD9-2AE9-1B0E00DC549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3" name="Oval 2">
            <a:extLst>
              <a:ext uri="{FF2B5EF4-FFF2-40B4-BE49-F238E27FC236}">
                <a16:creationId xmlns:a16="http://schemas.microsoft.com/office/drawing/2014/main" id="{D86FBDF6-5126-1125-7102-D7E143581074}"/>
              </a:ext>
            </a:extLst>
          </p:cNvPr>
          <p:cNvSpPr/>
          <p:nvPr/>
        </p:nvSpPr>
        <p:spPr bwMode="auto">
          <a:xfrm>
            <a:off x="1481937" y="1501929"/>
            <a:ext cx="766340" cy="715075"/>
          </a:xfrm>
          <a:prstGeom prst="ellipse">
            <a:avLst/>
          </a:prstGeom>
          <a:solidFill>
            <a:srgbClr val="F9F9F9"/>
          </a:solidFill>
          <a:ln w="6350" cap="flat" cmpd="sng" algn="ctr">
            <a:noFill/>
            <a:prstDash val="solid"/>
            <a:headEnd/>
            <a:tailEnd/>
          </a:ln>
          <a:effectLst>
            <a:outerShdw blurRad="50800" dist="38100" algn="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TextBox 1">
            <a:extLst>
              <a:ext uri="{FF2B5EF4-FFF2-40B4-BE49-F238E27FC236}">
                <a16:creationId xmlns:a16="http://schemas.microsoft.com/office/drawing/2014/main" id="{03AEEF47-B411-0F9E-BF21-9B685094482E}"/>
              </a:ext>
            </a:extLst>
          </p:cNvPr>
          <p:cNvSpPr txBox="1"/>
          <p:nvPr/>
        </p:nvSpPr>
        <p:spPr>
          <a:xfrm>
            <a:off x="1067469" y="5514567"/>
            <a:ext cx="10608931" cy="817245"/>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Los factores de mercado influyen significativamente en el valor residual de los vehículos. Esto se debe a que la oferta y la demanda, las condiciones macroeconómicas y las tendencias del sector automotriz impactan directamente en la disposición de los compradores a pagar por un vehículo usado en un momento dado.</a:t>
            </a:r>
          </a:p>
        </p:txBody>
      </p:sp>
      <p:pic>
        <p:nvPicPr>
          <p:cNvPr id="6" name="Picture 2">
            <a:extLst>
              <a:ext uri="{FF2B5EF4-FFF2-40B4-BE49-F238E27FC236}">
                <a16:creationId xmlns:a16="http://schemas.microsoft.com/office/drawing/2014/main" id="{D0A507FC-D620-A252-D652-3CFE4BE4B80E}"/>
              </a:ext>
            </a:extLst>
          </p:cNvPr>
          <p:cNvPicPr>
            <a:picLocks noChangeAspect="1" noChangeArrowheads="1"/>
          </p:cNvPicPr>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629307" y="1615321"/>
            <a:ext cx="471600" cy="4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9429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4B70C9-C6F7-4D23-CE3A-DE3751C5E283}"/>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grpSp>
        <p:nvGrpSpPr>
          <p:cNvPr id="100" name="Google Shape;293;p36">
            <a:extLst>
              <a:ext uri="{FF2B5EF4-FFF2-40B4-BE49-F238E27FC236}">
                <a16:creationId xmlns:a16="http://schemas.microsoft.com/office/drawing/2014/main" id="{33C38949-AAD7-D248-1522-3983ACD3671D}"/>
              </a:ext>
            </a:extLst>
          </p:cNvPr>
          <p:cNvGrpSpPr/>
          <p:nvPr/>
        </p:nvGrpSpPr>
        <p:grpSpPr>
          <a:xfrm rot="4581054">
            <a:off x="4004377" y="2096621"/>
            <a:ext cx="1680007" cy="1680091"/>
            <a:chOff x="2719388" y="4013200"/>
            <a:chExt cx="1717675" cy="1806575"/>
          </a:xfrm>
          <a:solidFill>
            <a:schemeClr val="accent3"/>
          </a:solidFill>
          <a:effectLst>
            <a:outerShdw blurRad="50800" dist="38100" dir="2700000" algn="tl" rotWithShape="0">
              <a:prstClr val="black">
                <a:alpha val="40000"/>
              </a:prstClr>
            </a:outerShdw>
          </a:effectLst>
        </p:grpSpPr>
        <p:sp>
          <p:nvSpPr>
            <p:cNvPr id="101" name="Google Shape;294;p36">
              <a:extLst>
                <a:ext uri="{FF2B5EF4-FFF2-40B4-BE49-F238E27FC236}">
                  <a16:creationId xmlns:a16="http://schemas.microsoft.com/office/drawing/2014/main" id="{9C5CC500-30BC-4E98-DA80-EDD871130FFD}"/>
                </a:ext>
              </a:extLst>
            </p:cNvPr>
            <p:cNvSpPr/>
            <p:nvPr/>
          </p:nvSpPr>
          <p:spPr>
            <a:xfrm>
              <a:off x="2719388" y="4013200"/>
              <a:ext cx="1717675" cy="1806575"/>
            </a:xfrm>
            <a:custGeom>
              <a:avLst/>
              <a:gdLst/>
              <a:ahLst/>
              <a:cxnLst/>
              <a:rect l="l" t="t" r="r" b="b"/>
              <a:pathLst>
                <a:path w="458" h="482" extrusionOk="0">
                  <a:moveTo>
                    <a:pt x="428" y="145"/>
                  </a:moveTo>
                  <a:cubicBezTo>
                    <a:pt x="401" y="175"/>
                    <a:pt x="358" y="180"/>
                    <a:pt x="325" y="160"/>
                  </a:cubicBezTo>
                  <a:cubicBezTo>
                    <a:pt x="274" y="217"/>
                    <a:pt x="274" y="217"/>
                    <a:pt x="274" y="217"/>
                  </a:cubicBezTo>
                  <a:cubicBezTo>
                    <a:pt x="325" y="273"/>
                    <a:pt x="326" y="359"/>
                    <a:pt x="275" y="416"/>
                  </a:cubicBezTo>
                  <a:cubicBezTo>
                    <a:pt x="220" y="477"/>
                    <a:pt x="127" y="482"/>
                    <a:pt x="66" y="428"/>
                  </a:cubicBezTo>
                  <a:cubicBezTo>
                    <a:pt x="5" y="373"/>
                    <a:pt x="0" y="279"/>
                    <a:pt x="54" y="218"/>
                  </a:cubicBezTo>
                  <a:cubicBezTo>
                    <a:pt x="106" y="161"/>
                    <a:pt x="191" y="153"/>
                    <a:pt x="252" y="198"/>
                  </a:cubicBezTo>
                  <a:cubicBezTo>
                    <a:pt x="303" y="141"/>
                    <a:pt x="303" y="141"/>
                    <a:pt x="303" y="141"/>
                  </a:cubicBezTo>
                  <a:cubicBezTo>
                    <a:pt x="279" y="110"/>
                    <a:pt x="280" y="66"/>
                    <a:pt x="307" y="36"/>
                  </a:cubicBezTo>
                  <a:cubicBezTo>
                    <a:pt x="337" y="3"/>
                    <a:pt x="388" y="0"/>
                    <a:pt x="422" y="30"/>
                  </a:cubicBezTo>
                  <a:cubicBezTo>
                    <a:pt x="455" y="60"/>
                    <a:pt x="458" y="111"/>
                    <a:pt x="428" y="145"/>
                  </a:cubicBezTo>
                  <a:close/>
                </a:path>
              </a:pathLst>
            </a:custGeom>
            <a:grp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102" name="Google Shape;295;p36">
              <a:extLst>
                <a:ext uri="{FF2B5EF4-FFF2-40B4-BE49-F238E27FC236}">
                  <a16:creationId xmlns:a16="http://schemas.microsoft.com/office/drawing/2014/main" id="{A41C1EB9-07E5-A75D-2584-A9CC5BB1CFCC}"/>
                </a:ext>
              </a:extLst>
            </p:cNvPr>
            <p:cNvSpPr/>
            <p:nvPr/>
          </p:nvSpPr>
          <p:spPr>
            <a:xfrm>
              <a:off x="2947766" y="4806267"/>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grp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46" name="Google Shape;290;p36">
            <a:extLst>
              <a:ext uri="{FF2B5EF4-FFF2-40B4-BE49-F238E27FC236}">
                <a16:creationId xmlns:a16="http://schemas.microsoft.com/office/drawing/2014/main" id="{196F979C-53D0-FCEF-B491-6885A51B672E}"/>
              </a:ext>
            </a:extLst>
          </p:cNvPr>
          <p:cNvGrpSpPr/>
          <p:nvPr/>
        </p:nvGrpSpPr>
        <p:grpSpPr>
          <a:xfrm rot="18058843">
            <a:off x="6424581" y="2574732"/>
            <a:ext cx="1679824" cy="1680288"/>
            <a:chOff x="4752975" y="4013200"/>
            <a:chExt cx="1717675" cy="1806575"/>
          </a:xfrm>
          <a:effectLst>
            <a:outerShdw blurRad="50800" dist="38100" dir="2700000" algn="tl" rotWithShape="0">
              <a:prstClr val="black">
                <a:alpha val="40000"/>
              </a:prstClr>
            </a:outerShdw>
          </a:effectLst>
        </p:grpSpPr>
        <p:sp>
          <p:nvSpPr>
            <p:cNvPr id="47" name="Google Shape;291;p36">
              <a:extLst>
                <a:ext uri="{FF2B5EF4-FFF2-40B4-BE49-F238E27FC236}">
                  <a16:creationId xmlns:a16="http://schemas.microsoft.com/office/drawing/2014/main" id="{9FA96CAE-0BD7-7A6D-B547-35F23442CC00}"/>
                </a:ext>
              </a:extLst>
            </p:cNvPr>
            <p:cNvSpPr/>
            <p:nvPr/>
          </p:nvSpPr>
          <p:spPr>
            <a:xfrm>
              <a:off x="4752975" y="4013200"/>
              <a:ext cx="1717675" cy="1806575"/>
            </a:xfrm>
            <a:custGeom>
              <a:avLst/>
              <a:gdLst/>
              <a:ahLst/>
              <a:cxnLst/>
              <a:rect l="l" t="t" r="r" b="b"/>
              <a:pathLst>
                <a:path w="458" h="482" extrusionOk="0">
                  <a:moveTo>
                    <a:pt x="392" y="428"/>
                  </a:moveTo>
                  <a:cubicBezTo>
                    <a:pt x="331" y="482"/>
                    <a:pt x="238" y="477"/>
                    <a:pt x="183" y="416"/>
                  </a:cubicBezTo>
                  <a:cubicBezTo>
                    <a:pt x="132" y="359"/>
                    <a:pt x="133" y="273"/>
                    <a:pt x="184" y="217"/>
                  </a:cubicBezTo>
                  <a:cubicBezTo>
                    <a:pt x="133" y="160"/>
                    <a:pt x="133" y="160"/>
                    <a:pt x="133" y="160"/>
                  </a:cubicBezTo>
                  <a:cubicBezTo>
                    <a:pt x="100" y="180"/>
                    <a:pt x="57" y="175"/>
                    <a:pt x="30" y="145"/>
                  </a:cubicBezTo>
                  <a:cubicBezTo>
                    <a:pt x="0" y="111"/>
                    <a:pt x="3" y="60"/>
                    <a:pt x="36" y="30"/>
                  </a:cubicBezTo>
                  <a:cubicBezTo>
                    <a:pt x="70" y="0"/>
                    <a:pt x="121" y="3"/>
                    <a:pt x="151" y="36"/>
                  </a:cubicBezTo>
                  <a:cubicBezTo>
                    <a:pt x="178" y="66"/>
                    <a:pt x="179" y="110"/>
                    <a:pt x="155" y="141"/>
                  </a:cubicBezTo>
                  <a:cubicBezTo>
                    <a:pt x="206" y="198"/>
                    <a:pt x="206" y="198"/>
                    <a:pt x="206" y="198"/>
                  </a:cubicBezTo>
                  <a:cubicBezTo>
                    <a:pt x="267" y="153"/>
                    <a:pt x="352" y="161"/>
                    <a:pt x="404" y="218"/>
                  </a:cubicBezTo>
                  <a:cubicBezTo>
                    <a:pt x="458" y="279"/>
                    <a:pt x="453" y="373"/>
                    <a:pt x="392" y="428"/>
                  </a:cubicBezTo>
                  <a:close/>
                </a:path>
              </a:pathLst>
            </a:custGeom>
            <a:solidFill>
              <a:srgbClr val="5983B1"/>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48" name="Google Shape;292;p36">
              <a:extLst>
                <a:ext uri="{FF2B5EF4-FFF2-40B4-BE49-F238E27FC236}">
                  <a16:creationId xmlns:a16="http://schemas.microsoft.com/office/drawing/2014/main" id="{4D5552FC-6CFD-E27A-79A8-FDF8265473AF}"/>
                </a:ext>
              </a:extLst>
            </p:cNvPr>
            <p:cNvSpPr/>
            <p:nvPr/>
          </p:nvSpPr>
          <p:spPr>
            <a:xfrm>
              <a:off x="5456016" y="480671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5983B1"/>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49" name="Google Shape;293;p36">
            <a:extLst>
              <a:ext uri="{FF2B5EF4-FFF2-40B4-BE49-F238E27FC236}">
                <a16:creationId xmlns:a16="http://schemas.microsoft.com/office/drawing/2014/main" id="{EF168295-78BA-8270-B6E4-B0555E30B57C}"/>
              </a:ext>
            </a:extLst>
          </p:cNvPr>
          <p:cNvGrpSpPr/>
          <p:nvPr/>
        </p:nvGrpSpPr>
        <p:grpSpPr>
          <a:xfrm rot="2064269">
            <a:off x="3940814" y="3087117"/>
            <a:ext cx="1680007" cy="1680091"/>
            <a:chOff x="2719388" y="4013200"/>
            <a:chExt cx="1717675" cy="1806575"/>
          </a:xfrm>
          <a:effectLst>
            <a:outerShdw blurRad="50800" dist="38100" dir="2700000" algn="tl" rotWithShape="0">
              <a:prstClr val="black">
                <a:alpha val="40000"/>
              </a:prstClr>
            </a:outerShdw>
          </a:effectLst>
        </p:grpSpPr>
        <p:sp>
          <p:nvSpPr>
            <p:cNvPr id="50" name="Google Shape;294;p36">
              <a:extLst>
                <a:ext uri="{FF2B5EF4-FFF2-40B4-BE49-F238E27FC236}">
                  <a16:creationId xmlns:a16="http://schemas.microsoft.com/office/drawing/2014/main" id="{E587B232-AE6B-92A3-EB39-D444B77A88FD}"/>
                </a:ext>
              </a:extLst>
            </p:cNvPr>
            <p:cNvSpPr/>
            <p:nvPr/>
          </p:nvSpPr>
          <p:spPr>
            <a:xfrm>
              <a:off x="2719388" y="4013200"/>
              <a:ext cx="1717675" cy="1806575"/>
            </a:xfrm>
            <a:custGeom>
              <a:avLst/>
              <a:gdLst/>
              <a:ahLst/>
              <a:cxnLst/>
              <a:rect l="l" t="t" r="r" b="b"/>
              <a:pathLst>
                <a:path w="458" h="482" extrusionOk="0">
                  <a:moveTo>
                    <a:pt x="428" y="145"/>
                  </a:moveTo>
                  <a:cubicBezTo>
                    <a:pt x="401" y="175"/>
                    <a:pt x="358" y="180"/>
                    <a:pt x="325" y="160"/>
                  </a:cubicBezTo>
                  <a:cubicBezTo>
                    <a:pt x="274" y="217"/>
                    <a:pt x="274" y="217"/>
                    <a:pt x="274" y="217"/>
                  </a:cubicBezTo>
                  <a:cubicBezTo>
                    <a:pt x="325" y="273"/>
                    <a:pt x="326" y="359"/>
                    <a:pt x="275" y="416"/>
                  </a:cubicBezTo>
                  <a:cubicBezTo>
                    <a:pt x="220" y="477"/>
                    <a:pt x="127" y="482"/>
                    <a:pt x="66" y="428"/>
                  </a:cubicBezTo>
                  <a:cubicBezTo>
                    <a:pt x="5" y="373"/>
                    <a:pt x="0" y="279"/>
                    <a:pt x="54" y="218"/>
                  </a:cubicBezTo>
                  <a:cubicBezTo>
                    <a:pt x="106" y="161"/>
                    <a:pt x="191" y="153"/>
                    <a:pt x="252" y="198"/>
                  </a:cubicBezTo>
                  <a:cubicBezTo>
                    <a:pt x="303" y="141"/>
                    <a:pt x="303" y="141"/>
                    <a:pt x="303" y="141"/>
                  </a:cubicBezTo>
                  <a:cubicBezTo>
                    <a:pt x="279" y="110"/>
                    <a:pt x="280" y="66"/>
                    <a:pt x="307" y="36"/>
                  </a:cubicBezTo>
                  <a:cubicBezTo>
                    <a:pt x="337" y="3"/>
                    <a:pt x="388" y="0"/>
                    <a:pt x="422" y="30"/>
                  </a:cubicBezTo>
                  <a:cubicBezTo>
                    <a:pt x="455" y="60"/>
                    <a:pt x="458" y="111"/>
                    <a:pt x="428" y="145"/>
                  </a:cubicBezTo>
                  <a:close/>
                </a:path>
              </a:pathLst>
            </a:custGeom>
            <a:solidFill>
              <a:srgbClr val="001A48"/>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51" name="Google Shape;295;p36">
              <a:extLst>
                <a:ext uri="{FF2B5EF4-FFF2-40B4-BE49-F238E27FC236}">
                  <a16:creationId xmlns:a16="http://schemas.microsoft.com/office/drawing/2014/main" id="{83DE4C04-45AF-38FC-DBD4-168D62DCE6D2}"/>
                </a:ext>
              </a:extLst>
            </p:cNvPr>
            <p:cNvSpPr/>
            <p:nvPr/>
          </p:nvSpPr>
          <p:spPr>
            <a:xfrm>
              <a:off x="2947766" y="4806267"/>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001A48"/>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52" name="Google Shape;296;p36">
            <a:extLst>
              <a:ext uri="{FF2B5EF4-FFF2-40B4-BE49-F238E27FC236}">
                <a16:creationId xmlns:a16="http://schemas.microsoft.com/office/drawing/2014/main" id="{F1FF5F52-1FFC-5CC6-CC5F-AB001AFB3ACC}"/>
              </a:ext>
            </a:extLst>
          </p:cNvPr>
          <p:cNvGrpSpPr/>
          <p:nvPr/>
        </p:nvGrpSpPr>
        <p:grpSpPr>
          <a:xfrm rot="1727585">
            <a:off x="5427124" y="4121087"/>
            <a:ext cx="1680019" cy="1680045"/>
            <a:chOff x="4752975" y="4013200"/>
            <a:chExt cx="1717675" cy="1806575"/>
          </a:xfrm>
          <a:effectLst>
            <a:outerShdw blurRad="50800" dist="38100" dir="2700000" algn="tl" rotWithShape="0">
              <a:prstClr val="black">
                <a:alpha val="40000"/>
              </a:prstClr>
            </a:outerShdw>
          </a:effectLst>
        </p:grpSpPr>
        <p:sp>
          <p:nvSpPr>
            <p:cNvPr id="53" name="Google Shape;297;p36">
              <a:extLst>
                <a:ext uri="{FF2B5EF4-FFF2-40B4-BE49-F238E27FC236}">
                  <a16:creationId xmlns:a16="http://schemas.microsoft.com/office/drawing/2014/main" id="{7ED2E7BA-D3CA-CA37-442C-BD807EF0FB07}"/>
                </a:ext>
              </a:extLst>
            </p:cNvPr>
            <p:cNvSpPr/>
            <p:nvPr/>
          </p:nvSpPr>
          <p:spPr>
            <a:xfrm>
              <a:off x="4752975" y="4013200"/>
              <a:ext cx="1717675" cy="1806575"/>
            </a:xfrm>
            <a:custGeom>
              <a:avLst/>
              <a:gdLst/>
              <a:ahLst/>
              <a:cxnLst/>
              <a:rect l="l" t="t" r="r" b="b"/>
              <a:pathLst>
                <a:path w="458" h="482" extrusionOk="0">
                  <a:moveTo>
                    <a:pt x="392" y="428"/>
                  </a:moveTo>
                  <a:cubicBezTo>
                    <a:pt x="331" y="482"/>
                    <a:pt x="238" y="477"/>
                    <a:pt x="183" y="416"/>
                  </a:cubicBezTo>
                  <a:cubicBezTo>
                    <a:pt x="132" y="359"/>
                    <a:pt x="133" y="273"/>
                    <a:pt x="184" y="217"/>
                  </a:cubicBezTo>
                  <a:cubicBezTo>
                    <a:pt x="133" y="160"/>
                    <a:pt x="133" y="160"/>
                    <a:pt x="133" y="160"/>
                  </a:cubicBezTo>
                  <a:cubicBezTo>
                    <a:pt x="100" y="180"/>
                    <a:pt x="57" y="175"/>
                    <a:pt x="30" y="145"/>
                  </a:cubicBezTo>
                  <a:cubicBezTo>
                    <a:pt x="0" y="111"/>
                    <a:pt x="3" y="60"/>
                    <a:pt x="36" y="30"/>
                  </a:cubicBezTo>
                  <a:cubicBezTo>
                    <a:pt x="70" y="0"/>
                    <a:pt x="121" y="3"/>
                    <a:pt x="151" y="36"/>
                  </a:cubicBezTo>
                  <a:cubicBezTo>
                    <a:pt x="178" y="66"/>
                    <a:pt x="179" y="110"/>
                    <a:pt x="155" y="141"/>
                  </a:cubicBezTo>
                  <a:cubicBezTo>
                    <a:pt x="206" y="198"/>
                    <a:pt x="206" y="198"/>
                    <a:pt x="206" y="198"/>
                  </a:cubicBezTo>
                  <a:cubicBezTo>
                    <a:pt x="267" y="153"/>
                    <a:pt x="352" y="161"/>
                    <a:pt x="404" y="218"/>
                  </a:cubicBezTo>
                  <a:cubicBezTo>
                    <a:pt x="458" y="279"/>
                    <a:pt x="453" y="373"/>
                    <a:pt x="392" y="428"/>
                  </a:cubicBezTo>
                  <a:close/>
                </a:path>
              </a:pathLst>
            </a:custGeom>
            <a:solidFill>
              <a:srgbClr val="BFA13E"/>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54" name="Google Shape;298;p36">
              <a:extLst>
                <a:ext uri="{FF2B5EF4-FFF2-40B4-BE49-F238E27FC236}">
                  <a16:creationId xmlns:a16="http://schemas.microsoft.com/office/drawing/2014/main" id="{B635B2C9-A612-C705-0C99-35ADA7427D2F}"/>
                </a:ext>
              </a:extLst>
            </p:cNvPr>
            <p:cNvSpPr/>
            <p:nvPr/>
          </p:nvSpPr>
          <p:spPr>
            <a:xfrm>
              <a:off x="5456016" y="480671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BFA13E"/>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55" name="Google Shape;299;p36">
            <a:extLst>
              <a:ext uri="{FF2B5EF4-FFF2-40B4-BE49-F238E27FC236}">
                <a16:creationId xmlns:a16="http://schemas.microsoft.com/office/drawing/2014/main" id="{A356459A-9447-D576-C29E-C4B80374C7F9}"/>
              </a:ext>
            </a:extLst>
          </p:cNvPr>
          <p:cNvGrpSpPr/>
          <p:nvPr/>
        </p:nvGrpSpPr>
        <p:grpSpPr>
          <a:xfrm rot="21140226">
            <a:off x="5905321" y="1758171"/>
            <a:ext cx="1679887" cy="1679956"/>
            <a:chOff x="4752975" y="1668462"/>
            <a:chExt cx="1717675" cy="1811338"/>
          </a:xfrm>
          <a:effectLst>
            <a:outerShdw blurRad="50800" dist="38100" dir="2700000" algn="tl" rotWithShape="0">
              <a:prstClr val="black">
                <a:alpha val="40000"/>
              </a:prstClr>
            </a:outerShdw>
          </a:effectLst>
        </p:grpSpPr>
        <p:sp>
          <p:nvSpPr>
            <p:cNvPr id="56" name="Google Shape;300;p36">
              <a:extLst>
                <a:ext uri="{FF2B5EF4-FFF2-40B4-BE49-F238E27FC236}">
                  <a16:creationId xmlns:a16="http://schemas.microsoft.com/office/drawing/2014/main" id="{4F19FF4F-EAB3-AF00-2A9D-819B07386A1E}"/>
                </a:ext>
              </a:extLst>
            </p:cNvPr>
            <p:cNvSpPr/>
            <p:nvPr/>
          </p:nvSpPr>
          <p:spPr>
            <a:xfrm>
              <a:off x="4752975" y="1668462"/>
              <a:ext cx="1717675" cy="1811338"/>
            </a:xfrm>
            <a:custGeom>
              <a:avLst/>
              <a:gdLst/>
              <a:ahLst/>
              <a:cxnLst/>
              <a:rect l="l" t="t" r="r" b="b"/>
              <a:pathLst>
                <a:path w="458" h="483" extrusionOk="0">
                  <a:moveTo>
                    <a:pt x="404" y="264"/>
                  </a:moveTo>
                  <a:cubicBezTo>
                    <a:pt x="352" y="321"/>
                    <a:pt x="267" y="329"/>
                    <a:pt x="206" y="285"/>
                  </a:cubicBezTo>
                  <a:cubicBezTo>
                    <a:pt x="155" y="342"/>
                    <a:pt x="155" y="342"/>
                    <a:pt x="155" y="342"/>
                  </a:cubicBezTo>
                  <a:cubicBezTo>
                    <a:pt x="179" y="372"/>
                    <a:pt x="178" y="417"/>
                    <a:pt x="151" y="446"/>
                  </a:cubicBezTo>
                  <a:cubicBezTo>
                    <a:pt x="121" y="480"/>
                    <a:pt x="70" y="483"/>
                    <a:pt x="36" y="453"/>
                  </a:cubicBezTo>
                  <a:cubicBezTo>
                    <a:pt x="3" y="423"/>
                    <a:pt x="0" y="371"/>
                    <a:pt x="30" y="338"/>
                  </a:cubicBezTo>
                  <a:cubicBezTo>
                    <a:pt x="57" y="308"/>
                    <a:pt x="100" y="302"/>
                    <a:pt x="133" y="322"/>
                  </a:cubicBezTo>
                  <a:cubicBezTo>
                    <a:pt x="184" y="265"/>
                    <a:pt x="184" y="265"/>
                    <a:pt x="184" y="265"/>
                  </a:cubicBezTo>
                  <a:cubicBezTo>
                    <a:pt x="133" y="210"/>
                    <a:pt x="132" y="124"/>
                    <a:pt x="183" y="67"/>
                  </a:cubicBezTo>
                  <a:cubicBezTo>
                    <a:pt x="238" y="6"/>
                    <a:pt x="331" y="0"/>
                    <a:pt x="392" y="55"/>
                  </a:cubicBezTo>
                  <a:cubicBezTo>
                    <a:pt x="453" y="110"/>
                    <a:pt x="458" y="203"/>
                    <a:pt x="404" y="264"/>
                  </a:cubicBezTo>
                  <a:close/>
                </a:path>
              </a:pathLst>
            </a:custGeom>
            <a:solidFill>
              <a:srgbClr val="004481"/>
            </a:solidFill>
            <a:ln>
              <a:noFill/>
            </a:ln>
            <a:effectLst>
              <a:outerShdw blurRad="63500" dist="25400" dir="5400000">
                <a:srgbClr val="000000">
                  <a:alpha val="262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57" name="Google Shape;301;p36">
              <a:extLst>
                <a:ext uri="{FF2B5EF4-FFF2-40B4-BE49-F238E27FC236}">
                  <a16:creationId xmlns:a16="http://schemas.microsoft.com/office/drawing/2014/main" id="{7517030B-93F3-2EA5-02BA-32E8661A515D}"/>
                </a:ext>
              </a:extLst>
            </p:cNvPr>
            <p:cNvSpPr/>
            <p:nvPr/>
          </p:nvSpPr>
          <p:spPr>
            <a:xfrm>
              <a:off x="5461203" y="1891174"/>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004481"/>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58" name="Google Shape;302;p36">
            <a:extLst>
              <a:ext uri="{FF2B5EF4-FFF2-40B4-BE49-F238E27FC236}">
                <a16:creationId xmlns:a16="http://schemas.microsoft.com/office/drawing/2014/main" id="{29B116E6-D667-58EA-1D1F-A0F29D7C2893}"/>
              </a:ext>
            </a:extLst>
          </p:cNvPr>
          <p:cNvGrpSpPr/>
          <p:nvPr/>
        </p:nvGrpSpPr>
        <p:grpSpPr>
          <a:xfrm>
            <a:off x="4342668" y="3920377"/>
            <a:ext cx="1679887" cy="1680115"/>
            <a:chOff x="2719388" y="4013200"/>
            <a:chExt cx="1717675" cy="1806575"/>
          </a:xfrm>
          <a:effectLst>
            <a:outerShdw blurRad="50800" dist="38100" dir="2700000" algn="tl" rotWithShape="0">
              <a:prstClr val="black">
                <a:alpha val="40000"/>
              </a:prstClr>
            </a:outerShdw>
          </a:effectLst>
        </p:grpSpPr>
        <p:sp>
          <p:nvSpPr>
            <p:cNvPr id="59" name="Google Shape;303;p36">
              <a:extLst>
                <a:ext uri="{FF2B5EF4-FFF2-40B4-BE49-F238E27FC236}">
                  <a16:creationId xmlns:a16="http://schemas.microsoft.com/office/drawing/2014/main" id="{FD9BCA19-CAE1-10E7-DCA6-1B6EE901D37C}"/>
                </a:ext>
              </a:extLst>
            </p:cNvPr>
            <p:cNvSpPr/>
            <p:nvPr/>
          </p:nvSpPr>
          <p:spPr>
            <a:xfrm>
              <a:off x="2719388" y="4013200"/>
              <a:ext cx="1717675" cy="1806575"/>
            </a:xfrm>
            <a:custGeom>
              <a:avLst/>
              <a:gdLst/>
              <a:ahLst/>
              <a:cxnLst/>
              <a:rect l="l" t="t" r="r" b="b"/>
              <a:pathLst>
                <a:path w="458" h="482" extrusionOk="0">
                  <a:moveTo>
                    <a:pt x="428" y="145"/>
                  </a:moveTo>
                  <a:cubicBezTo>
                    <a:pt x="401" y="175"/>
                    <a:pt x="358" y="180"/>
                    <a:pt x="325" y="160"/>
                  </a:cubicBezTo>
                  <a:cubicBezTo>
                    <a:pt x="274" y="217"/>
                    <a:pt x="274" y="217"/>
                    <a:pt x="274" y="217"/>
                  </a:cubicBezTo>
                  <a:cubicBezTo>
                    <a:pt x="325" y="273"/>
                    <a:pt x="326" y="359"/>
                    <a:pt x="275" y="416"/>
                  </a:cubicBezTo>
                  <a:cubicBezTo>
                    <a:pt x="220" y="477"/>
                    <a:pt x="127" y="482"/>
                    <a:pt x="66" y="428"/>
                  </a:cubicBezTo>
                  <a:cubicBezTo>
                    <a:pt x="5" y="373"/>
                    <a:pt x="0" y="279"/>
                    <a:pt x="54" y="218"/>
                  </a:cubicBezTo>
                  <a:cubicBezTo>
                    <a:pt x="106" y="161"/>
                    <a:pt x="191" y="153"/>
                    <a:pt x="252" y="198"/>
                  </a:cubicBezTo>
                  <a:cubicBezTo>
                    <a:pt x="303" y="141"/>
                    <a:pt x="303" y="141"/>
                    <a:pt x="303" y="141"/>
                  </a:cubicBezTo>
                  <a:cubicBezTo>
                    <a:pt x="279" y="110"/>
                    <a:pt x="280" y="66"/>
                    <a:pt x="307" y="36"/>
                  </a:cubicBezTo>
                  <a:cubicBezTo>
                    <a:pt x="337" y="3"/>
                    <a:pt x="388" y="0"/>
                    <a:pt x="422" y="30"/>
                  </a:cubicBezTo>
                  <a:cubicBezTo>
                    <a:pt x="455" y="60"/>
                    <a:pt x="458" y="111"/>
                    <a:pt x="428" y="145"/>
                  </a:cubicBezTo>
                  <a:close/>
                </a:path>
              </a:pathLst>
            </a:custGeom>
            <a:solidFill>
              <a:srgbClr val="E0D399"/>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60" name="Google Shape;304;p36">
              <a:extLst>
                <a:ext uri="{FF2B5EF4-FFF2-40B4-BE49-F238E27FC236}">
                  <a16:creationId xmlns:a16="http://schemas.microsoft.com/office/drawing/2014/main" id="{52DAD57A-966A-C1D9-89A0-518DB896B9F1}"/>
                </a:ext>
              </a:extLst>
            </p:cNvPr>
            <p:cNvSpPr/>
            <p:nvPr/>
          </p:nvSpPr>
          <p:spPr>
            <a:xfrm>
              <a:off x="2947766" y="4806267"/>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E0D399"/>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61" name="Google Shape;305;p36">
            <a:extLst>
              <a:ext uri="{FF2B5EF4-FFF2-40B4-BE49-F238E27FC236}">
                <a16:creationId xmlns:a16="http://schemas.microsoft.com/office/drawing/2014/main" id="{4F7B7A07-2472-9F53-4102-8437DC7CF29C}"/>
              </a:ext>
            </a:extLst>
          </p:cNvPr>
          <p:cNvGrpSpPr/>
          <p:nvPr/>
        </p:nvGrpSpPr>
        <p:grpSpPr>
          <a:xfrm rot="1950518">
            <a:off x="4871191" y="1620817"/>
            <a:ext cx="1679949" cy="1679996"/>
            <a:chOff x="2719388" y="1668462"/>
            <a:chExt cx="1717675" cy="1811338"/>
          </a:xfrm>
        </p:grpSpPr>
        <p:sp>
          <p:nvSpPr>
            <p:cNvPr id="62" name="Google Shape;306;p36">
              <a:extLst>
                <a:ext uri="{FF2B5EF4-FFF2-40B4-BE49-F238E27FC236}">
                  <a16:creationId xmlns:a16="http://schemas.microsoft.com/office/drawing/2014/main" id="{E2A94351-6065-60C5-DB9D-4A5435911333}"/>
                </a:ext>
              </a:extLst>
            </p:cNvPr>
            <p:cNvSpPr/>
            <p:nvPr/>
          </p:nvSpPr>
          <p:spPr>
            <a:xfrm>
              <a:off x="2719388" y="1668462"/>
              <a:ext cx="1717675" cy="1811338"/>
            </a:xfrm>
            <a:custGeom>
              <a:avLst/>
              <a:gdLst/>
              <a:ahLst/>
              <a:cxnLst/>
              <a:rect l="l" t="t" r="r" b="b"/>
              <a:pathLst>
                <a:path w="458" h="483" extrusionOk="0">
                  <a:moveTo>
                    <a:pt x="422" y="453"/>
                  </a:moveTo>
                  <a:cubicBezTo>
                    <a:pt x="388" y="483"/>
                    <a:pt x="337" y="480"/>
                    <a:pt x="307" y="446"/>
                  </a:cubicBezTo>
                  <a:cubicBezTo>
                    <a:pt x="280" y="417"/>
                    <a:pt x="279" y="372"/>
                    <a:pt x="303" y="342"/>
                  </a:cubicBezTo>
                  <a:cubicBezTo>
                    <a:pt x="252" y="285"/>
                    <a:pt x="252" y="285"/>
                    <a:pt x="252" y="285"/>
                  </a:cubicBezTo>
                  <a:cubicBezTo>
                    <a:pt x="191" y="329"/>
                    <a:pt x="106" y="321"/>
                    <a:pt x="54" y="264"/>
                  </a:cubicBezTo>
                  <a:cubicBezTo>
                    <a:pt x="0" y="203"/>
                    <a:pt x="5" y="110"/>
                    <a:pt x="66" y="55"/>
                  </a:cubicBezTo>
                  <a:cubicBezTo>
                    <a:pt x="127" y="0"/>
                    <a:pt x="220" y="6"/>
                    <a:pt x="275" y="67"/>
                  </a:cubicBezTo>
                  <a:cubicBezTo>
                    <a:pt x="326" y="124"/>
                    <a:pt x="325" y="210"/>
                    <a:pt x="274" y="265"/>
                  </a:cubicBezTo>
                  <a:cubicBezTo>
                    <a:pt x="325" y="322"/>
                    <a:pt x="325" y="322"/>
                    <a:pt x="325" y="322"/>
                  </a:cubicBezTo>
                  <a:cubicBezTo>
                    <a:pt x="358" y="302"/>
                    <a:pt x="401" y="308"/>
                    <a:pt x="428" y="338"/>
                  </a:cubicBezTo>
                  <a:cubicBezTo>
                    <a:pt x="458" y="371"/>
                    <a:pt x="455" y="423"/>
                    <a:pt x="422" y="453"/>
                  </a:cubicBezTo>
                  <a:close/>
                </a:path>
              </a:pathLst>
            </a:custGeom>
            <a:solidFill>
              <a:srgbClr val="002569"/>
            </a:solidFill>
            <a:ln>
              <a:noFill/>
            </a:ln>
            <a:effectLst>
              <a:outerShdw blurRad="63500" dist="25400" dir="5400000">
                <a:srgbClr val="000000">
                  <a:alpha val="262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63" name="Google Shape;307;p36">
              <a:extLst>
                <a:ext uri="{FF2B5EF4-FFF2-40B4-BE49-F238E27FC236}">
                  <a16:creationId xmlns:a16="http://schemas.microsoft.com/office/drawing/2014/main" id="{60700FC8-A90F-2453-8408-9658B013ABD4}"/>
                </a:ext>
              </a:extLst>
            </p:cNvPr>
            <p:cNvSpPr/>
            <p:nvPr/>
          </p:nvSpPr>
          <p:spPr>
            <a:xfrm>
              <a:off x="2943225" y="189589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002569"/>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64" name="Google Shape;308;p36">
            <a:extLst>
              <a:ext uri="{FF2B5EF4-FFF2-40B4-BE49-F238E27FC236}">
                <a16:creationId xmlns:a16="http://schemas.microsoft.com/office/drawing/2014/main" id="{C1F26914-F229-531E-310C-8C7AF6F12586}"/>
              </a:ext>
            </a:extLst>
          </p:cNvPr>
          <p:cNvGrpSpPr/>
          <p:nvPr/>
        </p:nvGrpSpPr>
        <p:grpSpPr>
          <a:xfrm rot="20824945">
            <a:off x="6281352" y="3529640"/>
            <a:ext cx="1679887" cy="1680115"/>
            <a:chOff x="4752975" y="4013200"/>
            <a:chExt cx="1717675" cy="1806575"/>
          </a:xfrm>
          <a:effectLst>
            <a:outerShdw blurRad="50800" dist="38100" dir="2700000" algn="tl" rotWithShape="0">
              <a:prstClr val="black">
                <a:alpha val="40000"/>
              </a:prstClr>
            </a:outerShdw>
          </a:effectLst>
        </p:grpSpPr>
        <p:sp>
          <p:nvSpPr>
            <p:cNvPr id="65" name="Google Shape;309;p36">
              <a:extLst>
                <a:ext uri="{FF2B5EF4-FFF2-40B4-BE49-F238E27FC236}">
                  <a16:creationId xmlns:a16="http://schemas.microsoft.com/office/drawing/2014/main" id="{BA6632C5-12EE-763E-587F-03A901AC46A5}"/>
                </a:ext>
              </a:extLst>
            </p:cNvPr>
            <p:cNvSpPr/>
            <p:nvPr/>
          </p:nvSpPr>
          <p:spPr>
            <a:xfrm>
              <a:off x="4752975" y="4013200"/>
              <a:ext cx="1717675" cy="1806575"/>
            </a:xfrm>
            <a:custGeom>
              <a:avLst/>
              <a:gdLst/>
              <a:ahLst/>
              <a:cxnLst/>
              <a:rect l="l" t="t" r="r" b="b"/>
              <a:pathLst>
                <a:path w="458" h="482" extrusionOk="0">
                  <a:moveTo>
                    <a:pt x="392" y="428"/>
                  </a:moveTo>
                  <a:cubicBezTo>
                    <a:pt x="331" y="482"/>
                    <a:pt x="238" y="477"/>
                    <a:pt x="183" y="416"/>
                  </a:cubicBezTo>
                  <a:cubicBezTo>
                    <a:pt x="132" y="359"/>
                    <a:pt x="133" y="273"/>
                    <a:pt x="184" y="217"/>
                  </a:cubicBezTo>
                  <a:cubicBezTo>
                    <a:pt x="133" y="160"/>
                    <a:pt x="133" y="160"/>
                    <a:pt x="133" y="160"/>
                  </a:cubicBezTo>
                  <a:cubicBezTo>
                    <a:pt x="100" y="180"/>
                    <a:pt x="57" y="175"/>
                    <a:pt x="30" y="145"/>
                  </a:cubicBezTo>
                  <a:cubicBezTo>
                    <a:pt x="0" y="111"/>
                    <a:pt x="3" y="60"/>
                    <a:pt x="36" y="30"/>
                  </a:cubicBezTo>
                  <a:cubicBezTo>
                    <a:pt x="70" y="0"/>
                    <a:pt x="121" y="3"/>
                    <a:pt x="151" y="36"/>
                  </a:cubicBezTo>
                  <a:cubicBezTo>
                    <a:pt x="178" y="66"/>
                    <a:pt x="179" y="110"/>
                    <a:pt x="155" y="141"/>
                  </a:cubicBezTo>
                  <a:cubicBezTo>
                    <a:pt x="206" y="198"/>
                    <a:pt x="206" y="198"/>
                    <a:pt x="206" y="198"/>
                  </a:cubicBezTo>
                  <a:cubicBezTo>
                    <a:pt x="267" y="153"/>
                    <a:pt x="352" y="161"/>
                    <a:pt x="404" y="218"/>
                  </a:cubicBezTo>
                  <a:cubicBezTo>
                    <a:pt x="458" y="279"/>
                    <a:pt x="453" y="373"/>
                    <a:pt x="392" y="428"/>
                  </a:cubicBezTo>
                  <a:close/>
                </a:path>
              </a:pathLst>
            </a:custGeom>
            <a:solidFill>
              <a:srgbClr val="AE8400"/>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66" name="Google Shape;310;p36">
              <a:extLst>
                <a:ext uri="{FF2B5EF4-FFF2-40B4-BE49-F238E27FC236}">
                  <a16:creationId xmlns:a16="http://schemas.microsoft.com/office/drawing/2014/main" id="{EB953EE5-8904-CD19-278C-903FC1B68882}"/>
                </a:ext>
              </a:extLst>
            </p:cNvPr>
            <p:cNvSpPr/>
            <p:nvPr/>
          </p:nvSpPr>
          <p:spPr>
            <a:xfrm>
              <a:off x="5456016" y="480671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AE8400"/>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sp>
        <p:nvSpPr>
          <p:cNvPr id="67" name="Google Shape;311;p36">
            <a:extLst>
              <a:ext uri="{FF2B5EF4-FFF2-40B4-BE49-F238E27FC236}">
                <a16:creationId xmlns:a16="http://schemas.microsoft.com/office/drawing/2014/main" id="{7A05BA28-4F2B-81C1-D99F-409E3C924D3A}"/>
              </a:ext>
            </a:extLst>
          </p:cNvPr>
          <p:cNvSpPr/>
          <p:nvPr/>
        </p:nvSpPr>
        <p:spPr>
          <a:xfrm>
            <a:off x="5064656" y="2718768"/>
            <a:ext cx="1855600" cy="1862800"/>
          </a:xfrm>
          <a:prstGeom prst="ellipse">
            <a:avLst/>
          </a:prstGeom>
          <a:solidFill>
            <a:srgbClr val="F2F2F2"/>
          </a:solidFill>
          <a:ln>
            <a:noFill/>
          </a:ln>
          <a:effectLst>
            <a:outerShdw blurRad="50800" dist="38100" dir="2700000" algn="tl" rotWithShape="0">
              <a:prstClr val="black">
                <a:alpha val="40000"/>
              </a:prstClr>
            </a:outerShdw>
          </a:effectLst>
        </p:spPr>
        <p:txBody>
          <a:bodyPr spcFirstLastPara="1" wrap="square" lIns="0" tIns="24000" rIns="0" bIns="24000" anchor="ctr" anchorCtr="0">
            <a:noAutofit/>
          </a:bodyPr>
          <a:lstStyle/>
          <a:p>
            <a:pPr algn="ctr"/>
            <a:endParaRPr sz="1467" b="1">
              <a:solidFill>
                <a:srgbClr val="004481"/>
              </a:solidFill>
              <a:latin typeface="Lato"/>
              <a:ea typeface="Lato"/>
              <a:cs typeface="Lato"/>
              <a:sym typeface="Lato"/>
            </a:endParaRPr>
          </a:p>
        </p:txBody>
      </p:sp>
      <p:sp>
        <p:nvSpPr>
          <p:cNvPr id="68" name="Google Shape;312;p36">
            <a:extLst>
              <a:ext uri="{FF2B5EF4-FFF2-40B4-BE49-F238E27FC236}">
                <a16:creationId xmlns:a16="http://schemas.microsoft.com/office/drawing/2014/main" id="{E0BA37DC-117D-A039-1EA7-0C9106E44263}"/>
              </a:ext>
            </a:extLst>
          </p:cNvPr>
          <p:cNvSpPr/>
          <p:nvPr/>
        </p:nvSpPr>
        <p:spPr>
          <a:xfrm>
            <a:off x="5149798" y="1896872"/>
            <a:ext cx="999600" cy="392000"/>
          </a:xfrm>
          <a:prstGeom prst="rect">
            <a:avLst/>
          </a:prstGeom>
          <a:noFill/>
          <a:ln>
            <a:noFill/>
          </a:ln>
        </p:spPr>
        <p:txBody>
          <a:bodyPr spcFirstLastPara="1" wrap="square" lIns="0" tIns="0" rIns="0" bIns="0" anchor="ctr" anchorCtr="0">
            <a:noAutofit/>
          </a:bodyPr>
          <a:lstStyle/>
          <a:p>
            <a:pPr algn="ctr"/>
            <a:r>
              <a:rPr lang="es" sz="1067" b="1" dirty="0">
                <a:solidFill>
                  <a:schemeClr val="lt1"/>
                </a:solidFill>
                <a:latin typeface="Quattrocento Sans"/>
                <a:ea typeface="Quattrocento Sans"/>
                <a:cs typeface="Quattrocento Sans"/>
                <a:sym typeface="Quattrocento Sans"/>
              </a:rPr>
              <a:t>Kilometraje</a:t>
            </a:r>
            <a:endParaRPr sz="1067" b="1" dirty="0">
              <a:solidFill>
                <a:schemeClr val="lt1"/>
              </a:solidFill>
              <a:latin typeface="Quattrocento Sans"/>
              <a:ea typeface="Quattrocento Sans"/>
              <a:cs typeface="Quattrocento Sans"/>
              <a:sym typeface="Quattrocento Sans"/>
            </a:endParaRPr>
          </a:p>
        </p:txBody>
      </p:sp>
      <p:sp>
        <p:nvSpPr>
          <p:cNvPr id="69" name="Google Shape;313;p36">
            <a:extLst>
              <a:ext uri="{FF2B5EF4-FFF2-40B4-BE49-F238E27FC236}">
                <a16:creationId xmlns:a16="http://schemas.microsoft.com/office/drawing/2014/main" id="{1AED5D3E-0641-274F-1319-902D4368FA61}"/>
              </a:ext>
            </a:extLst>
          </p:cNvPr>
          <p:cNvSpPr txBox="1"/>
          <p:nvPr/>
        </p:nvSpPr>
        <p:spPr>
          <a:xfrm>
            <a:off x="5226074" y="3016505"/>
            <a:ext cx="1585600" cy="1253200"/>
          </a:xfrm>
          <a:prstGeom prst="rect">
            <a:avLst/>
          </a:prstGeom>
          <a:noFill/>
          <a:ln>
            <a:noFill/>
          </a:ln>
        </p:spPr>
        <p:txBody>
          <a:bodyPr spcFirstLastPara="1" wrap="square" lIns="24000" tIns="0" rIns="24000" bIns="0" anchor="ctr" anchorCtr="0">
            <a:noAutofit/>
          </a:bodyPr>
          <a:lstStyle/>
          <a:p>
            <a:pPr algn="ctr">
              <a:lnSpc>
                <a:spcPct val="150000"/>
              </a:lnSpc>
            </a:pPr>
            <a:r>
              <a:rPr lang="es-ES_tradnl" sz="1267" b="1">
                <a:solidFill>
                  <a:srgbClr val="002060"/>
                </a:solidFill>
                <a:latin typeface="Lato"/>
                <a:ea typeface="Lato"/>
                <a:cs typeface="Lato"/>
                <a:sym typeface="Lato"/>
              </a:rPr>
              <a:t>Componentes </a:t>
            </a:r>
            <a:r>
              <a:rPr lang="es-ES_tradnl" sz="1267" b="1" dirty="0">
                <a:solidFill>
                  <a:srgbClr val="002060"/>
                </a:solidFill>
                <a:latin typeface="Lato"/>
                <a:ea typeface="Lato"/>
                <a:cs typeface="Lato"/>
                <a:sym typeface="Lato"/>
              </a:rPr>
              <a:t>principales </a:t>
            </a:r>
            <a:endParaRPr lang="es-ES_tradnl" sz="1267" b="1">
              <a:solidFill>
                <a:srgbClr val="002060"/>
              </a:solidFill>
              <a:latin typeface="Lato"/>
              <a:ea typeface="Lato"/>
              <a:cs typeface="Lato"/>
              <a:sym typeface="Lato"/>
            </a:endParaRPr>
          </a:p>
        </p:txBody>
      </p:sp>
      <p:sp>
        <p:nvSpPr>
          <p:cNvPr id="70" name="Google Shape;314;p36">
            <a:extLst>
              <a:ext uri="{FF2B5EF4-FFF2-40B4-BE49-F238E27FC236}">
                <a16:creationId xmlns:a16="http://schemas.microsoft.com/office/drawing/2014/main" id="{FAD93952-2E84-2597-4AB5-7532C4F9BD72}"/>
              </a:ext>
            </a:extLst>
          </p:cNvPr>
          <p:cNvSpPr/>
          <p:nvPr/>
        </p:nvSpPr>
        <p:spPr>
          <a:xfrm>
            <a:off x="6499882" y="2091171"/>
            <a:ext cx="908000" cy="392000"/>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Tipo y consumo de combustible</a:t>
            </a:r>
            <a:endParaRPr sz="1067" b="1">
              <a:solidFill>
                <a:schemeClr val="lt1"/>
              </a:solidFill>
              <a:latin typeface="Quattrocento Sans"/>
              <a:ea typeface="Quattrocento Sans"/>
              <a:cs typeface="Quattrocento Sans"/>
              <a:sym typeface="Quattrocento Sans"/>
            </a:endParaRPr>
          </a:p>
        </p:txBody>
      </p:sp>
      <p:sp>
        <p:nvSpPr>
          <p:cNvPr id="71" name="Google Shape;315;p36">
            <a:extLst>
              <a:ext uri="{FF2B5EF4-FFF2-40B4-BE49-F238E27FC236}">
                <a16:creationId xmlns:a16="http://schemas.microsoft.com/office/drawing/2014/main" id="{84892D81-12EF-4B02-0234-398B4424CF44}"/>
              </a:ext>
            </a:extLst>
          </p:cNvPr>
          <p:cNvSpPr txBox="1"/>
          <p:nvPr/>
        </p:nvSpPr>
        <p:spPr>
          <a:xfrm>
            <a:off x="8463875" y="1786236"/>
            <a:ext cx="3249737" cy="1323399"/>
          </a:xfrm>
          <a:prstGeom prst="rect">
            <a:avLst/>
          </a:prstGeom>
          <a:noFill/>
          <a:ln>
            <a:noFill/>
          </a:ln>
        </p:spPr>
        <p:txBody>
          <a:bodyPr spcFirstLastPara="1" wrap="square" lIns="48000" tIns="121900" rIns="48000" bIns="121900" anchor="t" anchorCtr="0">
            <a:spAutoFit/>
          </a:bodyPr>
          <a:lstStyle/>
          <a:p>
            <a:pPr marL="143995" indent="-172196" algn="just">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Consumo de combustible: </a:t>
            </a:r>
            <a:r>
              <a:rPr lang="es-ES_tradnl" sz="1400" dirty="0">
                <a:solidFill>
                  <a:schemeClr val="dk2"/>
                </a:solidFill>
                <a:latin typeface="Quattrocento Sans"/>
                <a:ea typeface="Quattrocento Sans"/>
                <a:cs typeface="Quattrocento Sans"/>
                <a:sym typeface="Quattrocento Sans"/>
              </a:rPr>
              <a:t>información sobre el consumo en ciudad y en carretera.</a:t>
            </a:r>
          </a:p>
          <a:p>
            <a:pPr marL="143995" indent="-172196" algn="just">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Tipo de motorización: </a:t>
            </a:r>
            <a:r>
              <a:rPr lang="es-ES_tradnl" sz="1400" dirty="0">
                <a:solidFill>
                  <a:schemeClr val="dk2"/>
                </a:solidFill>
                <a:latin typeface="Quattrocento Sans"/>
                <a:ea typeface="Quattrocento Sans"/>
                <a:cs typeface="Quattrocento Sans"/>
                <a:sym typeface="Quattrocento Sans"/>
              </a:rPr>
              <a:t>diésel, gasolina, híbrido o eléctrico.</a:t>
            </a:r>
          </a:p>
        </p:txBody>
      </p:sp>
      <p:cxnSp>
        <p:nvCxnSpPr>
          <p:cNvPr id="72" name="Google Shape;316;p36">
            <a:extLst>
              <a:ext uri="{FF2B5EF4-FFF2-40B4-BE49-F238E27FC236}">
                <a16:creationId xmlns:a16="http://schemas.microsoft.com/office/drawing/2014/main" id="{9EB0DA46-DC46-D94F-2090-7D030751C7CA}"/>
              </a:ext>
            </a:extLst>
          </p:cNvPr>
          <p:cNvCxnSpPr>
            <a:cxnSpLocks/>
            <a:stCxn id="71" idx="1"/>
          </p:cNvCxnSpPr>
          <p:nvPr/>
        </p:nvCxnSpPr>
        <p:spPr>
          <a:xfrm rot="10800000">
            <a:off x="7504165" y="2273044"/>
            <a:ext cx="959711" cy="174892"/>
          </a:xfrm>
          <a:prstGeom prst="curvedConnector3">
            <a:avLst>
              <a:gd name="adj1" fmla="val 50000"/>
            </a:avLst>
          </a:prstGeom>
          <a:noFill/>
          <a:ln w="9525" cap="flat" cmpd="sng">
            <a:solidFill>
              <a:srgbClr val="004481"/>
            </a:solidFill>
            <a:prstDash val="solid"/>
            <a:round/>
            <a:headEnd type="triangle" w="med" len="med"/>
            <a:tailEnd type="none" w="med" len="med"/>
          </a:ln>
        </p:spPr>
      </p:cxnSp>
      <p:sp>
        <p:nvSpPr>
          <p:cNvPr id="73" name="Google Shape;317;p36">
            <a:extLst>
              <a:ext uri="{FF2B5EF4-FFF2-40B4-BE49-F238E27FC236}">
                <a16:creationId xmlns:a16="http://schemas.microsoft.com/office/drawing/2014/main" id="{84ED1306-2BB1-AC38-CCB5-74F08BCFB892}"/>
              </a:ext>
            </a:extLst>
          </p:cNvPr>
          <p:cNvSpPr txBox="1"/>
          <p:nvPr/>
        </p:nvSpPr>
        <p:spPr>
          <a:xfrm>
            <a:off x="624522" y="1787159"/>
            <a:ext cx="3049220" cy="1107955"/>
          </a:xfrm>
          <a:prstGeom prst="rect">
            <a:avLst/>
          </a:prstGeom>
          <a:noFill/>
          <a:ln>
            <a:noFill/>
          </a:ln>
        </p:spPr>
        <p:txBody>
          <a:bodyPr spcFirstLastPara="1" wrap="square" lIns="48000" tIns="121900" rIns="48000" bIns="121900" anchor="t" anchorCtr="0">
            <a:spAutoFit/>
          </a:bodyPr>
          <a:lstStyle/>
          <a:p>
            <a:pPr marL="143995" indent="-172196" algn="just">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Tracción</a:t>
            </a:r>
            <a:r>
              <a:rPr lang="es-ES_tradnl" sz="1400" dirty="0">
                <a:solidFill>
                  <a:schemeClr val="dk2"/>
                </a:solidFill>
                <a:latin typeface="Quattrocento Sans"/>
                <a:ea typeface="Quattrocento Sans"/>
                <a:cs typeface="Quattrocento Sans"/>
                <a:sym typeface="Quattrocento Sans"/>
              </a:rPr>
              <a:t> del vehículo: delantera, trasera, total o a las cuatro ruedas.</a:t>
            </a:r>
          </a:p>
          <a:p>
            <a:pPr marL="143995" indent="-172196" algn="just">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Transmisión</a:t>
            </a:r>
            <a:r>
              <a:rPr lang="es-ES_tradnl" sz="1400" dirty="0">
                <a:solidFill>
                  <a:schemeClr val="dk2"/>
                </a:solidFill>
                <a:latin typeface="Quattrocento Sans"/>
                <a:ea typeface="Quattrocento Sans"/>
                <a:cs typeface="Quattrocento Sans"/>
                <a:sym typeface="Quattrocento Sans"/>
              </a:rPr>
              <a:t> del vehículo: manual o automática.</a:t>
            </a:r>
          </a:p>
        </p:txBody>
      </p:sp>
      <p:cxnSp>
        <p:nvCxnSpPr>
          <p:cNvPr id="74" name="Google Shape;318;p36">
            <a:extLst>
              <a:ext uri="{FF2B5EF4-FFF2-40B4-BE49-F238E27FC236}">
                <a16:creationId xmlns:a16="http://schemas.microsoft.com/office/drawing/2014/main" id="{87554A0B-BDDD-E784-E903-E986F10296CC}"/>
              </a:ext>
            </a:extLst>
          </p:cNvPr>
          <p:cNvCxnSpPr>
            <a:cxnSpLocks/>
            <a:stCxn id="73" idx="3"/>
            <a:endCxn id="107" idx="1"/>
          </p:cNvCxnSpPr>
          <p:nvPr/>
        </p:nvCxnSpPr>
        <p:spPr>
          <a:xfrm>
            <a:off x="3673742" y="2341137"/>
            <a:ext cx="354374" cy="456127"/>
          </a:xfrm>
          <a:prstGeom prst="curvedConnector3">
            <a:avLst>
              <a:gd name="adj1" fmla="val 50000"/>
            </a:avLst>
          </a:prstGeom>
          <a:noFill/>
          <a:ln w="9525" cap="flat" cmpd="sng">
            <a:solidFill>
              <a:srgbClr val="002569"/>
            </a:solidFill>
            <a:prstDash val="solid"/>
            <a:round/>
            <a:headEnd type="triangle" w="med" len="med"/>
            <a:tailEnd type="none" w="med" len="med"/>
          </a:ln>
        </p:spPr>
      </p:cxnSp>
      <p:sp>
        <p:nvSpPr>
          <p:cNvPr id="75" name="Google Shape;319;p36">
            <a:extLst>
              <a:ext uri="{FF2B5EF4-FFF2-40B4-BE49-F238E27FC236}">
                <a16:creationId xmlns:a16="http://schemas.microsoft.com/office/drawing/2014/main" id="{845360F3-2802-50CC-853B-BE9592C713F5}"/>
              </a:ext>
            </a:extLst>
          </p:cNvPr>
          <p:cNvSpPr/>
          <p:nvPr/>
        </p:nvSpPr>
        <p:spPr>
          <a:xfrm>
            <a:off x="3918166" y="3531096"/>
            <a:ext cx="999600" cy="993600"/>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Edad del vehículo</a:t>
            </a:r>
            <a:endParaRPr sz="1067" b="1">
              <a:solidFill>
                <a:schemeClr val="lt1"/>
              </a:solidFill>
              <a:latin typeface="Quattrocento Sans"/>
              <a:ea typeface="Quattrocento Sans"/>
              <a:cs typeface="Quattrocento Sans"/>
              <a:sym typeface="Quattrocento Sans"/>
            </a:endParaRPr>
          </a:p>
        </p:txBody>
      </p:sp>
      <p:sp>
        <p:nvSpPr>
          <p:cNvPr id="76" name="Google Shape;320;p36">
            <a:extLst>
              <a:ext uri="{FF2B5EF4-FFF2-40B4-BE49-F238E27FC236}">
                <a16:creationId xmlns:a16="http://schemas.microsoft.com/office/drawing/2014/main" id="{71704B0E-03C4-263C-EC4D-EEB27BC06CCE}"/>
              </a:ext>
            </a:extLst>
          </p:cNvPr>
          <p:cNvSpPr txBox="1"/>
          <p:nvPr/>
        </p:nvSpPr>
        <p:spPr>
          <a:xfrm>
            <a:off x="613414" y="2945412"/>
            <a:ext cx="2993512" cy="1754286"/>
          </a:xfrm>
          <a:prstGeom prst="rect">
            <a:avLst/>
          </a:prstGeom>
          <a:noFill/>
          <a:ln>
            <a:noFill/>
          </a:ln>
        </p:spPr>
        <p:txBody>
          <a:bodyPr spcFirstLastPara="1" wrap="square" lIns="48000" tIns="121900" rIns="48000" bIns="121900" anchor="t" anchorCtr="0">
            <a:spAutoFit/>
          </a:bodyPr>
          <a:lstStyle/>
          <a:p>
            <a:pPr marL="143995" indent="-163729" algn="just">
              <a:buClr>
                <a:schemeClr val="dk2"/>
              </a:buClr>
              <a:buSzPts val="800"/>
              <a:buFont typeface="Quattrocento Sans"/>
              <a:buChar char="●"/>
            </a:pPr>
            <a:r>
              <a:rPr lang="es-ES_tradnl" sz="1400" b="1" dirty="0">
                <a:solidFill>
                  <a:schemeClr val="dk2"/>
                </a:solidFill>
                <a:latin typeface="Quattrocento Sans"/>
                <a:ea typeface="Quattrocento Sans"/>
                <a:cs typeface="Quattrocento Sans"/>
                <a:sym typeface="Quattrocento Sans"/>
              </a:rPr>
              <a:t>Año de fabricación</a:t>
            </a:r>
            <a:r>
              <a:rPr lang="es-ES_tradnl" sz="1400" dirty="0">
                <a:solidFill>
                  <a:schemeClr val="dk2"/>
                </a:solidFill>
                <a:latin typeface="Quattrocento Sans"/>
                <a:ea typeface="Quattrocento Sans"/>
                <a:cs typeface="Quattrocento Sans"/>
                <a:sym typeface="Quattrocento Sans"/>
              </a:rPr>
              <a:t> del vehículo: año en el que se completó el ensamblaje original del vehículo en fábrica.</a:t>
            </a:r>
          </a:p>
          <a:p>
            <a:pPr marL="143995" indent="-163729" algn="just">
              <a:buClr>
                <a:schemeClr val="dk2"/>
              </a:buClr>
              <a:buSzPts val="800"/>
              <a:buFont typeface="Quattrocento Sans"/>
              <a:buChar char="●"/>
            </a:pPr>
            <a:r>
              <a:rPr lang="es-ES_tradnl" sz="1400" b="1" dirty="0">
                <a:solidFill>
                  <a:schemeClr val="dk2"/>
                </a:solidFill>
                <a:latin typeface="Quattrocento Sans"/>
                <a:ea typeface="Quattrocento Sans"/>
                <a:cs typeface="Quattrocento Sans"/>
                <a:sym typeface="Quattrocento Sans"/>
              </a:rPr>
              <a:t>Antigüedad </a:t>
            </a:r>
            <a:r>
              <a:rPr lang="es-ES_tradnl" sz="1400" dirty="0">
                <a:solidFill>
                  <a:schemeClr val="dk2"/>
                </a:solidFill>
                <a:latin typeface="Quattrocento Sans"/>
                <a:ea typeface="Quattrocento Sans"/>
                <a:cs typeface="Quattrocento Sans"/>
                <a:sym typeface="Quattrocento Sans"/>
              </a:rPr>
              <a:t>del vehículo: se obtiene restando el año de fabricación al año actual.</a:t>
            </a:r>
          </a:p>
        </p:txBody>
      </p:sp>
      <p:cxnSp>
        <p:nvCxnSpPr>
          <p:cNvPr id="77" name="Google Shape;321;p36">
            <a:extLst>
              <a:ext uri="{FF2B5EF4-FFF2-40B4-BE49-F238E27FC236}">
                <a16:creationId xmlns:a16="http://schemas.microsoft.com/office/drawing/2014/main" id="{472F3627-F8A2-F7DD-4923-F12C0E7FF4AF}"/>
              </a:ext>
            </a:extLst>
          </p:cNvPr>
          <p:cNvCxnSpPr>
            <a:cxnSpLocks/>
            <a:stCxn id="76" idx="3"/>
            <a:endCxn id="75" idx="1"/>
          </p:cNvCxnSpPr>
          <p:nvPr/>
        </p:nvCxnSpPr>
        <p:spPr>
          <a:xfrm>
            <a:off x="3606926" y="3822555"/>
            <a:ext cx="311240" cy="205341"/>
          </a:xfrm>
          <a:prstGeom prst="curvedConnector3">
            <a:avLst>
              <a:gd name="adj1" fmla="val 50000"/>
            </a:avLst>
          </a:prstGeom>
          <a:noFill/>
          <a:ln w="9525" cap="flat" cmpd="sng">
            <a:solidFill>
              <a:srgbClr val="001A48"/>
            </a:solidFill>
            <a:prstDash val="solid"/>
            <a:round/>
            <a:headEnd type="triangle" w="med" len="med"/>
            <a:tailEnd type="none" w="med" len="med"/>
          </a:ln>
        </p:spPr>
      </p:cxnSp>
      <p:sp>
        <p:nvSpPr>
          <p:cNvPr id="78" name="Google Shape;322;p36">
            <a:extLst>
              <a:ext uri="{FF2B5EF4-FFF2-40B4-BE49-F238E27FC236}">
                <a16:creationId xmlns:a16="http://schemas.microsoft.com/office/drawing/2014/main" id="{E06E170F-F9E0-AB4A-7763-F339D50587C9}"/>
              </a:ext>
            </a:extLst>
          </p:cNvPr>
          <p:cNvSpPr/>
          <p:nvPr/>
        </p:nvSpPr>
        <p:spPr>
          <a:xfrm>
            <a:off x="7131378" y="2881676"/>
            <a:ext cx="999600" cy="944000"/>
          </a:xfrm>
          <a:prstGeom prst="rect">
            <a:avLst/>
          </a:prstGeom>
          <a:noFill/>
          <a:ln>
            <a:noFill/>
          </a:ln>
        </p:spPr>
        <p:txBody>
          <a:bodyPr spcFirstLastPara="1" wrap="square" lIns="0" tIns="0" rIns="0" bIns="0" anchor="ctr" anchorCtr="0">
            <a:noAutofit/>
          </a:bodyPr>
          <a:lstStyle/>
          <a:p>
            <a:pPr algn="ctr"/>
            <a:r>
              <a:rPr lang="es-ES_tradnl" sz="1067" b="1" dirty="0">
                <a:solidFill>
                  <a:schemeClr val="lt1"/>
                </a:solidFill>
                <a:latin typeface="Quattrocento Sans"/>
                <a:ea typeface="Quattrocento Sans"/>
                <a:cs typeface="Quattrocento Sans"/>
                <a:sym typeface="Quattrocento Sans"/>
              </a:rPr>
              <a:t>Tecnología</a:t>
            </a:r>
          </a:p>
        </p:txBody>
      </p:sp>
      <p:cxnSp>
        <p:nvCxnSpPr>
          <p:cNvPr id="80" name="Google Shape;324;p36">
            <a:extLst>
              <a:ext uri="{FF2B5EF4-FFF2-40B4-BE49-F238E27FC236}">
                <a16:creationId xmlns:a16="http://schemas.microsoft.com/office/drawing/2014/main" id="{D8267AD2-DD18-080D-DA39-D7AC08EE2075}"/>
              </a:ext>
            </a:extLst>
          </p:cNvPr>
          <p:cNvCxnSpPr>
            <a:cxnSpLocks/>
            <a:stCxn id="86" idx="1"/>
            <a:endCxn id="78" idx="3"/>
          </p:cNvCxnSpPr>
          <p:nvPr/>
        </p:nvCxnSpPr>
        <p:spPr>
          <a:xfrm rot="10800000">
            <a:off x="8130979" y="3353677"/>
            <a:ext cx="332897" cy="533221"/>
          </a:xfrm>
          <a:prstGeom prst="curvedConnector3">
            <a:avLst>
              <a:gd name="adj1" fmla="val 50000"/>
            </a:avLst>
          </a:prstGeom>
          <a:noFill/>
          <a:ln w="9525" cap="flat" cmpd="sng">
            <a:solidFill>
              <a:srgbClr val="5983B1"/>
            </a:solidFill>
            <a:prstDash val="solid"/>
            <a:round/>
            <a:headEnd type="triangle" w="med" len="med"/>
            <a:tailEnd type="none" w="med" len="med"/>
          </a:ln>
        </p:spPr>
      </p:cxnSp>
      <p:sp>
        <p:nvSpPr>
          <p:cNvPr id="81" name="Google Shape;325;p36">
            <a:extLst>
              <a:ext uri="{FF2B5EF4-FFF2-40B4-BE49-F238E27FC236}">
                <a16:creationId xmlns:a16="http://schemas.microsoft.com/office/drawing/2014/main" id="{A7DB9AF1-5ED0-66E5-5887-43C02F9B424E}"/>
              </a:ext>
            </a:extLst>
          </p:cNvPr>
          <p:cNvSpPr/>
          <p:nvPr/>
        </p:nvSpPr>
        <p:spPr>
          <a:xfrm>
            <a:off x="5828830" y="4774450"/>
            <a:ext cx="999600" cy="1068000"/>
          </a:xfrm>
          <a:prstGeom prst="rect">
            <a:avLst/>
          </a:prstGeom>
          <a:noFill/>
          <a:ln>
            <a:noFill/>
          </a:ln>
        </p:spPr>
        <p:txBody>
          <a:bodyPr spcFirstLastPara="1" wrap="square" lIns="0" tIns="0" rIns="0" bIns="0" anchor="ctr" anchorCtr="0">
            <a:noAutofit/>
          </a:bodyPr>
          <a:lstStyle/>
          <a:p>
            <a:pPr algn="ctr"/>
            <a:r>
              <a:rPr lang="es-ES_tradnl" sz="1067" b="1">
                <a:solidFill>
                  <a:schemeClr val="lt1"/>
                </a:solidFill>
                <a:latin typeface="Quattrocento Sans"/>
                <a:ea typeface="Quattrocento Sans"/>
                <a:cs typeface="Quattrocento Sans"/>
                <a:sym typeface="Quattrocento Sans"/>
              </a:rPr>
              <a:t>Precio de venta</a:t>
            </a:r>
          </a:p>
        </p:txBody>
      </p:sp>
      <p:sp>
        <p:nvSpPr>
          <p:cNvPr id="82" name="Google Shape;326;p36">
            <a:extLst>
              <a:ext uri="{FF2B5EF4-FFF2-40B4-BE49-F238E27FC236}">
                <a16:creationId xmlns:a16="http://schemas.microsoft.com/office/drawing/2014/main" id="{37F22780-15EE-B0B1-1933-537A5735834A}"/>
              </a:ext>
            </a:extLst>
          </p:cNvPr>
          <p:cNvSpPr/>
          <p:nvPr/>
        </p:nvSpPr>
        <p:spPr>
          <a:xfrm>
            <a:off x="4448244" y="4504015"/>
            <a:ext cx="999600" cy="1068000"/>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Marca/modelo</a:t>
            </a:r>
            <a:endParaRPr sz="1067" b="1">
              <a:solidFill>
                <a:schemeClr val="lt1"/>
              </a:solidFill>
              <a:latin typeface="Quattrocento Sans"/>
              <a:ea typeface="Quattrocento Sans"/>
              <a:cs typeface="Quattrocento Sans"/>
              <a:sym typeface="Quattrocento Sans"/>
            </a:endParaRPr>
          </a:p>
        </p:txBody>
      </p:sp>
      <p:sp>
        <p:nvSpPr>
          <p:cNvPr id="83" name="Google Shape;327;p36">
            <a:extLst>
              <a:ext uri="{FF2B5EF4-FFF2-40B4-BE49-F238E27FC236}">
                <a16:creationId xmlns:a16="http://schemas.microsoft.com/office/drawing/2014/main" id="{95571734-D5AB-1DF6-1C82-9429B35CDDEC}"/>
              </a:ext>
            </a:extLst>
          </p:cNvPr>
          <p:cNvSpPr/>
          <p:nvPr/>
        </p:nvSpPr>
        <p:spPr>
          <a:xfrm>
            <a:off x="6889403" y="4064165"/>
            <a:ext cx="1052400" cy="1068000"/>
          </a:xfrm>
          <a:prstGeom prst="rect">
            <a:avLst/>
          </a:prstGeom>
          <a:noFill/>
          <a:ln>
            <a:noFill/>
          </a:ln>
        </p:spPr>
        <p:txBody>
          <a:bodyPr spcFirstLastPara="1" wrap="square" lIns="0" tIns="0" rIns="0" bIns="0" anchor="ctr" anchorCtr="0">
            <a:noAutofit/>
          </a:bodyPr>
          <a:lstStyle/>
          <a:p>
            <a:pPr algn="ctr"/>
            <a:r>
              <a:rPr lang="es-ES_tradnl" sz="1067" b="1">
                <a:solidFill>
                  <a:schemeClr val="lt1"/>
                </a:solidFill>
                <a:latin typeface="Quattrocento Sans"/>
                <a:ea typeface="Quattrocento Sans"/>
                <a:cs typeface="Quattrocento Sans"/>
                <a:sym typeface="Quattrocento Sans"/>
              </a:rPr>
              <a:t>Color</a:t>
            </a:r>
            <a:endParaRPr sz="1067" b="1">
              <a:solidFill>
                <a:schemeClr val="lt1"/>
              </a:solidFill>
              <a:latin typeface="Quattrocento Sans"/>
              <a:ea typeface="Quattrocento Sans"/>
              <a:cs typeface="Quattrocento Sans"/>
              <a:sym typeface="Quattrocento Sans"/>
            </a:endParaRPr>
          </a:p>
        </p:txBody>
      </p:sp>
      <p:sp>
        <p:nvSpPr>
          <p:cNvPr id="84" name="Google Shape;328;p36">
            <a:extLst>
              <a:ext uri="{FF2B5EF4-FFF2-40B4-BE49-F238E27FC236}">
                <a16:creationId xmlns:a16="http://schemas.microsoft.com/office/drawing/2014/main" id="{07E624E6-834D-F677-17CF-294670B550D3}"/>
              </a:ext>
            </a:extLst>
          </p:cNvPr>
          <p:cNvSpPr txBox="1"/>
          <p:nvPr/>
        </p:nvSpPr>
        <p:spPr>
          <a:xfrm>
            <a:off x="645024" y="4838473"/>
            <a:ext cx="2915292" cy="1323399"/>
          </a:xfrm>
          <a:prstGeom prst="rect">
            <a:avLst/>
          </a:prstGeom>
          <a:noFill/>
          <a:ln>
            <a:noFill/>
          </a:ln>
        </p:spPr>
        <p:txBody>
          <a:bodyPr spcFirstLastPara="1" wrap="square" lIns="48000" tIns="121900" rIns="48000" bIns="121900" anchor="t" anchorCtr="0">
            <a:spAutoFit/>
          </a:bodyPr>
          <a:lstStyle/>
          <a:p>
            <a:pPr marL="143995" indent="-163729" algn="just">
              <a:buClr>
                <a:schemeClr val="dk2"/>
              </a:buClr>
              <a:buSzPts val="800"/>
              <a:buFont typeface="Quattrocento Sans"/>
              <a:buChar char="●"/>
            </a:pPr>
            <a:r>
              <a:rPr lang="es-ES_tradnl" sz="1400" b="1" dirty="0">
                <a:solidFill>
                  <a:schemeClr val="dk2"/>
                </a:solidFill>
                <a:latin typeface="Quattrocento Sans"/>
                <a:ea typeface="Quattrocento Sans"/>
                <a:cs typeface="Quattrocento Sans"/>
                <a:sym typeface="Quattrocento Sans"/>
              </a:rPr>
              <a:t>Marca</a:t>
            </a:r>
            <a:r>
              <a:rPr lang="es-ES_tradnl" sz="1400" dirty="0">
                <a:solidFill>
                  <a:schemeClr val="dk2"/>
                </a:solidFill>
                <a:latin typeface="Quattrocento Sans"/>
                <a:ea typeface="Quattrocento Sans"/>
                <a:cs typeface="Quattrocento Sans"/>
                <a:sym typeface="Quattrocento Sans"/>
              </a:rPr>
              <a:t> del vehículo: Nombre del fabricante o sello comercial.</a:t>
            </a:r>
          </a:p>
          <a:p>
            <a:pPr marL="143995" indent="-163729" algn="just">
              <a:buClr>
                <a:schemeClr val="dk2"/>
              </a:buClr>
              <a:buSzPts val="800"/>
              <a:buFont typeface="Quattrocento Sans"/>
              <a:buChar char="●"/>
            </a:pPr>
            <a:r>
              <a:rPr lang="es-ES_tradnl" sz="1400" b="1" dirty="0">
                <a:solidFill>
                  <a:schemeClr val="dk2"/>
                </a:solidFill>
                <a:latin typeface="Quattrocento Sans"/>
                <a:ea typeface="Quattrocento Sans"/>
                <a:cs typeface="Quattrocento Sans"/>
                <a:sym typeface="Quattrocento Sans"/>
              </a:rPr>
              <a:t>Modelo</a:t>
            </a:r>
            <a:r>
              <a:rPr lang="es-ES_tradnl" sz="1400" dirty="0">
                <a:solidFill>
                  <a:schemeClr val="dk2"/>
                </a:solidFill>
                <a:latin typeface="Quattrocento Sans"/>
                <a:ea typeface="Quattrocento Sans"/>
                <a:cs typeface="Quattrocento Sans"/>
                <a:sym typeface="Quattrocento Sans"/>
              </a:rPr>
              <a:t> del vehículo: Denominación específica de la versión o línea dentro de la marca.</a:t>
            </a:r>
          </a:p>
        </p:txBody>
      </p:sp>
      <p:cxnSp>
        <p:nvCxnSpPr>
          <p:cNvPr id="85" name="Google Shape;329;p36">
            <a:extLst>
              <a:ext uri="{FF2B5EF4-FFF2-40B4-BE49-F238E27FC236}">
                <a16:creationId xmlns:a16="http://schemas.microsoft.com/office/drawing/2014/main" id="{627A2D4D-B0A4-CF50-D54D-B140D330069A}"/>
              </a:ext>
            </a:extLst>
          </p:cNvPr>
          <p:cNvCxnSpPr>
            <a:cxnSpLocks/>
            <a:stCxn id="84" idx="3"/>
            <a:endCxn id="82" idx="1"/>
          </p:cNvCxnSpPr>
          <p:nvPr/>
        </p:nvCxnSpPr>
        <p:spPr>
          <a:xfrm flipV="1">
            <a:off x="3560316" y="5038015"/>
            <a:ext cx="887928" cy="462158"/>
          </a:xfrm>
          <a:prstGeom prst="curvedConnector3">
            <a:avLst>
              <a:gd name="adj1" fmla="val 50000"/>
            </a:avLst>
          </a:prstGeom>
          <a:noFill/>
          <a:ln w="9525" cap="flat" cmpd="sng">
            <a:solidFill>
              <a:srgbClr val="E0D399"/>
            </a:solidFill>
            <a:prstDash val="solid"/>
            <a:round/>
            <a:headEnd type="triangle" w="med" len="med"/>
            <a:tailEnd type="none" w="med" len="med"/>
          </a:ln>
        </p:spPr>
      </p:cxnSp>
      <p:sp>
        <p:nvSpPr>
          <p:cNvPr id="86" name="Google Shape;330;p36">
            <a:extLst>
              <a:ext uri="{FF2B5EF4-FFF2-40B4-BE49-F238E27FC236}">
                <a16:creationId xmlns:a16="http://schemas.microsoft.com/office/drawing/2014/main" id="{AD8CF828-63E0-D2FA-9215-79A6B13E3AA0}"/>
              </a:ext>
            </a:extLst>
          </p:cNvPr>
          <p:cNvSpPr txBox="1"/>
          <p:nvPr/>
        </p:nvSpPr>
        <p:spPr>
          <a:xfrm>
            <a:off x="8463875" y="3440641"/>
            <a:ext cx="3261971" cy="892512"/>
          </a:xfrm>
          <a:prstGeom prst="rect">
            <a:avLst/>
          </a:prstGeom>
          <a:noFill/>
          <a:ln>
            <a:noFill/>
          </a:ln>
        </p:spPr>
        <p:txBody>
          <a:bodyPr spcFirstLastPara="1" wrap="square" lIns="48000" tIns="121900" rIns="48000" bIns="121900" anchor="t" anchorCtr="0">
            <a:spAutoFit/>
          </a:bodyPr>
          <a:lstStyle/>
          <a:p>
            <a:pPr marL="143995" indent="-172196" algn="just">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Número de marchas</a:t>
            </a:r>
            <a:r>
              <a:rPr lang="es-ES_tradnl" sz="1400" dirty="0">
                <a:solidFill>
                  <a:schemeClr val="dk2"/>
                </a:solidFill>
                <a:latin typeface="Quattrocento Sans"/>
                <a:ea typeface="Quattrocento Sans"/>
                <a:cs typeface="Quattrocento Sans"/>
                <a:sym typeface="Quattrocento Sans"/>
              </a:rPr>
              <a:t>.</a:t>
            </a:r>
          </a:p>
          <a:p>
            <a:pPr marL="143995" indent="-172196" algn="just">
              <a:buClr>
                <a:schemeClr val="dk2"/>
              </a:buClr>
              <a:buSzPts val="900"/>
              <a:buFont typeface="Quattrocento Sans"/>
              <a:buChar char="●"/>
            </a:pPr>
            <a:r>
              <a:rPr lang="es-ES_tradnl" sz="1400" dirty="0">
                <a:solidFill>
                  <a:schemeClr val="dk2"/>
                </a:solidFill>
                <a:latin typeface="Quattrocento Sans"/>
                <a:ea typeface="Quattrocento Sans"/>
                <a:cs typeface="Quattrocento Sans"/>
                <a:sym typeface="Quattrocento Sans"/>
              </a:rPr>
              <a:t>Tipo de </a:t>
            </a:r>
            <a:r>
              <a:rPr lang="es-ES_tradnl" sz="1400" b="1" dirty="0">
                <a:solidFill>
                  <a:schemeClr val="dk2"/>
                </a:solidFill>
                <a:latin typeface="Quattrocento Sans"/>
                <a:ea typeface="Quattrocento Sans"/>
                <a:cs typeface="Quattrocento Sans"/>
                <a:sym typeface="Quattrocento Sans"/>
              </a:rPr>
              <a:t>cilindrada</a:t>
            </a:r>
            <a:r>
              <a:rPr lang="es-ES_tradnl" sz="1400" dirty="0">
                <a:solidFill>
                  <a:schemeClr val="dk2"/>
                </a:solidFill>
                <a:latin typeface="Quattrocento Sans"/>
                <a:ea typeface="Quattrocento Sans"/>
                <a:cs typeface="Quattrocento Sans"/>
                <a:sym typeface="Quattrocento Sans"/>
              </a:rPr>
              <a:t>, </a:t>
            </a:r>
            <a:r>
              <a:rPr lang="es-ES_tradnl" sz="1400" b="1" dirty="0">
                <a:solidFill>
                  <a:schemeClr val="dk2"/>
                </a:solidFill>
                <a:latin typeface="Quattrocento Sans"/>
                <a:ea typeface="Quattrocento Sans"/>
                <a:cs typeface="Quattrocento Sans"/>
                <a:sym typeface="Quattrocento Sans"/>
              </a:rPr>
              <a:t>volumen</a:t>
            </a:r>
            <a:r>
              <a:rPr lang="es-ES_tradnl" sz="1400" dirty="0">
                <a:solidFill>
                  <a:schemeClr val="dk2"/>
                </a:solidFill>
                <a:latin typeface="Quattrocento Sans"/>
                <a:ea typeface="Quattrocento Sans"/>
                <a:cs typeface="Quattrocento Sans"/>
                <a:sym typeface="Quattrocento Sans"/>
              </a:rPr>
              <a:t> o </a:t>
            </a:r>
            <a:r>
              <a:rPr lang="es-ES_tradnl" sz="1400" b="1" dirty="0">
                <a:solidFill>
                  <a:schemeClr val="dk2"/>
                </a:solidFill>
                <a:latin typeface="Quattrocento Sans"/>
                <a:ea typeface="Quattrocento Sans"/>
                <a:cs typeface="Quattrocento Sans"/>
                <a:sym typeface="Quattrocento Sans"/>
              </a:rPr>
              <a:t>potencia del motor </a:t>
            </a:r>
            <a:r>
              <a:rPr lang="es-ES_tradnl" sz="1400" dirty="0">
                <a:solidFill>
                  <a:schemeClr val="dk2"/>
                </a:solidFill>
                <a:latin typeface="Quattrocento Sans"/>
                <a:ea typeface="Quattrocento Sans"/>
                <a:cs typeface="Quattrocento Sans"/>
                <a:sym typeface="Quattrocento Sans"/>
              </a:rPr>
              <a:t>(en caballos de fuerza).</a:t>
            </a:r>
          </a:p>
        </p:txBody>
      </p:sp>
      <p:cxnSp>
        <p:nvCxnSpPr>
          <p:cNvPr id="87" name="Google Shape;331;p36">
            <a:extLst>
              <a:ext uri="{FF2B5EF4-FFF2-40B4-BE49-F238E27FC236}">
                <a16:creationId xmlns:a16="http://schemas.microsoft.com/office/drawing/2014/main" id="{CF285915-FE50-7DCD-C113-DE5A0C480814}"/>
              </a:ext>
            </a:extLst>
          </p:cNvPr>
          <p:cNvCxnSpPr>
            <a:cxnSpLocks/>
            <a:stCxn id="116" idx="1"/>
            <a:endCxn id="83" idx="3"/>
          </p:cNvCxnSpPr>
          <p:nvPr/>
        </p:nvCxnSpPr>
        <p:spPr>
          <a:xfrm rot="10800000">
            <a:off x="7941804" y="4598165"/>
            <a:ext cx="594377" cy="563474"/>
          </a:xfrm>
          <a:prstGeom prst="curvedConnector3">
            <a:avLst>
              <a:gd name="adj1" fmla="val 50000"/>
            </a:avLst>
          </a:prstGeom>
          <a:noFill/>
          <a:ln w="9525" cap="flat" cmpd="sng">
            <a:solidFill>
              <a:srgbClr val="AE8400"/>
            </a:solidFill>
            <a:prstDash val="solid"/>
            <a:round/>
            <a:headEnd type="triangle" w="med" len="med"/>
            <a:tailEnd type="none" w="med" len="med"/>
          </a:ln>
        </p:spPr>
      </p:cxnSp>
      <p:sp>
        <p:nvSpPr>
          <p:cNvPr id="90" name="Google Shape;334;p36">
            <a:extLst>
              <a:ext uri="{FF2B5EF4-FFF2-40B4-BE49-F238E27FC236}">
                <a16:creationId xmlns:a16="http://schemas.microsoft.com/office/drawing/2014/main" id="{77CA3C9F-44B3-FC3E-E3EF-71B5EDC68BD6}"/>
              </a:ext>
            </a:extLst>
          </p:cNvPr>
          <p:cNvSpPr/>
          <p:nvPr/>
        </p:nvSpPr>
        <p:spPr>
          <a:xfrm>
            <a:off x="476531" y="1050163"/>
            <a:ext cx="10944000" cy="471600"/>
          </a:xfrm>
          <a:prstGeom prst="roundRect">
            <a:avLst>
              <a:gd name="adj" fmla="val 16667"/>
            </a:avLst>
          </a:prstGeom>
          <a:noFill/>
          <a:ln>
            <a:noFill/>
          </a:ln>
        </p:spPr>
        <p:txBody>
          <a:bodyPr spcFirstLastPara="1" wrap="square" lIns="91433" tIns="45700" rIns="91433" bIns="45700" anchor="ctr" anchorCtr="0">
            <a:noAutofit/>
          </a:bodyPr>
          <a:lstStyle/>
          <a:p>
            <a:pPr algn="ctr">
              <a:buClr>
                <a:srgbClr val="000000"/>
              </a:buClr>
              <a:buSzPts val="800"/>
            </a:pPr>
            <a:r>
              <a:rPr lang="es-ES_tradnl" sz="1400" b="1" dirty="0">
                <a:solidFill>
                  <a:srgbClr val="073763"/>
                </a:solidFill>
                <a:latin typeface="Arial" panose="020B0604020202020204" pitchFamily="34" charset="0"/>
                <a:cs typeface="Arial" panose="020B0604020202020204" pitchFamily="34" charset="0"/>
                <a:sym typeface="Quattrocento Sans"/>
              </a:rPr>
              <a:t>A continuación, se identifican los siguientes factores que influyen en nuestro modelo de cálculo</a:t>
            </a:r>
          </a:p>
        </p:txBody>
      </p:sp>
      <p:sp>
        <p:nvSpPr>
          <p:cNvPr id="91" name="Rectangle 17">
            <a:extLst>
              <a:ext uri="{FF2B5EF4-FFF2-40B4-BE49-F238E27FC236}">
                <a16:creationId xmlns:a16="http://schemas.microsoft.com/office/drawing/2014/main" id="{51ED3C39-96AF-AE91-4EA2-1FD7CB60E7EB}"/>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Sin distinción entre tipos de motorización</a:t>
            </a:r>
          </a:p>
        </p:txBody>
      </p:sp>
      <p:cxnSp>
        <p:nvCxnSpPr>
          <p:cNvPr id="93" name="Straight Connector 92">
            <a:extLst>
              <a:ext uri="{FF2B5EF4-FFF2-40B4-BE49-F238E27FC236}">
                <a16:creationId xmlns:a16="http://schemas.microsoft.com/office/drawing/2014/main" id="{31D43AA7-BF53-2B5D-8AB7-3C0F767CA78C}"/>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07" name="Google Shape;319;p36">
            <a:extLst>
              <a:ext uri="{FF2B5EF4-FFF2-40B4-BE49-F238E27FC236}">
                <a16:creationId xmlns:a16="http://schemas.microsoft.com/office/drawing/2014/main" id="{316A7BAA-9383-AB8D-72E5-23ECC26E6790}"/>
              </a:ext>
            </a:extLst>
          </p:cNvPr>
          <p:cNvSpPr/>
          <p:nvPr/>
        </p:nvSpPr>
        <p:spPr>
          <a:xfrm>
            <a:off x="4028116" y="2300464"/>
            <a:ext cx="999600" cy="993600"/>
          </a:xfrm>
          <a:prstGeom prst="rect">
            <a:avLst/>
          </a:prstGeom>
          <a:noFill/>
          <a:ln>
            <a:noFill/>
          </a:ln>
        </p:spPr>
        <p:txBody>
          <a:bodyPr spcFirstLastPara="1" wrap="square" lIns="0" tIns="0" rIns="0" bIns="0" anchor="ctr" anchorCtr="0">
            <a:noAutofit/>
          </a:bodyPr>
          <a:lstStyle/>
          <a:p>
            <a:pPr algn="ctr"/>
            <a:r>
              <a:rPr lang="es-ES_tradnl" sz="1067" b="1" dirty="0">
                <a:solidFill>
                  <a:schemeClr val="lt1"/>
                </a:solidFill>
                <a:latin typeface="Quattrocento Sans"/>
                <a:ea typeface="Quattrocento Sans"/>
                <a:cs typeface="Quattrocento Sans"/>
                <a:sym typeface="Quattrocento Sans"/>
              </a:rPr>
              <a:t>Equipamiento</a:t>
            </a:r>
            <a:endParaRPr sz="1067" b="1" dirty="0">
              <a:solidFill>
                <a:schemeClr val="lt1"/>
              </a:solidFill>
              <a:latin typeface="Quattrocento Sans"/>
              <a:ea typeface="Quattrocento Sans"/>
              <a:cs typeface="Quattrocento Sans"/>
              <a:sym typeface="Quattrocento Sans"/>
            </a:endParaRPr>
          </a:p>
        </p:txBody>
      </p:sp>
      <p:sp>
        <p:nvSpPr>
          <p:cNvPr id="116" name="Google Shape;330;p36">
            <a:extLst>
              <a:ext uri="{FF2B5EF4-FFF2-40B4-BE49-F238E27FC236}">
                <a16:creationId xmlns:a16="http://schemas.microsoft.com/office/drawing/2014/main" id="{0596A994-4304-4813-5584-1CB2BDAACEC3}"/>
              </a:ext>
            </a:extLst>
          </p:cNvPr>
          <p:cNvSpPr txBox="1"/>
          <p:nvPr/>
        </p:nvSpPr>
        <p:spPr>
          <a:xfrm>
            <a:off x="8536180" y="4823105"/>
            <a:ext cx="3061523" cy="677068"/>
          </a:xfrm>
          <a:prstGeom prst="rect">
            <a:avLst/>
          </a:prstGeom>
          <a:noFill/>
          <a:ln>
            <a:noFill/>
          </a:ln>
        </p:spPr>
        <p:txBody>
          <a:bodyPr spcFirstLastPara="1" wrap="square" lIns="48000" tIns="121900" rIns="48000" bIns="121900" anchor="t" anchorCtr="0">
            <a:spAutoFit/>
          </a:bodyPr>
          <a:lstStyle/>
          <a:p>
            <a:pPr marL="143995" indent="-172196">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Color interior </a:t>
            </a:r>
            <a:r>
              <a:rPr lang="es-ES_tradnl" sz="1400" dirty="0">
                <a:solidFill>
                  <a:schemeClr val="dk2"/>
                </a:solidFill>
                <a:latin typeface="Quattrocento Sans"/>
                <a:ea typeface="Quattrocento Sans"/>
                <a:cs typeface="Quattrocento Sans"/>
                <a:sym typeface="Quattrocento Sans"/>
              </a:rPr>
              <a:t>del vehículo.</a:t>
            </a:r>
          </a:p>
          <a:p>
            <a:pPr marL="143995" indent="-172196">
              <a:buClr>
                <a:schemeClr val="dk2"/>
              </a:buClr>
              <a:buSzPts val="900"/>
              <a:buFont typeface="Quattrocento Sans"/>
              <a:buChar char="●"/>
            </a:pPr>
            <a:r>
              <a:rPr lang="es-ES_tradnl" sz="1400" b="1" dirty="0">
                <a:solidFill>
                  <a:schemeClr val="dk2"/>
                </a:solidFill>
                <a:latin typeface="Quattrocento Sans"/>
                <a:ea typeface="Quattrocento Sans"/>
                <a:cs typeface="Quattrocento Sans"/>
                <a:sym typeface="Quattrocento Sans"/>
              </a:rPr>
              <a:t>Color exterior </a:t>
            </a:r>
            <a:r>
              <a:rPr lang="es-ES_tradnl" sz="1400" dirty="0">
                <a:solidFill>
                  <a:schemeClr val="dk2"/>
                </a:solidFill>
                <a:latin typeface="Quattrocento Sans"/>
                <a:ea typeface="Quattrocento Sans"/>
                <a:cs typeface="Quattrocento Sans"/>
                <a:sym typeface="Quattrocento Sans"/>
              </a:rPr>
              <a:t>del vehículo.</a:t>
            </a:r>
          </a:p>
        </p:txBody>
      </p:sp>
      <p:sp>
        <p:nvSpPr>
          <p:cNvPr id="196" name="Rectangle 195">
            <a:extLst>
              <a:ext uri="{FF2B5EF4-FFF2-40B4-BE49-F238E27FC236}">
                <a16:creationId xmlns:a16="http://schemas.microsoft.com/office/drawing/2014/main" id="{161586F2-3923-E566-2698-323D6A605249}"/>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Tree>
    <p:extLst>
      <p:ext uri="{BB962C8B-B14F-4D97-AF65-F5344CB8AC3E}">
        <p14:creationId xmlns:p14="http://schemas.microsoft.com/office/powerpoint/2010/main" val="473804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8B0E5-CADB-6FDB-76B3-756FDA28C5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2D1D5F9-1AC3-FF6C-5DFC-0FB6BA3EA9D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2" name="Rectangle 21">
            <a:extLst>
              <a:ext uri="{FF2B5EF4-FFF2-40B4-BE49-F238E27FC236}">
                <a16:creationId xmlns:a16="http://schemas.microsoft.com/office/drawing/2014/main" id="{D5BB804E-21BF-4E6D-5DCC-1E2B357E147F}"/>
              </a:ext>
            </a:extLst>
          </p:cNvPr>
          <p:cNvSpPr/>
          <p:nvPr/>
        </p:nvSpPr>
        <p:spPr bwMode="auto">
          <a:xfrm>
            <a:off x="552858" y="1885700"/>
            <a:ext cx="3678898" cy="4346423"/>
          </a:xfrm>
          <a:prstGeom prst="rect">
            <a:avLst/>
          </a:prstGeom>
          <a:solidFill>
            <a:srgbClr val="F9F9F9"/>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cxnSp>
        <p:nvCxnSpPr>
          <p:cNvPr id="4" name="Straight Connector 3">
            <a:extLst>
              <a:ext uri="{FF2B5EF4-FFF2-40B4-BE49-F238E27FC236}">
                <a16:creationId xmlns:a16="http://schemas.microsoft.com/office/drawing/2014/main" id="{D685AA89-D579-2B60-2D6F-D6C47E83A0F8}"/>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C19B905B-2B95-F39F-A970-63F1DF7D9832}"/>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endParaRPr lang="es-ES_tradnl" sz="1400" b="1">
              <a:solidFill>
                <a:srgbClr val="073763"/>
              </a:solidFill>
              <a:latin typeface="Arial" panose="020B0604020202020204" pitchFamily="34" charset="0"/>
              <a:ea typeface="Quattrocento Sans"/>
              <a:cs typeface="Arial" panose="020B0604020202020204" pitchFamily="34" charset="0"/>
              <a:sym typeface="Quattrocento Sans"/>
            </a:endParaRPr>
          </a:p>
        </p:txBody>
      </p:sp>
      <p:sp>
        <p:nvSpPr>
          <p:cNvPr id="5" name="Rectangle 17">
            <a:extLst>
              <a:ext uri="{FF2B5EF4-FFF2-40B4-BE49-F238E27FC236}">
                <a16:creationId xmlns:a16="http://schemas.microsoft.com/office/drawing/2014/main" id="{E7F4D425-EBC5-2011-613F-9F8B53C04A4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Sin distinción entre tipos de motorización</a:t>
            </a:r>
          </a:p>
        </p:txBody>
      </p:sp>
      <p:sp>
        <p:nvSpPr>
          <p:cNvPr id="7" name="Rectangle 6">
            <a:extLst>
              <a:ext uri="{FF2B5EF4-FFF2-40B4-BE49-F238E27FC236}">
                <a16:creationId xmlns:a16="http://schemas.microsoft.com/office/drawing/2014/main" id="{BD8CD0D3-B689-E829-4647-FE0C93B677C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10" name="Google Shape;978;p52">
            <a:extLst>
              <a:ext uri="{FF2B5EF4-FFF2-40B4-BE49-F238E27FC236}">
                <a16:creationId xmlns:a16="http://schemas.microsoft.com/office/drawing/2014/main" id="{A6319E7A-4FA1-446E-8B4B-6E8E70D6B827}"/>
              </a:ext>
            </a:extLst>
          </p:cNvPr>
          <p:cNvSpPr/>
          <p:nvPr/>
        </p:nvSpPr>
        <p:spPr>
          <a:xfrm>
            <a:off x="667999" y="12468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dirty="0">
                <a:solidFill>
                  <a:srgbClr val="073763"/>
                </a:solidFill>
                <a:latin typeface="Arial" panose="020B0604020202020204" pitchFamily="34" charset="0"/>
                <a:ea typeface="Quattrocento Sans"/>
                <a:cs typeface="Arial" panose="020B0604020202020204" pitchFamily="34" charset="0"/>
                <a:sym typeface="Quattrocento Sans"/>
              </a:rPr>
              <a:t>A través de un estudio de mercado, es posible analizar las características que más valoran los usuarios, lo que puede ser útil para entender las relaciones entre estos componentes y el valor residual</a:t>
            </a:r>
          </a:p>
        </p:txBody>
      </p:sp>
      <p:graphicFrame>
        <p:nvGraphicFramePr>
          <p:cNvPr id="11" name="Chart 10">
            <a:extLst>
              <a:ext uri="{FF2B5EF4-FFF2-40B4-BE49-F238E27FC236}">
                <a16:creationId xmlns:a16="http://schemas.microsoft.com/office/drawing/2014/main" id="{F30AE805-36BE-739B-5C78-EB3BA1F3BAA6}"/>
              </a:ext>
            </a:extLst>
          </p:cNvPr>
          <p:cNvGraphicFramePr>
            <a:graphicFrameLocks/>
          </p:cNvGraphicFramePr>
          <p:nvPr>
            <p:extLst>
              <p:ext uri="{D42A27DB-BD31-4B8C-83A1-F6EECF244321}">
                <p14:modId xmlns:p14="http://schemas.microsoft.com/office/powerpoint/2010/main" val="1330599943"/>
              </p:ext>
            </p:extLst>
          </p:nvPr>
        </p:nvGraphicFramePr>
        <p:xfrm>
          <a:off x="552858" y="4288306"/>
          <a:ext cx="3716159" cy="19969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8266BD78-662C-584F-7EF4-70CC1D190B2D}"/>
              </a:ext>
            </a:extLst>
          </p:cNvPr>
          <p:cNvGraphicFramePr>
            <a:graphicFrameLocks/>
          </p:cNvGraphicFramePr>
          <p:nvPr>
            <p:extLst>
              <p:ext uri="{D42A27DB-BD31-4B8C-83A1-F6EECF244321}">
                <p14:modId xmlns:p14="http://schemas.microsoft.com/office/powerpoint/2010/main" val="567936963"/>
              </p:ext>
            </p:extLst>
          </p:nvPr>
        </p:nvGraphicFramePr>
        <p:xfrm>
          <a:off x="739246" y="1972733"/>
          <a:ext cx="3343381" cy="2332694"/>
        </p:xfrm>
        <a:graphic>
          <a:graphicData uri="http://schemas.openxmlformats.org/drawingml/2006/chart">
            <c:chart xmlns:c="http://schemas.openxmlformats.org/drawingml/2006/chart" xmlns:r="http://schemas.openxmlformats.org/officeDocument/2006/relationships" r:id="rId4"/>
          </a:graphicData>
        </a:graphic>
      </p:graphicFrame>
      <p:sp>
        <p:nvSpPr>
          <p:cNvPr id="39" name="TextBox 38">
            <a:extLst>
              <a:ext uri="{FF2B5EF4-FFF2-40B4-BE49-F238E27FC236}">
                <a16:creationId xmlns:a16="http://schemas.microsoft.com/office/drawing/2014/main" id="{3D1A04AD-9619-2054-A167-716E406A3B54}"/>
              </a:ext>
            </a:extLst>
          </p:cNvPr>
          <p:cNvSpPr txBox="1"/>
          <p:nvPr/>
        </p:nvSpPr>
        <p:spPr>
          <a:xfrm>
            <a:off x="4607966" y="4622049"/>
            <a:ext cx="3790157" cy="1938992"/>
          </a:xfrm>
          <a:prstGeom prst="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lIns="72000" rIns="36000" rtlCol="0">
            <a:spAutoFit/>
          </a:bodyPr>
          <a:lstStyle/>
          <a:p>
            <a:pPr algn="just">
              <a:spcBef>
                <a:spcPts val="300"/>
              </a:spcBef>
            </a:pPr>
            <a:r>
              <a:rPr lang="es-ES_tradnl" sz="1200" dirty="0">
                <a:solidFill>
                  <a:srgbClr val="002260"/>
                </a:solidFill>
                <a:latin typeface="Quattrocento Sans" panose="020B0502050000020003" pitchFamily="34" charset="0"/>
              </a:rPr>
              <a:t>El análisis muestra cómo los encuestados priorizan diferentes características del vehículo que pueden influir en su valor residual. </a:t>
            </a:r>
            <a:r>
              <a:rPr lang="es-ES_tradnl" sz="1200" b="1" dirty="0">
                <a:solidFill>
                  <a:srgbClr val="002260"/>
                </a:solidFill>
                <a:latin typeface="Quattrocento Sans" panose="020B0502050000020003" pitchFamily="34" charset="0"/>
              </a:rPr>
              <a:t>Esta distribución de prioridades muestra que el precio de venta tiene un peso significativo en la percepción del valor futuro de un vehículo</a:t>
            </a:r>
            <a:r>
              <a:rPr lang="es-ES_tradnl" sz="1200" dirty="0">
                <a:solidFill>
                  <a:srgbClr val="002260"/>
                </a:solidFill>
                <a:latin typeface="Quattrocento Sans" panose="020B0502050000020003" pitchFamily="34" charset="0"/>
              </a:rPr>
              <a:t> y, por ende, en la decisión de compra. Además, el precio de venta, la característica más valorada por los encuestados, muestra una </a:t>
            </a:r>
            <a:r>
              <a:rPr lang="es-ES_tradnl" sz="1200" b="1" dirty="0">
                <a:solidFill>
                  <a:srgbClr val="002260"/>
                </a:solidFill>
                <a:latin typeface="Quattrocento Sans" panose="020B0502050000020003" pitchFamily="34" charset="0"/>
              </a:rPr>
              <a:t>alta correlación con la variable objetivo</a:t>
            </a:r>
            <a:r>
              <a:rPr lang="es-ES_tradnl" sz="1200" dirty="0">
                <a:solidFill>
                  <a:srgbClr val="002260"/>
                </a:solidFill>
                <a:latin typeface="Quattrocento Sans" panose="020B0502050000020003" pitchFamily="34" charset="0"/>
              </a:rPr>
              <a:t>, lo que confirma su fuerte </a:t>
            </a:r>
            <a:r>
              <a:rPr lang="es-ES_tradnl" sz="1200">
                <a:solidFill>
                  <a:srgbClr val="002260"/>
                </a:solidFill>
                <a:latin typeface="Quattrocento Sans" panose="020B0502050000020003" pitchFamily="34" charset="0"/>
              </a:rPr>
              <a:t>dependencia</a:t>
            </a:r>
            <a:r>
              <a:rPr lang="es-ES_tradnl" sz="1200" dirty="0">
                <a:solidFill>
                  <a:srgbClr val="002260"/>
                </a:solidFill>
                <a:latin typeface="Quattrocento Sans" panose="020B0502050000020003" pitchFamily="34" charset="0"/>
              </a:rPr>
              <a:t>.</a:t>
            </a:r>
          </a:p>
        </p:txBody>
      </p:sp>
      <p:sp>
        <p:nvSpPr>
          <p:cNvPr id="9" name="TextBox 8">
            <a:extLst>
              <a:ext uri="{FF2B5EF4-FFF2-40B4-BE49-F238E27FC236}">
                <a16:creationId xmlns:a16="http://schemas.microsoft.com/office/drawing/2014/main" id="{461848FB-C438-E366-A5EB-D793354C7CCF}"/>
              </a:ext>
            </a:extLst>
          </p:cNvPr>
          <p:cNvSpPr txBox="1"/>
          <p:nvPr/>
        </p:nvSpPr>
        <p:spPr>
          <a:xfrm>
            <a:off x="4628804" y="2191829"/>
            <a:ext cx="3789053" cy="1851789"/>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11333" algn="just">
              <a:spcBef>
                <a:spcPts val="1067"/>
              </a:spcBef>
              <a:spcAft>
                <a:spcPts val="30"/>
              </a:spcAft>
              <a:buClr>
                <a:schemeClr val="dk2"/>
              </a:buClr>
              <a:buSzPts val="1000"/>
            </a:pPr>
            <a:r>
              <a:rPr lang="es-ES_tradnl" sz="1200" dirty="0">
                <a:solidFill>
                  <a:srgbClr val="002260"/>
                </a:solidFill>
                <a:effectLst/>
                <a:latin typeface="Quattrocento Sans" panose="020B0502050000020003" pitchFamily="34" charset="0"/>
                <a:ea typeface="Times New Roman" panose="02020603050405020304" pitchFamily="18" charset="0"/>
              </a:rPr>
              <a:t>Se realizó una encuesta para determinar las prioridades de los usuarios al adquirir un vehículo. Los participantes debían ordenar una serie de aspectos, </a:t>
            </a:r>
            <a:r>
              <a:rPr lang="es-ES_tradnl" sz="1200" dirty="0">
                <a:solidFill>
                  <a:srgbClr val="002260"/>
                </a:solidFill>
                <a:latin typeface="Quattrocento Sans" panose="020B0502050000020003" pitchFamily="34" charset="0"/>
              </a:rPr>
              <a:t>asignando el número 1 al más importante y el 8 al menos importante. </a:t>
            </a:r>
            <a:r>
              <a:rPr lang="es-ES_tradnl" sz="1200" b="1" dirty="0">
                <a:solidFill>
                  <a:srgbClr val="002260"/>
                </a:solidFill>
                <a:latin typeface="Quattrocento Sans" panose="020B0502050000020003" pitchFamily="34" charset="0"/>
              </a:rPr>
              <a:t>El objetivo fue identificar qué características influyen más en la decisión de compra.</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200" b="1">
                <a:solidFill>
                  <a:schemeClr val="dk2"/>
                </a:solidFill>
                <a:latin typeface="Quattrocento Sans"/>
                <a:hlinkClick r:id="rId5"/>
              </a:rPr>
              <a:t>ENCUESTA</a:t>
            </a:r>
            <a:r>
              <a:rPr lang="es-ES_tradnl" sz="1200">
                <a:solidFill>
                  <a:schemeClr val="dk2"/>
                </a:solidFill>
                <a:latin typeface="Quattrocento Sans"/>
              </a:rPr>
              <a:t> </a:t>
            </a:r>
          </a:p>
          <a:p>
            <a:pPr marL="297083" indent="-285750" algn="just">
              <a:spcBef>
                <a:spcPts val="1067"/>
              </a:spcBef>
              <a:spcAft>
                <a:spcPts val="30"/>
              </a:spcAft>
              <a:buClr>
                <a:schemeClr val="dk2"/>
              </a:buClr>
              <a:buSzPts val="1000"/>
              <a:buFont typeface="Courier New" panose="02070309020205020404" pitchFamily="49" charset="0"/>
              <a:buChar char="o"/>
            </a:pPr>
            <a:r>
              <a:rPr lang="es-ES_tradnl" sz="1200" b="1">
                <a:solidFill>
                  <a:schemeClr val="dk2"/>
                </a:solidFill>
                <a:latin typeface="Quattrocento Sans"/>
                <a:hlinkClick r:id="rId6"/>
              </a:rPr>
              <a:t>RESULTADOS</a:t>
            </a:r>
            <a:endParaRPr lang="es-ES_tradnl" sz="1200" dirty="0">
              <a:solidFill>
                <a:schemeClr val="dk2"/>
              </a:solidFill>
              <a:latin typeface="Quattrocento Sans"/>
            </a:endParaRPr>
          </a:p>
        </p:txBody>
      </p:sp>
      <p:sp>
        <p:nvSpPr>
          <p:cNvPr id="12" name="TextBox 11">
            <a:extLst>
              <a:ext uri="{FF2B5EF4-FFF2-40B4-BE49-F238E27FC236}">
                <a16:creationId xmlns:a16="http://schemas.microsoft.com/office/drawing/2014/main" id="{F7053F96-E0D2-BB37-EB24-2704A42383EC}"/>
              </a:ext>
            </a:extLst>
          </p:cNvPr>
          <p:cNvSpPr txBox="1"/>
          <p:nvPr/>
        </p:nvSpPr>
        <p:spPr>
          <a:xfrm>
            <a:off x="4628802" y="1885700"/>
            <a:ext cx="3789053"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dirty="0">
                <a:solidFill>
                  <a:schemeClr val="bg1"/>
                </a:solidFill>
                <a:latin typeface="Segoe Print" panose="02000600000000000000" pitchFamily="2" charset="0"/>
              </a:rPr>
              <a:t>Análisis de mercado</a:t>
            </a:r>
          </a:p>
        </p:txBody>
      </p:sp>
      <p:sp>
        <p:nvSpPr>
          <p:cNvPr id="16" name="TextBox 15">
            <a:extLst>
              <a:ext uri="{FF2B5EF4-FFF2-40B4-BE49-F238E27FC236}">
                <a16:creationId xmlns:a16="http://schemas.microsoft.com/office/drawing/2014/main" id="{4F9AD1BB-1E8E-EB7A-0EDF-9040249A0A9E}"/>
              </a:ext>
            </a:extLst>
          </p:cNvPr>
          <p:cNvSpPr txBox="1"/>
          <p:nvPr/>
        </p:nvSpPr>
        <p:spPr>
          <a:xfrm>
            <a:off x="4628800" y="4327269"/>
            <a:ext cx="3789055"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dirty="0">
                <a:solidFill>
                  <a:schemeClr val="bg1"/>
                </a:solidFill>
                <a:latin typeface="Segoe Print" panose="02000600000000000000" pitchFamily="2" charset="0"/>
              </a:rPr>
              <a:t>Conclusiones</a:t>
            </a:r>
          </a:p>
        </p:txBody>
      </p:sp>
      <p:graphicFrame>
        <p:nvGraphicFramePr>
          <p:cNvPr id="24" name="Table 23">
            <a:extLst>
              <a:ext uri="{FF2B5EF4-FFF2-40B4-BE49-F238E27FC236}">
                <a16:creationId xmlns:a16="http://schemas.microsoft.com/office/drawing/2014/main" id="{9CCAFF7C-2245-2EAD-B32A-25CC5AE51688}"/>
              </a:ext>
            </a:extLst>
          </p:cNvPr>
          <p:cNvGraphicFramePr>
            <a:graphicFrameLocks noGrp="1"/>
          </p:cNvGraphicFramePr>
          <p:nvPr>
            <p:extLst>
              <p:ext uri="{D42A27DB-BD31-4B8C-83A1-F6EECF244321}">
                <p14:modId xmlns:p14="http://schemas.microsoft.com/office/powerpoint/2010/main" val="1974112889"/>
              </p:ext>
            </p:extLst>
          </p:nvPr>
        </p:nvGraphicFramePr>
        <p:xfrm>
          <a:off x="8813799" y="2191829"/>
          <a:ext cx="2676213" cy="2789149"/>
        </p:xfrm>
        <a:graphic>
          <a:graphicData uri="http://schemas.openxmlformats.org/drawingml/2006/table">
            <a:tbl>
              <a:tblPr>
                <a:tableStyleId>{5C22544A-7EE6-4342-B048-85BDC9FD1C3A}</a:tableStyleId>
              </a:tblPr>
              <a:tblGrid>
                <a:gridCol w="1688074">
                  <a:extLst>
                    <a:ext uri="{9D8B030D-6E8A-4147-A177-3AD203B41FA5}">
                      <a16:colId xmlns:a16="http://schemas.microsoft.com/office/drawing/2014/main" val="3702938063"/>
                    </a:ext>
                  </a:extLst>
                </a:gridCol>
                <a:gridCol w="988139">
                  <a:extLst>
                    <a:ext uri="{9D8B030D-6E8A-4147-A177-3AD203B41FA5}">
                      <a16:colId xmlns:a16="http://schemas.microsoft.com/office/drawing/2014/main" val="2487858759"/>
                    </a:ext>
                  </a:extLst>
                </a:gridCol>
              </a:tblGrid>
              <a:tr h="253559">
                <a:tc>
                  <a:txBody>
                    <a:bodyPr/>
                    <a:lstStyle/>
                    <a:p>
                      <a:pPr algn="ctr" fontAlgn="ctr"/>
                      <a:r>
                        <a:rPr lang="es-ES_tradnl" sz="900" b="1" u="none" strike="noStrike">
                          <a:effectLst/>
                        </a:rPr>
                        <a:t>original_price</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b="0" u="none" strike="noStrike" dirty="0">
                          <a:solidFill>
                            <a:srgbClr val="00B050"/>
                          </a:solidFill>
                          <a:effectLst/>
                        </a:rPr>
                        <a:t>71,81%</a:t>
                      </a:r>
                      <a:endParaRPr lang="es-ES_tradnl" sz="900" b="0" i="0" u="none" strike="noStrike" dirty="0">
                        <a:solidFill>
                          <a:srgbClr val="00B05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3661583495"/>
                  </a:ext>
                </a:extLst>
              </a:tr>
              <a:tr h="253559">
                <a:tc>
                  <a:txBody>
                    <a:bodyPr/>
                    <a:lstStyle/>
                    <a:p>
                      <a:pPr algn="ctr" fontAlgn="ctr"/>
                      <a:r>
                        <a:rPr lang="es-ES_tradnl" sz="900" b="1" u="none" strike="noStrike">
                          <a:effectLst/>
                        </a:rPr>
                        <a:t>mileage</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C00000"/>
                          </a:solidFill>
                          <a:effectLst/>
                        </a:rPr>
                        <a:t>-39,74%</a:t>
                      </a:r>
                      <a:endParaRPr lang="es-ES_tradnl" sz="900" b="0" i="0" u="none" strike="noStrike" dirty="0">
                        <a:solidFill>
                          <a:srgbClr val="C0000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3650081366"/>
                  </a:ext>
                </a:extLst>
              </a:tr>
              <a:tr h="253559">
                <a:tc>
                  <a:txBody>
                    <a:bodyPr/>
                    <a:lstStyle/>
                    <a:p>
                      <a:pPr algn="ctr" fontAlgn="ctr"/>
                      <a:r>
                        <a:rPr lang="es-ES_tradnl" sz="900" b="1" u="none" strike="noStrike">
                          <a:effectLst/>
                        </a:rPr>
                        <a:t>year_manufacture</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00B050"/>
                          </a:solidFill>
                          <a:effectLst/>
                        </a:rPr>
                        <a:t>32,53%</a:t>
                      </a:r>
                      <a:endParaRPr lang="es-ES_tradnl" sz="900" b="0" i="0" u="none" strike="noStrike" dirty="0">
                        <a:solidFill>
                          <a:srgbClr val="00B05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2093775727"/>
                  </a:ext>
                </a:extLst>
              </a:tr>
              <a:tr h="253559">
                <a:tc>
                  <a:txBody>
                    <a:bodyPr/>
                    <a:lstStyle/>
                    <a:p>
                      <a:pPr algn="ctr" fontAlgn="ctr"/>
                      <a:r>
                        <a:rPr lang="es-ES_tradnl" sz="900" b="1" u="none" strike="noStrike">
                          <a:effectLst/>
                        </a:rPr>
                        <a:t>years</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C00000"/>
                          </a:solidFill>
                          <a:effectLst/>
                        </a:rPr>
                        <a:t>-32,53%</a:t>
                      </a:r>
                      <a:endParaRPr lang="es-ES_tradnl" sz="900" b="0" i="0" u="none" strike="noStrike" dirty="0">
                        <a:solidFill>
                          <a:srgbClr val="C0000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262276309"/>
                  </a:ext>
                </a:extLst>
              </a:tr>
              <a:tr h="253559">
                <a:tc>
                  <a:txBody>
                    <a:bodyPr/>
                    <a:lstStyle/>
                    <a:p>
                      <a:pPr algn="ctr" fontAlgn="ctr"/>
                      <a:r>
                        <a:rPr lang="es-ES_tradnl" sz="900" b="1" u="none" strike="noStrike">
                          <a:effectLst/>
                        </a:rPr>
                        <a:t>engine_cylinders</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00B050"/>
                          </a:solidFill>
                          <a:effectLst/>
                        </a:rPr>
                        <a:t>25,97%</a:t>
                      </a:r>
                      <a:endParaRPr lang="es-ES_tradnl" sz="900" b="0" i="0" u="none" strike="noStrike" dirty="0">
                        <a:solidFill>
                          <a:srgbClr val="00B05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2082955480"/>
                  </a:ext>
                </a:extLst>
              </a:tr>
              <a:tr h="253559">
                <a:tc>
                  <a:txBody>
                    <a:bodyPr/>
                    <a:lstStyle/>
                    <a:p>
                      <a:pPr algn="ctr" fontAlgn="ctr"/>
                      <a:r>
                        <a:rPr lang="es-ES_tradnl" sz="900" b="1" u="none" strike="noStrike">
                          <a:effectLst/>
                        </a:rPr>
                        <a:t>engine_displacement</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00B050"/>
                          </a:solidFill>
                          <a:effectLst/>
                        </a:rPr>
                        <a:t>22,87%</a:t>
                      </a:r>
                      <a:endParaRPr lang="es-ES_tradnl" sz="900" b="0" i="0" u="none" strike="noStrike" dirty="0">
                        <a:solidFill>
                          <a:srgbClr val="00B05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1291744099"/>
                  </a:ext>
                </a:extLst>
              </a:tr>
              <a:tr h="253559">
                <a:tc>
                  <a:txBody>
                    <a:bodyPr/>
                    <a:lstStyle/>
                    <a:p>
                      <a:pPr algn="ctr" fontAlgn="ctr"/>
                      <a:r>
                        <a:rPr lang="es-ES_tradnl" sz="900" b="1" u="none" strike="noStrike">
                          <a:effectLst/>
                        </a:rPr>
                        <a:t>mpg_city</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C00000"/>
                          </a:solidFill>
                          <a:effectLst/>
                        </a:rPr>
                        <a:t>-20,80%</a:t>
                      </a:r>
                      <a:endParaRPr lang="es-ES_tradnl" sz="900" b="0" i="0" u="none" strike="noStrike" dirty="0">
                        <a:solidFill>
                          <a:srgbClr val="C0000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1537808784"/>
                  </a:ext>
                </a:extLst>
              </a:tr>
              <a:tr h="253559">
                <a:tc>
                  <a:txBody>
                    <a:bodyPr/>
                    <a:lstStyle/>
                    <a:p>
                      <a:pPr algn="ctr" fontAlgn="ctr"/>
                      <a:r>
                        <a:rPr lang="es-ES_tradnl" sz="900" b="1" u="none" strike="noStrike">
                          <a:effectLst/>
                        </a:rPr>
                        <a:t>num_speeds</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00B050"/>
                          </a:solidFill>
                          <a:effectLst/>
                        </a:rPr>
                        <a:t>13,61%</a:t>
                      </a:r>
                      <a:endParaRPr lang="es-ES_tradnl" sz="900" b="0" i="0" u="none" strike="noStrike" dirty="0">
                        <a:solidFill>
                          <a:srgbClr val="00B05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3207575225"/>
                  </a:ext>
                </a:extLst>
              </a:tr>
              <a:tr h="253559">
                <a:tc>
                  <a:txBody>
                    <a:bodyPr/>
                    <a:lstStyle/>
                    <a:p>
                      <a:pPr algn="ctr" fontAlgn="ctr"/>
                      <a:r>
                        <a:rPr lang="es-ES_tradnl" sz="900" b="1" u="none" strike="noStrike">
                          <a:effectLst/>
                        </a:rPr>
                        <a:t>interior_color</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a:solidFill>
                            <a:srgbClr val="C00000"/>
                          </a:solidFill>
                          <a:effectLst/>
                        </a:rPr>
                        <a:t>-3.92%</a:t>
                      </a:r>
                      <a:endParaRPr lang="es-ES_tradnl" sz="900" b="0" i="0" u="none" strike="noStrike">
                        <a:solidFill>
                          <a:srgbClr val="C0000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2549441341"/>
                  </a:ext>
                </a:extLst>
              </a:tr>
              <a:tr h="253559">
                <a:tc>
                  <a:txBody>
                    <a:bodyPr/>
                    <a:lstStyle/>
                    <a:p>
                      <a:pPr algn="ctr" fontAlgn="ctr"/>
                      <a:r>
                        <a:rPr lang="es-ES_tradnl" sz="900" b="1" u="none" strike="noStrike">
                          <a:effectLst/>
                        </a:rPr>
                        <a:t>exterior_color</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a:solidFill>
                            <a:srgbClr val="C00000"/>
                          </a:solidFill>
                          <a:effectLst/>
                        </a:rPr>
                        <a:t>-1,04%</a:t>
                      </a:r>
                      <a:endParaRPr lang="es-ES_tradnl" sz="900" b="0" i="0" u="none" strike="noStrike">
                        <a:solidFill>
                          <a:srgbClr val="C0000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1094497816"/>
                  </a:ext>
                </a:extLst>
              </a:tr>
              <a:tr h="253559">
                <a:tc>
                  <a:txBody>
                    <a:bodyPr/>
                    <a:lstStyle/>
                    <a:p>
                      <a:pPr algn="ctr" fontAlgn="ctr"/>
                      <a:r>
                        <a:rPr lang="es-ES_tradnl" sz="900" b="1" u="none" strike="noStrike">
                          <a:effectLst/>
                        </a:rPr>
                        <a:t>mpg_highway</a:t>
                      </a:r>
                      <a:endParaRPr lang="es-ES_tradnl" sz="9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s-ES_tradnl" sz="900" u="none" strike="noStrike" dirty="0">
                          <a:solidFill>
                            <a:srgbClr val="C00000"/>
                          </a:solidFill>
                          <a:effectLst/>
                        </a:rPr>
                        <a:t>-0,53%</a:t>
                      </a:r>
                      <a:endParaRPr lang="es-ES_tradnl" sz="900" b="0" i="0" u="none" strike="noStrike" dirty="0">
                        <a:solidFill>
                          <a:srgbClr val="C00000"/>
                        </a:solidFill>
                        <a:effectLst/>
                        <a:latin typeface="Calibri" panose="020F0502020204030204" pitchFamily="34" charset="0"/>
                      </a:endParaRPr>
                    </a:p>
                  </a:txBody>
                  <a:tcPr marL="6350" marR="6350" marT="6350" marB="0" anchor="ctr">
                    <a:solidFill>
                      <a:schemeClr val="accent5">
                        <a:lumMod val="60000"/>
                        <a:lumOff val="40000"/>
                      </a:schemeClr>
                    </a:solidFill>
                  </a:tcPr>
                </a:tc>
                <a:extLst>
                  <a:ext uri="{0D108BD9-81ED-4DB2-BD59-A6C34878D82A}">
                    <a16:rowId xmlns:a16="http://schemas.microsoft.com/office/drawing/2014/main" val="1610418548"/>
                  </a:ext>
                </a:extLst>
              </a:tr>
            </a:tbl>
          </a:graphicData>
        </a:graphic>
      </p:graphicFrame>
      <p:sp>
        <p:nvSpPr>
          <p:cNvPr id="26" name="TextBox 25">
            <a:extLst>
              <a:ext uri="{FF2B5EF4-FFF2-40B4-BE49-F238E27FC236}">
                <a16:creationId xmlns:a16="http://schemas.microsoft.com/office/drawing/2014/main" id="{0DC7BA43-1220-39E4-04D6-05DAF10015F6}"/>
              </a:ext>
            </a:extLst>
          </p:cNvPr>
          <p:cNvSpPr txBox="1"/>
          <p:nvPr/>
        </p:nvSpPr>
        <p:spPr>
          <a:xfrm>
            <a:off x="8813799" y="1886364"/>
            <a:ext cx="2676214" cy="306130"/>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Correlaciones</a:t>
            </a:r>
            <a:r>
              <a:rPr lang="es-ES_tradnl" sz="1400" b="1" baseline="30000">
                <a:solidFill>
                  <a:schemeClr val="bg1"/>
                </a:solidFill>
                <a:latin typeface="Segoe Print" panose="02000600000000000000" pitchFamily="2" charset="0"/>
              </a:rPr>
              <a:t>1</a:t>
            </a:r>
          </a:p>
        </p:txBody>
      </p:sp>
      <p:sp>
        <p:nvSpPr>
          <p:cNvPr id="28" name="Arrow: Down 27">
            <a:extLst>
              <a:ext uri="{FF2B5EF4-FFF2-40B4-BE49-F238E27FC236}">
                <a16:creationId xmlns:a16="http://schemas.microsoft.com/office/drawing/2014/main" id="{19EBB84B-7ECD-9DF6-4F92-8FAD150D9700}"/>
              </a:ext>
            </a:extLst>
          </p:cNvPr>
          <p:cNvSpPr/>
          <p:nvPr/>
        </p:nvSpPr>
        <p:spPr bwMode="auto">
          <a:xfrm>
            <a:off x="6395548" y="4108175"/>
            <a:ext cx="214992" cy="192430"/>
          </a:xfrm>
          <a:prstGeom prst="downArrow">
            <a:avLst/>
          </a:prstGeom>
          <a:solidFill>
            <a:schemeClr val="tx2">
              <a:lumMod val="90000"/>
              <a:lumOff val="1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sp>
        <p:nvSpPr>
          <p:cNvPr id="30" name="Arrow: Down 29">
            <a:extLst>
              <a:ext uri="{FF2B5EF4-FFF2-40B4-BE49-F238E27FC236}">
                <a16:creationId xmlns:a16="http://schemas.microsoft.com/office/drawing/2014/main" id="{069F9714-5A78-1F8F-E0D9-A2A8C35124FC}"/>
              </a:ext>
            </a:extLst>
          </p:cNvPr>
          <p:cNvSpPr/>
          <p:nvPr/>
        </p:nvSpPr>
        <p:spPr bwMode="auto">
          <a:xfrm rot="5400000">
            <a:off x="8508331" y="4384942"/>
            <a:ext cx="214992" cy="192430"/>
          </a:xfrm>
          <a:prstGeom prst="downArrow">
            <a:avLst/>
          </a:prstGeom>
          <a:solidFill>
            <a:schemeClr val="tx2">
              <a:lumMod val="90000"/>
              <a:lumOff val="1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sp>
        <p:nvSpPr>
          <p:cNvPr id="20" name="TextBox 19">
            <a:extLst>
              <a:ext uri="{FF2B5EF4-FFF2-40B4-BE49-F238E27FC236}">
                <a16:creationId xmlns:a16="http://schemas.microsoft.com/office/drawing/2014/main" id="{FD3354C0-E4F5-C0EE-B6CD-FCE04BAED7CD}"/>
              </a:ext>
            </a:extLst>
          </p:cNvPr>
          <p:cNvSpPr txBox="1"/>
          <p:nvPr/>
        </p:nvSpPr>
        <p:spPr>
          <a:xfrm>
            <a:off x="8813799" y="5101777"/>
            <a:ext cx="2676213" cy="1200329"/>
          </a:xfrm>
          <a:prstGeom prst="rect">
            <a:avLst/>
          </a:prstGeom>
          <a:noFill/>
        </p:spPr>
        <p:txBody>
          <a:bodyPr wrap="square" rtlCol="0">
            <a:spAutoFit/>
          </a:bodyPr>
          <a:lstStyle/>
          <a:p>
            <a:pPr algn="just"/>
            <a:r>
              <a:rPr lang="es-ES_tradnl" sz="900" i="1" dirty="0">
                <a:latin typeface="Quattrocento Sans" panose="020B0502050000020003" pitchFamily="34" charset="0"/>
              </a:rPr>
              <a:t>1. Coeficiente de correlación de Pearson entre las variables listadas y la variable </a:t>
            </a:r>
            <a:r>
              <a:rPr lang="es-ES_tradnl" sz="900" i="1" dirty="0" err="1">
                <a:latin typeface="Quattrocento Sans" panose="020B0502050000020003" pitchFamily="34" charset="0"/>
              </a:rPr>
              <a:t>price_usd</a:t>
            </a:r>
            <a:r>
              <a:rPr lang="es-ES_tradnl" sz="900" i="1" dirty="0">
                <a:latin typeface="Quattrocento Sans" panose="020B0502050000020003" pitchFamily="34" charset="0"/>
              </a:rPr>
              <a:t> obtenidos en el análisis multivariante del análisis exploratorio de datos para los datos utilizados durante el desarrollo del modelo. Representan la importancia directa de las variables numéricas en el precio de vehículos de segunda mano y</a:t>
            </a:r>
            <a:r>
              <a:rPr lang="es-ES_tradnl" sz="900" i="1">
                <a:latin typeface="Quattrocento Sans" panose="020B0502050000020003" pitchFamily="34" charset="0"/>
              </a:rPr>
              <a:t>,</a:t>
            </a:r>
            <a:r>
              <a:rPr lang="es-ES_tradnl" sz="900" i="1" dirty="0">
                <a:latin typeface="Quattrocento Sans" panose="020B0502050000020003" pitchFamily="34" charset="0"/>
              </a:rPr>
              <a:t> en consecuencia</a:t>
            </a:r>
            <a:r>
              <a:rPr lang="es-ES_tradnl" sz="900" i="1">
                <a:latin typeface="Quattrocento Sans" panose="020B0502050000020003" pitchFamily="34" charset="0"/>
              </a:rPr>
              <a:t>,</a:t>
            </a:r>
            <a:r>
              <a:rPr lang="es-ES_tradnl" sz="900" i="1" dirty="0">
                <a:latin typeface="Quattrocento Sans" panose="020B0502050000020003" pitchFamily="34" charset="0"/>
              </a:rPr>
              <a:t> en el valor residual.</a:t>
            </a:r>
          </a:p>
        </p:txBody>
      </p:sp>
    </p:spTree>
    <p:extLst>
      <p:ext uri="{BB962C8B-B14F-4D97-AF65-F5344CB8AC3E}">
        <p14:creationId xmlns:p14="http://schemas.microsoft.com/office/powerpoint/2010/main" val="2262725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4E79F-8537-05C9-6290-CEC558D2EF7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5573118-8D70-BE1F-AF56-DA0AF3EFB7C0}"/>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s-ES_tradnl" sz="1800"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sp>
        <p:nvSpPr>
          <p:cNvPr id="15" name="Rectangle 17">
            <a:extLst>
              <a:ext uri="{FF2B5EF4-FFF2-40B4-BE49-F238E27FC236}">
                <a16:creationId xmlns:a16="http://schemas.microsoft.com/office/drawing/2014/main" id="{4F401B8E-9F51-6F60-5C4D-EC0AF7FE9C0C}"/>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marL="0" marR="0" lvl="0" indent="0" algn="l" defTabSz="1218330" rtl="0" eaLnBrk="0" fontAlgn="base" latinLnBrk="0" hangingPunct="0">
              <a:lnSpc>
                <a:spcPct val="100000"/>
              </a:lnSpc>
              <a:spcBef>
                <a:spcPct val="70000"/>
              </a:spcBef>
              <a:spcAft>
                <a:spcPct val="0"/>
              </a:spcAft>
              <a:buClr>
                <a:srgbClr val="000000"/>
              </a:buClr>
              <a:buSzTx/>
              <a:buFontTx/>
              <a:buNone/>
              <a:tabLst/>
              <a:defRPr/>
            </a:pPr>
            <a:r>
              <a:rPr kumimoji="0" lang="es-ES_tradnl" sz="2000" b="1" i="0" u="none" strike="noStrike" kern="0" cap="none" spc="0" normalizeH="0" baseline="0" noProof="0">
                <a:ln>
                  <a:noFill/>
                </a:ln>
                <a:solidFill>
                  <a:srgbClr val="002569"/>
                </a:solidFill>
                <a:effectLst/>
                <a:uLnTx/>
                <a:uFillTx/>
                <a:latin typeface="Segoe UI" panose="020B0502040204020203" pitchFamily="34" charset="0"/>
                <a:ea typeface="+mn-ea"/>
                <a:cs typeface="Segoe UI" panose="020B0502040204020203" pitchFamily="34" charset="0"/>
                <a:sym typeface="Arial"/>
              </a:rPr>
              <a:t>Componentes que influyen en el valor residual</a:t>
            </a:r>
          </a:p>
          <a:p>
            <a:pPr marL="0" marR="0" lvl="0" indent="0" algn="l" defTabSz="914400" rtl="0" eaLnBrk="1" fontAlgn="auto" latinLnBrk="0" hangingPunct="1">
              <a:lnSpc>
                <a:spcPct val="100000"/>
              </a:lnSpc>
              <a:spcBef>
                <a:spcPts val="0"/>
              </a:spcBef>
              <a:spcAft>
                <a:spcPts val="0"/>
              </a:spcAft>
              <a:buClrTx/>
              <a:buSzPts val="1800"/>
              <a:buFontTx/>
              <a:buNone/>
              <a:tabLst/>
              <a:defRPr/>
            </a:pPr>
            <a:r>
              <a:rPr kumimoji="0" lang="es-ES_tradnl" sz="2000" b="0" i="0" u="none" strike="noStrike" kern="1200" cap="none" spc="0" normalizeH="0" baseline="0" noProof="0">
                <a:ln>
                  <a:noFill/>
                </a:ln>
                <a:solidFill>
                  <a:srgbClr val="BFA13E"/>
                </a:solidFill>
                <a:effectLst/>
                <a:uLnTx/>
                <a:uFillTx/>
                <a:latin typeface="Segoe UI" panose="020B0502040204020203" pitchFamily="34" charset="0"/>
                <a:ea typeface="+mn-ea"/>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9F32063B-B387-65D8-CFD6-B2D8780FD5D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E0B84D78-4067-2926-B19B-431723DE99D1}"/>
              </a:ext>
            </a:extLst>
          </p:cNvPr>
          <p:cNvSpPr/>
          <p:nvPr/>
        </p:nvSpPr>
        <p:spPr>
          <a:xfrm>
            <a:off x="334963" y="395116"/>
            <a:ext cx="732506" cy="584775"/>
          </a:xfrm>
          <a:prstGeom prst="rect">
            <a:avLst/>
          </a:prstGeom>
        </p:spPr>
        <p:txBody>
          <a:bodyPr wrap="square">
            <a:spAutoFit/>
          </a:bodyPr>
          <a:lstStyle/>
          <a:p>
            <a:pPr marL="0" marR="0" lvl="0" indent="0" algn="ctr" defTabSz="913770" rtl="0" eaLnBrk="0" fontAlgn="base" latinLnBrk="0" hangingPunct="0">
              <a:lnSpc>
                <a:spcPct val="100000"/>
              </a:lnSpc>
              <a:spcBef>
                <a:spcPct val="70000"/>
              </a:spcBef>
              <a:spcAft>
                <a:spcPct val="0"/>
              </a:spcAft>
              <a:buClrTx/>
              <a:buSzTx/>
              <a:buFontTx/>
              <a:buNone/>
              <a:tabLst/>
              <a:defRPr/>
            </a:pPr>
            <a:r>
              <a:rPr kumimoji="0" lang="en-US" sz="3200" b="1" i="0" u="none" strike="noStrike" kern="1200" cap="none" spc="0" normalizeH="0" baseline="0" noProof="0">
                <a:ln>
                  <a:noFill/>
                </a:ln>
                <a:solidFill>
                  <a:srgbClr val="C9B263"/>
                </a:solidFill>
                <a:effectLst/>
                <a:uLnTx/>
                <a:uFillTx/>
                <a:latin typeface="Segoe UI" panose="020B0502040204020203" pitchFamily="34" charset="0"/>
                <a:ea typeface="+mn-ea"/>
                <a:cs typeface="Segoe UI" panose="020B0502040204020203" pitchFamily="34" charset="0"/>
              </a:rPr>
              <a:t>3</a:t>
            </a:r>
          </a:p>
        </p:txBody>
      </p:sp>
      <p:sp>
        <p:nvSpPr>
          <p:cNvPr id="2" name="Google Shape;978;p52">
            <a:extLst>
              <a:ext uri="{FF2B5EF4-FFF2-40B4-BE49-F238E27FC236}">
                <a16:creationId xmlns:a16="http://schemas.microsoft.com/office/drawing/2014/main" id="{E40992B7-DA81-7479-8A9B-28057763CDC7}"/>
              </a:ext>
            </a:extLst>
          </p:cNvPr>
          <p:cNvSpPr/>
          <p:nvPr/>
        </p:nvSpPr>
        <p:spPr>
          <a:xfrm>
            <a:off x="1535660" y="1121295"/>
            <a:ext cx="9715046" cy="471600"/>
          </a:xfrm>
          <a:prstGeom prst="roundRect">
            <a:avLst>
              <a:gd name="adj" fmla="val 16667"/>
            </a:avLst>
          </a:prstGeom>
          <a:noFill/>
          <a:ln>
            <a:noFill/>
          </a:ln>
        </p:spPr>
        <p:txBody>
          <a:bodyPr spcFirstLastPara="1" wrap="square" lIns="91433" tIns="45700" rIns="91433" bIns="45700" anchor="ctr" anchorCtr="0">
            <a:noAutofit/>
          </a:bodyPr>
          <a:lstStyle/>
          <a:p>
            <a:pPr marL="0" marR="0" lvl="0" indent="0" algn="ctr" defTabSz="914400" rtl="0" eaLnBrk="1" fontAlgn="auto" latinLnBrk="0" hangingPunct="1">
              <a:lnSpc>
                <a:spcPct val="100000"/>
              </a:lnSpc>
              <a:spcBef>
                <a:spcPts val="1067"/>
              </a:spcBef>
              <a:spcAft>
                <a:spcPts val="0"/>
              </a:spcAft>
              <a:buClrTx/>
              <a:buSzTx/>
              <a:buFontTx/>
              <a:buNone/>
              <a:tabLst/>
              <a:defRPr/>
            </a:pPr>
            <a:r>
              <a:rPr kumimoji="0" lang="es-ES_tradnl" sz="1400" b="1" i="0" u="none" strike="noStrike" kern="1200" cap="none" spc="0" normalizeH="0" baseline="0" noProof="0">
                <a:ln>
                  <a:noFill/>
                </a:ln>
                <a:solidFill>
                  <a:srgbClr val="073763"/>
                </a:solidFill>
                <a:effectLst/>
                <a:uLnTx/>
                <a:uFillTx/>
                <a:latin typeface="Arial" panose="020B0604020202020204" pitchFamily="34" charset="0"/>
                <a:ea typeface="Quattrocento Sans"/>
                <a:cs typeface="Arial" panose="020B0604020202020204" pitchFamily="34" charset="0"/>
                <a:sym typeface="Quattrocento Sans"/>
              </a:rPr>
              <a:t>Uno de los principales factores específicos que influyen en el valor residual de los vehículos eléctricos es la duración de las baterías</a:t>
            </a:r>
            <a:endParaRPr kumimoji="0" lang="es-ES_tradnl" sz="1400" b="1" i="0" u="none" strike="noStrike" kern="1200" cap="none" spc="0" normalizeH="0" baseline="0" noProof="0">
              <a:ln>
                <a:noFill/>
              </a:ln>
              <a:solidFill>
                <a:srgbClr val="041F4C"/>
              </a:solidFill>
              <a:effectLst/>
              <a:uLnTx/>
              <a:uFillTx/>
              <a:latin typeface="Arial" panose="020B0604020202020204" pitchFamily="34" charset="0"/>
              <a:ea typeface="Quattrocento Sans"/>
              <a:cs typeface="Arial" panose="020B0604020202020204" pitchFamily="34" charset="0"/>
              <a:sym typeface="Quattrocento Sans"/>
            </a:endParaRPr>
          </a:p>
        </p:txBody>
      </p:sp>
      <p:sp>
        <p:nvSpPr>
          <p:cNvPr id="3" name="Google Shape;987;p52">
            <a:extLst>
              <a:ext uri="{FF2B5EF4-FFF2-40B4-BE49-F238E27FC236}">
                <a16:creationId xmlns:a16="http://schemas.microsoft.com/office/drawing/2014/main" id="{6F0939BB-7E6C-F2D9-1813-7608C32C1855}"/>
              </a:ext>
            </a:extLst>
          </p:cNvPr>
          <p:cNvSpPr/>
          <p:nvPr/>
        </p:nvSpPr>
        <p:spPr>
          <a:xfrm>
            <a:off x="1067469" y="1931962"/>
            <a:ext cx="1613894" cy="3348250"/>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marL="0" marR="0" lvl="0" indent="0" algn="ctr" defTabSz="914400" rtl="0" eaLnBrk="1" fontAlgn="auto" latinLnBrk="0" hangingPunct="1">
              <a:lnSpc>
                <a:spcPct val="100000"/>
              </a:lnSpc>
              <a:spcBef>
                <a:spcPts val="1067"/>
              </a:spcBef>
              <a:spcAft>
                <a:spcPts val="0"/>
              </a:spcAft>
              <a:buClrTx/>
              <a:buSzTx/>
              <a:buFontTx/>
              <a:buNone/>
              <a:tabLst/>
              <a:defRPr/>
            </a:pPr>
            <a:r>
              <a:rPr kumimoji="0" lang="es" sz="1400" b="1" i="0" u="none" strike="noStrike" kern="1200" cap="none" spc="0" normalizeH="0" baseline="0" noProof="0">
                <a:ln>
                  <a:noFill/>
                </a:ln>
                <a:solidFill>
                  <a:prstClr val="white"/>
                </a:solidFill>
                <a:effectLst/>
                <a:uLnTx/>
                <a:uFillTx/>
                <a:latin typeface="Segoe Print" panose="02000600000000000000" pitchFamily="2" charset="0"/>
                <a:ea typeface="+mn-ea"/>
                <a:cs typeface="+mn-cs"/>
                <a:sym typeface="Quattrocento Sans"/>
              </a:rPr>
              <a:t>Duración de las baterías</a:t>
            </a:r>
            <a:endParaRPr kumimoji="0" lang="es" sz="1600" b="1" i="0" u="none" strike="noStrike" kern="1200" cap="none" spc="0" normalizeH="0" baseline="0" noProof="0">
              <a:ln>
                <a:noFill/>
              </a:ln>
              <a:solidFill>
                <a:prstClr val="white"/>
              </a:solidFill>
              <a:effectLst/>
              <a:uLnTx/>
              <a:uFillTx/>
              <a:latin typeface="Segoe Print" panose="02000600000000000000" pitchFamily="2" charset="0"/>
              <a:ea typeface="+mn-ea"/>
              <a:cs typeface="+mn-cs"/>
            </a:endParaRPr>
          </a:p>
        </p:txBody>
      </p:sp>
      <p:sp>
        <p:nvSpPr>
          <p:cNvPr id="4" name="Google Shape;981;p52">
            <a:extLst>
              <a:ext uri="{FF2B5EF4-FFF2-40B4-BE49-F238E27FC236}">
                <a16:creationId xmlns:a16="http://schemas.microsoft.com/office/drawing/2014/main" id="{355202F3-DA70-7E3C-1BD9-B9148DA0FA82}"/>
              </a:ext>
            </a:extLst>
          </p:cNvPr>
          <p:cNvSpPr/>
          <p:nvPr/>
        </p:nvSpPr>
        <p:spPr>
          <a:xfrm>
            <a:off x="2681363" y="1931963"/>
            <a:ext cx="8921202" cy="3348250"/>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marR="0" lvl="0" indent="-285750" algn="just"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r>
              <a:rPr kumimoji="0" lang="es-ES_tradnl" sz="1400" b="1" i="0" u="none" strike="noStrike" kern="1200" cap="none" spc="0" normalizeH="0" baseline="0" noProof="0">
                <a:ln>
                  <a:noFill/>
                </a:ln>
                <a:solidFill>
                  <a:srgbClr val="2E4A7E"/>
                </a:solidFill>
                <a:effectLst/>
                <a:uLnTx/>
                <a:uFillTx/>
                <a:latin typeface="Quattrocento Sans"/>
                <a:ea typeface="Quattrocento Sans"/>
                <a:cs typeface="Quattrocento Sans"/>
              </a:rPr>
              <a:t>Degradación de las baterías: </a:t>
            </a:r>
            <a:r>
              <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rPr>
              <a:t>Es un fenómeno inevitable que reduce permanentemente la energía que pueden almacenar o la potencia que pueden entregar, siendo especialmente relevante en vehículos eléctricos por su impacto en la autonomía.</a:t>
            </a:r>
          </a:p>
          <a:p>
            <a:pPr marL="297180" marR="0" lvl="0" indent="-285750" algn="l"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endPar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endParaRPr>
          </a:p>
          <a:p>
            <a:pPr marL="297180" marR="0" lvl="0" indent="-285750" algn="just"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r>
              <a:rPr kumimoji="0" lang="es-ES_tradnl" sz="1400" b="1" i="0" u="none" strike="noStrike" kern="1200" cap="none" spc="0" normalizeH="0" baseline="0" noProof="0">
                <a:ln>
                  <a:noFill/>
                </a:ln>
                <a:solidFill>
                  <a:srgbClr val="2E4A7E"/>
                </a:solidFill>
                <a:effectLst/>
                <a:uLnTx/>
                <a:uFillTx/>
                <a:latin typeface="Quattrocento Sans"/>
                <a:ea typeface="Quattrocento Sans"/>
                <a:cs typeface="Quattrocento Sans"/>
              </a:rPr>
              <a:t>Importancia de la capacidad de almacenamiento:</a:t>
            </a:r>
            <a:r>
              <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rPr>
              <a:t> En los vehículos eléctricos, lo que más importa es la pérdida de capacidad de almacenamiento, ya que normalmente proporcionan más potencia de la que el sistema de propulsión puede manejar.</a:t>
            </a:r>
          </a:p>
          <a:p>
            <a:pPr marL="297180" marR="0" lvl="0" indent="-285750" algn="l"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endPar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endParaRPr>
          </a:p>
          <a:p>
            <a:pPr marL="297180" marR="0" lvl="0" indent="-285750" algn="just"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r>
              <a:rPr kumimoji="0" lang="es-ES_tradnl" sz="1400" b="1" i="0" u="none" strike="noStrike" kern="1200" cap="none" spc="0" normalizeH="0" baseline="0" noProof="0">
                <a:ln>
                  <a:noFill/>
                </a:ln>
                <a:solidFill>
                  <a:srgbClr val="2E4A7E"/>
                </a:solidFill>
                <a:effectLst/>
                <a:uLnTx/>
                <a:uFillTx/>
                <a:latin typeface="Quattrocento Sans"/>
                <a:ea typeface="Quattrocento Sans"/>
                <a:cs typeface="Quattrocento Sans"/>
              </a:rPr>
              <a:t>Impacto económico: </a:t>
            </a:r>
            <a:r>
              <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rPr>
              <a:t>La batería es el componente más caro de un vehículo eléctrico, por lo que su degradación influye directamente en el valor residual del vehículo.</a:t>
            </a:r>
          </a:p>
          <a:p>
            <a:pPr marL="297180" marR="0" lvl="0" indent="-285750" algn="l"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endPar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endParaRPr>
          </a:p>
          <a:p>
            <a:pPr marL="297180" marR="0" lvl="0" indent="-285750" algn="just" defTabSz="914400" rtl="0" eaLnBrk="1" fontAlgn="auto" latinLnBrk="0" hangingPunct="1">
              <a:lnSpc>
                <a:spcPct val="100000"/>
              </a:lnSpc>
              <a:spcBef>
                <a:spcPts val="30"/>
              </a:spcBef>
              <a:spcAft>
                <a:spcPts val="30"/>
              </a:spcAft>
              <a:buClr>
                <a:srgbClr val="041F4C"/>
              </a:buClr>
              <a:buSzPts val="1000"/>
              <a:buFont typeface="Courier New" panose="02070309020205020404" pitchFamily="49" charset="0"/>
              <a:buChar char="o"/>
              <a:tabLst/>
              <a:defRPr/>
            </a:pPr>
            <a:r>
              <a:rPr kumimoji="0" lang="es-ES_tradnl" sz="1400" b="1" i="0" u="none" strike="noStrike" kern="1200" cap="none" spc="0" normalizeH="0" baseline="0" noProof="0">
                <a:ln>
                  <a:noFill/>
                </a:ln>
                <a:solidFill>
                  <a:srgbClr val="2E4A7E"/>
                </a:solidFill>
                <a:effectLst/>
                <a:uLnTx/>
                <a:uFillTx/>
                <a:latin typeface="Quattrocento Sans"/>
                <a:ea typeface="Quattrocento Sans"/>
                <a:cs typeface="Quattrocento Sans"/>
              </a:rPr>
              <a:t>Factores que aceleran la degradación: </a:t>
            </a:r>
            <a:r>
              <a:rPr kumimoji="0" lang="es-ES_tradnl" sz="1400" b="0" i="0" u="none" strike="noStrike" kern="1200" cap="none" spc="0" normalizeH="0" baseline="0" noProof="0">
                <a:ln>
                  <a:noFill/>
                </a:ln>
                <a:solidFill>
                  <a:srgbClr val="2E4A7E"/>
                </a:solidFill>
                <a:effectLst/>
                <a:uLnTx/>
                <a:uFillTx/>
                <a:latin typeface="Quattrocento Sans"/>
                <a:ea typeface="Quattrocento Sans"/>
                <a:cs typeface="Quattrocento Sans"/>
              </a:rPr>
              <a:t>Entre los principales factores están el tiempo, altas temperaturas, operar con cargas muy altas o bajas, uso de corrientes intensas y la cantidad de ciclos de carga y descarga.</a:t>
            </a:r>
          </a:p>
        </p:txBody>
      </p:sp>
      <p:sp>
        <p:nvSpPr>
          <p:cNvPr id="10" name="Oval 9">
            <a:extLst>
              <a:ext uri="{FF2B5EF4-FFF2-40B4-BE49-F238E27FC236}">
                <a16:creationId xmlns:a16="http://schemas.microsoft.com/office/drawing/2014/main" id="{68BE1D04-5434-C340-6129-277896AF7EC1}"/>
              </a:ext>
            </a:extLst>
          </p:cNvPr>
          <p:cNvSpPr/>
          <p:nvPr/>
        </p:nvSpPr>
        <p:spPr bwMode="auto">
          <a:xfrm>
            <a:off x="1481937" y="1699154"/>
            <a:ext cx="766340" cy="715075"/>
          </a:xfrm>
          <a:prstGeom prst="ellipse">
            <a:avLst/>
          </a:prstGeom>
          <a:solidFill>
            <a:srgbClr val="F9F9F9"/>
          </a:solidFill>
          <a:ln w="6350" cap="flat" cmpd="sng" algn="ctr">
            <a:noFill/>
            <a:prstDash val="solid"/>
            <a:headEnd/>
            <a:tailEnd/>
          </a:ln>
          <a:effectLst>
            <a:outerShdw blurRad="50800" dist="38100" algn="l" rotWithShape="0">
              <a:prstClr val="black">
                <a:alpha val="40000"/>
              </a:prstClr>
            </a:outerShdw>
          </a:effectLst>
        </p:spPr>
        <p:txBody>
          <a:bodyPr wrap="square" tIns="21600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s-ES_tradnl" sz="1800" b="1" i="0" u="none" strike="noStrike" kern="1200" cap="none" spc="0" normalizeH="0" baseline="0" noProof="0">
              <a:ln>
                <a:noFill/>
              </a:ln>
              <a:solidFill>
                <a:srgbClr val="000000"/>
              </a:solidFill>
              <a:effectLst/>
              <a:uLnTx/>
              <a:uFillTx/>
              <a:latin typeface="Calibri" panose="020F0502020204030204"/>
              <a:ea typeface="+mn-ea"/>
              <a:cs typeface="Arial" pitchFamily="34" charset="0"/>
            </a:endParaRPr>
          </a:p>
        </p:txBody>
      </p:sp>
      <p:pic>
        <p:nvPicPr>
          <p:cNvPr id="9" name="Graphic 8" descr="Electric car with solid fill">
            <a:extLst>
              <a:ext uri="{FF2B5EF4-FFF2-40B4-BE49-F238E27FC236}">
                <a16:creationId xmlns:a16="http://schemas.microsoft.com/office/drawing/2014/main" id="{F67C41FE-31D2-27B5-92F7-7FF8D9D889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35660" y="1727244"/>
            <a:ext cx="640964" cy="640964"/>
          </a:xfrm>
          <a:prstGeom prst="rect">
            <a:avLst/>
          </a:prstGeom>
        </p:spPr>
      </p:pic>
      <p:sp>
        <p:nvSpPr>
          <p:cNvPr id="12" name="TextBox 11">
            <a:extLst>
              <a:ext uri="{FF2B5EF4-FFF2-40B4-BE49-F238E27FC236}">
                <a16:creationId xmlns:a16="http://schemas.microsoft.com/office/drawing/2014/main" id="{51DBD509-1C0A-2404-F857-D39A68983188}"/>
              </a:ext>
            </a:extLst>
          </p:cNvPr>
          <p:cNvSpPr txBox="1"/>
          <p:nvPr/>
        </p:nvSpPr>
        <p:spPr>
          <a:xfrm>
            <a:off x="1067470" y="5514567"/>
            <a:ext cx="10535096"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2E4A7E"/>
                </a:solidFill>
                <a:effectLst/>
                <a:uLnTx/>
                <a:uFillTx/>
                <a:latin typeface="Quattrocento Sans" panose="020B0502050000020003" pitchFamily="34" charset="0"/>
                <a:ea typeface="+mn-ea"/>
                <a:cs typeface="+mn-cs"/>
              </a:rPr>
              <a:t>Comprender y gestionar la degradación de las baterías es clave para maximizar la eficiencia, la autonomía y el valor a largo plazo de los vehículos eléctricos</a:t>
            </a:r>
          </a:p>
        </p:txBody>
      </p:sp>
    </p:spTree>
    <p:extLst>
      <p:ext uri="{BB962C8B-B14F-4D97-AF65-F5344CB8AC3E}">
        <p14:creationId xmlns:p14="http://schemas.microsoft.com/office/powerpoint/2010/main" val="766944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6647C-222D-3315-067C-A006030C45F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38E06B8-F236-CB47-01FA-9450D2888F2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6" name="Rounded Rectangle 123">
            <a:extLst>
              <a:ext uri="{FF2B5EF4-FFF2-40B4-BE49-F238E27FC236}">
                <a16:creationId xmlns:a16="http://schemas.microsoft.com/office/drawing/2014/main" id="{5E7BB549-D485-21B6-0606-FFA81C5D257C}"/>
              </a:ext>
            </a:extLst>
          </p:cNvPr>
          <p:cNvSpPr/>
          <p:nvPr/>
        </p:nvSpPr>
        <p:spPr>
          <a:xfrm>
            <a:off x="8922621" y="2843178"/>
            <a:ext cx="2947874" cy="2266984"/>
          </a:xfrm>
          <a:prstGeom prst="roundRect">
            <a:avLst>
              <a:gd name="adj" fmla="val 2354"/>
            </a:avLst>
          </a:prstGeom>
          <a:solidFill>
            <a:schemeClr val="bg1"/>
          </a:solidFill>
          <a:ln w="9525" cap="flat" cmpd="sng" algn="ctr">
            <a:solidFill>
              <a:srgbClr val="E3E6EA"/>
            </a:solidFill>
            <a:prstDash val="solid"/>
          </a:ln>
          <a:effectLst>
            <a:outerShdw blurRad="50800" dist="38100" dir="2700000" algn="tl" rotWithShape="0">
              <a:prstClr val="black">
                <a:alpha val="40000"/>
              </a:prstClr>
            </a:outerShdw>
          </a:effectLst>
        </p:spPr>
        <p:txBody>
          <a:bodyPr lIns="71991" tIns="71991" rIns="71991" bIns="71991" rtlCol="0" anchor="ctr"/>
          <a:lstStyle/>
          <a:p>
            <a:pPr marL="177782" marR="0" lvl="0" indent="-177782" algn="l" defTabSz="914400" rtl="0" eaLnBrk="1" fontAlgn="auto" latinLnBrk="0" hangingPunct="1">
              <a:lnSpc>
                <a:spcPct val="100000"/>
              </a:lnSpc>
              <a:spcBef>
                <a:spcPts val="0"/>
              </a:spcBef>
              <a:spcAft>
                <a:spcPts val="100"/>
              </a:spcAft>
              <a:buClr>
                <a:srgbClr val="808080"/>
              </a:buClr>
              <a:buSzTx/>
              <a:buFont typeface="Arial" panose="020B0604020202020204" pitchFamily="34" charset="0"/>
              <a:buChar char="•"/>
              <a:tabLst/>
              <a:defRPr/>
            </a:pPr>
            <a:endParaRPr kumimoji="0" lang="es-ES" sz="1200" b="0" i="0" u="none" strike="noStrike" kern="0" cap="none" spc="0" normalizeH="0" baseline="0" noProof="0">
              <a:ln>
                <a:noFill/>
              </a:ln>
              <a:solidFill>
                <a:srgbClr val="00163E"/>
              </a:solidFill>
              <a:effectLst/>
              <a:uLnTx/>
              <a:uFillTx/>
              <a:latin typeface="Lato" panose="020B0604020202020204" charset="0"/>
              <a:ea typeface="+mn-ea"/>
              <a:cs typeface="Arial"/>
              <a:sym typeface="Arial"/>
            </a:endParaRPr>
          </a:p>
        </p:txBody>
      </p:sp>
      <p:sp>
        <p:nvSpPr>
          <p:cNvPr id="15" name="Rectangle 17">
            <a:extLst>
              <a:ext uri="{FF2B5EF4-FFF2-40B4-BE49-F238E27FC236}">
                <a16:creationId xmlns:a16="http://schemas.microsoft.com/office/drawing/2014/main" id="{25B6DF0B-7F69-7C71-C629-BE9F6594F5A4}"/>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BC8AC8D6-B9A4-AB1E-2AE8-0BA15BFCB5C7}"/>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ECCC1EA1-8CDF-58F0-0354-969AAE4BE786}"/>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 name="Google Shape;978;p52">
            <a:extLst>
              <a:ext uri="{FF2B5EF4-FFF2-40B4-BE49-F238E27FC236}">
                <a16:creationId xmlns:a16="http://schemas.microsoft.com/office/drawing/2014/main" id="{9872F887-5434-96A0-3146-8C4D4CBDB621}"/>
              </a:ext>
            </a:extLst>
          </p:cNvPr>
          <p:cNvSpPr/>
          <p:nvPr/>
        </p:nvSpPr>
        <p:spPr>
          <a:xfrm>
            <a:off x="806825" y="1121295"/>
            <a:ext cx="10748681"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Un estudio exhaustivo realizado en 2024 por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Geotab</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empresa líder en soluciones de telemática y gestión de flotas, analizó el estado de las baterías de más de 5.000 vehículos eléctricos. Los principales hallazgos del informe fueron los siguientes:</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pic>
        <p:nvPicPr>
          <p:cNvPr id="5" name="Picture 4" descr="EV battery graph">
            <a:extLst>
              <a:ext uri="{FF2B5EF4-FFF2-40B4-BE49-F238E27FC236}">
                <a16:creationId xmlns:a16="http://schemas.microsoft.com/office/drawing/2014/main" id="{AB326C99-DE32-099F-1D82-1B146BF20776}"/>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24958" y="2933365"/>
            <a:ext cx="2743200" cy="2086610"/>
          </a:xfrm>
          <a:prstGeom prst="rect">
            <a:avLst/>
          </a:prstGeom>
          <a:noFill/>
          <a:ln>
            <a:noFill/>
          </a:ln>
        </p:spPr>
      </p:pic>
      <p:sp>
        <p:nvSpPr>
          <p:cNvPr id="7" name="TextBox 6">
            <a:extLst>
              <a:ext uri="{FF2B5EF4-FFF2-40B4-BE49-F238E27FC236}">
                <a16:creationId xmlns:a16="http://schemas.microsoft.com/office/drawing/2014/main" id="{782F3850-9214-F42A-D71F-1FD651D8E23E}"/>
              </a:ext>
            </a:extLst>
          </p:cNvPr>
          <p:cNvSpPr txBox="1"/>
          <p:nvPr/>
        </p:nvSpPr>
        <p:spPr>
          <a:xfrm>
            <a:off x="8922621" y="2542755"/>
            <a:ext cx="2947872" cy="306130"/>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Rendimiento de las baterías</a:t>
            </a:r>
            <a:endParaRPr lang="es-ES_tradnl" sz="1400" b="1" baseline="30000">
              <a:solidFill>
                <a:schemeClr val="bg1"/>
              </a:solidFill>
              <a:latin typeface="Segoe Print" panose="02000600000000000000" pitchFamily="2" charset="0"/>
            </a:endParaRPr>
          </a:p>
        </p:txBody>
      </p:sp>
      <p:sp>
        <p:nvSpPr>
          <p:cNvPr id="8" name="Google Shape;3417;p427">
            <a:extLst>
              <a:ext uri="{FF2B5EF4-FFF2-40B4-BE49-F238E27FC236}">
                <a16:creationId xmlns:a16="http://schemas.microsoft.com/office/drawing/2014/main" id="{DC64AFAC-CCB9-90F3-83BF-72D11F42FAB5}"/>
              </a:ext>
            </a:extLst>
          </p:cNvPr>
          <p:cNvSpPr/>
          <p:nvPr/>
        </p:nvSpPr>
        <p:spPr>
          <a:xfrm>
            <a:off x="2661776" y="1790615"/>
            <a:ext cx="6029837" cy="416135"/>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l"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 sz="1200" b="0" i="0" u="none" strike="noStrike" kern="1200" cap="none" spc="0" normalizeH="0" baseline="0" noProof="0">
                <a:ln>
                  <a:noFill/>
                </a:ln>
                <a:solidFill>
                  <a:srgbClr val="002569">
                    <a:lumMod val="75000"/>
                  </a:srgbClr>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A fecha de </a:t>
            </a:r>
            <a:r>
              <a:rPr kumimoji="0" lang="es-ES"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2024, las baterías </a:t>
            </a: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se degradan de </a:t>
            </a:r>
            <a:r>
              <a:rPr kumimoji="0" lang="es-ES_tradnl" sz="1200" b="0" i="0" u="none" strike="noStrike" kern="1200" cap="none" spc="0" normalizeH="0" baseline="0" noProof="0">
                <a:ln>
                  <a:noFill/>
                </a:ln>
                <a:solidFill>
                  <a:srgbClr val="002569">
                    <a:lumMod val="75000"/>
                  </a:srgbClr>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media un 1,8% al año.</a:t>
            </a:r>
          </a:p>
        </p:txBody>
      </p:sp>
      <p:sp>
        <p:nvSpPr>
          <p:cNvPr id="11" name="Google Shape;3418;p427">
            <a:extLst>
              <a:ext uri="{FF2B5EF4-FFF2-40B4-BE49-F238E27FC236}">
                <a16:creationId xmlns:a16="http://schemas.microsoft.com/office/drawing/2014/main" id="{1C6A8D6F-F3B3-8CC3-F9A8-3942966AC007}"/>
              </a:ext>
            </a:extLst>
          </p:cNvPr>
          <p:cNvSpPr/>
          <p:nvPr/>
        </p:nvSpPr>
        <p:spPr>
          <a:xfrm>
            <a:off x="578935" y="1790615"/>
            <a:ext cx="1993948" cy="422427"/>
          </a:xfrm>
          <a:prstGeom prst="rect">
            <a:avLst/>
          </a:prstGeom>
          <a:solidFill>
            <a:srgbClr val="021F4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Tasa actual de degradación</a:t>
            </a:r>
          </a:p>
        </p:txBody>
      </p:sp>
      <p:sp>
        <p:nvSpPr>
          <p:cNvPr id="13" name="Google Shape;3417;p427">
            <a:extLst>
              <a:ext uri="{FF2B5EF4-FFF2-40B4-BE49-F238E27FC236}">
                <a16:creationId xmlns:a16="http://schemas.microsoft.com/office/drawing/2014/main" id="{BF4D9C88-F670-34B4-4E38-0E01DEBCDE12}"/>
              </a:ext>
            </a:extLst>
          </p:cNvPr>
          <p:cNvSpPr/>
          <p:nvPr/>
        </p:nvSpPr>
        <p:spPr>
          <a:xfrm>
            <a:off x="2661776" y="2325709"/>
            <a:ext cx="6029837"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Esta tasa representa una mejora del 22% respecto a 2019, cuando la degradación promedio era del 2,3% anual.</a:t>
            </a:r>
          </a:p>
        </p:txBody>
      </p:sp>
      <p:sp>
        <p:nvSpPr>
          <p:cNvPr id="14" name="Google Shape;3418;p427">
            <a:extLst>
              <a:ext uri="{FF2B5EF4-FFF2-40B4-BE49-F238E27FC236}">
                <a16:creationId xmlns:a16="http://schemas.microsoft.com/office/drawing/2014/main" id="{A3A71E0E-6C74-8BA7-8EE7-1019DB68C48A}"/>
              </a:ext>
            </a:extLst>
          </p:cNvPr>
          <p:cNvSpPr/>
          <p:nvPr/>
        </p:nvSpPr>
        <p:spPr>
          <a:xfrm>
            <a:off x="578935" y="2327890"/>
            <a:ext cx="1993948" cy="504000"/>
          </a:xfrm>
          <a:prstGeom prst="rect">
            <a:avLst/>
          </a:prstGeom>
          <a:solidFill>
            <a:srgbClr val="34455A"/>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Mejora respecto a años anteriores</a:t>
            </a:r>
          </a:p>
        </p:txBody>
      </p:sp>
      <p:sp>
        <p:nvSpPr>
          <p:cNvPr id="18" name="Google Shape;3417;p427">
            <a:extLst>
              <a:ext uri="{FF2B5EF4-FFF2-40B4-BE49-F238E27FC236}">
                <a16:creationId xmlns:a16="http://schemas.microsoft.com/office/drawing/2014/main" id="{9E9D6203-A581-F23C-D196-851F93F713FB}"/>
              </a:ext>
            </a:extLst>
          </p:cNvPr>
          <p:cNvSpPr/>
          <p:nvPr/>
        </p:nvSpPr>
        <p:spPr>
          <a:xfrm>
            <a:off x="2661776" y="2963807"/>
            <a:ext cx="6029837"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La mayoría de las baterías superarán la vida útil del propio vehículo, alcanzando los 20 años o más sin necesidad de ser reemplazadas.</a:t>
            </a:r>
          </a:p>
        </p:txBody>
      </p:sp>
      <p:sp>
        <p:nvSpPr>
          <p:cNvPr id="19" name="Google Shape;3418;p427">
            <a:extLst>
              <a:ext uri="{FF2B5EF4-FFF2-40B4-BE49-F238E27FC236}">
                <a16:creationId xmlns:a16="http://schemas.microsoft.com/office/drawing/2014/main" id="{48C9603A-F6E4-C426-1B90-C5FE485562B8}"/>
              </a:ext>
            </a:extLst>
          </p:cNvPr>
          <p:cNvSpPr/>
          <p:nvPr/>
        </p:nvSpPr>
        <p:spPr>
          <a:xfrm>
            <a:off x="578935" y="2963807"/>
            <a:ext cx="1993948" cy="504000"/>
          </a:xfrm>
          <a:prstGeom prst="rect">
            <a:avLst/>
          </a:prstGeom>
          <a:solidFill>
            <a:srgbClr val="627C9C"/>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Longevidad de las baterías</a:t>
            </a:r>
          </a:p>
        </p:txBody>
      </p:sp>
      <p:sp>
        <p:nvSpPr>
          <p:cNvPr id="20" name="Google Shape;3417;p427">
            <a:extLst>
              <a:ext uri="{FF2B5EF4-FFF2-40B4-BE49-F238E27FC236}">
                <a16:creationId xmlns:a16="http://schemas.microsoft.com/office/drawing/2014/main" id="{2296F648-1B7F-9448-21D5-C7FC7C2FCADD}"/>
              </a:ext>
            </a:extLst>
          </p:cNvPr>
          <p:cNvSpPr/>
          <p:nvPr/>
        </p:nvSpPr>
        <p:spPr>
          <a:xfrm>
            <a:off x="2661776" y="3590234"/>
            <a:ext cx="6029837"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Una batería que pierde un 1,8% de capacidad al año mantendría más del 80% de su capacidad tras 12 años, lo que supera la vida útil típica de un vehículo de flota.</a:t>
            </a:r>
          </a:p>
        </p:txBody>
      </p:sp>
      <p:sp>
        <p:nvSpPr>
          <p:cNvPr id="21" name="Google Shape;3418;p427">
            <a:extLst>
              <a:ext uri="{FF2B5EF4-FFF2-40B4-BE49-F238E27FC236}">
                <a16:creationId xmlns:a16="http://schemas.microsoft.com/office/drawing/2014/main" id="{C0C80ECF-C79F-E3F1-C3AA-AE4DCFDB63FD}"/>
              </a:ext>
            </a:extLst>
          </p:cNvPr>
          <p:cNvSpPr/>
          <p:nvPr/>
        </p:nvSpPr>
        <p:spPr>
          <a:xfrm>
            <a:off x="578935" y="3590099"/>
            <a:ext cx="1993948" cy="504000"/>
          </a:xfrm>
          <a:prstGeom prst="rect">
            <a:avLst/>
          </a:prstGeom>
          <a:solidFill>
            <a:srgbClr val="E0CFA0"/>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Capacidad a largo plazo</a:t>
            </a:r>
          </a:p>
        </p:txBody>
      </p:sp>
      <p:sp>
        <p:nvSpPr>
          <p:cNvPr id="22" name="Google Shape;3417;p427">
            <a:extLst>
              <a:ext uri="{FF2B5EF4-FFF2-40B4-BE49-F238E27FC236}">
                <a16:creationId xmlns:a16="http://schemas.microsoft.com/office/drawing/2014/main" id="{E1306CF2-9B8A-D4E8-277E-5F2828E8DFC2}"/>
              </a:ext>
            </a:extLst>
          </p:cNvPr>
          <p:cNvSpPr/>
          <p:nvPr/>
        </p:nvSpPr>
        <p:spPr>
          <a:xfrm>
            <a:off x="2661776" y="4233156"/>
            <a:ext cx="6029837" cy="828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Las baterías sufren una degradación inicial rápida, seguida de un deterioro mucho más lento, y una caída significativa hacia el final de su vida útil. </a:t>
            </a:r>
            <a:r>
              <a:rPr lang="es-ES_tradnl" sz="1200">
                <a:solidFill>
                  <a:schemeClr val="accent1"/>
                </a:solidFill>
                <a:latin typeface="Quattrocento Sans" panose="020B0502050000020003" pitchFamily="34" charset="0"/>
                <a:ea typeface="Lato Light" panose="020F0502020204030203" pitchFamily="34" charset="0"/>
                <a:cs typeface="Lato Light" panose="020F0502020204030203" pitchFamily="34" charset="0"/>
              </a:rPr>
              <a:t>Sin embargo, muy pocas baterías del estudio mostraron una caída marcada al final de su vida útil, lo que dificulta estimar cuándo ocurre esa fase final.</a:t>
            </a:r>
            <a:endPar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endParaRPr>
          </a:p>
        </p:txBody>
      </p:sp>
      <p:sp>
        <p:nvSpPr>
          <p:cNvPr id="23" name="Google Shape;3418;p427">
            <a:extLst>
              <a:ext uri="{FF2B5EF4-FFF2-40B4-BE49-F238E27FC236}">
                <a16:creationId xmlns:a16="http://schemas.microsoft.com/office/drawing/2014/main" id="{63F50315-0D44-8678-39DC-CE0A3C4AB5F8}"/>
              </a:ext>
            </a:extLst>
          </p:cNvPr>
          <p:cNvSpPr/>
          <p:nvPr/>
        </p:nvSpPr>
        <p:spPr>
          <a:xfrm>
            <a:off x="578935" y="4232899"/>
            <a:ext cx="1993948" cy="828000"/>
          </a:xfrm>
          <a:prstGeom prst="rect">
            <a:avLst/>
          </a:prstGeom>
          <a:solidFill>
            <a:srgbClr val="D5BF8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Patrón no lineal de degradación</a:t>
            </a:r>
          </a:p>
        </p:txBody>
      </p:sp>
      <p:sp>
        <p:nvSpPr>
          <p:cNvPr id="36" name="Google Shape;3417;p427">
            <a:extLst>
              <a:ext uri="{FF2B5EF4-FFF2-40B4-BE49-F238E27FC236}">
                <a16:creationId xmlns:a16="http://schemas.microsoft.com/office/drawing/2014/main" id="{CC4EA27C-3E36-4CD1-50B9-4B7D247EAAC0}"/>
              </a:ext>
            </a:extLst>
          </p:cNvPr>
          <p:cNvSpPr/>
          <p:nvPr/>
        </p:nvSpPr>
        <p:spPr>
          <a:xfrm>
            <a:off x="2661777" y="5207325"/>
            <a:ext cx="6029835"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Una menor necesidad de reemplazo de batería y una mayor confianza en la autonomía reducen la depreciación, lo que mejora el valor residual del vehículo eléctrico.</a:t>
            </a:r>
          </a:p>
        </p:txBody>
      </p:sp>
      <p:sp>
        <p:nvSpPr>
          <p:cNvPr id="37" name="Google Shape;3418;p427">
            <a:extLst>
              <a:ext uri="{FF2B5EF4-FFF2-40B4-BE49-F238E27FC236}">
                <a16:creationId xmlns:a16="http://schemas.microsoft.com/office/drawing/2014/main" id="{EAC60B02-8195-EFDB-88EE-573DCB0459E6}"/>
              </a:ext>
            </a:extLst>
          </p:cNvPr>
          <p:cNvSpPr/>
          <p:nvPr/>
        </p:nvSpPr>
        <p:spPr>
          <a:xfrm>
            <a:off x="578936" y="5207326"/>
            <a:ext cx="1993948" cy="504000"/>
          </a:xfrm>
          <a:prstGeom prst="rect">
            <a:avLst/>
          </a:prstGeom>
          <a:solidFill>
            <a:srgbClr val="C7A85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Impacto en el valor residual</a:t>
            </a:r>
          </a:p>
        </p:txBody>
      </p:sp>
      <p:sp>
        <p:nvSpPr>
          <p:cNvPr id="45" name="Google Shape;3417;p427">
            <a:extLst>
              <a:ext uri="{FF2B5EF4-FFF2-40B4-BE49-F238E27FC236}">
                <a16:creationId xmlns:a16="http://schemas.microsoft.com/office/drawing/2014/main" id="{0C117A2A-7F95-4F48-9BB8-D4910C9B3B83}"/>
              </a:ext>
            </a:extLst>
          </p:cNvPr>
          <p:cNvSpPr/>
          <p:nvPr/>
        </p:nvSpPr>
        <p:spPr>
          <a:xfrm>
            <a:off x="2661776" y="5845180"/>
            <a:ext cx="6029835" cy="540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9982" marR="0" lvl="0" indent="-179982" algn="just" defTabSz="914309" rtl="0" eaLnBrk="1" fontAlgn="base" latinLnBrk="0" hangingPunct="1">
              <a:lnSpc>
                <a:spcPct val="100000"/>
              </a:lnSpc>
              <a:spcBef>
                <a:spcPts val="0"/>
              </a:spcBef>
              <a:spcAft>
                <a:spcPts val="0"/>
              </a:spcAft>
              <a:buClr>
                <a:srgbClr val="021F41"/>
              </a:buClr>
              <a:buSzTx/>
              <a:buFont typeface="Arial" panose="020B0604020202020204" pitchFamily="34" charset="0"/>
              <a:buChar char="•"/>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Mientras que los vehículos tradicionales tienden a presentar problemas graves de motor o transmisión tras 10-12 años, un vehículo eléctrico con buena salud de batería requerirá menos mantenimiento general.</a:t>
            </a:r>
          </a:p>
        </p:txBody>
      </p:sp>
      <p:sp>
        <p:nvSpPr>
          <p:cNvPr id="46" name="Google Shape;3418;p427">
            <a:extLst>
              <a:ext uri="{FF2B5EF4-FFF2-40B4-BE49-F238E27FC236}">
                <a16:creationId xmlns:a16="http://schemas.microsoft.com/office/drawing/2014/main" id="{73CC2453-BC54-DE4C-D17A-E76D2F655104}"/>
              </a:ext>
            </a:extLst>
          </p:cNvPr>
          <p:cNvSpPr/>
          <p:nvPr/>
        </p:nvSpPr>
        <p:spPr>
          <a:xfrm>
            <a:off x="578935" y="5845181"/>
            <a:ext cx="1993948" cy="540000"/>
          </a:xfrm>
          <a:prstGeom prst="rect">
            <a:avLst/>
          </a:prstGeom>
          <a:solidFill>
            <a:srgbClr val="B3870E"/>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Comparación con vehículos de combustión</a:t>
            </a:r>
          </a:p>
        </p:txBody>
      </p:sp>
      <p:sp>
        <p:nvSpPr>
          <p:cNvPr id="4" name="TextBox 3">
            <a:extLst>
              <a:ext uri="{FF2B5EF4-FFF2-40B4-BE49-F238E27FC236}">
                <a16:creationId xmlns:a16="http://schemas.microsoft.com/office/drawing/2014/main" id="{15FD9EA0-3602-3005-9F50-E17199624163}"/>
              </a:ext>
            </a:extLst>
          </p:cNvPr>
          <p:cNvSpPr txBox="1"/>
          <p:nvPr/>
        </p:nvSpPr>
        <p:spPr>
          <a:xfrm>
            <a:off x="8934579" y="5207325"/>
            <a:ext cx="3013187" cy="646331"/>
          </a:xfrm>
          <a:prstGeom prst="rect">
            <a:avLst/>
          </a:prstGeom>
          <a:noFill/>
        </p:spPr>
        <p:txBody>
          <a:bodyPr wrap="square" rtlCol="0">
            <a:spAutoFit/>
          </a:bodyPr>
          <a:lstStyle/>
          <a:p>
            <a:pPr algn="just"/>
            <a:r>
              <a:rPr lang="es-ES_tradnl" sz="900" i="1">
                <a:latin typeface="Quattrocento Sans" panose="020B0502050000020003" pitchFamily="34" charset="0"/>
              </a:rPr>
              <a:t>1. </a:t>
            </a:r>
            <a:r>
              <a:rPr lang="es-ES_tradnl" sz="900" b="0" i="0">
                <a:solidFill>
                  <a:srgbClr val="001D35"/>
                </a:solidFill>
                <a:effectLst/>
                <a:latin typeface="Google Sans"/>
              </a:rPr>
              <a:t>El Estado de Salud (SOH, del inglés "</a:t>
            </a:r>
            <a:r>
              <a:rPr lang="es-ES_tradnl" sz="900" b="0" i="0" err="1">
                <a:solidFill>
                  <a:srgbClr val="001D35"/>
                </a:solidFill>
                <a:effectLst/>
                <a:latin typeface="Google Sans"/>
              </a:rPr>
              <a:t>State</a:t>
            </a:r>
            <a:r>
              <a:rPr lang="es-ES_tradnl" sz="900" b="0" i="0">
                <a:solidFill>
                  <a:srgbClr val="001D35"/>
                </a:solidFill>
                <a:effectLst/>
                <a:latin typeface="Google Sans"/>
              </a:rPr>
              <a:t> </a:t>
            </a:r>
            <a:r>
              <a:rPr lang="es-ES_tradnl" sz="900" b="0" i="0" err="1">
                <a:solidFill>
                  <a:srgbClr val="001D35"/>
                </a:solidFill>
                <a:effectLst/>
                <a:latin typeface="Google Sans"/>
              </a:rPr>
              <a:t>of</a:t>
            </a:r>
            <a:r>
              <a:rPr lang="es-ES_tradnl" sz="900" b="0" i="0">
                <a:solidFill>
                  <a:srgbClr val="001D35"/>
                </a:solidFill>
                <a:effectLst/>
                <a:latin typeface="Google Sans"/>
              </a:rPr>
              <a:t> </a:t>
            </a:r>
            <a:r>
              <a:rPr lang="es-ES_tradnl" sz="900" b="0" i="0" err="1">
                <a:solidFill>
                  <a:srgbClr val="001D35"/>
                </a:solidFill>
                <a:effectLst/>
                <a:latin typeface="Google Sans"/>
              </a:rPr>
              <a:t>Health</a:t>
            </a:r>
            <a:r>
              <a:rPr lang="es-ES_tradnl" sz="900" b="0" i="0">
                <a:solidFill>
                  <a:srgbClr val="001D35"/>
                </a:solidFill>
                <a:effectLst/>
                <a:latin typeface="Google Sans"/>
              </a:rPr>
              <a:t>") de una batería es una medida de su capacidad actual para almacenar y suministrar energía, comparada con su capacidad original</a:t>
            </a:r>
            <a:endParaRPr lang="es-ES_tradnl" sz="900" i="1">
              <a:latin typeface="Quattrocento Sans" panose="020B0502050000020003" pitchFamily="34" charset="0"/>
            </a:endParaRPr>
          </a:p>
        </p:txBody>
      </p:sp>
    </p:spTree>
    <p:extLst>
      <p:ext uri="{BB962C8B-B14F-4D97-AF65-F5344CB8AC3E}">
        <p14:creationId xmlns:p14="http://schemas.microsoft.com/office/powerpoint/2010/main" val="1860253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FEE1-9BE5-031C-CFB7-E8B1604A421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C9521A8-1B31-1EBC-0465-93E705B5793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5" name="Rectangle 17">
            <a:extLst>
              <a:ext uri="{FF2B5EF4-FFF2-40B4-BE49-F238E27FC236}">
                <a16:creationId xmlns:a16="http://schemas.microsoft.com/office/drawing/2014/main" id="{5E578532-51D8-345E-3B34-A4AB914C9CBF}"/>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8E27CBB7-F599-7FA6-AE58-C344943200F7}"/>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C5177153-CF14-0287-E002-1A469DC4DE3B}"/>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 name="Google Shape;978;p52">
            <a:extLst>
              <a:ext uri="{FF2B5EF4-FFF2-40B4-BE49-F238E27FC236}">
                <a16:creationId xmlns:a16="http://schemas.microsoft.com/office/drawing/2014/main" id="{6207447E-32B2-44DA-E48A-316584E36E75}"/>
              </a:ext>
            </a:extLst>
          </p:cNvPr>
          <p:cNvSpPr/>
          <p:nvPr/>
        </p:nvSpPr>
        <p:spPr>
          <a:xfrm>
            <a:off x="1535660" y="1121295"/>
            <a:ext cx="9715046"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Además, una diferencia clave entre los vehículos eléctricos y los vehículos con motor de combustión interna se encuentra en los requerimientos de mantenimiento</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3" name="Google Shape;987;p52">
            <a:extLst>
              <a:ext uri="{FF2B5EF4-FFF2-40B4-BE49-F238E27FC236}">
                <a16:creationId xmlns:a16="http://schemas.microsoft.com/office/drawing/2014/main" id="{0F7426BE-4889-C909-F6F8-CEB2C1C6EB75}"/>
              </a:ext>
            </a:extLst>
          </p:cNvPr>
          <p:cNvSpPr/>
          <p:nvPr/>
        </p:nvSpPr>
        <p:spPr>
          <a:xfrm>
            <a:off x="1067469" y="1931961"/>
            <a:ext cx="1613894" cy="4596949"/>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Diferencias en el mantenimiento entre vehículos eléctricos y de combustión</a:t>
            </a:r>
            <a:endParaRPr lang="es" sz="1600" b="1">
              <a:solidFill>
                <a:schemeClr val="bg1"/>
              </a:solidFill>
              <a:latin typeface="Segoe Print" panose="02000600000000000000" pitchFamily="2" charset="0"/>
            </a:endParaRPr>
          </a:p>
        </p:txBody>
      </p:sp>
      <p:sp>
        <p:nvSpPr>
          <p:cNvPr id="4" name="Google Shape;981;p52">
            <a:extLst>
              <a:ext uri="{FF2B5EF4-FFF2-40B4-BE49-F238E27FC236}">
                <a16:creationId xmlns:a16="http://schemas.microsoft.com/office/drawing/2014/main" id="{C836CD13-4D48-9B37-7022-2AD024DE9A78}"/>
              </a:ext>
            </a:extLst>
          </p:cNvPr>
          <p:cNvSpPr/>
          <p:nvPr/>
        </p:nvSpPr>
        <p:spPr>
          <a:xfrm>
            <a:off x="2681363" y="1931962"/>
            <a:ext cx="8921202" cy="4596949"/>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Menor número de piezas móviles</a:t>
            </a:r>
            <a:r>
              <a:rPr lang="es-ES_tradnl" sz="1400">
                <a:solidFill>
                  <a:schemeClr val="accent1"/>
                </a:solidFill>
                <a:latin typeface="Quattrocento Sans"/>
                <a:ea typeface="Quattrocento Sans"/>
                <a:cs typeface="Quattrocento Sans"/>
              </a:rPr>
              <a:t>: Los vehículos eléctricos tienen una arquitectura más simple al no contar con motor térmico, transmisión tradicional ni sistema de escape, lo que reduce significativamente el número de componentes propensos al desgaste o a fallos mecánicos.</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Menores necesidades de intervención mecánica: </a:t>
            </a:r>
            <a:r>
              <a:rPr lang="es-ES_tradnl" sz="1400">
                <a:solidFill>
                  <a:schemeClr val="accent1"/>
                </a:solidFill>
                <a:latin typeface="Quattrocento Sans"/>
                <a:ea typeface="Quattrocento Sans"/>
                <a:cs typeface="Quattrocento Sans"/>
              </a:rPr>
              <a:t>Al tener menos piezas susceptibles a averías, los vehículos eléctricos requieren menos visitas al taller y, en consecuencia, tienden a generar menores costes de mantenimiento a lo largo del tiempo.</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Sistema de frenado regenerativo: </a:t>
            </a:r>
            <a:r>
              <a:rPr lang="es-ES_tradnl" sz="1400">
                <a:solidFill>
                  <a:schemeClr val="accent1"/>
                </a:solidFill>
                <a:latin typeface="Quattrocento Sans"/>
                <a:ea typeface="Quattrocento Sans"/>
                <a:cs typeface="Quattrocento Sans"/>
              </a:rPr>
              <a:t>A diferencia de los vehículos de combustión, los eléctricos aprovechan la energía generada durante la frenada para recargar la batería, lo que reduce considerablemente el desgaste de frenos, pastillas y discos.</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Eliminación del mantenimiento tradicional del motor: </a:t>
            </a:r>
            <a:r>
              <a:rPr lang="es-ES_tradnl" sz="1400">
                <a:solidFill>
                  <a:schemeClr val="accent1"/>
                </a:solidFill>
                <a:latin typeface="Quattrocento Sans"/>
                <a:ea typeface="Quattrocento Sans"/>
                <a:cs typeface="Quattrocento Sans"/>
              </a:rPr>
              <a:t>Los vehículos eléctricos no necesitan cambios de aceite, filtros de aire ni bujías, tareas fundamentales en los motores de gasolina o diésel, lo cual simplifica notablemente el mantenimiento periódico.</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Ausencia de sistemas de escape y emisiones: </a:t>
            </a:r>
            <a:r>
              <a:rPr lang="es-ES_tradnl" sz="1400">
                <a:solidFill>
                  <a:schemeClr val="accent1"/>
                </a:solidFill>
                <a:latin typeface="Quattrocento Sans"/>
                <a:ea typeface="Quattrocento Sans"/>
                <a:cs typeface="Quattrocento Sans"/>
              </a:rPr>
              <a:t>Los eléctricos no emiten gases contaminantes ni requieren complejos sistemas de control de emisiones, lo que minimiza la posibilidad de fallos relacionados con estos sistemas y evita inspecciones ambientales frecuentes.</a:t>
            </a:r>
          </a:p>
        </p:txBody>
      </p:sp>
      <p:sp>
        <p:nvSpPr>
          <p:cNvPr id="10" name="Oval 9">
            <a:extLst>
              <a:ext uri="{FF2B5EF4-FFF2-40B4-BE49-F238E27FC236}">
                <a16:creationId xmlns:a16="http://schemas.microsoft.com/office/drawing/2014/main" id="{52B184A4-7836-1398-64C2-DEA3F3D61154}"/>
              </a:ext>
            </a:extLst>
          </p:cNvPr>
          <p:cNvSpPr/>
          <p:nvPr/>
        </p:nvSpPr>
        <p:spPr bwMode="auto">
          <a:xfrm>
            <a:off x="1481937" y="1699154"/>
            <a:ext cx="766340" cy="715075"/>
          </a:xfrm>
          <a:prstGeom prst="ellipse">
            <a:avLst/>
          </a:prstGeom>
          <a:solidFill>
            <a:srgbClr val="F9F9F9"/>
          </a:solidFill>
          <a:ln w="6350" cap="flat" cmpd="sng" algn="ctr">
            <a:noFill/>
            <a:prstDash val="solid"/>
            <a:headEnd/>
            <a:tailEnd/>
          </a:ln>
          <a:effectLst>
            <a:outerShdw blurRad="50800" dist="38100" algn="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3" name="Graphic 12" descr="Tools with solid fill">
            <a:extLst>
              <a:ext uri="{FF2B5EF4-FFF2-40B4-BE49-F238E27FC236}">
                <a16:creationId xmlns:a16="http://schemas.microsoft.com/office/drawing/2014/main" id="{67913144-4D41-B392-FB7A-5403A05FB5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78244" y="1768691"/>
            <a:ext cx="576000" cy="576000"/>
          </a:xfrm>
          <a:prstGeom prst="rect">
            <a:avLst/>
          </a:prstGeom>
        </p:spPr>
      </p:pic>
    </p:spTree>
    <p:extLst>
      <p:ext uri="{BB962C8B-B14F-4D97-AF65-F5344CB8AC3E}">
        <p14:creationId xmlns:p14="http://schemas.microsoft.com/office/powerpoint/2010/main" val="1911351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D2494-08A3-E645-A93D-07AB72E866D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5DB7DB4-3064-5DF8-B90B-9C0F2D480FAF}"/>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5" name="Rectangle 17">
            <a:extLst>
              <a:ext uri="{FF2B5EF4-FFF2-40B4-BE49-F238E27FC236}">
                <a16:creationId xmlns:a16="http://schemas.microsoft.com/office/drawing/2014/main" id="{9D6E55B4-AD03-62DB-ED30-CF430F152C6E}"/>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4B5F833D-EAEC-059F-4041-42C5302CCAC7}"/>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6560ABFF-AA7B-319A-BCAC-1E3241BEB43C}"/>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 name="Google Shape;978;p52">
            <a:extLst>
              <a:ext uri="{FF2B5EF4-FFF2-40B4-BE49-F238E27FC236}">
                <a16:creationId xmlns:a16="http://schemas.microsoft.com/office/drawing/2014/main" id="{7D8E198A-817E-5DBB-37D7-D1E401F377AB}"/>
              </a:ext>
            </a:extLst>
          </p:cNvPr>
          <p:cNvSpPr/>
          <p:nvPr/>
        </p:nvSpPr>
        <p:spPr>
          <a:xfrm>
            <a:off x="1535660" y="1121295"/>
            <a:ext cx="9715046"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Además, una diferencia clave entre los vehículos eléctricos y los vehículos con motor de combustión interna se encuentra en los requerimientos de mantenimiento</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3" name="Google Shape;987;p52">
            <a:extLst>
              <a:ext uri="{FF2B5EF4-FFF2-40B4-BE49-F238E27FC236}">
                <a16:creationId xmlns:a16="http://schemas.microsoft.com/office/drawing/2014/main" id="{B3708EE2-9A7D-1FC8-E418-EE57C285B16C}"/>
              </a:ext>
            </a:extLst>
          </p:cNvPr>
          <p:cNvSpPr/>
          <p:nvPr/>
        </p:nvSpPr>
        <p:spPr>
          <a:xfrm>
            <a:off x="1067469" y="1931961"/>
            <a:ext cx="1613894" cy="3193391"/>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Diferencias en el mantenimiento entre vehículos eléctricos y de combustión</a:t>
            </a:r>
            <a:endParaRPr lang="es" sz="1600" b="1">
              <a:solidFill>
                <a:schemeClr val="bg1"/>
              </a:solidFill>
              <a:latin typeface="Segoe Print" panose="02000600000000000000" pitchFamily="2" charset="0"/>
            </a:endParaRPr>
          </a:p>
        </p:txBody>
      </p:sp>
      <p:sp>
        <p:nvSpPr>
          <p:cNvPr id="4" name="Google Shape;981;p52">
            <a:extLst>
              <a:ext uri="{FF2B5EF4-FFF2-40B4-BE49-F238E27FC236}">
                <a16:creationId xmlns:a16="http://schemas.microsoft.com/office/drawing/2014/main" id="{0E76C989-C217-DF3D-E998-27DA3A58ED6D}"/>
              </a:ext>
            </a:extLst>
          </p:cNvPr>
          <p:cNvSpPr/>
          <p:nvPr/>
        </p:nvSpPr>
        <p:spPr>
          <a:xfrm>
            <a:off x="2681363" y="1931963"/>
            <a:ext cx="8921202" cy="3193390"/>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Coste de mantenimiento más bajo: </a:t>
            </a:r>
            <a:r>
              <a:rPr lang="es-ES_tradnl" sz="1400">
                <a:solidFill>
                  <a:schemeClr val="accent1"/>
                </a:solidFill>
                <a:latin typeface="Quattrocento Sans"/>
                <a:ea typeface="Quattrocento Sans"/>
                <a:cs typeface="Quattrocento Sans"/>
              </a:rPr>
              <a:t>Gracias a su diseño optimizado y la menor complejidad mecánica, los vehículos eléctricos presentan un mantenimiento generalmente más económico y menos frecuente que los de combustión interna.</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b="1">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Reducción de la depreciación: </a:t>
            </a:r>
            <a:r>
              <a:rPr lang="es-ES_tradnl" sz="1400">
                <a:solidFill>
                  <a:schemeClr val="accent1"/>
                </a:solidFill>
                <a:latin typeface="Quattrocento Sans"/>
                <a:ea typeface="Quattrocento Sans"/>
                <a:cs typeface="Quattrocento Sans"/>
              </a:rPr>
              <a:t>La menor necesidad de mantenimiento y la mayor fiabilidad técnica contribuyen a una depreciación más lenta, mejorando el valor residual del vehículo eléctrico en el mercado de segunda mano.</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b="1">
              <a:solidFill>
                <a:schemeClr val="accent1"/>
              </a:solidFill>
              <a:latin typeface="Quattrocento Sans"/>
              <a:ea typeface="Quattrocento Sans"/>
              <a:cs typeface="Quattrocento Sans"/>
            </a:endParaRPr>
          </a:p>
          <a:p>
            <a:pPr marL="297180" indent="-285750" algn="just">
              <a:spcBef>
                <a:spcPts val="30"/>
              </a:spcBef>
              <a:spcAft>
                <a:spcPts val="30"/>
              </a:spcAft>
              <a:buClr>
                <a:schemeClr val="dk2"/>
              </a:buClr>
              <a:buSzPts val="1000"/>
              <a:buFont typeface="Courier New" panose="02070309020205020404" pitchFamily="49" charset="0"/>
              <a:buChar char="o"/>
            </a:pPr>
            <a:r>
              <a:rPr lang="es-ES_tradnl" sz="1400" b="1">
                <a:solidFill>
                  <a:schemeClr val="accent1"/>
                </a:solidFill>
                <a:latin typeface="Quattrocento Sans"/>
                <a:ea typeface="Quattrocento Sans"/>
                <a:cs typeface="Quattrocento Sans"/>
              </a:rPr>
              <a:t>Compensación del precio de compra inicial: </a:t>
            </a:r>
            <a:r>
              <a:rPr lang="es-ES_tradnl" sz="1400">
                <a:solidFill>
                  <a:schemeClr val="accent1"/>
                </a:solidFill>
                <a:latin typeface="Quattrocento Sans"/>
                <a:ea typeface="Quattrocento Sans"/>
                <a:cs typeface="Quattrocento Sans"/>
              </a:rPr>
              <a:t>Aunque el coste inicial de un vehículo eléctrico puede ser más alto, los ahorros acumulados en mantenimiento a lo largo de su vida útil pueden compensar esta diferencia, haciendo que la inversión sea más rentable a largo plazo.</a:t>
            </a:r>
          </a:p>
        </p:txBody>
      </p:sp>
      <p:sp>
        <p:nvSpPr>
          <p:cNvPr id="10" name="Oval 9">
            <a:extLst>
              <a:ext uri="{FF2B5EF4-FFF2-40B4-BE49-F238E27FC236}">
                <a16:creationId xmlns:a16="http://schemas.microsoft.com/office/drawing/2014/main" id="{991B47D3-EEB6-CC8E-0F95-32F58634810B}"/>
              </a:ext>
            </a:extLst>
          </p:cNvPr>
          <p:cNvSpPr/>
          <p:nvPr/>
        </p:nvSpPr>
        <p:spPr bwMode="auto">
          <a:xfrm>
            <a:off x="1481937" y="1699154"/>
            <a:ext cx="766340" cy="715075"/>
          </a:xfrm>
          <a:prstGeom prst="ellipse">
            <a:avLst/>
          </a:prstGeom>
          <a:solidFill>
            <a:srgbClr val="F9F9F9"/>
          </a:solidFill>
          <a:ln w="6350" cap="flat" cmpd="sng" algn="ctr">
            <a:noFill/>
            <a:prstDash val="solid"/>
            <a:headEnd/>
            <a:tailEnd/>
          </a:ln>
          <a:effectLst>
            <a:outerShdw blurRad="50800" dist="38100" algn="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TextBox 4">
            <a:extLst>
              <a:ext uri="{FF2B5EF4-FFF2-40B4-BE49-F238E27FC236}">
                <a16:creationId xmlns:a16="http://schemas.microsoft.com/office/drawing/2014/main" id="{4DFA4117-8EC8-B6A1-0EE2-1B4519882FE0}"/>
              </a:ext>
            </a:extLst>
          </p:cNvPr>
          <p:cNvSpPr txBox="1"/>
          <p:nvPr/>
        </p:nvSpPr>
        <p:spPr>
          <a:xfrm>
            <a:off x="1067469" y="5514567"/>
            <a:ext cx="10608931" cy="578882"/>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accent1"/>
                </a:solidFill>
                <a:latin typeface="Quattrocento Sans" panose="020B0502050000020003" pitchFamily="34" charset="0"/>
              </a:rPr>
              <a:t>Los vehículos eléctricos requieren menos mantenimiento que los de combustión gracias a su diseño simplificado, lo que reduce costes, aumenta la fiabilidad y mejora su valor a largo plazo, compensando en muchos casos su mayor precio inicial</a:t>
            </a:r>
          </a:p>
        </p:txBody>
      </p:sp>
      <p:pic>
        <p:nvPicPr>
          <p:cNvPr id="7" name="Graphic 6" descr="Tools with solid fill">
            <a:extLst>
              <a:ext uri="{FF2B5EF4-FFF2-40B4-BE49-F238E27FC236}">
                <a16:creationId xmlns:a16="http://schemas.microsoft.com/office/drawing/2014/main" id="{44F99DCC-3DCB-4263-8FD7-CFC7BEFCAF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78244" y="1768691"/>
            <a:ext cx="576000" cy="576000"/>
          </a:xfrm>
          <a:prstGeom prst="rect">
            <a:avLst/>
          </a:prstGeom>
        </p:spPr>
      </p:pic>
    </p:spTree>
    <p:extLst>
      <p:ext uri="{BB962C8B-B14F-4D97-AF65-F5344CB8AC3E}">
        <p14:creationId xmlns:p14="http://schemas.microsoft.com/office/powerpoint/2010/main" val="107964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A6EB-8204-2BB2-F0DA-35810FA5A7D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E8CC6DF-E61D-8BB7-23CC-C76B04F77B8D}"/>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5" name="Rectangle 17">
            <a:extLst>
              <a:ext uri="{FF2B5EF4-FFF2-40B4-BE49-F238E27FC236}">
                <a16:creationId xmlns:a16="http://schemas.microsoft.com/office/drawing/2014/main" id="{6785E9D0-4A32-9F37-4D57-E11EAAAA89E2}"/>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30481198-4463-467F-E33E-974E87A45938}"/>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9AB31559-CE47-5E95-194F-4AE0B56EF71F}"/>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 name="Google Shape;978;p52">
            <a:extLst>
              <a:ext uri="{FF2B5EF4-FFF2-40B4-BE49-F238E27FC236}">
                <a16:creationId xmlns:a16="http://schemas.microsoft.com/office/drawing/2014/main" id="{2275A4E7-3CE1-A912-72E8-D10D7DB19D9E}"/>
              </a:ext>
            </a:extLst>
          </p:cNvPr>
          <p:cNvSpPr/>
          <p:nvPr/>
        </p:nvSpPr>
        <p:spPr>
          <a:xfrm>
            <a:off x="810141" y="1130260"/>
            <a:ext cx="1087091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No obstante, el valor residual de los vehículos eléctricos también se ve afectado por otros factores más allá de la duración de las baterías y el mantenimiento:</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8" name="Freeform 41">
            <a:extLst>
              <a:ext uri="{FF2B5EF4-FFF2-40B4-BE49-F238E27FC236}">
                <a16:creationId xmlns:a16="http://schemas.microsoft.com/office/drawing/2014/main" id="{EA20E27A-ED97-58C3-DFAD-A309C829FF30}"/>
              </a:ext>
            </a:extLst>
          </p:cNvPr>
          <p:cNvSpPr/>
          <p:nvPr/>
        </p:nvSpPr>
        <p:spPr>
          <a:xfrm>
            <a:off x="6734170" y="1970930"/>
            <a:ext cx="4568829" cy="338792"/>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021F41"/>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9" name="Rectangle 10">
            <a:extLst>
              <a:ext uri="{FF2B5EF4-FFF2-40B4-BE49-F238E27FC236}">
                <a16:creationId xmlns:a16="http://schemas.microsoft.com/office/drawing/2014/main" id="{2244EDE0-B45A-A43C-C9F6-1EABD42B7565}"/>
              </a:ext>
            </a:extLst>
          </p:cNvPr>
          <p:cNvSpPr>
            <a:spLocks noChangeArrowheads="1"/>
          </p:cNvSpPr>
          <p:nvPr/>
        </p:nvSpPr>
        <p:spPr bwMode="auto">
          <a:xfrm>
            <a:off x="6716757" y="2034662"/>
            <a:ext cx="4489125" cy="8592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ts val="1300"/>
              </a:lnSpc>
              <a:spcBef>
                <a:spcPts val="0"/>
              </a:spcBef>
              <a:spcAft>
                <a:spcPts val="200"/>
              </a:spcAft>
              <a:buClr>
                <a:srgbClr val="000000"/>
              </a:buClr>
              <a:buSzTx/>
              <a:buFontTx/>
              <a:buNone/>
              <a:tabLst/>
              <a:defRPr/>
            </a:pPr>
            <a:r>
              <a:rPr kumimoji="0" lang="es-ES" sz="1400" b="1" i="1" u="none" strike="noStrike" kern="0" cap="none" spc="0" normalizeH="0" baseline="0" noProof="0">
                <a:ln>
                  <a:noFill/>
                </a:ln>
                <a:solidFill>
                  <a:srgbClr val="021F41"/>
                </a:solidFill>
                <a:effectLst/>
                <a:uLnTx/>
                <a:uFillTx/>
                <a:latin typeface="Calibri" panose="020F0502020204030204"/>
                <a:ea typeface="+mn-ea"/>
                <a:cs typeface="Arial" charset="0"/>
                <a:sym typeface="Arial"/>
              </a:rPr>
              <a:t>Innovación tecnológica acelerada</a:t>
            </a:r>
          </a:p>
          <a:p>
            <a:pPr marL="457200" marR="0" lvl="0" indent="0" algn="r" defTabSz="798513" rtl="0" eaLnBrk="0" fontAlgn="auto" latinLnBrk="0" hangingPunct="0">
              <a:lnSpc>
                <a:spcPts val="1300"/>
              </a:lnSpc>
              <a:spcBef>
                <a:spcPts val="0"/>
              </a:spcBef>
              <a:spcAft>
                <a:spcPts val="200"/>
              </a:spcAft>
              <a:buClr>
                <a:srgbClr val="000000"/>
              </a:buClr>
              <a:buSzPts val="1400"/>
              <a:buFontTx/>
              <a:buNone/>
              <a:tabLst/>
              <a:defRPr/>
            </a:pPr>
            <a:r>
              <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Los constantes avances en baterías, sistemas de propulsión y tecnologías como la conducción autónoma hacen que los modelos de vehículos eléctricos más antiguos se desactualicen rápidamente, perdiendo valor frente a versiones más modernas.</a:t>
            </a:r>
          </a:p>
        </p:txBody>
      </p:sp>
      <p:sp>
        <p:nvSpPr>
          <p:cNvPr id="11" name="Freeform 44">
            <a:extLst>
              <a:ext uri="{FF2B5EF4-FFF2-40B4-BE49-F238E27FC236}">
                <a16:creationId xmlns:a16="http://schemas.microsoft.com/office/drawing/2014/main" id="{FCE4F3EA-9FBF-466B-3148-A5A1459A68D1}"/>
              </a:ext>
            </a:extLst>
          </p:cNvPr>
          <p:cNvSpPr/>
          <p:nvPr/>
        </p:nvSpPr>
        <p:spPr>
          <a:xfrm>
            <a:off x="7734874" y="3038343"/>
            <a:ext cx="3618926" cy="123652"/>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3A4E6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12" name="Rectangle 10">
            <a:extLst>
              <a:ext uri="{FF2B5EF4-FFF2-40B4-BE49-F238E27FC236}">
                <a16:creationId xmlns:a16="http://schemas.microsoft.com/office/drawing/2014/main" id="{0626094F-FA71-8E86-8EDF-C20CA1F28AF6}"/>
              </a:ext>
            </a:extLst>
          </p:cNvPr>
          <p:cNvSpPr>
            <a:spLocks noChangeArrowheads="1"/>
          </p:cNvSpPr>
          <p:nvPr/>
        </p:nvSpPr>
        <p:spPr bwMode="auto">
          <a:xfrm>
            <a:off x="7479571" y="3092639"/>
            <a:ext cx="3874230" cy="90794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 sz="1400" b="1" i="1" u="none" strike="noStrike" kern="0" cap="none" spc="0" normalizeH="0" baseline="0" noProof="0">
                <a:ln>
                  <a:noFill/>
                </a:ln>
                <a:solidFill>
                  <a:srgbClr val="3A4E66"/>
                </a:solidFill>
                <a:effectLst/>
                <a:uLnTx/>
                <a:uFillTx/>
                <a:latin typeface="Calibri" panose="020F0502020204030204"/>
                <a:ea typeface="+mn-ea"/>
                <a:cs typeface="Arial" charset="0"/>
                <a:sym typeface="Arial"/>
              </a:rPr>
              <a:t>Obsolescencia percibida</a:t>
            </a:r>
          </a:p>
          <a:p>
            <a:pPr marL="457200" marR="0" lvl="0" indent="0" algn="r" defTabSz="798513" rtl="0" eaLnBrk="0" fontAlgn="auto" latinLnBrk="0" hangingPunct="0">
              <a:lnSpc>
                <a:spcPts val="1300"/>
              </a:lnSpc>
              <a:spcBef>
                <a:spcPts val="0"/>
              </a:spcBef>
              <a:spcAft>
                <a:spcPts val="200"/>
              </a:spcAft>
              <a:buClr>
                <a:srgbClr val="000000"/>
              </a:buClr>
              <a:buSzPts val="1400"/>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rPr>
              <a:t>A diferencia de los vehículos de combustión interna, que evolucionan más lentamente, los eléctricos pueden sufrir una depreciación más acelerada debido al interés de los compradores por las últimas actualizaciones tecnológicas</a:t>
            </a:r>
            <a:r>
              <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rPr>
              <a:t>.</a:t>
            </a:r>
          </a:p>
        </p:txBody>
      </p:sp>
      <p:sp>
        <p:nvSpPr>
          <p:cNvPr id="13" name="Freeform 47">
            <a:extLst>
              <a:ext uri="{FF2B5EF4-FFF2-40B4-BE49-F238E27FC236}">
                <a16:creationId xmlns:a16="http://schemas.microsoft.com/office/drawing/2014/main" id="{F9D9CF6B-226B-0C49-08DD-00DB51303534}"/>
              </a:ext>
            </a:extLst>
          </p:cNvPr>
          <p:cNvSpPr/>
          <p:nvPr/>
        </p:nvSpPr>
        <p:spPr>
          <a:xfrm flipH="1">
            <a:off x="1077236" y="3041971"/>
            <a:ext cx="3432310" cy="189328"/>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A7A7A7">
                <a:lumMod val="75000"/>
              </a:srgbClr>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75000"/>
                </a:srgbClr>
              </a:solidFill>
              <a:effectLst/>
              <a:uLnTx/>
              <a:uFillTx/>
              <a:latin typeface="Calibri"/>
              <a:ea typeface="+mn-ea"/>
              <a:cs typeface="+mn-cs"/>
              <a:sym typeface="Arial"/>
            </a:endParaRPr>
          </a:p>
        </p:txBody>
      </p:sp>
      <p:sp>
        <p:nvSpPr>
          <p:cNvPr id="14" name="Rectangle 10">
            <a:extLst>
              <a:ext uri="{FF2B5EF4-FFF2-40B4-BE49-F238E27FC236}">
                <a16:creationId xmlns:a16="http://schemas.microsoft.com/office/drawing/2014/main" id="{50A25EEF-40D0-7B66-C847-80BE6831DF30}"/>
              </a:ext>
            </a:extLst>
          </p:cNvPr>
          <p:cNvSpPr>
            <a:spLocks noChangeArrowheads="1"/>
          </p:cNvSpPr>
          <p:nvPr/>
        </p:nvSpPr>
        <p:spPr bwMode="auto">
          <a:xfrm>
            <a:off x="1074578" y="3092639"/>
            <a:ext cx="3025713" cy="108747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lang="es-ES_tradnl" sz="1400" b="1" i="1">
                <a:solidFill>
                  <a:schemeClr val="tx1">
                    <a:lumMod val="65000"/>
                    <a:lumOff val="35000"/>
                  </a:schemeClr>
                </a:solidFill>
              </a:rPr>
              <a:t>Interés decreciente del consumidor</a:t>
            </a:r>
          </a:p>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rPr>
              <a:t>Factores como la ansiedad por la autonomía y la falta de confianza en la infraestructura de carga han debilitado el entusiasmo por los vehículos eléctricos, afectando su demanda y valor en el mercado de ocasión.</a:t>
            </a:r>
            <a:endParaRPr kumimoji="0" lang="es-ES" sz="1100" b="0" i="0" u="none" strike="noStrike" kern="0" cap="none" spc="0" normalizeH="0" baseline="0" noProof="0">
              <a:ln>
                <a:noFill/>
              </a:ln>
              <a:solidFill>
                <a:srgbClr val="000000"/>
              </a:solidFill>
              <a:effectLst/>
              <a:uLnTx/>
              <a:uFillTx/>
              <a:latin typeface="Calibri" panose="020F0502020204030204"/>
              <a:ea typeface="+mn-ea"/>
              <a:cs typeface="Arial" charset="0"/>
              <a:sym typeface="Arial"/>
            </a:endParaRPr>
          </a:p>
        </p:txBody>
      </p:sp>
      <p:sp>
        <p:nvSpPr>
          <p:cNvPr id="18" name="Freeform 50">
            <a:extLst>
              <a:ext uri="{FF2B5EF4-FFF2-40B4-BE49-F238E27FC236}">
                <a16:creationId xmlns:a16="http://schemas.microsoft.com/office/drawing/2014/main" id="{E48FFD57-DFBB-8D49-D3C2-8C7BAE9230D4}"/>
              </a:ext>
            </a:extLst>
          </p:cNvPr>
          <p:cNvSpPr/>
          <p:nvPr/>
        </p:nvSpPr>
        <p:spPr>
          <a:xfrm flipH="1">
            <a:off x="1016776" y="1981306"/>
            <a:ext cx="4393750" cy="391934"/>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766922"/>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50000"/>
                </a:srgbClr>
              </a:solidFill>
              <a:effectLst/>
              <a:uLnTx/>
              <a:uFillTx/>
              <a:latin typeface="Calibri"/>
              <a:ea typeface="+mn-ea"/>
              <a:cs typeface="+mn-cs"/>
              <a:sym typeface="Arial"/>
            </a:endParaRPr>
          </a:p>
        </p:txBody>
      </p:sp>
      <p:sp>
        <p:nvSpPr>
          <p:cNvPr id="19" name="Rectangle 10">
            <a:extLst>
              <a:ext uri="{FF2B5EF4-FFF2-40B4-BE49-F238E27FC236}">
                <a16:creationId xmlns:a16="http://schemas.microsoft.com/office/drawing/2014/main" id="{08B4ED9F-1C00-8954-4A91-A364B63BF351}"/>
              </a:ext>
            </a:extLst>
          </p:cNvPr>
          <p:cNvSpPr>
            <a:spLocks noChangeArrowheads="1"/>
          </p:cNvSpPr>
          <p:nvPr/>
        </p:nvSpPr>
        <p:spPr bwMode="auto">
          <a:xfrm>
            <a:off x="1067470" y="2020148"/>
            <a:ext cx="3631164" cy="91820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400" b="1" i="1" u="none" strike="noStrike" kern="0" cap="none" spc="0" normalizeH="0" baseline="0" noProof="0">
                <a:ln>
                  <a:noFill/>
                </a:ln>
                <a:solidFill>
                  <a:schemeClr val="tx1">
                    <a:lumMod val="75000"/>
                    <a:lumOff val="25000"/>
                  </a:schemeClr>
                </a:solidFill>
                <a:effectLst/>
                <a:uLnTx/>
                <a:uFillTx/>
                <a:latin typeface="Calibri" panose="020F0502020204030204"/>
                <a:ea typeface="+mn-ea"/>
                <a:cs typeface="Arial" charset="0"/>
                <a:sym typeface="Arial"/>
              </a:rPr>
              <a:t>Desajuste entre oferta y demanda</a:t>
            </a:r>
          </a:p>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La creciente oferta de eléctricos de segunda mano, impulsada por el fin de contratos de renting, no está siendo acompañada por una demanda equivalente, lo que genera una fuerte presión a la baja sobre los precios.</a:t>
            </a:r>
            <a:endPar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endParaRPr>
          </a:p>
        </p:txBody>
      </p:sp>
      <p:sp>
        <p:nvSpPr>
          <p:cNvPr id="20" name="Freeform 53">
            <a:extLst>
              <a:ext uri="{FF2B5EF4-FFF2-40B4-BE49-F238E27FC236}">
                <a16:creationId xmlns:a16="http://schemas.microsoft.com/office/drawing/2014/main" id="{46776685-DA2B-A942-0447-047A33510501}"/>
              </a:ext>
            </a:extLst>
          </p:cNvPr>
          <p:cNvSpPr/>
          <p:nvPr/>
        </p:nvSpPr>
        <p:spPr>
          <a:xfrm flipH="1" flipV="1">
            <a:off x="810142" y="5016921"/>
            <a:ext cx="3699404" cy="282309"/>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5F5F5F">
                <a:lumMod val="60000"/>
                <a:lumOff val="40000"/>
              </a:srgbClr>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60000"/>
                  <a:lumOff val="40000"/>
                </a:srgbClr>
              </a:solidFill>
              <a:effectLst/>
              <a:uLnTx/>
              <a:uFillTx/>
              <a:latin typeface="Calibri"/>
              <a:ea typeface="+mn-ea"/>
              <a:cs typeface="+mn-cs"/>
              <a:sym typeface="Arial"/>
            </a:endParaRPr>
          </a:p>
        </p:txBody>
      </p:sp>
      <p:sp>
        <p:nvSpPr>
          <p:cNvPr id="21" name="Rectangle 10">
            <a:extLst>
              <a:ext uri="{FF2B5EF4-FFF2-40B4-BE49-F238E27FC236}">
                <a16:creationId xmlns:a16="http://schemas.microsoft.com/office/drawing/2014/main" id="{09CEB0F5-2CDE-98C7-1684-11901797ECD5}"/>
              </a:ext>
            </a:extLst>
          </p:cNvPr>
          <p:cNvSpPr>
            <a:spLocks noChangeArrowheads="1"/>
          </p:cNvSpPr>
          <p:nvPr/>
        </p:nvSpPr>
        <p:spPr bwMode="auto">
          <a:xfrm>
            <a:off x="983723" y="4299877"/>
            <a:ext cx="3145048" cy="91820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400" b="1" i="1" u="none" strike="noStrike" kern="0" cap="none" spc="0" normalizeH="0" baseline="0" noProof="0">
                <a:ln>
                  <a:noFill/>
                </a:ln>
                <a:solidFill>
                  <a:srgbClr val="5F5F5F">
                    <a:lumMod val="60000"/>
                    <a:lumOff val="40000"/>
                  </a:srgbClr>
                </a:solidFill>
                <a:effectLst/>
                <a:uLnTx/>
                <a:uFillTx/>
                <a:latin typeface="Calibri" panose="020F0502020204030204"/>
                <a:ea typeface="+mn-ea"/>
                <a:cs typeface="Arial" charset="0"/>
                <a:sym typeface="Arial"/>
              </a:rPr>
              <a:t>Problemas técnicos en modelos antiguos</a:t>
            </a:r>
          </a:p>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rPr>
              <a:t>Algunos de los primeros modelos eléctricos presentan fallos como problemas de carga sin solución clara, lo que reduce la confianza de los compradores y repercute negativamente en su valoración.</a:t>
            </a:r>
            <a:endPar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endParaRPr>
          </a:p>
        </p:txBody>
      </p:sp>
      <p:sp>
        <p:nvSpPr>
          <p:cNvPr id="22" name="Freeform 56">
            <a:extLst>
              <a:ext uri="{FF2B5EF4-FFF2-40B4-BE49-F238E27FC236}">
                <a16:creationId xmlns:a16="http://schemas.microsoft.com/office/drawing/2014/main" id="{9E88310F-4441-4AFD-DE06-62BA8E78539F}"/>
              </a:ext>
            </a:extLst>
          </p:cNvPr>
          <p:cNvSpPr/>
          <p:nvPr/>
        </p:nvSpPr>
        <p:spPr>
          <a:xfrm flipH="1" flipV="1">
            <a:off x="1306156" y="5839750"/>
            <a:ext cx="4050893" cy="579118"/>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A7A7A7">
                <a:lumMod val="40000"/>
                <a:lumOff val="60000"/>
              </a:srgbClr>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40000"/>
                  <a:lumOff val="60000"/>
                </a:srgbClr>
              </a:solidFill>
              <a:effectLst/>
              <a:uLnTx/>
              <a:uFillTx/>
              <a:latin typeface="Calibri"/>
              <a:ea typeface="+mn-ea"/>
              <a:cs typeface="+mn-cs"/>
              <a:sym typeface="Arial"/>
            </a:endParaRPr>
          </a:p>
        </p:txBody>
      </p:sp>
      <p:sp>
        <p:nvSpPr>
          <p:cNvPr id="23" name="Rectangle 10">
            <a:extLst>
              <a:ext uri="{FF2B5EF4-FFF2-40B4-BE49-F238E27FC236}">
                <a16:creationId xmlns:a16="http://schemas.microsoft.com/office/drawing/2014/main" id="{DA20F1B1-BBC6-EE0A-1C75-D1D776A71003}"/>
              </a:ext>
            </a:extLst>
          </p:cNvPr>
          <p:cNvSpPr>
            <a:spLocks noChangeArrowheads="1"/>
          </p:cNvSpPr>
          <p:nvPr/>
        </p:nvSpPr>
        <p:spPr bwMode="auto">
          <a:xfrm>
            <a:off x="1306156" y="5610951"/>
            <a:ext cx="4021900" cy="74892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400" b="1" i="1"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Desajuste contable en flotas de renting y leasing</a:t>
            </a:r>
          </a:p>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 Muchas empresas calcularon el valor futuro de sus flotas eléctricas sobre precios de venta inflados; al caer esos precios, las pérdidas en reventa afectan directamente la percepción del valor residual.</a:t>
            </a:r>
            <a:endPar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endParaRPr>
          </a:p>
        </p:txBody>
      </p:sp>
      <p:sp>
        <p:nvSpPr>
          <p:cNvPr id="24" name="Freeform 59">
            <a:extLst>
              <a:ext uri="{FF2B5EF4-FFF2-40B4-BE49-F238E27FC236}">
                <a16:creationId xmlns:a16="http://schemas.microsoft.com/office/drawing/2014/main" id="{A4164FEC-9AD3-FA6E-9692-B9CF529928F8}"/>
              </a:ext>
            </a:extLst>
          </p:cNvPr>
          <p:cNvSpPr/>
          <p:nvPr/>
        </p:nvSpPr>
        <p:spPr>
          <a:xfrm flipV="1">
            <a:off x="7734874" y="5049154"/>
            <a:ext cx="3644325" cy="137383"/>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8D9AA9"/>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25" name="Rectangle 10">
            <a:extLst>
              <a:ext uri="{FF2B5EF4-FFF2-40B4-BE49-F238E27FC236}">
                <a16:creationId xmlns:a16="http://schemas.microsoft.com/office/drawing/2014/main" id="{4BAF529A-9190-8077-C2F0-7699B0318E75}"/>
              </a:ext>
            </a:extLst>
          </p:cNvPr>
          <p:cNvSpPr>
            <a:spLocks noChangeArrowheads="1"/>
          </p:cNvSpPr>
          <p:nvPr/>
        </p:nvSpPr>
        <p:spPr bwMode="auto">
          <a:xfrm>
            <a:off x="7875478" y="4254023"/>
            <a:ext cx="3503721" cy="91820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 sz="1400" b="1" i="1" u="none" strike="noStrike" kern="0" cap="none" spc="0" normalizeH="0" baseline="0" noProof="0">
                <a:ln>
                  <a:noFill/>
                </a:ln>
                <a:solidFill>
                  <a:srgbClr val="8D9AA9"/>
                </a:solidFill>
                <a:effectLst/>
                <a:uLnTx/>
                <a:uFillTx/>
                <a:latin typeface="Calibri" panose="020F0502020204030204"/>
                <a:ea typeface="+mn-ea"/>
                <a:cs typeface="Arial" charset="0"/>
                <a:sym typeface="Arial"/>
              </a:rPr>
              <a:t>Infraestructura de carga insuficiente</a:t>
            </a:r>
          </a:p>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La escasa y desigual distribución de puntos de recarga en España limita el uso práctico del vehículo eléctrico y reduce su atractivo en el mercado de segunda mano, afectando negativamente su valor residual.</a:t>
            </a:r>
            <a:endPar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endParaRPr>
          </a:p>
        </p:txBody>
      </p:sp>
      <p:sp>
        <p:nvSpPr>
          <p:cNvPr id="26" name="Freeform 62">
            <a:extLst>
              <a:ext uri="{FF2B5EF4-FFF2-40B4-BE49-F238E27FC236}">
                <a16:creationId xmlns:a16="http://schemas.microsoft.com/office/drawing/2014/main" id="{DB9C8974-8CA8-C373-7E5B-AB09871733FF}"/>
              </a:ext>
            </a:extLst>
          </p:cNvPr>
          <p:cNvSpPr/>
          <p:nvPr/>
        </p:nvSpPr>
        <p:spPr>
          <a:xfrm flipV="1">
            <a:off x="6861598" y="5874143"/>
            <a:ext cx="4492202" cy="374400"/>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B1BCD1"/>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27" name="Rectangle 10">
            <a:extLst>
              <a:ext uri="{FF2B5EF4-FFF2-40B4-BE49-F238E27FC236}">
                <a16:creationId xmlns:a16="http://schemas.microsoft.com/office/drawing/2014/main" id="{FECE0CB7-F281-C6A3-C65C-A3E916DB840B}"/>
              </a:ext>
            </a:extLst>
          </p:cNvPr>
          <p:cNvSpPr>
            <a:spLocks noChangeArrowheads="1"/>
          </p:cNvSpPr>
          <p:nvPr/>
        </p:nvSpPr>
        <p:spPr bwMode="auto">
          <a:xfrm>
            <a:off x="6905637" y="5467323"/>
            <a:ext cx="4345069" cy="74892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 sz="1400" b="1" i="1" u="none" strike="noStrike" kern="0" cap="none" spc="0" normalizeH="0" baseline="0" noProof="0">
                <a:ln>
                  <a:noFill/>
                </a:ln>
                <a:solidFill>
                  <a:srgbClr val="44546A">
                    <a:lumMod val="60000"/>
                    <a:lumOff val="40000"/>
                  </a:srgbClr>
                </a:solidFill>
                <a:effectLst/>
                <a:uLnTx/>
                <a:uFillTx/>
                <a:latin typeface="Calibri" panose="020F0502020204030204"/>
                <a:ea typeface="+mn-ea"/>
                <a:cs typeface="Arial" charset="0"/>
                <a:sym typeface="Arial"/>
              </a:rPr>
              <a:t>Reducción agresiva de precios</a:t>
            </a:r>
          </a:p>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rPr>
              <a:t>Fabricantes como Tesla han bajado significativamente los precios de sus modelos nuevos, lo que, sumado a las subvenciones públicas, hace menos atractiva la compra de eléctricos usados y reduce su valor residual.</a:t>
            </a:r>
            <a:endParaRPr kumimoji="0" lang="es-ES" sz="1100" b="0" i="0"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Quattrocento Sans"/>
            </a:endParaRPr>
          </a:p>
        </p:txBody>
      </p:sp>
      <p:grpSp>
        <p:nvGrpSpPr>
          <p:cNvPr id="28" name="Group 52">
            <a:extLst>
              <a:ext uri="{FF2B5EF4-FFF2-40B4-BE49-F238E27FC236}">
                <a16:creationId xmlns:a16="http://schemas.microsoft.com/office/drawing/2014/main" id="{2FBB9655-E639-616A-7514-F93FE0CA4F3D}"/>
              </a:ext>
            </a:extLst>
          </p:cNvPr>
          <p:cNvGrpSpPr>
            <a:grpSpLocks noChangeAspect="1"/>
          </p:cNvGrpSpPr>
          <p:nvPr/>
        </p:nvGrpSpPr>
        <p:grpSpPr bwMode="auto">
          <a:xfrm rot="5400000">
            <a:off x="4633751" y="2679777"/>
            <a:ext cx="2892118" cy="2908742"/>
            <a:chOff x="4230" y="2242"/>
            <a:chExt cx="1044" cy="1050"/>
          </a:xfrm>
          <a:effectLst/>
        </p:grpSpPr>
        <p:sp>
          <p:nvSpPr>
            <p:cNvPr id="29" name="Freeform 58">
              <a:extLst>
                <a:ext uri="{FF2B5EF4-FFF2-40B4-BE49-F238E27FC236}">
                  <a16:creationId xmlns:a16="http://schemas.microsoft.com/office/drawing/2014/main" id="{6685ECFF-D24A-1F5B-E21E-24710818893B}"/>
                </a:ext>
              </a:extLst>
            </p:cNvPr>
            <p:cNvSpPr>
              <a:spLocks/>
            </p:cNvSpPr>
            <p:nvPr/>
          </p:nvSpPr>
          <p:spPr bwMode="auto">
            <a:xfrm>
              <a:off x="4230" y="2767"/>
              <a:ext cx="522" cy="370"/>
            </a:xfrm>
            <a:custGeom>
              <a:avLst/>
              <a:gdLst/>
              <a:ahLst/>
              <a:cxnLst>
                <a:cxn ang="0">
                  <a:pos x="0" y="0"/>
                </a:cxn>
                <a:cxn ang="0">
                  <a:pos x="405" y="988"/>
                </a:cxn>
                <a:cxn ang="0">
                  <a:pos x="1392" y="0"/>
                </a:cxn>
                <a:cxn ang="0">
                  <a:pos x="0" y="0"/>
                </a:cxn>
              </a:cxnLst>
              <a:rect l="0" t="0" r="r" b="b"/>
              <a:pathLst>
                <a:path w="1392" h="988">
                  <a:moveTo>
                    <a:pt x="0" y="0"/>
                  </a:moveTo>
                  <a:cubicBezTo>
                    <a:pt x="0" y="370"/>
                    <a:pt x="146" y="725"/>
                    <a:pt x="405" y="988"/>
                  </a:cubicBezTo>
                  <a:lnTo>
                    <a:pt x="1392" y="0"/>
                  </a:lnTo>
                  <a:lnTo>
                    <a:pt x="0" y="0"/>
                  </a:lnTo>
                  <a:close/>
                </a:path>
              </a:pathLst>
            </a:custGeom>
            <a:solidFill>
              <a:srgbClr val="535353">
                <a:alpha val="8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0" name="Freeform 60">
              <a:extLst>
                <a:ext uri="{FF2B5EF4-FFF2-40B4-BE49-F238E27FC236}">
                  <a16:creationId xmlns:a16="http://schemas.microsoft.com/office/drawing/2014/main" id="{596D6D47-FB54-80DC-6B6D-6FF6D8D7F51F}"/>
                </a:ext>
              </a:extLst>
            </p:cNvPr>
            <p:cNvSpPr>
              <a:spLocks/>
            </p:cNvSpPr>
            <p:nvPr/>
          </p:nvSpPr>
          <p:spPr bwMode="auto">
            <a:xfrm>
              <a:off x="4382" y="2242"/>
              <a:ext cx="370" cy="525"/>
            </a:xfrm>
            <a:custGeom>
              <a:avLst/>
              <a:gdLst/>
              <a:ahLst/>
              <a:cxnLst>
                <a:cxn ang="0">
                  <a:pos x="987" y="0"/>
                </a:cxn>
                <a:cxn ang="0">
                  <a:pos x="0" y="413"/>
                </a:cxn>
                <a:cxn ang="0">
                  <a:pos x="987" y="1400"/>
                </a:cxn>
                <a:cxn ang="0">
                  <a:pos x="987" y="0"/>
                </a:cxn>
              </a:cxnLst>
              <a:rect l="0" t="0" r="r" b="b"/>
              <a:pathLst>
                <a:path w="987" h="1400">
                  <a:moveTo>
                    <a:pt x="987" y="0"/>
                  </a:moveTo>
                  <a:cubicBezTo>
                    <a:pt x="617" y="0"/>
                    <a:pt x="262" y="149"/>
                    <a:pt x="0" y="413"/>
                  </a:cubicBezTo>
                  <a:lnTo>
                    <a:pt x="987" y="1400"/>
                  </a:lnTo>
                  <a:lnTo>
                    <a:pt x="987" y="0"/>
                  </a:lnTo>
                  <a:close/>
                </a:path>
              </a:pathLst>
            </a:custGeom>
            <a:solidFill>
              <a:srgbClr val="3A4E66"/>
            </a:solidFill>
            <a:ln w="28575" cap="flat" cmpd="sng" algn="ctr">
              <a:noFill/>
              <a:prstDash val="solid"/>
            </a:ln>
            <a:effectLst>
              <a:outerShdw blurRad="44450" dist="27940" dir="5400000" algn="ctr">
                <a:srgbClr val="000000">
                  <a:alpha val="32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FFD85D"/>
                </a:solidFill>
                <a:effectLst/>
                <a:uLnTx/>
                <a:uFillTx/>
                <a:latin typeface="Calibri"/>
                <a:ea typeface="+mn-ea"/>
                <a:cs typeface="+mn-cs"/>
                <a:sym typeface="Arial"/>
              </a:endParaRPr>
            </a:p>
          </p:txBody>
        </p:sp>
        <p:sp>
          <p:nvSpPr>
            <p:cNvPr id="31" name="Freeform 53">
              <a:extLst>
                <a:ext uri="{FF2B5EF4-FFF2-40B4-BE49-F238E27FC236}">
                  <a16:creationId xmlns:a16="http://schemas.microsoft.com/office/drawing/2014/main" id="{2EE2AB1A-5E1E-F0AB-73D4-033356937029}"/>
                </a:ext>
              </a:extLst>
            </p:cNvPr>
            <p:cNvSpPr>
              <a:spLocks/>
            </p:cNvSpPr>
            <p:nvPr/>
          </p:nvSpPr>
          <p:spPr bwMode="auto">
            <a:xfrm>
              <a:off x="4752" y="2242"/>
              <a:ext cx="370" cy="525"/>
            </a:xfrm>
            <a:custGeom>
              <a:avLst/>
              <a:gdLst/>
              <a:ahLst/>
              <a:cxnLst>
                <a:cxn ang="0">
                  <a:pos x="988" y="413"/>
                </a:cxn>
                <a:cxn ang="0">
                  <a:pos x="0" y="0"/>
                </a:cxn>
                <a:cxn ang="0">
                  <a:pos x="0" y="1400"/>
                </a:cxn>
                <a:cxn ang="0">
                  <a:pos x="988" y="413"/>
                </a:cxn>
              </a:cxnLst>
              <a:rect l="0" t="0" r="r" b="b"/>
              <a:pathLst>
                <a:path w="988" h="1400">
                  <a:moveTo>
                    <a:pt x="988" y="413"/>
                  </a:moveTo>
                  <a:cubicBezTo>
                    <a:pt x="726" y="149"/>
                    <a:pt x="371" y="0"/>
                    <a:pt x="0" y="0"/>
                  </a:cubicBezTo>
                  <a:lnTo>
                    <a:pt x="0" y="1400"/>
                  </a:lnTo>
                  <a:lnTo>
                    <a:pt x="988" y="413"/>
                  </a:lnTo>
                  <a:close/>
                </a:path>
              </a:pathLst>
            </a:custGeom>
            <a:solidFill>
              <a:srgbClr val="8D9AA9"/>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2" name="Freeform 54">
              <a:extLst>
                <a:ext uri="{FF2B5EF4-FFF2-40B4-BE49-F238E27FC236}">
                  <a16:creationId xmlns:a16="http://schemas.microsoft.com/office/drawing/2014/main" id="{E00220FC-473C-1763-9EAB-421DF246DC9E}"/>
                </a:ext>
              </a:extLst>
            </p:cNvPr>
            <p:cNvSpPr>
              <a:spLocks/>
            </p:cNvSpPr>
            <p:nvPr/>
          </p:nvSpPr>
          <p:spPr bwMode="auto">
            <a:xfrm>
              <a:off x="4752" y="2397"/>
              <a:ext cx="522" cy="370"/>
            </a:xfrm>
            <a:custGeom>
              <a:avLst/>
              <a:gdLst/>
              <a:ahLst/>
              <a:cxnLst>
                <a:cxn ang="0">
                  <a:pos x="1392" y="987"/>
                </a:cxn>
                <a:cxn ang="0">
                  <a:pos x="988" y="0"/>
                </a:cxn>
                <a:cxn ang="0">
                  <a:pos x="0" y="987"/>
                </a:cxn>
                <a:cxn ang="0">
                  <a:pos x="1392" y="987"/>
                </a:cxn>
              </a:cxnLst>
              <a:rect l="0" t="0" r="r" b="b"/>
              <a:pathLst>
                <a:path w="1392" h="987">
                  <a:moveTo>
                    <a:pt x="1392" y="987"/>
                  </a:moveTo>
                  <a:cubicBezTo>
                    <a:pt x="1392" y="618"/>
                    <a:pt x="1247" y="263"/>
                    <a:pt x="988" y="0"/>
                  </a:cubicBezTo>
                  <a:lnTo>
                    <a:pt x="0" y="987"/>
                  </a:lnTo>
                  <a:lnTo>
                    <a:pt x="1392" y="987"/>
                  </a:lnTo>
                  <a:close/>
                </a:path>
              </a:pathLst>
            </a:custGeom>
            <a:solidFill>
              <a:srgbClr val="B1BCD1"/>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3" name="Freeform 55">
              <a:extLst>
                <a:ext uri="{FF2B5EF4-FFF2-40B4-BE49-F238E27FC236}">
                  <a16:creationId xmlns:a16="http://schemas.microsoft.com/office/drawing/2014/main" id="{F2817327-19E4-49EF-54FF-2B37454FE02A}"/>
                </a:ext>
              </a:extLst>
            </p:cNvPr>
            <p:cNvSpPr>
              <a:spLocks/>
            </p:cNvSpPr>
            <p:nvPr/>
          </p:nvSpPr>
          <p:spPr bwMode="auto">
            <a:xfrm>
              <a:off x="4752" y="2767"/>
              <a:ext cx="522" cy="370"/>
            </a:xfrm>
            <a:custGeom>
              <a:avLst/>
              <a:gdLst/>
              <a:ahLst/>
              <a:cxnLst>
                <a:cxn ang="0">
                  <a:pos x="988" y="988"/>
                </a:cxn>
                <a:cxn ang="0">
                  <a:pos x="1392" y="0"/>
                </a:cxn>
                <a:cxn ang="0">
                  <a:pos x="0" y="0"/>
                </a:cxn>
                <a:cxn ang="0">
                  <a:pos x="988" y="988"/>
                </a:cxn>
              </a:cxnLst>
              <a:rect l="0" t="0" r="r" b="b"/>
              <a:pathLst>
                <a:path w="1392" h="988">
                  <a:moveTo>
                    <a:pt x="988" y="988"/>
                  </a:moveTo>
                  <a:cubicBezTo>
                    <a:pt x="1247" y="725"/>
                    <a:pt x="1392" y="370"/>
                    <a:pt x="1392" y="0"/>
                  </a:cubicBezTo>
                  <a:lnTo>
                    <a:pt x="0" y="0"/>
                  </a:lnTo>
                  <a:lnTo>
                    <a:pt x="988" y="988"/>
                  </a:lnTo>
                  <a:close/>
                </a:path>
              </a:pathLst>
            </a:custGeom>
            <a:solidFill>
              <a:srgbClr val="CACACA">
                <a:alpha val="6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4" name="Freeform 56">
              <a:extLst>
                <a:ext uri="{FF2B5EF4-FFF2-40B4-BE49-F238E27FC236}">
                  <a16:creationId xmlns:a16="http://schemas.microsoft.com/office/drawing/2014/main" id="{CE9360A3-D37F-641A-D6EB-8EB333FDBE76}"/>
                </a:ext>
              </a:extLst>
            </p:cNvPr>
            <p:cNvSpPr>
              <a:spLocks/>
            </p:cNvSpPr>
            <p:nvPr/>
          </p:nvSpPr>
          <p:spPr bwMode="auto">
            <a:xfrm>
              <a:off x="4752" y="2767"/>
              <a:ext cx="370" cy="525"/>
            </a:xfrm>
            <a:custGeom>
              <a:avLst/>
              <a:gdLst/>
              <a:ahLst/>
              <a:cxnLst>
                <a:cxn ang="0">
                  <a:pos x="0" y="1400"/>
                </a:cxn>
                <a:cxn ang="0">
                  <a:pos x="988" y="988"/>
                </a:cxn>
                <a:cxn ang="0">
                  <a:pos x="0" y="0"/>
                </a:cxn>
                <a:cxn ang="0">
                  <a:pos x="0" y="1400"/>
                </a:cxn>
              </a:cxnLst>
              <a:rect l="0" t="0" r="r" b="b"/>
              <a:pathLst>
                <a:path w="988" h="1400">
                  <a:moveTo>
                    <a:pt x="0" y="1400"/>
                  </a:moveTo>
                  <a:cubicBezTo>
                    <a:pt x="371" y="1400"/>
                    <a:pt x="726" y="1252"/>
                    <a:pt x="988" y="988"/>
                  </a:cubicBezTo>
                  <a:lnTo>
                    <a:pt x="0" y="0"/>
                  </a:lnTo>
                  <a:lnTo>
                    <a:pt x="0" y="1400"/>
                  </a:lnTo>
                  <a:close/>
                </a:path>
              </a:pathLst>
            </a:custGeom>
            <a:solidFill>
              <a:srgbClr val="5F5F5F">
                <a:lumMod val="60000"/>
                <a:lumOff val="40000"/>
                <a:alpha val="8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5" name="Freeform 57">
              <a:extLst>
                <a:ext uri="{FF2B5EF4-FFF2-40B4-BE49-F238E27FC236}">
                  <a16:creationId xmlns:a16="http://schemas.microsoft.com/office/drawing/2014/main" id="{323AC480-F05B-CE18-5A07-CF4272FA5190}"/>
                </a:ext>
              </a:extLst>
            </p:cNvPr>
            <p:cNvSpPr>
              <a:spLocks/>
            </p:cNvSpPr>
            <p:nvPr/>
          </p:nvSpPr>
          <p:spPr bwMode="auto">
            <a:xfrm>
              <a:off x="4382" y="2767"/>
              <a:ext cx="370" cy="525"/>
            </a:xfrm>
            <a:custGeom>
              <a:avLst/>
              <a:gdLst/>
              <a:ahLst/>
              <a:cxnLst>
                <a:cxn ang="0">
                  <a:pos x="0" y="988"/>
                </a:cxn>
                <a:cxn ang="0">
                  <a:pos x="987" y="1400"/>
                </a:cxn>
                <a:cxn ang="0">
                  <a:pos x="987" y="0"/>
                </a:cxn>
                <a:cxn ang="0">
                  <a:pos x="0" y="988"/>
                </a:cxn>
              </a:cxnLst>
              <a:rect l="0" t="0" r="r" b="b"/>
              <a:pathLst>
                <a:path w="987" h="1400">
                  <a:moveTo>
                    <a:pt x="0" y="988"/>
                  </a:moveTo>
                  <a:cubicBezTo>
                    <a:pt x="262" y="1252"/>
                    <a:pt x="617" y="1400"/>
                    <a:pt x="987" y="1400"/>
                  </a:cubicBezTo>
                  <a:lnTo>
                    <a:pt x="987" y="0"/>
                  </a:lnTo>
                  <a:lnTo>
                    <a:pt x="0" y="988"/>
                  </a:lnTo>
                  <a:close/>
                </a:path>
              </a:pathLst>
            </a:custGeom>
            <a:solidFill>
              <a:srgbClr val="7D7D7D">
                <a:alpha val="8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6" name="Freeform 59">
              <a:extLst>
                <a:ext uri="{FF2B5EF4-FFF2-40B4-BE49-F238E27FC236}">
                  <a16:creationId xmlns:a16="http://schemas.microsoft.com/office/drawing/2014/main" id="{407C4E7F-10D6-0DEB-71A4-464D46B6F4FD}"/>
                </a:ext>
              </a:extLst>
            </p:cNvPr>
            <p:cNvSpPr>
              <a:spLocks/>
            </p:cNvSpPr>
            <p:nvPr/>
          </p:nvSpPr>
          <p:spPr bwMode="auto">
            <a:xfrm>
              <a:off x="4230" y="2397"/>
              <a:ext cx="522" cy="370"/>
            </a:xfrm>
            <a:custGeom>
              <a:avLst/>
              <a:gdLst/>
              <a:ahLst/>
              <a:cxnLst>
                <a:cxn ang="0">
                  <a:pos x="405" y="0"/>
                </a:cxn>
                <a:cxn ang="0">
                  <a:pos x="0" y="987"/>
                </a:cxn>
                <a:cxn ang="0">
                  <a:pos x="1392" y="987"/>
                </a:cxn>
                <a:cxn ang="0">
                  <a:pos x="405" y="0"/>
                </a:cxn>
              </a:cxnLst>
              <a:rect l="0" t="0" r="r" b="b"/>
              <a:pathLst>
                <a:path w="1392" h="987">
                  <a:moveTo>
                    <a:pt x="405" y="0"/>
                  </a:moveTo>
                  <a:cubicBezTo>
                    <a:pt x="146" y="263"/>
                    <a:pt x="0" y="618"/>
                    <a:pt x="0" y="987"/>
                  </a:cubicBezTo>
                  <a:lnTo>
                    <a:pt x="1392" y="987"/>
                  </a:lnTo>
                  <a:lnTo>
                    <a:pt x="405" y="0"/>
                  </a:lnTo>
                  <a:close/>
                </a:path>
              </a:pathLst>
            </a:custGeom>
            <a:solidFill>
              <a:srgbClr val="021F41"/>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grpSp>
      <p:sp>
        <p:nvSpPr>
          <p:cNvPr id="37" name="Oval 36">
            <a:extLst>
              <a:ext uri="{FF2B5EF4-FFF2-40B4-BE49-F238E27FC236}">
                <a16:creationId xmlns:a16="http://schemas.microsoft.com/office/drawing/2014/main" id="{07591418-F116-C21E-4AA7-BCB8825B4708}"/>
              </a:ext>
            </a:extLst>
          </p:cNvPr>
          <p:cNvSpPr/>
          <p:nvPr/>
        </p:nvSpPr>
        <p:spPr bwMode="ltGray">
          <a:xfrm>
            <a:off x="5035263" y="2293359"/>
            <a:ext cx="981818" cy="981818"/>
          </a:xfrm>
          <a:prstGeom prst="ellipse">
            <a:avLst/>
          </a:prstGeom>
          <a:solidFill>
            <a:srgbClr val="A7A7A7">
              <a:lumMod val="50000"/>
            </a:srgbClr>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FFFF"/>
              </a:solidFill>
              <a:effectLst/>
              <a:uLnTx/>
              <a:uFillTx/>
              <a:latin typeface="Calibri"/>
              <a:ea typeface="+mn-ea"/>
              <a:cs typeface="+mn-cs"/>
              <a:sym typeface="Arial"/>
            </a:endParaRPr>
          </a:p>
        </p:txBody>
      </p:sp>
      <p:sp>
        <p:nvSpPr>
          <p:cNvPr id="38" name="Oval 37">
            <a:extLst>
              <a:ext uri="{FF2B5EF4-FFF2-40B4-BE49-F238E27FC236}">
                <a16:creationId xmlns:a16="http://schemas.microsoft.com/office/drawing/2014/main" id="{51F081F8-2124-127F-088C-D2E19E56C454}"/>
              </a:ext>
            </a:extLst>
          </p:cNvPr>
          <p:cNvSpPr/>
          <p:nvPr/>
        </p:nvSpPr>
        <p:spPr bwMode="ltGray">
          <a:xfrm>
            <a:off x="6141670" y="2293359"/>
            <a:ext cx="981818" cy="981818"/>
          </a:xfrm>
          <a:prstGeom prst="ellipse">
            <a:avLst/>
          </a:prstGeom>
          <a:solidFill>
            <a:srgbClr val="021F41"/>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D85D"/>
              </a:solidFill>
              <a:effectLst/>
              <a:uLnTx/>
              <a:uFillTx/>
              <a:latin typeface="Calibri"/>
              <a:ea typeface="+mn-ea"/>
              <a:cs typeface="+mn-cs"/>
              <a:sym typeface="Arial"/>
            </a:endParaRPr>
          </a:p>
        </p:txBody>
      </p:sp>
      <p:sp>
        <p:nvSpPr>
          <p:cNvPr id="39" name="Oval 38">
            <a:extLst>
              <a:ext uri="{FF2B5EF4-FFF2-40B4-BE49-F238E27FC236}">
                <a16:creationId xmlns:a16="http://schemas.microsoft.com/office/drawing/2014/main" id="{FD16B484-18F9-9699-CAAF-321BADD1BF00}"/>
              </a:ext>
            </a:extLst>
          </p:cNvPr>
          <p:cNvSpPr/>
          <p:nvPr/>
        </p:nvSpPr>
        <p:spPr bwMode="ltGray">
          <a:xfrm>
            <a:off x="5035263" y="4987169"/>
            <a:ext cx="981818" cy="981818"/>
          </a:xfrm>
          <a:prstGeom prst="ellipse">
            <a:avLst/>
          </a:prstGeom>
          <a:solidFill>
            <a:srgbClr val="A7A7A7">
              <a:lumMod val="60000"/>
              <a:lumOff val="40000"/>
            </a:srgbClr>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FFFF"/>
              </a:solidFill>
              <a:effectLst/>
              <a:uLnTx/>
              <a:uFillTx/>
              <a:latin typeface="Calibri"/>
              <a:ea typeface="+mn-ea"/>
              <a:cs typeface="+mn-cs"/>
              <a:sym typeface="Arial"/>
            </a:endParaRPr>
          </a:p>
        </p:txBody>
      </p:sp>
      <p:sp>
        <p:nvSpPr>
          <p:cNvPr id="40" name="Oval 39">
            <a:extLst>
              <a:ext uri="{FF2B5EF4-FFF2-40B4-BE49-F238E27FC236}">
                <a16:creationId xmlns:a16="http://schemas.microsoft.com/office/drawing/2014/main" id="{5F40D9C1-CFAF-1A88-798F-3F7381E15734}"/>
              </a:ext>
            </a:extLst>
          </p:cNvPr>
          <p:cNvSpPr/>
          <p:nvPr/>
        </p:nvSpPr>
        <p:spPr bwMode="ltGray">
          <a:xfrm>
            <a:off x="6141672" y="4987169"/>
            <a:ext cx="981817" cy="981818"/>
          </a:xfrm>
          <a:prstGeom prst="ellipse">
            <a:avLst/>
          </a:prstGeom>
          <a:solidFill>
            <a:srgbClr val="CCD3E1">
              <a:lumMod val="90000"/>
            </a:srgbClr>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Arial"/>
              <a:cs typeface="Arial"/>
              <a:sym typeface="Arial"/>
            </a:endParaRPr>
          </a:p>
        </p:txBody>
      </p:sp>
      <p:sp>
        <p:nvSpPr>
          <p:cNvPr id="41" name="Oval 40">
            <a:extLst>
              <a:ext uri="{FF2B5EF4-FFF2-40B4-BE49-F238E27FC236}">
                <a16:creationId xmlns:a16="http://schemas.microsoft.com/office/drawing/2014/main" id="{83E2ED80-15EA-5DCE-D3EB-A4421F9B71B5}"/>
              </a:ext>
            </a:extLst>
          </p:cNvPr>
          <p:cNvSpPr/>
          <p:nvPr/>
        </p:nvSpPr>
        <p:spPr bwMode="ltGray">
          <a:xfrm>
            <a:off x="6986302" y="4204719"/>
            <a:ext cx="981817" cy="981818"/>
          </a:xfrm>
          <a:prstGeom prst="ellipse">
            <a:avLst/>
          </a:prstGeom>
          <a:solidFill>
            <a:srgbClr val="8D9AA9"/>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D85D"/>
              </a:solidFill>
              <a:effectLst/>
              <a:uLnTx/>
              <a:uFillTx/>
              <a:latin typeface="Calibri"/>
              <a:ea typeface="+mn-ea"/>
              <a:cs typeface="+mn-cs"/>
              <a:sym typeface="Arial"/>
            </a:endParaRPr>
          </a:p>
        </p:txBody>
      </p:sp>
      <p:sp>
        <p:nvSpPr>
          <p:cNvPr id="42" name="Oval 41">
            <a:extLst>
              <a:ext uri="{FF2B5EF4-FFF2-40B4-BE49-F238E27FC236}">
                <a16:creationId xmlns:a16="http://schemas.microsoft.com/office/drawing/2014/main" id="{03853688-8888-4B12-6B10-204C8F908DC4}"/>
              </a:ext>
            </a:extLst>
          </p:cNvPr>
          <p:cNvSpPr/>
          <p:nvPr/>
        </p:nvSpPr>
        <p:spPr bwMode="ltGray">
          <a:xfrm>
            <a:off x="6986302" y="3075703"/>
            <a:ext cx="981817" cy="981818"/>
          </a:xfrm>
          <a:prstGeom prst="ellipse">
            <a:avLst/>
          </a:prstGeom>
          <a:solidFill>
            <a:srgbClr val="3A4E66"/>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Arial"/>
              <a:cs typeface="Arial"/>
              <a:sym typeface="Arial"/>
            </a:endParaRPr>
          </a:p>
        </p:txBody>
      </p:sp>
      <p:sp>
        <p:nvSpPr>
          <p:cNvPr id="43" name="Oval 42">
            <a:extLst>
              <a:ext uri="{FF2B5EF4-FFF2-40B4-BE49-F238E27FC236}">
                <a16:creationId xmlns:a16="http://schemas.microsoft.com/office/drawing/2014/main" id="{1F840F1F-B8CD-B374-E46C-309E0309D240}"/>
              </a:ext>
            </a:extLst>
          </p:cNvPr>
          <p:cNvSpPr/>
          <p:nvPr/>
        </p:nvSpPr>
        <p:spPr bwMode="ltGray">
          <a:xfrm>
            <a:off x="4221222" y="4204720"/>
            <a:ext cx="981817" cy="981818"/>
          </a:xfrm>
          <a:prstGeom prst="ellipse">
            <a:avLst/>
          </a:prstGeom>
          <a:solidFill>
            <a:srgbClr val="5F5F5F">
              <a:lumMod val="60000"/>
              <a:lumOff val="40000"/>
            </a:srgbClr>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mn-ea"/>
              <a:cs typeface="Arial"/>
              <a:sym typeface="Arial"/>
            </a:endParaRPr>
          </a:p>
        </p:txBody>
      </p:sp>
      <p:sp>
        <p:nvSpPr>
          <p:cNvPr id="44" name="Oval 43">
            <a:extLst>
              <a:ext uri="{FF2B5EF4-FFF2-40B4-BE49-F238E27FC236}">
                <a16:creationId xmlns:a16="http://schemas.microsoft.com/office/drawing/2014/main" id="{991AEB51-A210-7AF9-5BE4-A1230FBF5818}"/>
              </a:ext>
            </a:extLst>
          </p:cNvPr>
          <p:cNvSpPr/>
          <p:nvPr/>
        </p:nvSpPr>
        <p:spPr bwMode="ltGray">
          <a:xfrm>
            <a:off x="4221221" y="3075703"/>
            <a:ext cx="981817" cy="981818"/>
          </a:xfrm>
          <a:prstGeom prst="ellipse">
            <a:avLst/>
          </a:prstGeom>
          <a:solidFill>
            <a:srgbClr val="A7A7A7">
              <a:lumMod val="75000"/>
            </a:srgbClr>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mn-ea"/>
              <a:cs typeface="Arial"/>
              <a:sym typeface="Arial"/>
            </a:endParaRPr>
          </a:p>
        </p:txBody>
      </p:sp>
      <p:sp>
        <p:nvSpPr>
          <p:cNvPr id="45" name="Oval 44">
            <a:extLst>
              <a:ext uri="{FF2B5EF4-FFF2-40B4-BE49-F238E27FC236}">
                <a16:creationId xmlns:a16="http://schemas.microsoft.com/office/drawing/2014/main" id="{939919CE-64B5-2FAF-1744-9AF012111091}"/>
              </a:ext>
            </a:extLst>
          </p:cNvPr>
          <p:cNvSpPr/>
          <p:nvPr/>
        </p:nvSpPr>
        <p:spPr bwMode="ltGray">
          <a:xfrm>
            <a:off x="6223488" y="2375180"/>
            <a:ext cx="818182" cy="818182"/>
          </a:xfrm>
          <a:prstGeom prst="ellipse">
            <a:avLst/>
          </a:prstGeom>
          <a:solidFill>
            <a:schemeClr val="bg1"/>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07307F"/>
              </a:solidFill>
              <a:effectLst/>
              <a:uLnTx/>
              <a:uFillTx/>
              <a:latin typeface="Calibri"/>
              <a:ea typeface="+mn-ea"/>
              <a:cs typeface="+mn-cs"/>
              <a:sym typeface="Arial"/>
            </a:endParaRPr>
          </a:p>
        </p:txBody>
      </p:sp>
      <p:sp>
        <p:nvSpPr>
          <p:cNvPr id="46" name="Oval 45">
            <a:extLst>
              <a:ext uri="{FF2B5EF4-FFF2-40B4-BE49-F238E27FC236}">
                <a16:creationId xmlns:a16="http://schemas.microsoft.com/office/drawing/2014/main" id="{3754558B-3388-D21C-5790-D38865003287}"/>
              </a:ext>
            </a:extLst>
          </p:cNvPr>
          <p:cNvSpPr/>
          <p:nvPr/>
        </p:nvSpPr>
        <p:spPr bwMode="ltGray">
          <a:xfrm>
            <a:off x="6223488" y="5064547"/>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CCD3E1"/>
              </a:solidFill>
              <a:effectLst/>
              <a:uLnTx/>
              <a:uFillTx/>
              <a:latin typeface="Calibri"/>
              <a:ea typeface="+mn-ea"/>
              <a:cs typeface="+mn-cs"/>
              <a:sym typeface="Arial"/>
            </a:endParaRPr>
          </a:p>
        </p:txBody>
      </p:sp>
      <p:sp>
        <p:nvSpPr>
          <p:cNvPr id="47" name="Oval 46">
            <a:hlinkClick r:id="rId2" action="ppaction://hlinkpres?slideindex=1&amp;slidetitle="/>
            <a:extLst>
              <a:ext uri="{FF2B5EF4-FFF2-40B4-BE49-F238E27FC236}">
                <a16:creationId xmlns:a16="http://schemas.microsoft.com/office/drawing/2014/main" id="{A6B98818-74F9-5FD9-F784-70162E74BBF0}"/>
              </a:ext>
            </a:extLst>
          </p:cNvPr>
          <p:cNvSpPr/>
          <p:nvPr/>
        </p:nvSpPr>
        <p:spPr bwMode="ltGray">
          <a:xfrm>
            <a:off x="5119166" y="2375180"/>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776A22"/>
              </a:solidFill>
              <a:effectLst/>
              <a:uLnTx/>
              <a:uFillTx/>
              <a:latin typeface="Calibri"/>
              <a:ea typeface="+mn-ea"/>
              <a:cs typeface="+mn-cs"/>
              <a:sym typeface="Arial"/>
            </a:endParaRPr>
          </a:p>
        </p:txBody>
      </p:sp>
      <p:sp>
        <p:nvSpPr>
          <p:cNvPr id="48" name="Oval 47">
            <a:extLst>
              <a:ext uri="{FF2B5EF4-FFF2-40B4-BE49-F238E27FC236}">
                <a16:creationId xmlns:a16="http://schemas.microsoft.com/office/drawing/2014/main" id="{F6FA7BFF-F9EF-4AD5-6565-3175D52090BA}"/>
              </a:ext>
            </a:extLst>
          </p:cNvPr>
          <p:cNvSpPr/>
          <p:nvPr/>
        </p:nvSpPr>
        <p:spPr bwMode="ltGray">
          <a:xfrm>
            <a:off x="5119166" y="5074073"/>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E6DCAA"/>
              </a:solidFill>
              <a:effectLst/>
              <a:uLnTx/>
              <a:uFillTx/>
              <a:latin typeface="Calibri"/>
              <a:ea typeface="+mn-ea"/>
              <a:cs typeface="+mn-cs"/>
              <a:sym typeface="Arial"/>
            </a:endParaRPr>
          </a:p>
        </p:txBody>
      </p:sp>
      <p:sp>
        <p:nvSpPr>
          <p:cNvPr id="49" name="Oval 48">
            <a:extLst>
              <a:ext uri="{FF2B5EF4-FFF2-40B4-BE49-F238E27FC236}">
                <a16:creationId xmlns:a16="http://schemas.microsoft.com/office/drawing/2014/main" id="{C76ACC79-BEFE-B5EA-5C56-002920E825AC}"/>
              </a:ext>
            </a:extLst>
          </p:cNvPr>
          <p:cNvSpPr/>
          <p:nvPr/>
        </p:nvSpPr>
        <p:spPr bwMode="ltGray">
          <a:xfrm>
            <a:off x="4300984" y="3161995"/>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958629"/>
              </a:solidFill>
              <a:effectLst/>
              <a:uLnTx/>
              <a:uFillTx/>
              <a:latin typeface="Calibri"/>
              <a:ea typeface="+mn-ea"/>
              <a:cs typeface="+mn-cs"/>
              <a:sym typeface="Arial"/>
            </a:endParaRPr>
          </a:p>
        </p:txBody>
      </p:sp>
      <p:sp>
        <p:nvSpPr>
          <p:cNvPr id="50" name="Oval 49">
            <a:extLst>
              <a:ext uri="{FF2B5EF4-FFF2-40B4-BE49-F238E27FC236}">
                <a16:creationId xmlns:a16="http://schemas.microsoft.com/office/drawing/2014/main" id="{9222FBA3-E7F4-1C35-F3D2-1147E58C3A7A}"/>
              </a:ext>
            </a:extLst>
          </p:cNvPr>
          <p:cNvSpPr/>
          <p:nvPr/>
        </p:nvSpPr>
        <p:spPr bwMode="ltGray">
          <a:xfrm>
            <a:off x="4300984" y="4289644"/>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CDBF6C"/>
              </a:solidFill>
              <a:effectLst/>
              <a:uLnTx/>
              <a:uFillTx/>
              <a:latin typeface="Calibri"/>
              <a:ea typeface="+mn-ea"/>
              <a:cs typeface="+mn-cs"/>
              <a:sym typeface="Arial"/>
            </a:endParaRPr>
          </a:p>
        </p:txBody>
      </p:sp>
      <p:sp>
        <p:nvSpPr>
          <p:cNvPr id="51" name="Oval 50">
            <a:extLst>
              <a:ext uri="{FF2B5EF4-FFF2-40B4-BE49-F238E27FC236}">
                <a16:creationId xmlns:a16="http://schemas.microsoft.com/office/drawing/2014/main" id="{E69604DA-2CB8-7CCB-3E79-26C56C4A993E}"/>
              </a:ext>
            </a:extLst>
          </p:cNvPr>
          <p:cNvSpPr/>
          <p:nvPr/>
        </p:nvSpPr>
        <p:spPr bwMode="ltGray">
          <a:xfrm>
            <a:off x="7077898" y="3161995"/>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0741AA"/>
              </a:solidFill>
              <a:effectLst/>
              <a:uLnTx/>
              <a:uFillTx/>
              <a:latin typeface="Calibri"/>
              <a:ea typeface="+mn-ea"/>
              <a:cs typeface="+mn-cs"/>
              <a:sym typeface="Arial"/>
            </a:endParaRPr>
          </a:p>
        </p:txBody>
      </p:sp>
      <p:sp>
        <p:nvSpPr>
          <p:cNvPr id="52" name="Oval 51">
            <a:extLst>
              <a:ext uri="{FF2B5EF4-FFF2-40B4-BE49-F238E27FC236}">
                <a16:creationId xmlns:a16="http://schemas.microsoft.com/office/drawing/2014/main" id="{2875EC57-0778-C362-FA6D-590F037295A2}"/>
              </a:ext>
            </a:extLst>
          </p:cNvPr>
          <p:cNvSpPr/>
          <p:nvPr/>
        </p:nvSpPr>
        <p:spPr bwMode="ltGray">
          <a:xfrm>
            <a:off x="7074723" y="4280122"/>
            <a:ext cx="818183"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678CB4"/>
              </a:solidFill>
              <a:effectLst/>
              <a:uLnTx/>
              <a:uFillTx/>
              <a:latin typeface="Calibri"/>
              <a:ea typeface="+mn-ea"/>
              <a:cs typeface="+mn-cs"/>
              <a:sym typeface="Arial"/>
            </a:endParaRPr>
          </a:p>
        </p:txBody>
      </p:sp>
      <p:sp>
        <p:nvSpPr>
          <p:cNvPr id="53" name="Oval 52">
            <a:extLst>
              <a:ext uri="{FF2B5EF4-FFF2-40B4-BE49-F238E27FC236}">
                <a16:creationId xmlns:a16="http://schemas.microsoft.com/office/drawing/2014/main" id="{FB9E2861-B2AA-57C4-FAEB-FDBEB138E230}"/>
              </a:ext>
            </a:extLst>
          </p:cNvPr>
          <p:cNvSpPr/>
          <p:nvPr/>
        </p:nvSpPr>
        <p:spPr bwMode="ltGray">
          <a:xfrm rot="5400000">
            <a:off x="5304638" y="3363237"/>
            <a:ext cx="1558474" cy="1558474"/>
          </a:xfrm>
          <a:prstGeom prst="ellipse">
            <a:avLst/>
          </a:prstGeom>
          <a:solidFill>
            <a:srgbClr val="FFFFFF"/>
          </a:solidFill>
          <a:ln w="28575" cap="flat" cmpd="sng" algn="ctr">
            <a:solidFill>
              <a:srgbClr val="021F41"/>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800" b="1" i="1" u="none" strike="noStrike" kern="0" cap="none" spc="0" normalizeH="0" baseline="0" noProof="0">
              <a:ln>
                <a:noFill/>
              </a:ln>
              <a:solidFill>
                <a:srgbClr val="968C6D"/>
              </a:solidFill>
              <a:effectLst/>
              <a:uLnTx/>
              <a:uFillTx/>
              <a:latin typeface="Calibri"/>
              <a:ea typeface="+mn-ea"/>
              <a:cs typeface="+mn-cs"/>
              <a:sym typeface="Arial"/>
            </a:endParaRPr>
          </a:p>
        </p:txBody>
      </p:sp>
      <p:sp>
        <p:nvSpPr>
          <p:cNvPr id="54" name="Oval 53">
            <a:extLst>
              <a:ext uri="{FF2B5EF4-FFF2-40B4-BE49-F238E27FC236}">
                <a16:creationId xmlns:a16="http://schemas.microsoft.com/office/drawing/2014/main" id="{AA554642-3E6F-97D7-9C16-26050D32DB9E}"/>
              </a:ext>
            </a:extLst>
          </p:cNvPr>
          <p:cNvSpPr/>
          <p:nvPr/>
        </p:nvSpPr>
        <p:spPr bwMode="ltGray">
          <a:xfrm rot="5400000">
            <a:off x="5373910" y="3432509"/>
            <a:ext cx="1419928" cy="1419928"/>
          </a:xfrm>
          <a:prstGeom prst="ellipse">
            <a:avLst/>
          </a:prstGeom>
          <a:solidFill>
            <a:srgbClr val="FFFFFF"/>
          </a:solidFill>
          <a:ln w="28575" cap="flat" cmpd="sng" algn="ctr">
            <a:solidFill>
              <a:srgbClr val="021F41"/>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300" b="1" i="1" u="none" strike="noStrike" kern="0" cap="none" spc="0" normalizeH="0" baseline="0" noProof="0">
              <a:ln>
                <a:noFill/>
              </a:ln>
              <a:solidFill>
                <a:srgbClr val="838383">
                  <a:lumMod val="75000"/>
                </a:srgbClr>
              </a:solidFill>
              <a:effectLst/>
              <a:uLnTx/>
              <a:uFillTx/>
              <a:latin typeface="Calibri"/>
              <a:ea typeface="+mn-ea"/>
              <a:cs typeface="+mn-cs"/>
              <a:sym typeface="Arial"/>
            </a:endParaRPr>
          </a:p>
        </p:txBody>
      </p:sp>
      <p:sp>
        <p:nvSpPr>
          <p:cNvPr id="55" name="Freeform 4957">
            <a:extLst>
              <a:ext uri="{FF2B5EF4-FFF2-40B4-BE49-F238E27FC236}">
                <a16:creationId xmlns:a16="http://schemas.microsoft.com/office/drawing/2014/main" id="{67DC6695-D994-3435-6DA5-94BB18F46ECA}"/>
              </a:ext>
            </a:extLst>
          </p:cNvPr>
          <p:cNvSpPr>
            <a:spLocks noEditPoints="1"/>
          </p:cNvSpPr>
          <p:nvPr/>
        </p:nvSpPr>
        <p:spPr bwMode="auto">
          <a:xfrm>
            <a:off x="4483807" y="3383417"/>
            <a:ext cx="452539" cy="375341"/>
          </a:xfrm>
          <a:custGeom>
            <a:avLst/>
            <a:gdLst>
              <a:gd name="T0" fmla="*/ 46 w 340"/>
              <a:gd name="T1" fmla="*/ 232 h 282"/>
              <a:gd name="T2" fmla="*/ 52 w 340"/>
              <a:gd name="T3" fmla="*/ 210 h 282"/>
              <a:gd name="T4" fmla="*/ 122 w 340"/>
              <a:gd name="T5" fmla="*/ 190 h 282"/>
              <a:gd name="T6" fmla="*/ 140 w 340"/>
              <a:gd name="T7" fmla="*/ 184 h 282"/>
              <a:gd name="T8" fmla="*/ 194 w 340"/>
              <a:gd name="T9" fmla="*/ 198 h 282"/>
              <a:gd name="T10" fmla="*/ 218 w 340"/>
              <a:gd name="T11" fmla="*/ 212 h 282"/>
              <a:gd name="T12" fmla="*/ 244 w 340"/>
              <a:gd name="T13" fmla="*/ 188 h 282"/>
              <a:gd name="T14" fmla="*/ 302 w 340"/>
              <a:gd name="T15" fmla="*/ 186 h 282"/>
              <a:gd name="T16" fmla="*/ 324 w 340"/>
              <a:gd name="T17" fmla="*/ 188 h 282"/>
              <a:gd name="T18" fmla="*/ 340 w 340"/>
              <a:gd name="T19" fmla="*/ 164 h 282"/>
              <a:gd name="T20" fmla="*/ 314 w 340"/>
              <a:gd name="T21" fmla="*/ 136 h 282"/>
              <a:gd name="T22" fmla="*/ 290 w 340"/>
              <a:gd name="T23" fmla="*/ 150 h 282"/>
              <a:gd name="T24" fmla="*/ 236 w 340"/>
              <a:gd name="T25" fmla="*/ 164 h 282"/>
              <a:gd name="T26" fmla="*/ 218 w 340"/>
              <a:gd name="T27" fmla="*/ 158 h 282"/>
              <a:gd name="T28" fmla="*/ 196 w 340"/>
              <a:gd name="T29" fmla="*/ 170 h 282"/>
              <a:gd name="T30" fmla="*/ 140 w 340"/>
              <a:gd name="T31" fmla="*/ 144 h 282"/>
              <a:gd name="T32" fmla="*/ 112 w 340"/>
              <a:gd name="T33" fmla="*/ 138 h 282"/>
              <a:gd name="T34" fmla="*/ 96 w 340"/>
              <a:gd name="T35" fmla="*/ 164 h 282"/>
              <a:gd name="T36" fmla="*/ 216 w 340"/>
              <a:gd name="T37" fmla="*/ 104 h 282"/>
              <a:gd name="T38" fmla="*/ 306 w 340"/>
              <a:gd name="T39" fmla="*/ 42 h 282"/>
              <a:gd name="T40" fmla="*/ 292 w 340"/>
              <a:gd name="T41" fmla="*/ 28 h 282"/>
              <a:gd name="T42" fmla="*/ 118 w 340"/>
              <a:gd name="T43" fmla="*/ 58 h 282"/>
              <a:gd name="T44" fmla="*/ 26 w 340"/>
              <a:gd name="T45" fmla="*/ 186 h 282"/>
              <a:gd name="T46" fmla="*/ 2 w 340"/>
              <a:gd name="T47" fmla="*/ 202 h 282"/>
              <a:gd name="T48" fmla="*/ 8 w 340"/>
              <a:gd name="T49" fmla="*/ 232 h 282"/>
              <a:gd name="T50" fmla="*/ 314 w 340"/>
              <a:gd name="T51" fmla="*/ 152 h 282"/>
              <a:gd name="T52" fmla="*/ 324 w 340"/>
              <a:gd name="T53" fmla="*/ 160 h 282"/>
              <a:gd name="T54" fmla="*/ 322 w 340"/>
              <a:gd name="T55" fmla="*/ 172 h 282"/>
              <a:gd name="T56" fmla="*/ 310 w 340"/>
              <a:gd name="T57" fmla="*/ 174 h 282"/>
              <a:gd name="T58" fmla="*/ 304 w 340"/>
              <a:gd name="T59" fmla="*/ 164 h 282"/>
              <a:gd name="T60" fmla="*/ 314 w 340"/>
              <a:gd name="T61" fmla="*/ 152 h 282"/>
              <a:gd name="T62" fmla="*/ 222 w 340"/>
              <a:gd name="T63" fmla="*/ 174 h 282"/>
              <a:gd name="T64" fmla="*/ 228 w 340"/>
              <a:gd name="T65" fmla="*/ 184 h 282"/>
              <a:gd name="T66" fmla="*/ 218 w 340"/>
              <a:gd name="T67" fmla="*/ 196 h 282"/>
              <a:gd name="T68" fmla="*/ 208 w 340"/>
              <a:gd name="T69" fmla="*/ 188 h 282"/>
              <a:gd name="T70" fmla="*/ 210 w 340"/>
              <a:gd name="T71" fmla="*/ 176 h 282"/>
              <a:gd name="T72" fmla="*/ 122 w 340"/>
              <a:gd name="T73" fmla="*/ 152 h 282"/>
              <a:gd name="T74" fmla="*/ 132 w 340"/>
              <a:gd name="T75" fmla="*/ 160 h 282"/>
              <a:gd name="T76" fmla="*/ 130 w 340"/>
              <a:gd name="T77" fmla="*/ 172 h 282"/>
              <a:gd name="T78" fmla="*/ 118 w 340"/>
              <a:gd name="T79" fmla="*/ 174 h 282"/>
              <a:gd name="T80" fmla="*/ 112 w 340"/>
              <a:gd name="T81" fmla="*/ 164 h 282"/>
              <a:gd name="T82" fmla="*/ 122 w 340"/>
              <a:gd name="T83" fmla="*/ 152 h 282"/>
              <a:gd name="T84" fmla="*/ 334 w 340"/>
              <a:gd name="T85" fmla="*/ 276 h 282"/>
              <a:gd name="T86" fmla="*/ 16 w 340"/>
              <a:gd name="T87" fmla="*/ 282 h 282"/>
              <a:gd name="T88" fmla="*/ 6 w 340"/>
              <a:gd name="T89" fmla="*/ 276 h 282"/>
              <a:gd name="T90" fmla="*/ 8 w 340"/>
              <a:gd name="T91" fmla="*/ 264 h 282"/>
              <a:gd name="T92" fmla="*/ 324 w 340"/>
              <a:gd name="T93" fmla="*/ 262 h 282"/>
              <a:gd name="T94" fmla="*/ 334 w 340"/>
              <a:gd name="T95" fmla="*/ 27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0" h="282">
                <a:moveTo>
                  <a:pt x="26" y="240"/>
                </a:moveTo>
                <a:lnTo>
                  <a:pt x="26" y="240"/>
                </a:lnTo>
                <a:lnTo>
                  <a:pt x="36" y="238"/>
                </a:lnTo>
                <a:lnTo>
                  <a:pt x="46" y="232"/>
                </a:lnTo>
                <a:lnTo>
                  <a:pt x="50" y="222"/>
                </a:lnTo>
                <a:lnTo>
                  <a:pt x="52" y="212"/>
                </a:lnTo>
                <a:lnTo>
                  <a:pt x="52" y="212"/>
                </a:lnTo>
                <a:lnTo>
                  <a:pt x="52" y="210"/>
                </a:lnTo>
                <a:lnTo>
                  <a:pt x="104" y="184"/>
                </a:lnTo>
                <a:lnTo>
                  <a:pt x="104" y="184"/>
                </a:lnTo>
                <a:lnTo>
                  <a:pt x="112" y="188"/>
                </a:lnTo>
                <a:lnTo>
                  <a:pt x="122" y="190"/>
                </a:lnTo>
                <a:lnTo>
                  <a:pt x="122" y="190"/>
                </a:lnTo>
                <a:lnTo>
                  <a:pt x="128" y="190"/>
                </a:lnTo>
                <a:lnTo>
                  <a:pt x="134" y="186"/>
                </a:lnTo>
                <a:lnTo>
                  <a:pt x="140" y="184"/>
                </a:lnTo>
                <a:lnTo>
                  <a:pt x="144" y="178"/>
                </a:lnTo>
                <a:lnTo>
                  <a:pt x="192" y="188"/>
                </a:lnTo>
                <a:lnTo>
                  <a:pt x="192" y="188"/>
                </a:lnTo>
                <a:lnTo>
                  <a:pt x="194" y="198"/>
                </a:lnTo>
                <a:lnTo>
                  <a:pt x="200" y="204"/>
                </a:lnTo>
                <a:lnTo>
                  <a:pt x="208" y="210"/>
                </a:lnTo>
                <a:lnTo>
                  <a:pt x="218" y="212"/>
                </a:lnTo>
                <a:lnTo>
                  <a:pt x="218" y="212"/>
                </a:lnTo>
                <a:lnTo>
                  <a:pt x="228" y="210"/>
                </a:lnTo>
                <a:lnTo>
                  <a:pt x="236" y="204"/>
                </a:lnTo>
                <a:lnTo>
                  <a:pt x="242" y="198"/>
                </a:lnTo>
                <a:lnTo>
                  <a:pt x="244" y="188"/>
                </a:lnTo>
                <a:lnTo>
                  <a:pt x="292" y="178"/>
                </a:lnTo>
                <a:lnTo>
                  <a:pt x="292" y="178"/>
                </a:lnTo>
                <a:lnTo>
                  <a:pt x="296" y="184"/>
                </a:lnTo>
                <a:lnTo>
                  <a:pt x="302" y="186"/>
                </a:lnTo>
                <a:lnTo>
                  <a:pt x="308" y="190"/>
                </a:lnTo>
                <a:lnTo>
                  <a:pt x="314" y="190"/>
                </a:lnTo>
                <a:lnTo>
                  <a:pt x="314" y="190"/>
                </a:lnTo>
                <a:lnTo>
                  <a:pt x="324" y="188"/>
                </a:lnTo>
                <a:lnTo>
                  <a:pt x="332" y="182"/>
                </a:lnTo>
                <a:lnTo>
                  <a:pt x="338" y="174"/>
                </a:lnTo>
                <a:lnTo>
                  <a:pt x="340" y="164"/>
                </a:lnTo>
                <a:lnTo>
                  <a:pt x="340" y="164"/>
                </a:lnTo>
                <a:lnTo>
                  <a:pt x="338" y="152"/>
                </a:lnTo>
                <a:lnTo>
                  <a:pt x="332" y="144"/>
                </a:lnTo>
                <a:lnTo>
                  <a:pt x="324" y="138"/>
                </a:lnTo>
                <a:lnTo>
                  <a:pt x="314" y="136"/>
                </a:lnTo>
                <a:lnTo>
                  <a:pt x="314" y="136"/>
                </a:lnTo>
                <a:lnTo>
                  <a:pt x="304" y="138"/>
                </a:lnTo>
                <a:lnTo>
                  <a:pt x="296" y="144"/>
                </a:lnTo>
                <a:lnTo>
                  <a:pt x="290" y="150"/>
                </a:lnTo>
                <a:lnTo>
                  <a:pt x="288" y="158"/>
                </a:lnTo>
                <a:lnTo>
                  <a:pt x="240" y="170"/>
                </a:lnTo>
                <a:lnTo>
                  <a:pt x="240" y="170"/>
                </a:lnTo>
                <a:lnTo>
                  <a:pt x="236" y="164"/>
                </a:lnTo>
                <a:lnTo>
                  <a:pt x="230" y="160"/>
                </a:lnTo>
                <a:lnTo>
                  <a:pt x="224" y="158"/>
                </a:lnTo>
                <a:lnTo>
                  <a:pt x="218" y="158"/>
                </a:lnTo>
                <a:lnTo>
                  <a:pt x="218" y="158"/>
                </a:lnTo>
                <a:lnTo>
                  <a:pt x="212" y="158"/>
                </a:lnTo>
                <a:lnTo>
                  <a:pt x="206" y="160"/>
                </a:lnTo>
                <a:lnTo>
                  <a:pt x="200" y="164"/>
                </a:lnTo>
                <a:lnTo>
                  <a:pt x="196" y="170"/>
                </a:lnTo>
                <a:lnTo>
                  <a:pt x="148" y="158"/>
                </a:lnTo>
                <a:lnTo>
                  <a:pt x="148" y="158"/>
                </a:lnTo>
                <a:lnTo>
                  <a:pt x="146" y="150"/>
                </a:lnTo>
                <a:lnTo>
                  <a:pt x="140" y="144"/>
                </a:lnTo>
                <a:lnTo>
                  <a:pt x="132" y="138"/>
                </a:lnTo>
                <a:lnTo>
                  <a:pt x="122" y="136"/>
                </a:lnTo>
                <a:lnTo>
                  <a:pt x="122" y="136"/>
                </a:lnTo>
                <a:lnTo>
                  <a:pt x="112" y="138"/>
                </a:lnTo>
                <a:lnTo>
                  <a:pt x="104" y="144"/>
                </a:lnTo>
                <a:lnTo>
                  <a:pt x="98" y="152"/>
                </a:lnTo>
                <a:lnTo>
                  <a:pt x="96" y="164"/>
                </a:lnTo>
                <a:lnTo>
                  <a:pt x="96" y="164"/>
                </a:lnTo>
                <a:lnTo>
                  <a:pt x="96" y="166"/>
                </a:lnTo>
                <a:lnTo>
                  <a:pt x="56" y="186"/>
                </a:lnTo>
                <a:lnTo>
                  <a:pt x="126" y="80"/>
                </a:lnTo>
                <a:lnTo>
                  <a:pt x="216" y="104"/>
                </a:lnTo>
                <a:lnTo>
                  <a:pt x="216" y="104"/>
                </a:lnTo>
                <a:lnTo>
                  <a:pt x="220" y="104"/>
                </a:lnTo>
                <a:lnTo>
                  <a:pt x="224" y="102"/>
                </a:lnTo>
                <a:lnTo>
                  <a:pt x="306" y="42"/>
                </a:lnTo>
                <a:lnTo>
                  <a:pt x="336" y="72"/>
                </a:lnTo>
                <a:lnTo>
                  <a:pt x="336" y="0"/>
                </a:lnTo>
                <a:lnTo>
                  <a:pt x="264" y="0"/>
                </a:lnTo>
                <a:lnTo>
                  <a:pt x="292" y="28"/>
                </a:lnTo>
                <a:lnTo>
                  <a:pt x="216" y="84"/>
                </a:lnTo>
                <a:lnTo>
                  <a:pt x="124" y="58"/>
                </a:lnTo>
                <a:lnTo>
                  <a:pt x="124" y="58"/>
                </a:lnTo>
                <a:lnTo>
                  <a:pt x="118" y="58"/>
                </a:lnTo>
                <a:lnTo>
                  <a:pt x="114" y="62"/>
                </a:lnTo>
                <a:lnTo>
                  <a:pt x="32" y="186"/>
                </a:lnTo>
                <a:lnTo>
                  <a:pt x="32" y="186"/>
                </a:lnTo>
                <a:lnTo>
                  <a:pt x="26" y="186"/>
                </a:lnTo>
                <a:lnTo>
                  <a:pt x="26" y="186"/>
                </a:lnTo>
                <a:lnTo>
                  <a:pt x="16" y="188"/>
                </a:lnTo>
                <a:lnTo>
                  <a:pt x="8" y="194"/>
                </a:lnTo>
                <a:lnTo>
                  <a:pt x="2" y="202"/>
                </a:lnTo>
                <a:lnTo>
                  <a:pt x="0" y="212"/>
                </a:lnTo>
                <a:lnTo>
                  <a:pt x="0" y="212"/>
                </a:lnTo>
                <a:lnTo>
                  <a:pt x="2" y="222"/>
                </a:lnTo>
                <a:lnTo>
                  <a:pt x="8" y="232"/>
                </a:lnTo>
                <a:lnTo>
                  <a:pt x="16" y="238"/>
                </a:lnTo>
                <a:lnTo>
                  <a:pt x="26" y="240"/>
                </a:lnTo>
                <a:lnTo>
                  <a:pt x="26" y="240"/>
                </a:lnTo>
                <a:close/>
                <a:moveTo>
                  <a:pt x="314" y="152"/>
                </a:moveTo>
                <a:lnTo>
                  <a:pt x="314" y="152"/>
                </a:lnTo>
                <a:lnTo>
                  <a:pt x="318" y="154"/>
                </a:lnTo>
                <a:lnTo>
                  <a:pt x="322" y="156"/>
                </a:lnTo>
                <a:lnTo>
                  <a:pt x="324" y="160"/>
                </a:lnTo>
                <a:lnTo>
                  <a:pt x="324" y="164"/>
                </a:lnTo>
                <a:lnTo>
                  <a:pt x="324" y="164"/>
                </a:lnTo>
                <a:lnTo>
                  <a:pt x="324" y="168"/>
                </a:lnTo>
                <a:lnTo>
                  <a:pt x="322" y="172"/>
                </a:lnTo>
                <a:lnTo>
                  <a:pt x="318" y="174"/>
                </a:lnTo>
                <a:lnTo>
                  <a:pt x="314" y="174"/>
                </a:lnTo>
                <a:lnTo>
                  <a:pt x="314" y="174"/>
                </a:lnTo>
                <a:lnTo>
                  <a:pt x="310" y="174"/>
                </a:lnTo>
                <a:lnTo>
                  <a:pt x="306" y="172"/>
                </a:lnTo>
                <a:lnTo>
                  <a:pt x="304" y="168"/>
                </a:lnTo>
                <a:lnTo>
                  <a:pt x="304" y="164"/>
                </a:lnTo>
                <a:lnTo>
                  <a:pt x="304" y="164"/>
                </a:lnTo>
                <a:lnTo>
                  <a:pt x="304" y="160"/>
                </a:lnTo>
                <a:lnTo>
                  <a:pt x="306" y="156"/>
                </a:lnTo>
                <a:lnTo>
                  <a:pt x="310" y="154"/>
                </a:lnTo>
                <a:lnTo>
                  <a:pt x="314" y="152"/>
                </a:lnTo>
                <a:lnTo>
                  <a:pt x="314" y="152"/>
                </a:lnTo>
                <a:close/>
                <a:moveTo>
                  <a:pt x="218" y="174"/>
                </a:moveTo>
                <a:lnTo>
                  <a:pt x="218" y="174"/>
                </a:lnTo>
                <a:lnTo>
                  <a:pt x="222" y="174"/>
                </a:lnTo>
                <a:lnTo>
                  <a:pt x="226" y="176"/>
                </a:lnTo>
                <a:lnTo>
                  <a:pt x="228" y="180"/>
                </a:lnTo>
                <a:lnTo>
                  <a:pt x="228" y="184"/>
                </a:lnTo>
                <a:lnTo>
                  <a:pt x="228" y="184"/>
                </a:lnTo>
                <a:lnTo>
                  <a:pt x="228" y="188"/>
                </a:lnTo>
                <a:lnTo>
                  <a:pt x="226" y="192"/>
                </a:lnTo>
                <a:lnTo>
                  <a:pt x="222" y="194"/>
                </a:lnTo>
                <a:lnTo>
                  <a:pt x="218" y="196"/>
                </a:lnTo>
                <a:lnTo>
                  <a:pt x="218" y="196"/>
                </a:lnTo>
                <a:lnTo>
                  <a:pt x="214" y="194"/>
                </a:lnTo>
                <a:lnTo>
                  <a:pt x="210" y="192"/>
                </a:lnTo>
                <a:lnTo>
                  <a:pt x="208" y="188"/>
                </a:lnTo>
                <a:lnTo>
                  <a:pt x="208" y="184"/>
                </a:lnTo>
                <a:lnTo>
                  <a:pt x="208" y="184"/>
                </a:lnTo>
                <a:lnTo>
                  <a:pt x="208" y="180"/>
                </a:lnTo>
                <a:lnTo>
                  <a:pt x="210" y="176"/>
                </a:lnTo>
                <a:lnTo>
                  <a:pt x="214" y="174"/>
                </a:lnTo>
                <a:lnTo>
                  <a:pt x="218" y="174"/>
                </a:lnTo>
                <a:lnTo>
                  <a:pt x="218" y="174"/>
                </a:lnTo>
                <a:close/>
                <a:moveTo>
                  <a:pt x="122" y="152"/>
                </a:moveTo>
                <a:lnTo>
                  <a:pt x="122" y="152"/>
                </a:lnTo>
                <a:lnTo>
                  <a:pt x="126" y="154"/>
                </a:lnTo>
                <a:lnTo>
                  <a:pt x="130" y="156"/>
                </a:lnTo>
                <a:lnTo>
                  <a:pt x="132" y="160"/>
                </a:lnTo>
                <a:lnTo>
                  <a:pt x="132" y="164"/>
                </a:lnTo>
                <a:lnTo>
                  <a:pt x="132" y="164"/>
                </a:lnTo>
                <a:lnTo>
                  <a:pt x="132" y="168"/>
                </a:lnTo>
                <a:lnTo>
                  <a:pt x="130" y="172"/>
                </a:lnTo>
                <a:lnTo>
                  <a:pt x="126" y="174"/>
                </a:lnTo>
                <a:lnTo>
                  <a:pt x="122" y="174"/>
                </a:lnTo>
                <a:lnTo>
                  <a:pt x="122" y="174"/>
                </a:lnTo>
                <a:lnTo>
                  <a:pt x="118" y="174"/>
                </a:lnTo>
                <a:lnTo>
                  <a:pt x="114" y="172"/>
                </a:lnTo>
                <a:lnTo>
                  <a:pt x="112" y="168"/>
                </a:lnTo>
                <a:lnTo>
                  <a:pt x="112" y="164"/>
                </a:lnTo>
                <a:lnTo>
                  <a:pt x="112" y="164"/>
                </a:lnTo>
                <a:lnTo>
                  <a:pt x="112" y="160"/>
                </a:lnTo>
                <a:lnTo>
                  <a:pt x="114" y="156"/>
                </a:lnTo>
                <a:lnTo>
                  <a:pt x="118" y="154"/>
                </a:lnTo>
                <a:lnTo>
                  <a:pt x="122" y="152"/>
                </a:lnTo>
                <a:lnTo>
                  <a:pt x="122" y="152"/>
                </a:lnTo>
                <a:close/>
                <a:moveTo>
                  <a:pt x="334" y="272"/>
                </a:moveTo>
                <a:lnTo>
                  <a:pt x="334" y="272"/>
                </a:lnTo>
                <a:lnTo>
                  <a:pt x="334" y="276"/>
                </a:lnTo>
                <a:lnTo>
                  <a:pt x="332" y="278"/>
                </a:lnTo>
                <a:lnTo>
                  <a:pt x="328" y="280"/>
                </a:lnTo>
                <a:lnTo>
                  <a:pt x="324" y="282"/>
                </a:lnTo>
                <a:lnTo>
                  <a:pt x="16" y="282"/>
                </a:lnTo>
                <a:lnTo>
                  <a:pt x="16" y="282"/>
                </a:lnTo>
                <a:lnTo>
                  <a:pt x="12" y="280"/>
                </a:lnTo>
                <a:lnTo>
                  <a:pt x="8" y="278"/>
                </a:lnTo>
                <a:lnTo>
                  <a:pt x="6" y="276"/>
                </a:lnTo>
                <a:lnTo>
                  <a:pt x="6" y="272"/>
                </a:lnTo>
                <a:lnTo>
                  <a:pt x="6" y="272"/>
                </a:lnTo>
                <a:lnTo>
                  <a:pt x="6" y="268"/>
                </a:lnTo>
                <a:lnTo>
                  <a:pt x="8" y="264"/>
                </a:lnTo>
                <a:lnTo>
                  <a:pt x="12" y="262"/>
                </a:lnTo>
                <a:lnTo>
                  <a:pt x="16" y="262"/>
                </a:lnTo>
                <a:lnTo>
                  <a:pt x="324" y="262"/>
                </a:lnTo>
                <a:lnTo>
                  <a:pt x="324" y="262"/>
                </a:lnTo>
                <a:lnTo>
                  <a:pt x="328" y="262"/>
                </a:lnTo>
                <a:lnTo>
                  <a:pt x="332" y="264"/>
                </a:lnTo>
                <a:lnTo>
                  <a:pt x="334" y="268"/>
                </a:lnTo>
                <a:lnTo>
                  <a:pt x="334" y="272"/>
                </a:lnTo>
                <a:lnTo>
                  <a:pt x="334" y="272"/>
                </a:lnTo>
                <a:close/>
              </a:path>
            </a:pathLst>
          </a:custGeom>
          <a:solidFill>
            <a:srgbClr val="7D7D7D">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6" name="Freeform 4996">
            <a:extLst>
              <a:ext uri="{FF2B5EF4-FFF2-40B4-BE49-F238E27FC236}">
                <a16:creationId xmlns:a16="http://schemas.microsoft.com/office/drawing/2014/main" id="{DA84436E-C77F-5C92-0B79-63E1AC13F80F}"/>
              </a:ext>
            </a:extLst>
          </p:cNvPr>
          <p:cNvSpPr>
            <a:spLocks noEditPoints="1"/>
          </p:cNvSpPr>
          <p:nvPr/>
        </p:nvSpPr>
        <p:spPr bwMode="auto">
          <a:xfrm>
            <a:off x="7311536" y="4493479"/>
            <a:ext cx="358958" cy="358958"/>
          </a:xfrm>
          <a:custGeom>
            <a:avLst/>
            <a:gdLst>
              <a:gd name="T0" fmla="*/ 64 w 298"/>
              <a:gd name="T1" fmla="*/ 142 h 298"/>
              <a:gd name="T2" fmla="*/ 62 w 298"/>
              <a:gd name="T3" fmla="*/ 126 h 298"/>
              <a:gd name="T4" fmla="*/ 70 w 298"/>
              <a:gd name="T5" fmla="*/ 86 h 298"/>
              <a:gd name="T6" fmla="*/ 82 w 298"/>
              <a:gd name="T7" fmla="*/ 68 h 298"/>
              <a:gd name="T8" fmla="*/ 96 w 298"/>
              <a:gd name="T9" fmla="*/ 72 h 298"/>
              <a:gd name="T10" fmla="*/ 96 w 298"/>
              <a:gd name="T11" fmla="*/ 112 h 298"/>
              <a:gd name="T12" fmla="*/ 86 w 298"/>
              <a:gd name="T13" fmla="*/ 136 h 298"/>
              <a:gd name="T14" fmla="*/ 72 w 298"/>
              <a:gd name="T15" fmla="*/ 148 h 298"/>
              <a:gd name="T16" fmla="*/ 216 w 298"/>
              <a:gd name="T17" fmla="*/ 150 h 298"/>
              <a:gd name="T18" fmla="*/ 204 w 298"/>
              <a:gd name="T19" fmla="*/ 166 h 298"/>
              <a:gd name="T20" fmla="*/ 196 w 298"/>
              <a:gd name="T21" fmla="*/ 208 h 298"/>
              <a:gd name="T22" fmla="*/ 198 w 298"/>
              <a:gd name="T23" fmla="*/ 224 h 298"/>
              <a:gd name="T24" fmla="*/ 212 w 298"/>
              <a:gd name="T25" fmla="*/ 228 h 298"/>
              <a:gd name="T26" fmla="*/ 224 w 298"/>
              <a:gd name="T27" fmla="*/ 214 h 298"/>
              <a:gd name="T28" fmla="*/ 230 w 298"/>
              <a:gd name="T29" fmla="*/ 192 h 298"/>
              <a:gd name="T30" fmla="*/ 232 w 298"/>
              <a:gd name="T31" fmla="*/ 168 h 298"/>
              <a:gd name="T32" fmla="*/ 222 w 298"/>
              <a:gd name="T33" fmla="*/ 148 h 298"/>
              <a:gd name="T34" fmla="*/ 298 w 298"/>
              <a:gd name="T35" fmla="*/ 266 h 298"/>
              <a:gd name="T36" fmla="*/ 278 w 298"/>
              <a:gd name="T37" fmla="*/ 294 h 298"/>
              <a:gd name="T38" fmla="*/ 32 w 298"/>
              <a:gd name="T39" fmla="*/ 298 h 298"/>
              <a:gd name="T40" fmla="*/ 2 w 298"/>
              <a:gd name="T41" fmla="*/ 278 h 298"/>
              <a:gd name="T42" fmla="*/ 0 w 298"/>
              <a:gd name="T43" fmla="*/ 32 h 298"/>
              <a:gd name="T44" fmla="*/ 18 w 298"/>
              <a:gd name="T45" fmla="*/ 2 h 298"/>
              <a:gd name="T46" fmla="*/ 266 w 298"/>
              <a:gd name="T47" fmla="*/ 0 h 298"/>
              <a:gd name="T48" fmla="*/ 294 w 298"/>
              <a:gd name="T49" fmla="*/ 18 h 298"/>
              <a:gd name="T50" fmla="*/ 42 w 298"/>
              <a:gd name="T51" fmla="*/ 150 h 298"/>
              <a:gd name="T52" fmla="*/ 62 w 298"/>
              <a:gd name="T53" fmla="*/ 160 h 298"/>
              <a:gd name="T54" fmla="*/ 94 w 298"/>
              <a:gd name="T55" fmla="*/ 156 h 298"/>
              <a:gd name="T56" fmla="*/ 114 w 298"/>
              <a:gd name="T57" fmla="*/ 142 h 298"/>
              <a:gd name="T58" fmla="*/ 130 w 298"/>
              <a:gd name="T59" fmla="*/ 108 h 298"/>
              <a:gd name="T60" fmla="*/ 128 w 298"/>
              <a:gd name="T61" fmla="*/ 78 h 298"/>
              <a:gd name="T62" fmla="*/ 114 w 298"/>
              <a:gd name="T63" fmla="*/ 60 h 298"/>
              <a:gd name="T64" fmla="*/ 90 w 298"/>
              <a:gd name="T65" fmla="*/ 54 h 298"/>
              <a:gd name="T66" fmla="*/ 56 w 298"/>
              <a:gd name="T67" fmla="*/ 64 h 298"/>
              <a:gd name="T68" fmla="*/ 36 w 298"/>
              <a:gd name="T69" fmla="*/ 94 h 298"/>
              <a:gd name="T70" fmla="*/ 32 w 298"/>
              <a:gd name="T71" fmla="*/ 120 h 298"/>
              <a:gd name="T72" fmla="*/ 42 w 298"/>
              <a:gd name="T73" fmla="*/ 150 h 298"/>
              <a:gd name="T74" fmla="*/ 234 w 298"/>
              <a:gd name="T75" fmla="*/ 72 h 298"/>
              <a:gd name="T76" fmla="*/ 232 w 298"/>
              <a:gd name="T77" fmla="*/ 56 h 298"/>
              <a:gd name="T78" fmla="*/ 200 w 298"/>
              <a:gd name="T79" fmla="*/ 56 h 298"/>
              <a:gd name="T80" fmla="*/ 58 w 298"/>
              <a:gd name="T81" fmla="*/ 230 h 298"/>
              <a:gd name="T82" fmla="*/ 68 w 298"/>
              <a:gd name="T83" fmla="*/ 242 h 298"/>
              <a:gd name="T84" fmla="*/ 98 w 298"/>
              <a:gd name="T85" fmla="*/ 238 h 298"/>
              <a:gd name="T86" fmla="*/ 264 w 298"/>
              <a:gd name="T87" fmla="*/ 166 h 298"/>
              <a:gd name="T88" fmla="*/ 254 w 298"/>
              <a:gd name="T89" fmla="*/ 146 h 298"/>
              <a:gd name="T90" fmla="*/ 226 w 298"/>
              <a:gd name="T91" fmla="*/ 134 h 298"/>
              <a:gd name="T92" fmla="*/ 202 w 298"/>
              <a:gd name="T93" fmla="*/ 140 h 298"/>
              <a:gd name="T94" fmla="*/ 176 w 298"/>
              <a:gd name="T95" fmla="*/ 164 h 298"/>
              <a:gd name="T96" fmla="*/ 166 w 298"/>
              <a:gd name="T97" fmla="*/ 202 h 298"/>
              <a:gd name="T98" fmla="*/ 172 w 298"/>
              <a:gd name="T99" fmla="*/ 226 h 298"/>
              <a:gd name="T100" fmla="*/ 188 w 298"/>
              <a:gd name="T101" fmla="*/ 240 h 298"/>
              <a:gd name="T102" fmla="*/ 218 w 298"/>
              <a:gd name="T103" fmla="*/ 240 h 298"/>
              <a:gd name="T104" fmla="*/ 248 w 298"/>
              <a:gd name="T105" fmla="*/ 224 h 298"/>
              <a:gd name="T106" fmla="*/ 260 w 298"/>
              <a:gd name="T107" fmla="*/ 20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8" h="298">
                <a:moveTo>
                  <a:pt x="72" y="148"/>
                </a:moveTo>
                <a:lnTo>
                  <a:pt x="72" y="148"/>
                </a:lnTo>
                <a:lnTo>
                  <a:pt x="68" y="146"/>
                </a:lnTo>
                <a:lnTo>
                  <a:pt x="64" y="142"/>
                </a:lnTo>
                <a:lnTo>
                  <a:pt x="64" y="142"/>
                </a:lnTo>
                <a:lnTo>
                  <a:pt x="62" y="136"/>
                </a:lnTo>
                <a:lnTo>
                  <a:pt x="62" y="126"/>
                </a:lnTo>
                <a:lnTo>
                  <a:pt x="62" y="126"/>
                </a:lnTo>
                <a:lnTo>
                  <a:pt x="64" y="104"/>
                </a:lnTo>
                <a:lnTo>
                  <a:pt x="64" y="104"/>
                </a:lnTo>
                <a:lnTo>
                  <a:pt x="70" y="86"/>
                </a:lnTo>
                <a:lnTo>
                  <a:pt x="70" y="86"/>
                </a:lnTo>
                <a:lnTo>
                  <a:pt x="72" y="78"/>
                </a:lnTo>
                <a:lnTo>
                  <a:pt x="78" y="72"/>
                </a:lnTo>
                <a:lnTo>
                  <a:pt x="78" y="72"/>
                </a:lnTo>
                <a:lnTo>
                  <a:pt x="82" y="68"/>
                </a:lnTo>
                <a:lnTo>
                  <a:pt x="86" y="68"/>
                </a:lnTo>
                <a:lnTo>
                  <a:pt x="86" y="68"/>
                </a:lnTo>
                <a:lnTo>
                  <a:pt x="92" y="68"/>
                </a:lnTo>
                <a:lnTo>
                  <a:pt x="96" y="72"/>
                </a:lnTo>
                <a:lnTo>
                  <a:pt x="98" y="80"/>
                </a:lnTo>
                <a:lnTo>
                  <a:pt x="98" y="88"/>
                </a:lnTo>
                <a:lnTo>
                  <a:pt x="98" y="88"/>
                </a:lnTo>
                <a:lnTo>
                  <a:pt x="96" y="112"/>
                </a:lnTo>
                <a:lnTo>
                  <a:pt x="96" y="112"/>
                </a:lnTo>
                <a:lnTo>
                  <a:pt x="90" y="130"/>
                </a:lnTo>
                <a:lnTo>
                  <a:pt x="90" y="130"/>
                </a:lnTo>
                <a:lnTo>
                  <a:pt x="86" y="136"/>
                </a:lnTo>
                <a:lnTo>
                  <a:pt x="82" y="142"/>
                </a:lnTo>
                <a:lnTo>
                  <a:pt x="82" y="142"/>
                </a:lnTo>
                <a:lnTo>
                  <a:pt x="78" y="146"/>
                </a:lnTo>
                <a:lnTo>
                  <a:pt x="72" y="148"/>
                </a:lnTo>
                <a:lnTo>
                  <a:pt x="72" y="148"/>
                </a:lnTo>
                <a:close/>
                <a:moveTo>
                  <a:pt x="222" y="148"/>
                </a:moveTo>
                <a:lnTo>
                  <a:pt x="222" y="148"/>
                </a:lnTo>
                <a:lnTo>
                  <a:pt x="216" y="150"/>
                </a:lnTo>
                <a:lnTo>
                  <a:pt x="212" y="154"/>
                </a:lnTo>
                <a:lnTo>
                  <a:pt x="212" y="154"/>
                </a:lnTo>
                <a:lnTo>
                  <a:pt x="208" y="158"/>
                </a:lnTo>
                <a:lnTo>
                  <a:pt x="204" y="166"/>
                </a:lnTo>
                <a:lnTo>
                  <a:pt x="204" y="166"/>
                </a:lnTo>
                <a:lnTo>
                  <a:pt x="198" y="184"/>
                </a:lnTo>
                <a:lnTo>
                  <a:pt x="198" y="184"/>
                </a:lnTo>
                <a:lnTo>
                  <a:pt x="196" y="208"/>
                </a:lnTo>
                <a:lnTo>
                  <a:pt x="196" y="208"/>
                </a:lnTo>
                <a:lnTo>
                  <a:pt x="196" y="218"/>
                </a:lnTo>
                <a:lnTo>
                  <a:pt x="198" y="224"/>
                </a:lnTo>
                <a:lnTo>
                  <a:pt x="198" y="224"/>
                </a:lnTo>
                <a:lnTo>
                  <a:pt x="202" y="228"/>
                </a:lnTo>
                <a:lnTo>
                  <a:pt x="208" y="228"/>
                </a:lnTo>
                <a:lnTo>
                  <a:pt x="208" y="228"/>
                </a:lnTo>
                <a:lnTo>
                  <a:pt x="212" y="228"/>
                </a:lnTo>
                <a:lnTo>
                  <a:pt x="216" y="224"/>
                </a:lnTo>
                <a:lnTo>
                  <a:pt x="220" y="220"/>
                </a:lnTo>
                <a:lnTo>
                  <a:pt x="224" y="214"/>
                </a:lnTo>
                <a:lnTo>
                  <a:pt x="224" y="214"/>
                </a:lnTo>
                <a:lnTo>
                  <a:pt x="228" y="204"/>
                </a:lnTo>
                <a:lnTo>
                  <a:pt x="228" y="204"/>
                </a:lnTo>
                <a:lnTo>
                  <a:pt x="230" y="192"/>
                </a:lnTo>
                <a:lnTo>
                  <a:pt x="230" y="192"/>
                </a:lnTo>
                <a:lnTo>
                  <a:pt x="232" y="180"/>
                </a:lnTo>
                <a:lnTo>
                  <a:pt x="232" y="180"/>
                </a:lnTo>
                <a:lnTo>
                  <a:pt x="232" y="168"/>
                </a:lnTo>
                <a:lnTo>
                  <a:pt x="232" y="168"/>
                </a:lnTo>
                <a:lnTo>
                  <a:pt x="232" y="160"/>
                </a:lnTo>
                <a:lnTo>
                  <a:pt x="230" y="154"/>
                </a:lnTo>
                <a:lnTo>
                  <a:pt x="226" y="150"/>
                </a:lnTo>
                <a:lnTo>
                  <a:pt x="222" y="148"/>
                </a:lnTo>
                <a:lnTo>
                  <a:pt x="222" y="148"/>
                </a:lnTo>
                <a:close/>
                <a:moveTo>
                  <a:pt x="298" y="32"/>
                </a:moveTo>
                <a:lnTo>
                  <a:pt x="298" y="266"/>
                </a:lnTo>
                <a:lnTo>
                  <a:pt x="298" y="266"/>
                </a:lnTo>
                <a:lnTo>
                  <a:pt x="296" y="272"/>
                </a:lnTo>
                <a:lnTo>
                  <a:pt x="294" y="278"/>
                </a:lnTo>
                <a:lnTo>
                  <a:pt x="288" y="288"/>
                </a:lnTo>
                <a:lnTo>
                  <a:pt x="278" y="294"/>
                </a:lnTo>
                <a:lnTo>
                  <a:pt x="272" y="296"/>
                </a:lnTo>
                <a:lnTo>
                  <a:pt x="266" y="298"/>
                </a:lnTo>
                <a:lnTo>
                  <a:pt x="32" y="298"/>
                </a:lnTo>
                <a:lnTo>
                  <a:pt x="32" y="298"/>
                </a:lnTo>
                <a:lnTo>
                  <a:pt x="24" y="296"/>
                </a:lnTo>
                <a:lnTo>
                  <a:pt x="18" y="294"/>
                </a:lnTo>
                <a:lnTo>
                  <a:pt x="8" y="288"/>
                </a:lnTo>
                <a:lnTo>
                  <a:pt x="2" y="278"/>
                </a:lnTo>
                <a:lnTo>
                  <a:pt x="0" y="272"/>
                </a:lnTo>
                <a:lnTo>
                  <a:pt x="0" y="266"/>
                </a:lnTo>
                <a:lnTo>
                  <a:pt x="0" y="32"/>
                </a:lnTo>
                <a:lnTo>
                  <a:pt x="0" y="32"/>
                </a:lnTo>
                <a:lnTo>
                  <a:pt x="0" y="24"/>
                </a:lnTo>
                <a:lnTo>
                  <a:pt x="2" y="18"/>
                </a:lnTo>
                <a:lnTo>
                  <a:pt x="8" y="8"/>
                </a:lnTo>
                <a:lnTo>
                  <a:pt x="18" y="2"/>
                </a:lnTo>
                <a:lnTo>
                  <a:pt x="24" y="0"/>
                </a:lnTo>
                <a:lnTo>
                  <a:pt x="32" y="0"/>
                </a:lnTo>
                <a:lnTo>
                  <a:pt x="266" y="0"/>
                </a:lnTo>
                <a:lnTo>
                  <a:pt x="266" y="0"/>
                </a:lnTo>
                <a:lnTo>
                  <a:pt x="272" y="0"/>
                </a:lnTo>
                <a:lnTo>
                  <a:pt x="278" y="2"/>
                </a:lnTo>
                <a:lnTo>
                  <a:pt x="288" y="8"/>
                </a:lnTo>
                <a:lnTo>
                  <a:pt x="294" y="18"/>
                </a:lnTo>
                <a:lnTo>
                  <a:pt x="296" y="24"/>
                </a:lnTo>
                <a:lnTo>
                  <a:pt x="298" y="32"/>
                </a:lnTo>
                <a:lnTo>
                  <a:pt x="298" y="32"/>
                </a:lnTo>
                <a:close/>
                <a:moveTo>
                  <a:pt x="42" y="150"/>
                </a:moveTo>
                <a:lnTo>
                  <a:pt x="42" y="150"/>
                </a:lnTo>
                <a:lnTo>
                  <a:pt x="48" y="156"/>
                </a:lnTo>
                <a:lnTo>
                  <a:pt x="54" y="158"/>
                </a:lnTo>
                <a:lnTo>
                  <a:pt x="62" y="160"/>
                </a:lnTo>
                <a:lnTo>
                  <a:pt x="72" y="162"/>
                </a:lnTo>
                <a:lnTo>
                  <a:pt x="72" y="162"/>
                </a:lnTo>
                <a:lnTo>
                  <a:pt x="84" y="160"/>
                </a:lnTo>
                <a:lnTo>
                  <a:pt x="94" y="156"/>
                </a:lnTo>
                <a:lnTo>
                  <a:pt x="94" y="156"/>
                </a:lnTo>
                <a:lnTo>
                  <a:pt x="104" y="150"/>
                </a:lnTo>
                <a:lnTo>
                  <a:pt x="114" y="142"/>
                </a:lnTo>
                <a:lnTo>
                  <a:pt x="114" y="142"/>
                </a:lnTo>
                <a:lnTo>
                  <a:pt x="120" y="132"/>
                </a:lnTo>
                <a:lnTo>
                  <a:pt x="126" y="122"/>
                </a:lnTo>
                <a:lnTo>
                  <a:pt x="126" y="122"/>
                </a:lnTo>
                <a:lnTo>
                  <a:pt x="130" y="108"/>
                </a:lnTo>
                <a:lnTo>
                  <a:pt x="130" y="96"/>
                </a:lnTo>
                <a:lnTo>
                  <a:pt x="130" y="96"/>
                </a:lnTo>
                <a:lnTo>
                  <a:pt x="130" y="86"/>
                </a:lnTo>
                <a:lnTo>
                  <a:pt x="128" y="78"/>
                </a:lnTo>
                <a:lnTo>
                  <a:pt x="124" y="70"/>
                </a:lnTo>
                <a:lnTo>
                  <a:pt x="120" y="64"/>
                </a:lnTo>
                <a:lnTo>
                  <a:pt x="120" y="64"/>
                </a:lnTo>
                <a:lnTo>
                  <a:pt x="114" y="60"/>
                </a:lnTo>
                <a:lnTo>
                  <a:pt x="108" y="56"/>
                </a:lnTo>
                <a:lnTo>
                  <a:pt x="100" y="54"/>
                </a:lnTo>
                <a:lnTo>
                  <a:pt x="90" y="54"/>
                </a:lnTo>
                <a:lnTo>
                  <a:pt x="90" y="54"/>
                </a:lnTo>
                <a:lnTo>
                  <a:pt x="78" y="56"/>
                </a:lnTo>
                <a:lnTo>
                  <a:pt x="66" y="58"/>
                </a:lnTo>
                <a:lnTo>
                  <a:pt x="66" y="58"/>
                </a:lnTo>
                <a:lnTo>
                  <a:pt x="56" y="64"/>
                </a:lnTo>
                <a:lnTo>
                  <a:pt x="48" y="72"/>
                </a:lnTo>
                <a:lnTo>
                  <a:pt x="48" y="72"/>
                </a:lnTo>
                <a:lnTo>
                  <a:pt x="40" y="82"/>
                </a:lnTo>
                <a:lnTo>
                  <a:pt x="36" y="94"/>
                </a:lnTo>
                <a:lnTo>
                  <a:pt x="36" y="94"/>
                </a:lnTo>
                <a:lnTo>
                  <a:pt x="32" y="106"/>
                </a:lnTo>
                <a:lnTo>
                  <a:pt x="32" y="120"/>
                </a:lnTo>
                <a:lnTo>
                  <a:pt x="32" y="120"/>
                </a:lnTo>
                <a:lnTo>
                  <a:pt x="32" y="130"/>
                </a:lnTo>
                <a:lnTo>
                  <a:pt x="34" y="138"/>
                </a:lnTo>
                <a:lnTo>
                  <a:pt x="36" y="144"/>
                </a:lnTo>
                <a:lnTo>
                  <a:pt x="42" y="150"/>
                </a:lnTo>
                <a:lnTo>
                  <a:pt x="42" y="150"/>
                </a:lnTo>
                <a:close/>
                <a:moveTo>
                  <a:pt x="98" y="238"/>
                </a:moveTo>
                <a:lnTo>
                  <a:pt x="234" y="72"/>
                </a:lnTo>
                <a:lnTo>
                  <a:pt x="234" y="72"/>
                </a:lnTo>
                <a:lnTo>
                  <a:pt x="236" y="66"/>
                </a:lnTo>
                <a:lnTo>
                  <a:pt x="236" y="60"/>
                </a:lnTo>
                <a:lnTo>
                  <a:pt x="236" y="60"/>
                </a:lnTo>
                <a:lnTo>
                  <a:pt x="232" y="56"/>
                </a:lnTo>
                <a:lnTo>
                  <a:pt x="226" y="54"/>
                </a:lnTo>
                <a:lnTo>
                  <a:pt x="204" y="54"/>
                </a:lnTo>
                <a:lnTo>
                  <a:pt x="204" y="54"/>
                </a:lnTo>
                <a:lnTo>
                  <a:pt x="200" y="56"/>
                </a:lnTo>
                <a:lnTo>
                  <a:pt x="196" y="58"/>
                </a:lnTo>
                <a:lnTo>
                  <a:pt x="60" y="224"/>
                </a:lnTo>
                <a:lnTo>
                  <a:pt x="60" y="224"/>
                </a:lnTo>
                <a:lnTo>
                  <a:pt x="58" y="230"/>
                </a:lnTo>
                <a:lnTo>
                  <a:pt x="60" y="236"/>
                </a:lnTo>
                <a:lnTo>
                  <a:pt x="60" y="236"/>
                </a:lnTo>
                <a:lnTo>
                  <a:pt x="62" y="240"/>
                </a:lnTo>
                <a:lnTo>
                  <a:pt x="68" y="242"/>
                </a:lnTo>
                <a:lnTo>
                  <a:pt x="92" y="242"/>
                </a:lnTo>
                <a:lnTo>
                  <a:pt x="92" y="242"/>
                </a:lnTo>
                <a:lnTo>
                  <a:pt x="96" y="240"/>
                </a:lnTo>
                <a:lnTo>
                  <a:pt x="98" y="238"/>
                </a:lnTo>
                <a:lnTo>
                  <a:pt x="98" y="238"/>
                </a:lnTo>
                <a:close/>
                <a:moveTo>
                  <a:pt x="266" y="176"/>
                </a:moveTo>
                <a:lnTo>
                  <a:pt x="266" y="176"/>
                </a:lnTo>
                <a:lnTo>
                  <a:pt x="264" y="166"/>
                </a:lnTo>
                <a:lnTo>
                  <a:pt x="262" y="158"/>
                </a:lnTo>
                <a:lnTo>
                  <a:pt x="260" y="152"/>
                </a:lnTo>
                <a:lnTo>
                  <a:pt x="254" y="146"/>
                </a:lnTo>
                <a:lnTo>
                  <a:pt x="254" y="146"/>
                </a:lnTo>
                <a:lnTo>
                  <a:pt x="248" y="142"/>
                </a:lnTo>
                <a:lnTo>
                  <a:pt x="242" y="138"/>
                </a:lnTo>
                <a:lnTo>
                  <a:pt x="234" y="136"/>
                </a:lnTo>
                <a:lnTo>
                  <a:pt x="226" y="134"/>
                </a:lnTo>
                <a:lnTo>
                  <a:pt x="226" y="134"/>
                </a:lnTo>
                <a:lnTo>
                  <a:pt x="212" y="136"/>
                </a:lnTo>
                <a:lnTo>
                  <a:pt x="202" y="140"/>
                </a:lnTo>
                <a:lnTo>
                  <a:pt x="202" y="140"/>
                </a:lnTo>
                <a:lnTo>
                  <a:pt x="192" y="146"/>
                </a:lnTo>
                <a:lnTo>
                  <a:pt x="182" y="154"/>
                </a:lnTo>
                <a:lnTo>
                  <a:pt x="182" y="154"/>
                </a:lnTo>
                <a:lnTo>
                  <a:pt x="176" y="164"/>
                </a:lnTo>
                <a:lnTo>
                  <a:pt x="170" y="174"/>
                </a:lnTo>
                <a:lnTo>
                  <a:pt x="170" y="174"/>
                </a:lnTo>
                <a:lnTo>
                  <a:pt x="166" y="188"/>
                </a:lnTo>
                <a:lnTo>
                  <a:pt x="166" y="202"/>
                </a:lnTo>
                <a:lnTo>
                  <a:pt x="166" y="202"/>
                </a:lnTo>
                <a:lnTo>
                  <a:pt x="166" y="210"/>
                </a:lnTo>
                <a:lnTo>
                  <a:pt x="168" y="218"/>
                </a:lnTo>
                <a:lnTo>
                  <a:pt x="172" y="226"/>
                </a:lnTo>
                <a:lnTo>
                  <a:pt x="176" y="232"/>
                </a:lnTo>
                <a:lnTo>
                  <a:pt x="176" y="232"/>
                </a:lnTo>
                <a:lnTo>
                  <a:pt x="182" y="236"/>
                </a:lnTo>
                <a:lnTo>
                  <a:pt x="188" y="240"/>
                </a:lnTo>
                <a:lnTo>
                  <a:pt x="196" y="242"/>
                </a:lnTo>
                <a:lnTo>
                  <a:pt x="206" y="242"/>
                </a:lnTo>
                <a:lnTo>
                  <a:pt x="206" y="242"/>
                </a:lnTo>
                <a:lnTo>
                  <a:pt x="218" y="240"/>
                </a:lnTo>
                <a:lnTo>
                  <a:pt x="230" y="238"/>
                </a:lnTo>
                <a:lnTo>
                  <a:pt x="230" y="238"/>
                </a:lnTo>
                <a:lnTo>
                  <a:pt x="240" y="232"/>
                </a:lnTo>
                <a:lnTo>
                  <a:pt x="248" y="224"/>
                </a:lnTo>
                <a:lnTo>
                  <a:pt x="248" y="224"/>
                </a:lnTo>
                <a:lnTo>
                  <a:pt x="256" y="214"/>
                </a:lnTo>
                <a:lnTo>
                  <a:pt x="260" y="202"/>
                </a:lnTo>
                <a:lnTo>
                  <a:pt x="260" y="202"/>
                </a:lnTo>
                <a:lnTo>
                  <a:pt x="264" y="190"/>
                </a:lnTo>
                <a:lnTo>
                  <a:pt x="266" y="176"/>
                </a:lnTo>
                <a:lnTo>
                  <a:pt x="266" y="176"/>
                </a:lnTo>
                <a:close/>
              </a:path>
            </a:pathLst>
          </a:custGeom>
          <a:solidFill>
            <a:srgbClr val="8D9AA9"/>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7" name="Freeform 4959">
            <a:extLst>
              <a:ext uri="{FF2B5EF4-FFF2-40B4-BE49-F238E27FC236}">
                <a16:creationId xmlns:a16="http://schemas.microsoft.com/office/drawing/2014/main" id="{103DAED4-12C6-382D-E943-C9791B9ACF69}"/>
              </a:ext>
            </a:extLst>
          </p:cNvPr>
          <p:cNvSpPr>
            <a:spLocks noEditPoints="1"/>
          </p:cNvSpPr>
          <p:nvPr/>
        </p:nvSpPr>
        <p:spPr bwMode="auto">
          <a:xfrm>
            <a:off x="6429417" y="5328532"/>
            <a:ext cx="433640" cy="371004"/>
          </a:xfrm>
          <a:custGeom>
            <a:avLst/>
            <a:gdLst>
              <a:gd name="T0" fmla="*/ 348 w 360"/>
              <a:gd name="T1" fmla="*/ 0 h 280"/>
              <a:gd name="T2" fmla="*/ 8 w 360"/>
              <a:gd name="T3" fmla="*/ 0 h 280"/>
              <a:gd name="T4" fmla="*/ 0 w 360"/>
              <a:gd name="T5" fmla="*/ 8 h 280"/>
              <a:gd name="T6" fmla="*/ 8 w 360"/>
              <a:gd name="T7" fmla="*/ 242 h 280"/>
              <a:gd name="T8" fmla="*/ 180 w 360"/>
              <a:gd name="T9" fmla="*/ 280 h 280"/>
              <a:gd name="T10" fmla="*/ 358 w 360"/>
              <a:gd name="T11" fmla="*/ 238 h 280"/>
              <a:gd name="T12" fmla="*/ 360 w 360"/>
              <a:gd name="T13" fmla="*/ 4 h 280"/>
              <a:gd name="T14" fmla="*/ 20 w 360"/>
              <a:gd name="T15" fmla="*/ 224 h 280"/>
              <a:gd name="T16" fmla="*/ 200 w 360"/>
              <a:gd name="T17" fmla="*/ 54 h 280"/>
              <a:gd name="T18" fmla="*/ 334 w 360"/>
              <a:gd name="T19" fmla="*/ 26 h 280"/>
              <a:gd name="T20" fmla="*/ 338 w 360"/>
              <a:gd name="T21" fmla="*/ 36 h 280"/>
              <a:gd name="T22" fmla="*/ 204 w 360"/>
              <a:gd name="T23" fmla="*/ 72 h 280"/>
              <a:gd name="T24" fmla="*/ 196 w 360"/>
              <a:gd name="T25" fmla="*/ 72 h 280"/>
              <a:gd name="T26" fmla="*/ 194 w 360"/>
              <a:gd name="T27" fmla="*/ 58 h 280"/>
              <a:gd name="T28" fmla="*/ 200 w 360"/>
              <a:gd name="T29" fmla="*/ 90 h 280"/>
              <a:gd name="T30" fmla="*/ 270 w 360"/>
              <a:gd name="T31" fmla="*/ 76 h 280"/>
              <a:gd name="T32" fmla="*/ 274 w 360"/>
              <a:gd name="T33" fmla="*/ 86 h 280"/>
              <a:gd name="T34" fmla="*/ 204 w 360"/>
              <a:gd name="T35" fmla="*/ 108 h 280"/>
              <a:gd name="T36" fmla="*/ 196 w 360"/>
              <a:gd name="T37" fmla="*/ 106 h 280"/>
              <a:gd name="T38" fmla="*/ 194 w 360"/>
              <a:gd name="T39" fmla="*/ 94 h 280"/>
              <a:gd name="T40" fmla="*/ 340 w 360"/>
              <a:gd name="T41" fmla="*/ 168 h 280"/>
              <a:gd name="T42" fmla="*/ 336 w 360"/>
              <a:gd name="T43" fmla="*/ 174 h 280"/>
              <a:gd name="T44" fmla="*/ 326 w 360"/>
              <a:gd name="T45" fmla="*/ 172 h 280"/>
              <a:gd name="T46" fmla="*/ 284 w 360"/>
              <a:gd name="T47" fmla="*/ 192 h 280"/>
              <a:gd name="T48" fmla="*/ 210 w 360"/>
              <a:gd name="T49" fmla="*/ 242 h 280"/>
              <a:gd name="T50" fmla="*/ 196 w 360"/>
              <a:gd name="T51" fmla="*/ 246 h 280"/>
              <a:gd name="T52" fmla="*/ 192 w 360"/>
              <a:gd name="T53" fmla="*/ 236 h 280"/>
              <a:gd name="T54" fmla="*/ 234 w 360"/>
              <a:gd name="T55" fmla="*/ 156 h 280"/>
              <a:gd name="T56" fmla="*/ 280 w 360"/>
              <a:gd name="T57" fmla="*/ 170 h 280"/>
              <a:gd name="T58" fmla="*/ 290 w 360"/>
              <a:gd name="T59" fmla="*/ 134 h 280"/>
              <a:gd name="T60" fmla="*/ 298 w 360"/>
              <a:gd name="T61" fmla="*/ 124 h 280"/>
              <a:gd name="T62" fmla="*/ 336 w 360"/>
              <a:gd name="T63" fmla="*/ 124 h 280"/>
              <a:gd name="T64" fmla="*/ 340 w 360"/>
              <a:gd name="T65" fmla="*/ 168 h 280"/>
              <a:gd name="T66" fmla="*/ 46 w 360"/>
              <a:gd name="T67" fmla="*/ 68 h 280"/>
              <a:gd name="T68" fmla="*/ 38 w 360"/>
              <a:gd name="T69" fmla="*/ 60 h 280"/>
              <a:gd name="T70" fmla="*/ 42 w 360"/>
              <a:gd name="T71" fmla="*/ 50 h 280"/>
              <a:gd name="T72" fmla="*/ 140 w 360"/>
              <a:gd name="T73" fmla="*/ 68 h 280"/>
              <a:gd name="T74" fmla="*/ 148 w 360"/>
              <a:gd name="T75" fmla="*/ 80 h 280"/>
              <a:gd name="T76" fmla="*/ 138 w 360"/>
              <a:gd name="T77" fmla="*/ 88 h 280"/>
              <a:gd name="T78" fmla="*/ 70 w 360"/>
              <a:gd name="T79" fmla="*/ 126 h 280"/>
              <a:gd name="T80" fmla="*/ 44 w 360"/>
              <a:gd name="T81" fmla="*/ 142 h 280"/>
              <a:gd name="T82" fmla="*/ 38 w 360"/>
              <a:gd name="T83" fmla="*/ 168 h 280"/>
              <a:gd name="T84" fmla="*/ 50 w 360"/>
              <a:gd name="T85" fmla="*/ 202 h 280"/>
              <a:gd name="T86" fmla="*/ 78 w 360"/>
              <a:gd name="T87" fmla="*/ 218 h 280"/>
              <a:gd name="T88" fmla="*/ 98 w 360"/>
              <a:gd name="T89" fmla="*/ 212 h 280"/>
              <a:gd name="T90" fmla="*/ 116 w 360"/>
              <a:gd name="T91" fmla="*/ 186 h 280"/>
              <a:gd name="T92" fmla="*/ 128 w 360"/>
              <a:gd name="T93" fmla="*/ 166 h 280"/>
              <a:gd name="T94" fmla="*/ 116 w 360"/>
              <a:gd name="T95" fmla="*/ 132 h 280"/>
              <a:gd name="T96" fmla="*/ 88 w 360"/>
              <a:gd name="T97" fmla="*/ 11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0" h="280">
                <a:moveTo>
                  <a:pt x="356" y="2"/>
                </a:moveTo>
                <a:lnTo>
                  <a:pt x="356" y="2"/>
                </a:lnTo>
                <a:lnTo>
                  <a:pt x="352" y="0"/>
                </a:lnTo>
                <a:lnTo>
                  <a:pt x="348" y="0"/>
                </a:lnTo>
                <a:lnTo>
                  <a:pt x="180" y="38"/>
                </a:lnTo>
                <a:lnTo>
                  <a:pt x="12" y="0"/>
                </a:lnTo>
                <a:lnTo>
                  <a:pt x="12" y="0"/>
                </a:lnTo>
                <a:lnTo>
                  <a:pt x="8" y="0"/>
                </a:lnTo>
                <a:lnTo>
                  <a:pt x="4" y="2"/>
                </a:lnTo>
                <a:lnTo>
                  <a:pt x="4" y="2"/>
                </a:lnTo>
                <a:lnTo>
                  <a:pt x="0" y="4"/>
                </a:lnTo>
                <a:lnTo>
                  <a:pt x="0" y="8"/>
                </a:lnTo>
                <a:lnTo>
                  <a:pt x="0" y="232"/>
                </a:lnTo>
                <a:lnTo>
                  <a:pt x="0" y="232"/>
                </a:lnTo>
                <a:lnTo>
                  <a:pt x="2" y="238"/>
                </a:lnTo>
                <a:lnTo>
                  <a:pt x="8" y="242"/>
                </a:lnTo>
                <a:lnTo>
                  <a:pt x="178" y="280"/>
                </a:lnTo>
                <a:lnTo>
                  <a:pt x="178" y="280"/>
                </a:lnTo>
                <a:lnTo>
                  <a:pt x="180" y="280"/>
                </a:lnTo>
                <a:lnTo>
                  <a:pt x="180" y="280"/>
                </a:lnTo>
                <a:lnTo>
                  <a:pt x="182" y="280"/>
                </a:lnTo>
                <a:lnTo>
                  <a:pt x="352" y="242"/>
                </a:lnTo>
                <a:lnTo>
                  <a:pt x="352" y="242"/>
                </a:lnTo>
                <a:lnTo>
                  <a:pt x="358" y="238"/>
                </a:lnTo>
                <a:lnTo>
                  <a:pt x="360" y="232"/>
                </a:lnTo>
                <a:lnTo>
                  <a:pt x="360" y="8"/>
                </a:lnTo>
                <a:lnTo>
                  <a:pt x="360" y="8"/>
                </a:lnTo>
                <a:lnTo>
                  <a:pt x="360" y="4"/>
                </a:lnTo>
                <a:lnTo>
                  <a:pt x="356" y="2"/>
                </a:lnTo>
                <a:lnTo>
                  <a:pt x="356" y="2"/>
                </a:lnTo>
                <a:close/>
                <a:moveTo>
                  <a:pt x="170" y="258"/>
                </a:moveTo>
                <a:lnTo>
                  <a:pt x="20" y="224"/>
                </a:lnTo>
                <a:lnTo>
                  <a:pt x="20" y="22"/>
                </a:lnTo>
                <a:lnTo>
                  <a:pt x="170" y="56"/>
                </a:lnTo>
                <a:lnTo>
                  <a:pt x="170" y="258"/>
                </a:lnTo>
                <a:close/>
                <a:moveTo>
                  <a:pt x="200" y="54"/>
                </a:moveTo>
                <a:lnTo>
                  <a:pt x="326" y="24"/>
                </a:lnTo>
                <a:lnTo>
                  <a:pt x="326" y="24"/>
                </a:lnTo>
                <a:lnTo>
                  <a:pt x="330" y="24"/>
                </a:lnTo>
                <a:lnTo>
                  <a:pt x="334" y="26"/>
                </a:lnTo>
                <a:lnTo>
                  <a:pt x="336" y="28"/>
                </a:lnTo>
                <a:lnTo>
                  <a:pt x="338" y="32"/>
                </a:lnTo>
                <a:lnTo>
                  <a:pt x="338" y="32"/>
                </a:lnTo>
                <a:lnTo>
                  <a:pt x="338" y="36"/>
                </a:lnTo>
                <a:lnTo>
                  <a:pt x="336" y="40"/>
                </a:lnTo>
                <a:lnTo>
                  <a:pt x="334" y="42"/>
                </a:lnTo>
                <a:lnTo>
                  <a:pt x="330" y="44"/>
                </a:lnTo>
                <a:lnTo>
                  <a:pt x="204" y="72"/>
                </a:lnTo>
                <a:lnTo>
                  <a:pt x="204" y="72"/>
                </a:lnTo>
                <a:lnTo>
                  <a:pt x="202" y="74"/>
                </a:lnTo>
                <a:lnTo>
                  <a:pt x="202" y="74"/>
                </a:lnTo>
                <a:lnTo>
                  <a:pt x="196" y="72"/>
                </a:lnTo>
                <a:lnTo>
                  <a:pt x="192" y="66"/>
                </a:lnTo>
                <a:lnTo>
                  <a:pt x="192" y="66"/>
                </a:lnTo>
                <a:lnTo>
                  <a:pt x="192" y="62"/>
                </a:lnTo>
                <a:lnTo>
                  <a:pt x="194" y="58"/>
                </a:lnTo>
                <a:lnTo>
                  <a:pt x="196" y="56"/>
                </a:lnTo>
                <a:lnTo>
                  <a:pt x="200" y="54"/>
                </a:lnTo>
                <a:lnTo>
                  <a:pt x="200" y="54"/>
                </a:lnTo>
                <a:close/>
                <a:moveTo>
                  <a:pt x="200" y="90"/>
                </a:moveTo>
                <a:lnTo>
                  <a:pt x="262" y="74"/>
                </a:lnTo>
                <a:lnTo>
                  <a:pt x="262" y="74"/>
                </a:lnTo>
                <a:lnTo>
                  <a:pt x="266" y="74"/>
                </a:lnTo>
                <a:lnTo>
                  <a:pt x="270" y="76"/>
                </a:lnTo>
                <a:lnTo>
                  <a:pt x="274" y="78"/>
                </a:lnTo>
                <a:lnTo>
                  <a:pt x="274" y="82"/>
                </a:lnTo>
                <a:lnTo>
                  <a:pt x="274" y="82"/>
                </a:lnTo>
                <a:lnTo>
                  <a:pt x="274" y="86"/>
                </a:lnTo>
                <a:lnTo>
                  <a:pt x="274" y="90"/>
                </a:lnTo>
                <a:lnTo>
                  <a:pt x="270" y="92"/>
                </a:lnTo>
                <a:lnTo>
                  <a:pt x="268" y="94"/>
                </a:lnTo>
                <a:lnTo>
                  <a:pt x="204" y="108"/>
                </a:lnTo>
                <a:lnTo>
                  <a:pt x="204" y="108"/>
                </a:lnTo>
                <a:lnTo>
                  <a:pt x="202" y="108"/>
                </a:lnTo>
                <a:lnTo>
                  <a:pt x="202" y="108"/>
                </a:lnTo>
                <a:lnTo>
                  <a:pt x="196" y="106"/>
                </a:lnTo>
                <a:lnTo>
                  <a:pt x="192" y="102"/>
                </a:lnTo>
                <a:lnTo>
                  <a:pt x="192" y="102"/>
                </a:lnTo>
                <a:lnTo>
                  <a:pt x="192" y="98"/>
                </a:lnTo>
                <a:lnTo>
                  <a:pt x="194" y="94"/>
                </a:lnTo>
                <a:lnTo>
                  <a:pt x="196" y="90"/>
                </a:lnTo>
                <a:lnTo>
                  <a:pt x="200" y="90"/>
                </a:lnTo>
                <a:lnTo>
                  <a:pt x="200" y="90"/>
                </a:lnTo>
                <a:close/>
                <a:moveTo>
                  <a:pt x="340" y="168"/>
                </a:moveTo>
                <a:lnTo>
                  <a:pt x="340" y="168"/>
                </a:lnTo>
                <a:lnTo>
                  <a:pt x="340" y="172"/>
                </a:lnTo>
                <a:lnTo>
                  <a:pt x="336" y="174"/>
                </a:lnTo>
                <a:lnTo>
                  <a:pt x="336" y="174"/>
                </a:lnTo>
                <a:lnTo>
                  <a:pt x="332" y="176"/>
                </a:lnTo>
                <a:lnTo>
                  <a:pt x="332" y="176"/>
                </a:lnTo>
                <a:lnTo>
                  <a:pt x="330" y="174"/>
                </a:lnTo>
                <a:lnTo>
                  <a:pt x="326" y="172"/>
                </a:lnTo>
                <a:lnTo>
                  <a:pt x="316" y="162"/>
                </a:lnTo>
                <a:lnTo>
                  <a:pt x="288" y="190"/>
                </a:lnTo>
                <a:lnTo>
                  <a:pt x="288" y="190"/>
                </a:lnTo>
                <a:lnTo>
                  <a:pt x="284" y="192"/>
                </a:lnTo>
                <a:lnTo>
                  <a:pt x="278" y="192"/>
                </a:lnTo>
                <a:lnTo>
                  <a:pt x="246" y="178"/>
                </a:lnTo>
                <a:lnTo>
                  <a:pt x="210" y="242"/>
                </a:lnTo>
                <a:lnTo>
                  <a:pt x="210" y="242"/>
                </a:lnTo>
                <a:lnTo>
                  <a:pt x="206" y="246"/>
                </a:lnTo>
                <a:lnTo>
                  <a:pt x="200" y="248"/>
                </a:lnTo>
                <a:lnTo>
                  <a:pt x="200" y="248"/>
                </a:lnTo>
                <a:lnTo>
                  <a:pt x="196" y="246"/>
                </a:lnTo>
                <a:lnTo>
                  <a:pt x="196" y="246"/>
                </a:lnTo>
                <a:lnTo>
                  <a:pt x="194" y="244"/>
                </a:lnTo>
                <a:lnTo>
                  <a:pt x="192" y="240"/>
                </a:lnTo>
                <a:lnTo>
                  <a:pt x="192" y="236"/>
                </a:lnTo>
                <a:lnTo>
                  <a:pt x="192" y="234"/>
                </a:lnTo>
                <a:lnTo>
                  <a:pt x="232" y="160"/>
                </a:lnTo>
                <a:lnTo>
                  <a:pt x="232" y="160"/>
                </a:lnTo>
                <a:lnTo>
                  <a:pt x="234" y="156"/>
                </a:lnTo>
                <a:lnTo>
                  <a:pt x="238" y="154"/>
                </a:lnTo>
                <a:lnTo>
                  <a:pt x="242" y="154"/>
                </a:lnTo>
                <a:lnTo>
                  <a:pt x="246" y="154"/>
                </a:lnTo>
                <a:lnTo>
                  <a:pt x="280" y="170"/>
                </a:lnTo>
                <a:lnTo>
                  <a:pt x="302" y="148"/>
                </a:lnTo>
                <a:lnTo>
                  <a:pt x="292" y="138"/>
                </a:lnTo>
                <a:lnTo>
                  <a:pt x="292" y="138"/>
                </a:lnTo>
                <a:lnTo>
                  <a:pt x="290" y="134"/>
                </a:lnTo>
                <a:lnTo>
                  <a:pt x="290" y="128"/>
                </a:lnTo>
                <a:lnTo>
                  <a:pt x="290" y="128"/>
                </a:lnTo>
                <a:lnTo>
                  <a:pt x="292" y="126"/>
                </a:lnTo>
                <a:lnTo>
                  <a:pt x="298" y="124"/>
                </a:lnTo>
                <a:lnTo>
                  <a:pt x="298" y="124"/>
                </a:lnTo>
                <a:lnTo>
                  <a:pt x="332" y="124"/>
                </a:lnTo>
                <a:lnTo>
                  <a:pt x="332" y="124"/>
                </a:lnTo>
                <a:lnTo>
                  <a:pt x="336" y="124"/>
                </a:lnTo>
                <a:lnTo>
                  <a:pt x="338" y="126"/>
                </a:lnTo>
                <a:lnTo>
                  <a:pt x="340" y="128"/>
                </a:lnTo>
                <a:lnTo>
                  <a:pt x="340" y="132"/>
                </a:lnTo>
                <a:lnTo>
                  <a:pt x="340" y="168"/>
                </a:lnTo>
                <a:close/>
                <a:moveTo>
                  <a:pt x="138" y="88"/>
                </a:moveTo>
                <a:lnTo>
                  <a:pt x="138" y="88"/>
                </a:lnTo>
                <a:lnTo>
                  <a:pt x="136" y="88"/>
                </a:lnTo>
                <a:lnTo>
                  <a:pt x="46" y="68"/>
                </a:lnTo>
                <a:lnTo>
                  <a:pt x="46" y="68"/>
                </a:lnTo>
                <a:lnTo>
                  <a:pt x="42" y="66"/>
                </a:lnTo>
                <a:lnTo>
                  <a:pt x="40" y="62"/>
                </a:lnTo>
                <a:lnTo>
                  <a:pt x="38" y="60"/>
                </a:lnTo>
                <a:lnTo>
                  <a:pt x="38" y="56"/>
                </a:lnTo>
                <a:lnTo>
                  <a:pt x="38" y="56"/>
                </a:lnTo>
                <a:lnTo>
                  <a:pt x="40" y="52"/>
                </a:lnTo>
                <a:lnTo>
                  <a:pt x="42" y="50"/>
                </a:lnTo>
                <a:lnTo>
                  <a:pt x="46" y="48"/>
                </a:lnTo>
                <a:lnTo>
                  <a:pt x="50" y="48"/>
                </a:lnTo>
                <a:lnTo>
                  <a:pt x="140" y="68"/>
                </a:lnTo>
                <a:lnTo>
                  <a:pt x="140" y="68"/>
                </a:lnTo>
                <a:lnTo>
                  <a:pt x="144" y="70"/>
                </a:lnTo>
                <a:lnTo>
                  <a:pt x="146" y="72"/>
                </a:lnTo>
                <a:lnTo>
                  <a:pt x="148" y="76"/>
                </a:lnTo>
                <a:lnTo>
                  <a:pt x="148" y="80"/>
                </a:lnTo>
                <a:lnTo>
                  <a:pt x="148" y="80"/>
                </a:lnTo>
                <a:lnTo>
                  <a:pt x="144" y="86"/>
                </a:lnTo>
                <a:lnTo>
                  <a:pt x="138" y="88"/>
                </a:lnTo>
                <a:lnTo>
                  <a:pt x="138" y="88"/>
                </a:lnTo>
                <a:close/>
                <a:moveTo>
                  <a:pt x="78" y="172"/>
                </a:moveTo>
                <a:lnTo>
                  <a:pt x="78" y="126"/>
                </a:lnTo>
                <a:lnTo>
                  <a:pt x="78" y="126"/>
                </a:lnTo>
                <a:lnTo>
                  <a:pt x="70" y="126"/>
                </a:lnTo>
                <a:lnTo>
                  <a:pt x="62" y="128"/>
                </a:lnTo>
                <a:lnTo>
                  <a:pt x="56" y="132"/>
                </a:lnTo>
                <a:lnTo>
                  <a:pt x="50" y="136"/>
                </a:lnTo>
                <a:lnTo>
                  <a:pt x="44" y="142"/>
                </a:lnTo>
                <a:lnTo>
                  <a:pt x="42" y="150"/>
                </a:lnTo>
                <a:lnTo>
                  <a:pt x="40" y="158"/>
                </a:lnTo>
                <a:lnTo>
                  <a:pt x="38" y="168"/>
                </a:lnTo>
                <a:lnTo>
                  <a:pt x="38" y="168"/>
                </a:lnTo>
                <a:lnTo>
                  <a:pt x="40" y="176"/>
                </a:lnTo>
                <a:lnTo>
                  <a:pt x="42" y="186"/>
                </a:lnTo>
                <a:lnTo>
                  <a:pt x="44" y="194"/>
                </a:lnTo>
                <a:lnTo>
                  <a:pt x="50" y="202"/>
                </a:lnTo>
                <a:lnTo>
                  <a:pt x="56" y="208"/>
                </a:lnTo>
                <a:lnTo>
                  <a:pt x="62" y="212"/>
                </a:lnTo>
                <a:lnTo>
                  <a:pt x="70" y="216"/>
                </a:lnTo>
                <a:lnTo>
                  <a:pt x="78" y="218"/>
                </a:lnTo>
                <a:lnTo>
                  <a:pt x="78" y="218"/>
                </a:lnTo>
                <a:lnTo>
                  <a:pt x="84" y="218"/>
                </a:lnTo>
                <a:lnTo>
                  <a:pt x="92" y="216"/>
                </a:lnTo>
                <a:lnTo>
                  <a:pt x="98" y="212"/>
                </a:lnTo>
                <a:lnTo>
                  <a:pt x="104" y="208"/>
                </a:lnTo>
                <a:lnTo>
                  <a:pt x="110" y="202"/>
                </a:lnTo>
                <a:lnTo>
                  <a:pt x="114" y="194"/>
                </a:lnTo>
                <a:lnTo>
                  <a:pt x="116" y="186"/>
                </a:lnTo>
                <a:lnTo>
                  <a:pt x="116" y="176"/>
                </a:lnTo>
                <a:lnTo>
                  <a:pt x="78" y="172"/>
                </a:lnTo>
                <a:close/>
                <a:moveTo>
                  <a:pt x="128" y="166"/>
                </a:moveTo>
                <a:lnTo>
                  <a:pt x="128" y="166"/>
                </a:lnTo>
                <a:lnTo>
                  <a:pt x="126" y="156"/>
                </a:lnTo>
                <a:lnTo>
                  <a:pt x="124" y="146"/>
                </a:lnTo>
                <a:lnTo>
                  <a:pt x="122" y="138"/>
                </a:lnTo>
                <a:lnTo>
                  <a:pt x="116" y="132"/>
                </a:lnTo>
                <a:lnTo>
                  <a:pt x="110" y="126"/>
                </a:lnTo>
                <a:lnTo>
                  <a:pt x="104" y="120"/>
                </a:lnTo>
                <a:lnTo>
                  <a:pt x="96" y="116"/>
                </a:lnTo>
                <a:lnTo>
                  <a:pt x="88" y="114"/>
                </a:lnTo>
                <a:lnTo>
                  <a:pt x="88" y="160"/>
                </a:lnTo>
                <a:lnTo>
                  <a:pt x="128" y="166"/>
                </a:lnTo>
                <a:close/>
              </a:path>
            </a:pathLst>
          </a:custGeom>
          <a:solidFill>
            <a:srgbClr val="CCD3E1">
              <a:lumMod val="9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8" name="Freeform 4803">
            <a:extLst>
              <a:ext uri="{FF2B5EF4-FFF2-40B4-BE49-F238E27FC236}">
                <a16:creationId xmlns:a16="http://schemas.microsoft.com/office/drawing/2014/main" id="{3BD0D8B6-5A4E-3827-41DD-B24D4042F02B}"/>
              </a:ext>
            </a:extLst>
          </p:cNvPr>
          <p:cNvSpPr>
            <a:spLocks noEditPoints="1"/>
          </p:cNvSpPr>
          <p:nvPr/>
        </p:nvSpPr>
        <p:spPr bwMode="auto">
          <a:xfrm>
            <a:off x="7256550" y="3403160"/>
            <a:ext cx="460878" cy="335852"/>
          </a:xfrm>
          <a:custGeom>
            <a:avLst/>
            <a:gdLst>
              <a:gd name="T0" fmla="*/ 372 w 376"/>
              <a:gd name="T1" fmla="*/ 98 h 274"/>
              <a:gd name="T2" fmla="*/ 344 w 376"/>
              <a:gd name="T3" fmla="*/ 74 h 274"/>
              <a:gd name="T4" fmla="*/ 334 w 376"/>
              <a:gd name="T5" fmla="*/ 68 h 274"/>
              <a:gd name="T6" fmla="*/ 254 w 376"/>
              <a:gd name="T7" fmla="*/ 80 h 274"/>
              <a:gd name="T8" fmla="*/ 210 w 376"/>
              <a:gd name="T9" fmla="*/ 68 h 274"/>
              <a:gd name="T10" fmla="*/ 6 w 376"/>
              <a:gd name="T11" fmla="*/ 136 h 274"/>
              <a:gd name="T12" fmla="*/ 4 w 376"/>
              <a:gd name="T13" fmla="*/ 170 h 274"/>
              <a:gd name="T14" fmla="*/ 30 w 376"/>
              <a:gd name="T15" fmla="*/ 194 h 274"/>
              <a:gd name="T16" fmla="*/ 4 w 376"/>
              <a:gd name="T17" fmla="*/ 220 h 274"/>
              <a:gd name="T18" fmla="*/ 198 w 376"/>
              <a:gd name="T19" fmla="*/ 250 h 274"/>
              <a:gd name="T20" fmla="*/ 272 w 376"/>
              <a:gd name="T21" fmla="*/ 274 h 274"/>
              <a:gd name="T22" fmla="*/ 346 w 376"/>
              <a:gd name="T23" fmla="*/ 246 h 274"/>
              <a:gd name="T24" fmla="*/ 322 w 376"/>
              <a:gd name="T25" fmla="*/ 252 h 274"/>
              <a:gd name="T26" fmla="*/ 220 w 376"/>
              <a:gd name="T27" fmla="*/ 252 h 274"/>
              <a:gd name="T28" fmla="*/ 196 w 376"/>
              <a:gd name="T29" fmla="*/ 232 h 274"/>
              <a:gd name="T30" fmla="*/ 148 w 376"/>
              <a:gd name="T31" fmla="*/ 234 h 274"/>
              <a:gd name="T32" fmla="*/ 200 w 376"/>
              <a:gd name="T33" fmla="*/ 220 h 274"/>
              <a:gd name="T34" fmla="*/ 300 w 376"/>
              <a:gd name="T35" fmla="*/ 236 h 274"/>
              <a:gd name="T36" fmla="*/ 346 w 376"/>
              <a:gd name="T37" fmla="*/ 196 h 274"/>
              <a:gd name="T38" fmla="*/ 308 w 376"/>
              <a:gd name="T39" fmla="*/ 220 h 274"/>
              <a:gd name="T40" fmla="*/ 210 w 376"/>
              <a:gd name="T41" fmla="*/ 210 h 274"/>
              <a:gd name="T42" fmla="*/ 196 w 376"/>
              <a:gd name="T43" fmla="*/ 196 h 274"/>
              <a:gd name="T44" fmla="*/ 150 w 376"/>
              <a:gd name="T45" fmla="*/ 200 h 274"/>
              <a:gd name="T46" fmla="*/ 202 w 376"/>
              <a:gd name="T47" fmla="*/ 184 h 274"/>
              <a:gd name="T48" fmla="*/ 318 w 376"/>
              <a:gd name="T49" fmla="*/ 196 h 274"/>
              <a:gd name="T50" fmla="*/ 374 w 376"/>
              <a:gd name="T51" fmla="*/ 162 h 274"/>
              <a:gd name="T52" fmla="*/ 374 w 376"/>
              <a:gd name="T53" fmla="*/ 130 h 274"/>
              <a:gd name="T54" fmla="*/ 248 w 376"/>
              <a:gd name="T55" fmla="*/ 94 h 274"/>
              <a:gd name="T56" fmla="*/ 342 w 376"/>
              <a:gd name="T57" fmla="*/ 78 h 274"/>
              <a:gd name="T58" fmla="*/ 334 w 376"/>
              <a:gd name="T59" fmla="*/ 104 h 274"/>
              <a:gd name="T60" fmla="*/ 238 w 376"/>
              <a:gd name="T61" fmla="*/ 114 h 274"/>
              <a:gd name="T62" fmla="*/ 200 w 376"/>
              <a:gd name="T63" fmla="*/ 96 h 274"/>
              <a:gd name="T64" fmla="*/ 202 w 376"/>
              <a:gd name="T65" fmla="*/ 114 h 274"/>
              <a:gd name="T66" fmla="*/ 294 w 376"/>
              <a:gd name="T67" fmla="*/ 130 h 274"/>
              <a:gd name="T68" fmla="*/ 346 w 376"/>
              <a:gd name="T69" fmla="*/ 124 h 274"/>
              <a:gd name="T70" fmla="*/ 338 w 376"/>
              <a:gd name="T71" fmla="*/ 136 h 274"/>
              <a:gd name="T72" fmla="*/ 272 w 376"/>
              <a:gd name="T73" fmla="*/ 152 h 274"/>
              <a:gd name="T74" fmla="*/ 214 w 376"/>
              <a:gd name="T75" fmla="*/ 142 h 274"/>
              <a:gd name="T76" fmla="*/ 198 w 376"/>
              <a:gd name="T77" fmla="*/ 118 h 274"/>
              <a:gd name="T78" fmla="*/ 134 w 376"/>
              <a:gd name="T79" fmla="*/ 150 h 274"/>
              <a:gd name="T80" fmla="*/ 100 w 376"/>
              <a:gd name="T81" fmla="*/ 136 h 274"/>
              <a:gd name="T82" fmla="*/ 158 w 376"/>
              <a:gd name="T83" fmla="*/ 128 h 274"/>
              <a:gd name="T84" fmla="*/ 162 w 376"/>
              <a:gd name="T85" fmla="*/ 144 h 274"/>
              <a:gd name="T86" fmla="*/ 346 w 376"/>
              <a:gd name="T87" fmla="*/ 162 h 274"/>
              <a:gd name="T88" fmla="*/ 342 w 376"/>
              <a:gd name="T89" fmla="*/ 168 h 274"/>
              <a:gd name="T90" fmla="*/ 322 w 376"/>
              <a:gd name="T91" fmla="*/ 180 h 274"/>
              <a:gd name="T92" fmla="*/ 220 w 376"/>
              <a:gd name="T93" fmla="*/ 180 h 274"/>
              <a:gd name="T94" fmla="*/ 200 w 376"/>
              <a:gd name="T95" fmla="*/ 168 h 274"/>
              <a:gd name="T96" fmla="*/ 198 w 376"/>
              <a:gd name="T97" fmla="*/ 154 h 274"/>
              <a:gd name="T98" fmla="*/ 272 w 376"/>
              <a:gd name="T99" fmla="*/ 166 h 274"/>
              <a:gd name="T100" fmla="*/ 346 w 376"/>
              <a:gd name="T101" fmla="*/ 160 h 274"/>
              <a:gd name="T102" fmla="*/ 196 w 376"/>
              <a:gd name="T103" fmla="*/ 28 h 274"/>
              <a:gd name="T104" fmla="*/ 272 w 376"/>
              <a:gd name="T105" fmla="*/ 0 h 274"/>
              <a:gd name="T106" fmla="*/ 344 w 376"/>
              <a:gd name="T107" fmla="*/ 24 h 274"/>
              <a:gd name="T108" fmla="*/ 322 w 376"/>
              <a:gd name="T109" fmla="*/ 50 h 274"/>
              <a:gd name="T110" fmla="*/ 220 w 376"/>
              <a:gd name="T111" fmla="*/ 5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6" h="274">
                <a:moveTo>
                  <a:pt x="376" y="126"/>
                </a:moveTo>
                <a:lnTo>
                  <a:pt x="376" y="126"/>
                </a:lnTo>
                <a:lnTo>
                  <a:pt x="374" y="122"/>
                </a:lnTo>
                <a:lnTo>
                  <a:pt x="370" y="120"/>
                </a:lnTo>
                <a:lnTo>
                  <a:pt x="346" y="110"/>
                </a:lnTo>
                <a:lnTo>
                  <a:pt x="372" y="98"/>
                </a:lnTo>
                <a:lnTo>
                  <a:pt x="372" y="98"/>
                </a:lnTo>
                <a:lnTo>
                  <a:pt x="376" y="96"/>
                </a:lnTo>
                <a:lnTo>
                  <a:pt x="376" y="92"/>
                </a:lnTo>
                <a:lnTo>
                  <a:pt x="376" y="92"/>
                </a:lnTo>
                <a:lnTo>
                  <a:pt x="376" y="86"/>
                </a:lnTo>
                <a:lnTo>
                  <a:pt x="372" y="84"/>
                </a:lnTo>
                <a:lnTo>
                  <a:pt x="344" y="74"/>
                </a:lnTo>
                <a:lnTo>
                  <a:pt x="344" y="74"/>
                </a:lnTo>
                <a:lnTo>
                  <a:pt x="346" y="70"/>
                </a:lnTo>
                <a:lnTo>
                  <a:pt x="346" y="66"/>
                </a:lnTo>
                <a:lnTo>
                  <a:pt x="346" y="52"/>
                </a:lnTo>
                <a:lnTo>
                  <a:pt x="346" y="52"/>
                </a:lnTo>
                <a:lnTo>
                  <a:pt x="346" y="56"/>
                </a:lnTo>
                <a:lnTo>
                  <a:pt x="344" y="60"/>
                </a:lnTo>
                <a:lnTo>
                  <a:pt x="334" y="68"/>
                </a:lnTo>
                <a:lnTo>
                  <a:pt x="334" y="68"/>
                </a:lnTo>
                <a:lnTo>
                  <a:pt x="322" y="72"/>
                </a:lnTo>
                <a:lnTo>
                  <a:pt x="308" y="76"/>
                </a:lnTo>
                <a:lnTo>
                  <a:pt x="290" y="80"/>
                </a:lnTo>
                <a:lnTo>
                  <a:pt x="272" y="80"/>
                </a:lnTo>
                <a:lnTo>
                  <a:pt x="272" y="80"/>
                </a:lnTo>
                <a:lnTo>
                  <a:pt x="254" y="80"/>
                </a:lnTo>
                <a:lnTo>
                  <a:pt x="238" y="78"/>
                </a:lnTo>
                <a:lnTo>
                  <a:pt x="226" y="74"/>
                </a:lnTo>
                <a:lnTo>
                  <a:pt x="214" y="70"/>
                </a:lnTo>
                <a:lnTo>
                  <a:pt x="214" y="70"/>
                </a:lnTo>
                <a:lnTo>
                  <a:pt x="214" y="70"/>
                </a:lnTo>
                <a:lnTo>
                  <a:pt x="210" y="68"/>
                </a:lnTo>
                <a:lnTo>
                  <a:pt x="210" y="68"/>
                </a:lnTo>
                <a:lnTo>
                  <a:pt x="200" y="60"/>
                </a:lnTo>
                <a:lnTo>
                  <a:pt x="198" y="56"/>
                </a:lnTo>
                <a:lnTo>
                  <a:pt x="196" y="52"/>
                </a:lnTo>
                <a:lnTo>
                  <a:pt x="196" y="52"/>
                </a:lnTo>
                <a:lnTo>
                  <a:pt x="198" y="46"/>
                </a:lnTo>
                <a:lnTo>
                  <a:pt x="6" y="136"/>
                </a:lnTo>
                <a:lnTo>
                  <a:pt x="6" y="136"/>
                </a:lnTo>
                <a:lnTo>
                  <a:pt x="2" y="138"/>
                </a:lnTo>
                <a:lnTo>
                  <a:pt x="2" y="142"/>
                </a:lnTo>
                <a:lnTo>
                  <a:pt x="2" y="142"/>
                </a:lnTo>
                <a:lnTo>
                  <a:pt x="2" y="148"/>
                </a:lnTo>
                <a:lnTo>
                  <a:pt x="6" y="150"/>
                </a:lnTo>
                <a:lnTo>
                  <a:pt x="30" y="158"/>
                </a:lnTo>
                <a:lnTo>
                  <a:pt x="4" y="170"/>
                </a:lnTo>
                <a:lnTo>
                  <a:pt x="4" y="170"/>
                </a:lnTo>
                <a:lnTo>
                  <a:pt x="2" y="174"/>
                </a:lnTo>
                <a:lnTo>
                  <a:pt x="0" y="178"/>
                </a:lnTo>
                <a:lnTo>
                  <a:pt x="0" y="178"/>
                </a:lnTo>
                <a:lnTo>
                  <a:pt x="2" y="182"/>
                </a:lnTo>
                <a:lnTo>
                  <a:pt x="6" y="184"/>
                </a:lnTo>
                <a:lnTo>
                  <a:pt x="30" y="194"/>
                </a:lnTo>
                <a:lnTo>
                  <a:pt x="4" y="206"/>
                </a:lnTo>
                <a:lnTo>
                  <a:pt x="4" y="206"/>
                </a:lnTo>
                <a:lnTo>
                  <a:pt x="0" y="208"/>
                </a:lnTo>
                <a:lnTo>
                  <a:pt x="0" y="212"/>
                </a:lnTo>
                <a:lnTo>
                  <a:pt x="0" y="212"/>
                </a:lnTo>
                <a:lnTo>
                  <a:pt x="0" y="218"/>
                </a:lnTo>
                <a:lnTo>
                  <a:pt x="4" y="220"/>
                </a:lnTo>
                <a:lnTo>
                  <a:pt x="148" y="270"/>
                </a:lnTo>
                <a:lnTo>
                  <a:pt x="148" y="270"/>
                </a:lnTo>
                <a:lnTo>
                  <a:pt x="150" y="270"/>
                </a:lnTo>
                <a:lnTo>
                  <a:pt x="150" y="270"/>
                </a:lnTo>
                <a:lnTo>
                  <a:pt x="154" y="270"/>
                </a:lnTo>
                <a:lnTo>
                  <a:pt x="198" y="250"/>
                </a:lnTo>
                <a:lnTo>
                  <a:pt x="198" y="250"/>
                </a:lnTo>
                <a:lnTo>
                  <a:pt x="200" y="254"/>
                </a:lnTo>
                <a:lnTo>
                  <a:pt x="206" y="258"/>
                </a:lnTo>
                <a:lnTo>
                  <a:pt x="212" y="264"/>
                </a:lnTo>
                <a:lnTo>
                  <a:pt x="222" y="266"/>
                </a:lnTo>
                <a:lnTo>
                  <a:pt x="244" y="272"/>
                </a:lnTo>
                <a:lnTo>
                  <a:pt x="272" y="274"/>
                </a:lnTo>
                <a:lnTo>
                  <a:pt x="272" y="274"/>
                </a:lnTo>
                <a:lnTo>
                  <a:pt x="300" y="272"/>
                </a:lnTo>
                <a:lnTo>
                  <a:pt x="314" y="270"/>
                </a:lnTo>
                <a:lnTo>
                  <a:pt x="324" y="266"/>
                </a:lnTo>
                <a:lnTo>
                  <a:pt x="334" y="262"/>
                </a:lnTo>
                <a:lnTo>
                  <a:pt x="340" y="256"/>
                </a:lnTo>
                <a:lnTo>
                  <a:pt x="344" y="252"/>
                </a:lnTo>
                <a:lnTo>
                  <a:pt x="346" y="246"/>
                </a:lnTo>
                <a:lnTo>
                  <a:pt x="346" y="230"/>
                </a:lnTo>
                <a:lnTo>
                  <a:pt x="346" y="230"/>
                </a:lnTo>
                <a:lnTo>
                  <a:pt x="346" y="236"/>
                </a:lnTo>
                <a:lnTo>
                  <a:pt x="344" y="240"/>
                </a:lnTo>
                <a:lnTo>
                  <a:pt x="334" y="246"/>
                </a:lnTo>
                <a:lnTo>
                  <a:pt x="334" y="246"/>
                </a:lnTo>
                <a:lnTo>
                  <a:pt x="322" y="252"/>
                </a:lnTo>
                <a:lnTo>
                  <a:pt x="308" y="256"/>
                </a:lnTo>
                <a:lnTo>
                  <a:pt x="290" y="258"/>
                </a:lnTo>
                <a:lnTo>
                  <a:pt x="272" y="260"/>
                </a:lnTo>
                <a:lnTo>
                  <a:pt x="272" y="260"/>
                </a:lnTo>
                <a:lnTo>
                  <a:pt x="252" y="258"/>
                </a:lnTo>
                <a:lnTo>
                  <a:pt x="236" y="256"/>
                </a:lnTo>
                <a:lnTo>
                  <a:pt x="220" y="252"/>
                </a:lnTo>
                <a:lnTo>
                  <a:pt x="210" y="246"/>
                </a:lnTo>
                <a:lnTo>
                  <a:pt x="210" y="246"/>
                </a:lnTo>
                <a:lnTo>
                  <a:pt x="206" y="244"/>
                </a:lnTo>
                <a:lnTo>
                  <a:pt x="206" y="244"/>
                </a:lnTo>
                <a:lnTo>
                  <a:pt x="206" y="244"/>
                </a:lnTo>
                <a:lnTo>
                  <a:pt x="200" y="238"/>
                </a:lnTo>
                <a:lnTo>
                  <a:pt x="196" y="232"/>
                </a:lnTo>
                <a:lnTo>
                  <a:pt x="196" y="232"/>
                </a:lnTo>
                <a:lnTo>
                  <a:pt x="196" y="230"/>
                </a:lnTo>
                <a:lnTo>
                  <a:pt x="196" y="232"/>
                </a:lnTo>
                <a:lnTo>
                  <a:pt x="150" y="254"/>
                </a:lnTo>
                <a:lnTo>
                  <a:pt x="28" y="212"/>
                </a:lnTo>
                <a:lnTo>
                  <a:pt x="52" y="200"/>
                </a:lnTo>
                <a:lnTo>
                  <a:pt x="148" y="234"/>
                </a:lnTo>
                <a:lnTo>
                  <a:pt x="148" y="234"/>
                </a:lnTo>
                <a:lnTo>
                  <a:pt x="152" y="234"/>
                </a:lnTo>
                <a:lnTo>
                  <a:pt x="152" y="234"/>
                </a:lnTo>
                <a:lnTo>
                  <a:pt x="154" y="234"/>
                </a:lnTo>
                <a:lnTo>
                  <a:pt x="198" y="214"/>
                </a:lnTo>
                <a:lnTo>
                  <a:pt x="198" y="214"/>
                </a:lnTo>
                <a:lnTo>
                  <a:pt x="200" y="220"/>
                </a:lnTo>
                <a:lnTo>
                  <a:pt x="206" y="224"/>
                </a:lnTo>
                <a:lnTo>
                  <a:pt x="214" y="228"/>
                </a:lnTo>
                <a:lnTo>
                  <a:pt x="222" y="232"/>
                </a:lnTo>
                <a:lnTo>
                  <a:pt x="246" y="236"/>
                </a:lnTo>
                <a:lnTo>
                  <a:pt x="272" y="238"/>
                </a:lnTo>
                <a:lnTo>
                  <a:pt x="272" y="238"/>
                </a:lnTo>
                <a:lnTo>
                  <a:pt x="300" y="236"/>
                </a:lnTo>
                <a:lnTo>
                  <a:pt x="314" y="234"/>
                </a:lnTo>
                <a:lnTo>
                  <a:pt x="324" y="230"/>
                </a:lnTo>
                <a:lnTo>
                  <a:pt x="334" y="226"/>
                </a:lnTo>
                <a:lnTo>
                  <a:pt x="340" y="220"/>
                </a:lnTo>
                <a:lnTo>
                  <a:pt x="344" y="216"/>
                </a:lnTo>
                <a:lnTo>
                  <a:pt x="346" y="210"/>
                </a:lnTo>
                <a:lnTo>
                  <a:pt x="346" y="196"/>
                </a:lnTo>
                <a:lnTo>
                  <a:pt x="346" y="196"/>
                </a:lnTo>
                <a:lnTo>
                  <a:pt x="346" y="200"/>
                </a:lnTo>
                <a:lnTo>
                  <a:pt x="344" y="204"/>
                </a:lnTo>
                <a:lnTo>
                  <a:pt x="334" y="210"/>
                </a:lnTo>
                <a:lnTo>
                  <a:pt x="334" y="210"/>
                </a:lnTo>
                <a:lnTo>
                  <a:pt x="322" y="216"/>
                </a:lnTo>
                <a:lnTo>
                  <a:pt x="308" y="220"/>
                </a:lnTo>
                <a:lnTo>
                  <a:pt x="290" y="222"/>
                </a:lnTo>
                <a:lnTo>
                  <a:pt x="272" y="224"/>
                </a:lnTo>
                <a:lnTo>
                  <a:pt x="272" y="224"/>
                </a:lnTo>
                <a:lnTo>
                  <a:pt x="252" y="222"/>
                </a:lnTo>
                <a:lnTo>
                  <a:pt x="236" y="220"/>
                </a:lnTo>
                <a:lnTo>
                  <a:pt x="220" y="216"/>
                </a:lnTo>
                <a:lnTo>
                  <a:pt x="210" y="210"/>
                </a:lnTo>
                <a:lnTo>
                  <a:pt x="210" y="210"/>
                </a:lnTo>
                <a:lnTo>
                  <a:pt x="208" y="210"/>
                </a:lnTo>
                <a:lnTo>
                  <a:pt x="208" y="210"/>
                </a:lnTo>
                <a:lnTo>
                  <a:pt x="200" y="204"/>
                </a:lnTo>
                <a:lnTo>
                  <a:pt x="198" y="198"/>
                </a:lnTo>
                <a:lnTo>
                  <a:pt x="198" y="198"/>
                </a:lnTo>
                <a:lnTo>
                  <a:pt x="196" y="196"/>
                </a:lnTo>
                <a:lnTo>
                  <a:pt x="196" y="198"/>
                </a:lnTo>
                <a:lnTo>
                  <a:pt x="152" y="218"/>
                </a:lnTo>
                <a:lnTo>
                  <a:pt x="72" y="192"/>
                </a:lnTo>
                <a:lnTo>
                  <a:pt x="50" y="184"/>
                </a:lnTo>
                <a:lnTo>
                  <a:pt x="28" y="176"/>
                </a:lnTo>
                <a:lnTo>
                  <a:pt x="52" y="166"/>
                </a:lnTo>
                <a:lnTo>
                  <a:pt x="150" y="200"/>
                </a:lnTo>
                <a:lnTo>
                  <a:pt x="150" y="200"/>
                </a:lnTo>
                <a:lnTo>
                  <a:pt x="152" y="200"/>
                </a:lnTo>
                <a:lnTo>
                  <a:pt x="152" y="200"/>
                </a:lnTo>
                <a:lnTo>
                  <a:pt x="156" y="200"/>
                </a:lnTo>
                <a:lnTo>
                  <a:pt x="198" y="180"/>
                </a:lnTo>
                <a:lnTo>
                  <a:pt x="198" y="180"/>
                </a:lnTo>
                <a:lnTo>
                  <a:pt x="202" y="184"/>
                </a:lnTo>
                <a:lnTo>
                  <a:pt x="208" y="188"/>
                </a:lnTo>
                <a:lnTo>
                  <a:pt x="224" y="196"/>
                </a:lnTo>
                <a:lnTo>
                  <a:pt x="246" y="200"/>
                </a:lnTo>
                <a:lnTo>
                  <a:pt x="272" y="202"/>
                </a:lnTo>
                <a:lnTo>
                  <a:pt x="272" y="202"/>
                </a:lnTo>
                <a:lnTo>
                  <a:pt x="296" y="200"/>
                </a:lnTo>
                <a:lnTo>
                  <a:pt x="318" y="196"/>
                </a:lnTo>
                <a:lnTo>
                  <a:pt x="334" y="190"/>
                </a:lnTo>
                <a:lnTo>
                  <a:pt x="340" y="186"/>
                </a:lnTo>
                <a:lnTo>
                  <a:pt x="344" y="180"/>
                </a:lnTo>
                <a:lnTo>
                  <a:pt x="370" y="168"/>
                </a:lnTo>
                <a:lnTo>
                  <a:pt x="370" y="168"/>
                </a:lnTo>
                <a:lnTo>
                  <a:pt x="374" y="166"/>
                </a:lnTo>
                <a:lnTo>
                  <a:pt x="374" y="162"/>
                </a:lnTo>
                <a:lnTo>
                  <a:pt x="374" y="162"/>
                </a:lnTo>
                <a:lnTo>
                  <a:pt x="374" y="156"/>
                </a:lnTo>
                <a:lnTo>
                  <a:pt x="370" y="154"/>
                </a:lnTo>
                <a:lnTo>
                  <a:pt x="346" y="146"/>
                </a:lnTo>
                <a:lnTo>
                  <a:pt x="372" y="134"/>
                </a:lnTo>
                <a:lnTo>
                  <a:pt x="372" y="134"/>
                </a:lnTo>
                <a:lnTo>
                  <a:pt x="374" y="130"/>
                </a:lnTo>
                <a:lnTo>
                  <a:pt x="376" y="126"/>
                </a:lnTo>
                <a:lnTo>
                  <a:pt x="376" y="126"/>
                </a:lnTo>
                <a:close/>
                <a:moveTo>
                  <a:pt x="202" y="78"/>
                </a:moveTo>
                <a:lnTo>
                  <a:pt x="202" y="78"/>
                </a:lnTo>
                <a:lnTo>
                  <a:pt x="214" y="84"/>
                </a:lnTo>
                <a:lnTo>
                  <a:pt x="230" y="90"/>
                </a:lnTo>
                <a:lnTo>
                  <a:pt x="248" y="94"/>
                </a:lnTo>
                <a:lnTo>
                  <a:pt x="272" y="96"/>
                </a:lnTo>
                <a:lnTo>
                  <a:pt x="272" y="96"/>
                </a:lnTo>
                <a:lnTo>
                  <a:pt x="294" y="94"/>
                </a:lnTo>
                <a:lnTo>
                  <a:pt x="314" y="90"/>
                </a:lnTo>
                <a:lnTo>
                  <a:pt x="330" y="84"/>
                </a:lnTo>
                <a:lnTo>
                  <a:pt x="342" y="78"/>
                </a:lnTo>
                <a:lnTo>
                  <a:pt x="342" y="78"/>
                </a:lnTo>
                <a:lnTo>
                  <a:pt x="346" y="82"/>
                </a:lnTo>
                <a:lnTo>
                  <a:pt x="346" y="88"/>
                </a:lnTo>
                <a:lnTo>
                  <a:pt x="346" y="88"/>
                </a:lnTo>
                <a:lnTo>
                  <a:pt x="346" y="92"/>
                </a:lnTo>
                <a:lnTo>
                  <a:pt x="344" y="96"/>
                </a:lnTo>
                <a:lnTo>
                  <a:pt x="334" y="104"/>
                </a:lnTo>
                <a:lnTo>
                  <a:pt x="334" y="104"/>
                </a:lnTo>
                <a:lnTo>
                  <a:pt x="322" y="108"/>
                </a:lnTo>
                <a:lnTo>
                  <a:pt x="308" y="112"/>
                </a:lnTo>
                <a:lnTo>
                  <a:pt x="290" y="116"/>
                </a:lnTo>
                <a:lnTo>
                  <a:pt x="272" y="116"/>
                </a:lnTo>
                <a:lnTo>
                  <a:pt x="272" y="116"/>
                </a:lnTo>
                <a:lnTo>
                  <a:pt x="254" y="116"/>
                </a:lnTo>
                <a:lnTo>
                  <a:pt x="238" y="114"/>
                </a:lnTo>
                <a:lnTo>
                  <a:pt x="226" y="110"/>
                </a:lnTo>
                <a:lnTo>
                  <a:pt x="214" y="106"/>
                </a:lnTo>
                <a:lnTo>
                  <a:pt x="214" y="106"/>
                </a:lnTo>
                <a:lnTo>
                  <a:pt x="214" y="106"/>
                </a:lnTo>
                <a:lnTo>
                  <a:pt x="210" y="104"/>
                </a:lnTo>
                <a:lnTo>
                  <a:pt x="210" y="104"/>
                </a:lnTo>
                <a:lnTo>
                  <a:pt x="200" y="96"/>
                </a:lnTo>
                <a:lnTo>
                  <a:pt x="198" y="92"/>
                </a:lnTo>
                <a:lnTo>
                  <a:pt x="196" y="88"/>
                </a:lnTo>
                <a:lnTo>
                  <a:pt x="196" y="88"/>
                </a:lnTo>
                <a:lnTo>
                  <a:pt x="198" y="82"/>
                </a:lnTo>
                <a:lnTo>
                  <a:pt x="202" y="78"/>
                </a:lnTo>
                <a:lnTo>
                  <a:pt x="202" y="78"/>
                </a:lnTo>
                <a:close/>
                <a:moveTo>
                  <a:pt x="202" y="114"/>
                </a:moveTo>
                <a:lnTo>
                  <a:pt x="202" y="114"/>
                </a:lnTo>
                <a:lnTo>
                  <a:pt x="214" y="120"/>
                </a:lnTo>
                <a:lnTo>
                  <a:pt x="230" y="126"/>
                </a:lnTo>
                <a:lnTo>
                  <a:pt x="248" y="130"/>
                </a:lnTo>
                <a:lnTo>
                  <a:pt x="272" y="130"/>
                </a:lnTo>
                <a:lnTo>
                  <a:pt x="272" y="130"/>
                </a:lnTo>
                <a:lnTo>
                  <a:pt x="294" y="130"/>
                </a:lnTo>
                <a:lnTo>
                  <a:pt x="314" y="126"/>
                </a:lnTo>
                <a:lnTo>
                  <a:pt x="330" y="120"/>
                </a:lnTo>
                <a:lnTo>
                  <a:pt x="342" y="114"/>
                </a:lnTo>
                <a:lnTo>
                  <a:pt x="342" y="114"/>
                </a:lnTo>
                <a:lnTo>
                  <a:pt x="346" y="118"/>
                </a:lnTo>
                <a:lnTo>
                  <a:pt x="346" y="124"/>
                </a:lnTo>
                <a:lnTo>
                  <a:pt x="346" y="124"/>
                </a:lnTo>
                <a:lnTo>
                  <a:pt x="346" y="128"/>
                </a:lnTo>
                <a:lnTo>
                  <a:pt x="346" y="128"/>
                </a:lnTo>
                <a:lnTo>
                  <a:pt x="342" y="132"/>
                </a:lnTo>
                <a:lnTo>
                  <a:pt x="342" y="132"/>
                </a:lnTo>
                <a:lnTo>
                  <a:pt x="340" y="134"/>
                </a:lnTo>
                <a:lnTo>
                  <a:pt x="340" y="134"/>
                </a:lnTo>
                <a:lnTo>
                  <a:pt x="338" y="136"/>
                </a:lnTo>
                <a:lnTo>
                  <a:pt x="338" y="136"/>
                </a:lnTo>
                <a:lnTo>
                  <a:pt x="334" y="140"/>
                </a:lnTo>
                <a:lnTo>
                  <a:pt x="334" y="140"/>
                </a:lnTo>
                <a:lnTo>
                  <a:pt x="322" y="144"/>
                </a:lnTo>
                <a:lnTo>
                  <a:pt x="308" y="148"/>
                </a:lnTo>
                <a:lnTo>
                  <a:pt x="290" y="150"/>
                </a:lnTo>
                <a:lnTo>
                  <a:pt x="272" y="152"/>
                </a:lnTo>
                <a:lnTo>
                  <a:pt x="272" y="152"/>
                </a:lnTo>
                <a:lnTo>
                  <a:pt x="254" y="152"/>
                </a:lnTo>
                <a:lnTo>
                  <a:pt x="238" y="148"/>
                </a:lnTo>
                <a:lnTo>
                  <a:pt x="226" y="146"/>
                </a:lnTo>
                <a:lnTo>
                  <a:pt x="214" y="142"/>
                </a:lnTo>
                <a:lnTo>
                  <a:pt x="214" y="142"/>
                </a:lnTo>
                <a:lnTo>
                  <a:pt x="214" y="142"/>
                </a:lnTo>
                <a:lnTo>
                  <a:pt x="210" y="140"/>
                </a:lnTo>
                <a:lnTo>
                  <a:pt x="210" y="140"/>
                </a:lnTo>
                <a:lnTo>
                  <a:pt x="200" y="132"/>
                </a:lnTo>
                <a:lnTo>
                  <a:pt x="198" y="128"/>
                </a:lnTo>
                <a:lnTo>
                  <a:pt x="196" y="124"/>
                </a:lnTo>
                <a:lnTo>
                  <a:pt x="196" y="124"/>
                </a:lnTo>
                <a:lnTo>
                  <a:pt x="198" y="118"/>
                </a:lnTo>
                <a:lnTo>
                  <a:pt x="202" y="114"/>
                </a:lnTo>
                <a:lnTo>
                  <a:pt x="202" y="114"/>
                </a:lnTo>
                <a:close/>
                <a:moveTo>
                  <a:pt x="162" y="144"/>
                </a:moveTo>
                <a:lnTo>
                  <a:pt x="162" y="144"/>
                </a:lnTo>
                <a:lnTo>
                  <a:pt x="150" y="150"/>
                </a:lnTo>
                <a:lnTo>
                  <a:pt x="134" y="150"/>
                </a:lnTo>
                <a:lnTo>
                  <a:pt x="134" y="150"/>
                </a:lnTo>
                <a:lnTo>
                  <a:pt x="116" y="150"/>
                </a:lnTo>
                <a:lnTo>
                  <a:pt x="104" y="144"/>
                </a:lnTo>
                <a:lnTo>
                  <a:pt x="104" y="144"/>
                </a:lnTo>
                <a:lnTo>
                  <a:pt x="100" y="142"/>
                </a:lnTo>
                <a:lnTo>
                  <a:pt x="98" y="138"/>
                </a:lnTo>
                <a:lnTo>
                  <a:pt x="98" y="138"/>
                </a:lnTo>
                <a:lnTo>
                  <a:pt x="100" y="136"/>
                </a:lnTo>
                <a:lnTo>
                  <a:pt x="102" y="132"/>
                </a:lnTo>
                <a:lnTo>
                  <a:pt x="110" y="128"/>
                </a:lnTo>
                <a:lnTo>
                  <a:pt x="120" y="126"/>
                </a:lnTo>
                <a:lnTo>
                  <a:pt x="134" y="124"/>
                </a:lnTo>
                <a:lnTo>
                  <a:pt x="134" y="124"/>
                </a:lnTo>
                <a:lnTo>
                  <a:pt x="148" y="126"/>
                </a:lnTo>
                <a:lnTo>
                  <a:pt x="158" y="128"/>
                </a:lnTo>
                <a:lnTo>
                  <a:pt x="166" y="132"/>
                </a:lnTo>
                <a:lnTo>
                  <a:pt x="168" y="136"/>
                </a:lnTo>
                <a:lnTo>
                  <a:pt x="168" y="138"/>
                </a:lnTo>
                <a:lnTo>
                  <a:pt x="168" y="138"/>
                </a:lnTo>
                <a:lnTo>
                  <a:pt x="166" y="142"/>
                </a:lnTo>
                <a:lnTo>
                  <a:pt x="162" y="144"/>
                </a:lnTo>
                <a:lnTo>
                  <a:pt x="162" y="144"/>
                </a:lnTo>
                <a:close/>
                <a:moveTo>
                  <a:pt x="346" y="160"/>
                </a:moveTo>
                <a:lnTo>
                  <a:pt x="346" y="160"/>
                </a:lnTo>
                <a:lnTo>
                  <a:pt x="346" y="162"/>
                </a:lnTo>
                <a:lnTo>
                  <a:pt x="346" y="162"/>
                </a:lnTo>
                <a:lnTo>
                  <a:pt x="346" y="162"/>
                </a:lnTo>
                <a:lnTo>
                  <a:pt x="346" y="162"/>
                </a:lnTo>
                <a:lnTo>
                  <a:pt x="346" y="162"/>
                </a:lnTo>
                <a:lnTo>
                  <a:pt x="346" y="162"/>
                </a:lnTo>
                <a:lnTo>
                  <a:pt x="344" y="166"/>
                </a:lnTo>
                <a:lnTo>
                  <a:pt x="344" y="166"/>
                </a:lnTo>
                <a:lnTo>
                  <a:pt x="344" y="166"/>
                </a:lnTo>
                <a:lnTo>
                  <a:pt x="344" y="166"/>
                </a:lnTo>
                <a:lnTo>
                  <a:pt x="342" y="168"/>
                </a:lnTo>
                <a:lnTo>
                  <a:pt x="342" y="168"/>
                </a:lnTo>
                <a:lnTo>
                  <a:pt x="340" y="170"/>
                </a:lnTo>
                <a:lnTo>
                  <a:pt x="340" y="170"/>
                </a:lnTo>
                <a:lnTo>
                  <a:pt x="338" y="172"/>
                </a:lnTo>
                <a:lnTo>
                  <a:pt x="338" y="172"/>
                </a:lnTo>
                <a:lnTo>
                  <a:pt x="334" y="174"/>
                </a:lnTo>
                <a:lnTo>
                  <a:pt x="334" y="174"/>
                </a:lnTo>
                <a:lnTo>
                  <a:pt x="322" y="180"/>
                </a:lnTo>
                <a:lnTo>
                  <a:pt x="308" y="184"/>
                </a:lnTo>
                <a:lnTo>
                  <a:pt x="290" y="186"/>
                </a:lnTo>
                <a:lnTo>
                  <a:pt x="272" y="188"/>
                </a:lnTo>
                <a:lnTo>
                  <a:pt x="272" y="188"/>
                </a:lnTo>
                <a:lnTo>
                  <a:pt x="252" y="186"/>
                </a:lnTo>
                <a:lnTo>
                  <a:pt x="236" y="184"/>
                </a:lnTo>
                <a:lnTo>
                  <a:pt x="220" y="180"/>
                </a:lnTo>
                <a:lnTo>
                  <a:pt x="210" y="174"/>
                </a:lnTo>
                <a:lnTo>
                  <a:pt x="210" y="174"/>
                </a:lnTo>
                <a:lnTo>
                  <a:pt x="208" y="174"/>
                </a:lnTo>
                <a:lnTo>
                  <a:pt x="208" y="174"/>
                </a:lnTo>
                <a:lnTo>
                  <a:pt x="208" y="174"/>
                </a:lnTo>
                <a:lnTo>
                  <a:pt x="200" y="168"/>
                </a:lnTo>
                <a:lnTo>
                  <a:pt x="200" y="168"/>
                </a:lnTo>
                <a:lnTo>
                  <a:pt x="200" y="166"/>
                </a:lnTo>
                <a:lnTo>
                  <a:pt x="200" y="166"/>
                </a:lnTo>
                <a:lnTo>
                  <a:pt x="198" y="164"/>
                </a:lnTo>
                <a:lnTo>
                  <a:pt x="198" y="164"/>
                </a:lnTo>
                <a:lnTo>
                  <a:pt x="196" y="160"/>
                </a:lnTo>
                <a:lnTo>
                  <a:pt x="196" y="160"/>
                </a:lnTo>
                <a:lnTo>
                  <a:pt x="198" y="154"/>
                </a:lnTo>
                <a:lnTo>
                  <a:pt x="202" y="148"/>
                </a:lnTo>
                <a:lnTo>
                  <a:pt x="202" y="148"/>
                </a:lnTo>
                <a:lnTo>
                  <a:pt x="214" y="156"/>
                </a:lnTo>
                <a:lnTo>
                  <a:pt x="230" y="162"/>
                </a:lnTo>
                <a:lnTo>
                  <a:pt x="248" y="166"/>
                </a:lnTo>
                <a:lnTo>
                  <a:pt x="272" y="166"/>
                </a:lnTo>
                <a:lnTo>
                  <a:pt x="272" y="166"/>
                </a:lnTo>
                <a:lnTo>
                  <a:pt x="294" y="166"/>
                </a:lnTo>
                <a:lnTo>
                  <a:pt x="314" y="162"/>
                </a:lnTo>
                <a:lnTo>
                  <a:pt x="330" y="156"/>
                </a:lnTo>
                <a:lnTo>
                  <a:pt x="342" y="148"/>
                </a:lnTo>
                <a:lnTo>
                  <a:pt x="342" y="148"/>
                </a:lnTo>
                <a:lnTo>
                  <a:pt x="346" y="154"/>
                </a:lnTo>
                <a:lnTo>
                  <a:pt x="346" y="160"/>
                </a:lnTo>
                <a:lnTo>
                  <a:pt x="346" y="160"/>
                </a:lnTo>
                <a:close/>
                <a:moveTo>
                  <a:pt x="346" y="128"/>
                </a:moveTo>
                <a:lnTo>
                  <a:pt x="346" y="128"/>
                </a:lnTo>
                <a:lnTo>
                  <a:pt x="348" y="128"/>
                </a:lnTo>
                <a:lnTo>
                  <a:pt x="346" y="128"/>
                </a:lnTo>
                <a:close/>
                <a:moveTo>
                  <a:pt x="196" y="28"/>
                </a:moveTo>
                <a:lnTo>
                  <a:pt x="196" y="28"/>
                </a:lnTo>
                <a:lnTo>
                  <a:pt x="198" y="24"/>
                </a:lnTo>
                <a:lnTo>
                  <a:pt x="202" y="18"/>
                </a:lnTo>
                <a:lnTo>
                  <a:pt x="210" y="14"/>
                </a:lnTo>
                <a:lnTo>
                  <a:pt x="218" y="8"/>
                </a:lnTo>
                <a:lnTo>
                  <a:pt x="230" y="6"/>
                </a:lnTo>
                <a:lnTo>
                  <a:pt x="242" y="2"/>
                </a:lnTo>
                <a:lnTo>
                  <a:pt x="272" y="0"/>
                </a:lnTo>
                <a:lnTo>
                  <a:pt x="272" y="0"/>
                </a:lnTo>
                <a:lnTo>
                  <a:pt x="300" y="2"/>
                </a:lnTo>
                <a:lnTo>
                  <a:pt x="314" y="6"/>
                </a:lnTo>
                <a:lnTo>
                  <a:pt x="324" y="8"/>
                </a:lnTo>
                <a:lnTo>
                  <a:pt x="334" y="14"/>
                </a:lnTo>
                <a:lnTo>
                  <a:pt x="340" y="18"/>
                </a:lnTo>
                <a:lnTo>
                  <a:pt x="344" y="24"/>
                </a:lnTo>
                <a:lnTo>
                  <a:pt x="346" y="28"/>
                </a:lnTo>
                <a:lnTo>
                  <a:pt x="346" y="28"/>
                </a:lnTo>
                <a:lnTo>
                  <a:pt x="346" y="34"/>
                </a:lnTo>
                <a:lnTo>
                  <a:pt x="344" y="38"/>
                </a:lnTo>
                <a:lnTo>
                  <a:pt x="334" y="44"/>
                </a:lnTo>
                <a:lnTo>
                  <a:pt x="334" y="44"/>
                </a:lnTo>
                <a:lnTo>
                  <a:pt x="322" y="50"/>
                </a:lnTo>
                <a:lnTo>
                  <a:pt x="308" y="54"/>
                </a:lnTo>
                <a:lnTo>
                  <a:pt x="290" y="56"/>
                </a:lnTo>
                <a:lnTo>
                  <a:pt x="272" y="58"/>
                </a:lnTo>
                <a:lnTo>
                  <a:pt x="272" y="58"/>
                </a:lnTo>
                <a:lnTo>
                  <a:pt x="252" y="56"/>
                </a:lnTo>
                <a:lnTo>
                  <a:pt x="236" y="54"/>
                </a:lnTo>
                <a:lnTo>
                  <a:pt x="220" y="50"/>
                </a:lnTo>
                <a:lnTo>
                  <a:pt x="210" y="44"/>
                </a:lnTo>
                <a:lnTo>
                  <a:pt x="210" y="44"/>
                </a:lnTo>
                <a:lnTo>
                  <a:pt x="200" y="38"/>
                </a:lnTo>
                <a:lnTo>
                  <a:pt x="198" y="34"/>
                </a:lnTo>
                <a:lnTo>
                  <a:pt x="196" y="28"/>
                </a:lnTo>
                <a:lnTo>
                  <a:pt x="196" y="28"/>
                </a:lnTo>
                <a:close/>
              </a:path>
            </a:pathLst>
          </a:custGeom>
          <a:solidFill>
            <a:srgbClr val="3A4E66"/>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9" name="Freeform 4843">
            <a:extLst>
              <a:ext uri="{FF2B5EF4-FFF2-40B4-BE49-F238E27FC236}">
                <a16:creationId xmlns:a16="http://schemas.microsoft.com/office/drawing/2014/main" id="{53CB6C31-5758-DE4E-097F-A715DE59E1A8}"/>
              </a:ext>
            </a:extLst>
          </p:cNvPr>
          <p:cNvSpPr>
            <a:spLocks noEditPoints="1"/>
          </p:cNvSpPr>
          <p:nvPr/>
        </p:nvSpPr>
        <p:spPr bwMode="auto">
          <a:xfrm>
            <a:off x="6381563" y="2540566"/>
            <a:ext cx="502032" cy="487410"/>
          </a:xfrm>
          <a:custGeom>
            <a:avLst/>
            <a:gdLst>
              <a:gd name="T0" fmla="*/ 376 w 412"/>
              <a:gd name="T1" fmla="*/ 96 h 400"/>
              <a:gd name="T2" fmla="*/ 382 w 412"/>
              <a:gd name="T3" fmla="*/ 126 h 400"/>
              <a:gd name="T4" fmla="*/ 356 w 412"/>
              <a:gd name="T5" fmla="*/ 144 h 400"/>
              <a:gd name="T6" fmla="*/ 328 w 412"/>
              <a:gd name="T7" fmla="*/ 116 h 400"/>
              <a:gd name="T8" fmla="*/ 344 w 412"/>
              <a:gd name="T9" fmla="*/ 90 h 400"/>
              <a:gd name="T10" fmla="*/ 374 w 412"/>
              <a:gd name="T11" fmla="*/ 156 h 400"/>
              <a:gd name="T12" fmla="*/ 320 w 412"/>
              <a:gd name="T13" fmla="*/ 156 h 400"/>
              <a:gd name="T14" fmla="*/ 314 w 412"/>
              <a:gd name="T15" fmla="*/ 204 h 400"/>
              <a:gd name="T16" fmla="*/ 370 w 412"/>
              <a:gd name="T17" fmla="*/ 268 h 400"/>
              <a:gd name="T18" fmla="*/ 404 w 412"/>
              <a:gd name="T19" fmla="*/ 246 h 400"/>
              <a:gd name="T20" fmla="*/ 410 w 412"/>
              <a:gd name="T21" fmla="*/ 166 h 400"/>
              <a:gd name="T22" fmla="*/ 398 w 412"/>
              <a:gd name="T23" fmla="*/ 156 h 400"/>
              <a:gd name="T24" fmla="*/ 98 w 412"/>
              <a:gd name="T25" fmla="*/ 156 h 400"/>
              <a:gd name="T26" fmla="*/ 56 w 412"/>
              <a:gd name="T27" fmla="*/ 182 h 400"/>
              <a:gd name="T28" fmla="*/ 14 w 412"/>
              <a:gd name="T29" fmla="*/ 156 h 400"/>
              <a:gd name="T30" fmla="*/ 2 w 412"/>
              <a:gd name="T31" fmla="*/ 166 h 400"/>
              <a:gd name="T32" fmla="*/ 8 w 412"/>
              <a:gd name="T33" fmla="*/ 246 h 400"/>
              <a:gd name="T34" fmla="*/ 42 w 412"/>
              <a:gd name="T35" fmla="*/ 268 h 400"/>
              <a:gd name="T36" fmla="*/ 98 w 412"/>
              <a:gd name="T37" fmla="*/ 204 h 400"/>
              <a:gd name="T38" fmla="*/ 172 w 412"/>
              <a:gd name="T39" fmla="*/ 50 h 400"/>
              <a:gd name="T40" fmla="*/ 192 w 412"/>
              <a:gd name="T41" fmla="*/ 68 h 400"/>
              <a:gd name="T42" fmla="*/ 214 w 412"/>
              <a:gd name="T43" fmla="*/ 70 h 400"/>
              <a:gd name="T44" fmla="*/ 236 w 412"/>
              <a:gd name="T45" fmla="*/ 56 h 400"/>
              <a:gd name="T46" fmla="*/ 242 w 412"/>
              <a:gd name="T47" fmla="*/ 36 h 400"/>
              <a:gd name="T48" fmla="*/ 232 w 412"/>
              <a:gd name="T49" fmla="*/ 10 h 400"/>
              <a:gd name="T50" fmla="*/ 206 w 412"/>
              <a:gd name="T51" fmla="*/ 0 h 400"/>
              <a:gd name="T52" fmla="*/ 186 w 412"/>
              <a:gd name="T53" fmla="*/ 6 h 400"/>
              <a:gd name="T54" fmla="*/ 170 w 412"/>
              <a:gd name="T55" fmla="*/ 28 h 400"/>
              <a:gd name="T56" fmla="*/ 206 w 412"/>
              <a:gd name="T57" fmla="*/ 400 h 400"/>
              <a:gd name="T58" fmla="*/ 296 w 412"/>
              <a:gd name="T59" fmla="*/ 378 h 400"/>
              <a:gd name="T60" fmla="*/ 366 w 412"/>
              <a:gd name="T61" fmla="*/ 322 h 400"/>
              <a:gd name="T62" fmla="*/ 320 w 412"/>
              <a:gd name="T63" fmla="*/ 250 h 400"/>
              <a:gd name="T64" fmla="*/ 244 w 412"/>
              <a:gd name="T65" fmla="*/ 200 h 400"/>
              <a:gd name="T66" fmla="*/ 206 w 412"/>
              <a:gd name="T67" fmla="*/ 194 h 400"/>
              <a:gd name="T68" fmla="*/ 158 w 412"/>
              <a:gd name="T69" fmla="*/ 234 h 400"/>
              <a:gd name="T70" fmla="*/ 140 w 412"/>
              <a:gd name="T71" fmla="*/ 262 h 400"/>
              <a:gd name="T72" fmla="*/ 118 w 412"/>
              <a:gd name="T73" fmla="*/ 262 h 400"/>
              <a:gd name="T74" fmla="*/ 100 w 412"/>
              <a:gd name="T75" fmla="*/ 244 h 400"/>
              <a:gd name="T76" fmla="*/ 46 w 412"/>
              <a:gd name="T77" fmla="*/ 322 h 400"/>
              <a:gd name="T78" fmla="*/ 96 w 412"/>
              <a:gd name="T79" fmla="*/ 368 h 400"/>
              <a:gd name="T80" fmla="*/ 182 w 412"/>
              <a:gd name="T81" fmla="*/ 398 h 400"/>
              <a:gd name="T82" fmla="*/ 28 w 412"/>
              <a:gd name="T83" fmla="*/ 116 h 400"/>
              <a:gd name="T84" fmla="*/ 56 w 412"/>
              <a:gd name="T85" fmla="*/ 144 h 400"/>
              <a:gd name="T86" fmla="*/ 82 w 412"/>
              <a:gd name="T87" fmla="*/ 126 h 400"/>
              <a:gd name="T88" fmla="*/ 76 w 412"/>
              <a:gd name="T89" fmla="*/ 96 h 400"/>
              <a:gd name="T90" fmla="*/ 46 w 412"/>
              <a:gd name="T91" fmla="*/ 90 h 400"/>
              <a:gd name="T92" fmla="*/ 28 w 412"/>
              <a:gd name="T93" fmla="*/ 116 h 400"/>
              <a:gd name="T94" fmla="*/ 300 w 412"/>
              <a:gd name="T95" fmla="*/ 116 h 400"/>
              <a:gd name="T96" fmla="*/ 298 w 412"/>
              <a:gd name="T97" fmla="*/ 102 h 400"/>
              <a:gd name="T98" fmla="*/ 268 w 412"/>
              <a:gd name="T99" fmla="*/ 82 h 400"/>
              <a:gd name="T100" fmla="*/ 144 w 412"/>
              <a:gd name="T101" fmla="*/ 82 h 400"/>
              <a:gd name="T102" fmla="*/ 122 w 412"/>
              <a:gd name="T103" fmla="*/ 92 h 400"/>
              <a:gd name="T104" fmla="*/ 112 w 412"/>
              <a:gd name="T105" fmla="*/ 116 h 400"/>
              <a:gd name="T106" fmla="*/ 114 w 412"/>
              <a:gd name="T107" fmla="*/ 240 h 400"/>
              <a:gd name="T108" fmla="*/ 128 w 412"/>
              <a:gd name="T109" fmla="*/ 248 h 400"/>
              <a:gd name="T110" fmla="*/ 144 w 412"/>
              <a:gd name="T111" fmla="*/ 234 h 400"/>
              <a:gd name="T112" fmla="*/ 154 w 412"/>
              <a:gd name="T113" fmla="*/ 140 h 400"/>
              <a:gd name="T114" fmla="*/ 158 w 412"/>
              <a:gd name="T115" fmla="*/ 170 h 400"/>
              <a:gd name="T116" fmla="*/ 230 w 412"/>
              <a:gd name="T117" fmla="*/ 164 h 400"/>
              <a:gd name="T118" fmla="*/ 254 w 412"/>
              <a:gd name="T119" fmla="*/ 150 h 400"/>
              <a:gd name="T120" fmla="*/ 268 w 412"/>
              <a:gd name="T121" fmla="*/ 176 h 400"/>
              <a:gd name="T122" fmla="*/ 300 w 412"/>
              <a:gd name="T123" fmla="*/ 192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2" h="400">
                <a:moveTo>
                  <a:pt x="356" y="88"/>
                </a:moveTo>
                <a:lnTo>
                  <a:pt x="356" y="88"/>
                </a:lnTo>
                <a:lnTo>
                  <a:pt x="366" y="90"/>
                </a:lnTo>
                <a:lnTo>
                  <a:pt x="376" y="96"/>
                </a:lnTo>
                <a:lnTo>
                  <a:pt x="382" y="104"/>
                </a:lnTo>
                <a:lnTo>
                  <a:pt x="384" y="116"/>
                </a:lnTo>
                <a:lnTo>
                  <a:pt x="384" y="116"/>
                </a:lnTo>
                <a:lnTo>
                  <a:pt x="382" y="126"/>
                </a:lnTo>
                <a:lnTo>
                  <a:pt x="376" y="136"/>
                </a:lnTo>
                <a:lnTo>
                  <a:pt x="366" y="142"/>
                </a:lnTo>
                <a:lnTo>
                  <a:pt x="356" y="144"/>
                </a:lnTo>
                <a:lnTo>
                  <a:pt x="356" y="144"/>
                </a:lnTo>
                <a:lnTo>
                  <a:pt x="344" y="142"/>
                </a:lnTo>
                <a:lnTo>
                  <a:pt x="336" y="136"/>
                </a:lnTo>
                <a:lnTo>
                  <a:pt x="330" y="126"/>
                </a:lnTo>
                <a:lnTo>
                  <a:pt x="328" y="116"/>
                </a:lnTo>
                <a:lnTo>
                  <a:pt x="328" y="116"/>
                </a:lnTo>
                <a:lnTo>
                  <a:pt x="330" y="104"/>
                </a:lnTo>
                <a:lnTo>
                  <a:pt x="336" y="96"/>
                </a:lnTo>
                <a:lnTo>
                  <a:pt x="344" y="90"/>
                </a:lnTo>
                <a:lnTo>
                  <a:pt x="356" y="88"/>
                </a:lnTo>
                <a:lnTo>
                  <a:pt x="356" y="88"/>
                </a:lnTo>
                <a:close/>
                <a:moveTo>
                  <a:pt x="392" y="156"/>
                </a:moveTo>
                <a:lnTo>
                  <a:pt x="374" y="156"/>
                </a:lnTo>
                <a:lnTo>
                  <a:pt x="356" y="182"/>
                </a:lnTo>
                <a:lnTo>
                  <a:pt x="338" y="156"/>
                </a:lnTo>
                <a:lnTo>
                  <a:pt x="320" y="156"/>
                </a:lnTo>
                <a:lnTo>
                  <a:pt x="320" y="156"/>
                </a:lnTo>
                <a:lnTo>
                  <a:pt x="314" y="156"/>
                </a:lnTo>
                <a:lnTo>
                  <a:pt x="314" y="156"/>
                </a:lnTo>
                <a:lnTo>
                  <a:pt x="314" y="158"/>
                </a:lnTo>
                <a:lnTo>
                  <a:pt x="314" y="204"/>
                </a:lnTo>
                <a:lnTo>
                  <a:pt x="314" y="204"/>
                </a:lnTo>
                <a:lnTo>
                  <a:pt x="336" y="224"/>
                </a:lnTo>
                <a:lnTo>
                  <a:pt x="354" y="244"/>
                </a:lnTo>
                <a:lnTo>
                  <a:pt x="370" y="268"/>
                </a:lnTo>
                <a:lnTo>
                  <a:pt x="386" y="294"/>
                </a:lnTo>
                <a:lnTo>
                  <a:pt x="386" y="294"/>
                </a:lnTo>
                <a:lnTo>
                  <a:pt x="396" y="270"/>
                </a:lnTo>
                <a:lnTo>
                  <a:pt x="404" y="246"/>
                </a:lnTo>
                <a:lnTo>
                  <a:pt x="410" y="220"/>
                </a:lnTo>
                <a:lnTo>
                  <a:pt x="412" y="194"/>
                </a:lnTo>
                <a:lnTo>
                  <a:pt x="412" y="194"/>
                </a:lnTo>
                <a:lnTo>
                  <a:pt x="410" y="166"/>
                </a:lnTo>
                <a:lnTo>
                  <a:pt x="410" y="166"/>
                </a:lnTo>
                <a:lnTo>
                  <a:pt x="406" y="162"/>
                </a:lnTo>
                <a:lnTo>
                  <a:pt x="402" y="158"/>
                </a:lnTo>
                <a:lnTo>
                  <a:pt x="398" y="156"/>
                </a:lnTo>
                <a:lnTo>
                  <a:pt x="392" y="156"/>
                </a:lnTo>
                <a:lnTo>
                  <a:pt x="392" y="156"/>
                </a:lnTo>
                <a:close/>
                <a:moveTo>
                  <a:pt x="98" y="204"/>
                </a:moveTo>
                <a:lnTo>
                  <a:pt x="98" y="156"/>
                </a:lnTo>
                <a:lnTo>
                  <a:pt x="98" y="156"/>
                </a:lnTo>
                <a:lnTo>
                  <a:pt x="92" y="156"/>
                </a:lnTo>
                <a:lnTo>
                  <a:pt x="74" y="156"/>
                </a:lnTo>
                <a:lnTo>
                  <a:pt x="56" y="182"/>
                </a:lnTo>
                <a:lnTo>
                  <a:pt x="38" y="156"/>
                </a:lnTo>
                <a:lnTo>
                  <a:pt x="20" y="156"/>
                </a:lnTo>
                <a:lnTo>
                  <a:pt x="20" y="156"/>
                </a:lnTo>
                <a:lnTo>
                  <a:pt x="14" y="156"/>
                </a:lnTo>
                <a:lnTo>
                  <a:pt x="10" y="158"/>
                </a:lnTo>
                <a:lnTo>
                  <a:pt x="6" y="162"/>
                </a:lnTo>
                <a:lnTo>
                  <a:pt x="2" y="166"/>
                </a:lnTo>
                <a:lnTo>
                  <a:pt x="2" y="166"/>
                </a:lnTo>
                <a:lnTo>
                  <a:pt x="0" y="194"/>
                </a:lnTo>
                <a:lnTo>
                  <a:pt x="0" y="194"/>
                </a:lnTo>
                <a:lnTo>
                  <a:pt x="2" y="220"/>
                </a:lnTo>
                <a:lnTo>
                  <a:pt x="8" y="246"/>
                </a:lnTo>
                <a:lnTo>
                  <a:pt x="16" y="270"/>
                </a:lnTo>
                <a:lnTo>
                  <a:pt x="26" y="294"/>
                </a:lnTo>
                <a:lnTo>
                  <a:pt x="26" y="294"/>
                </a:lnTo>
                <a:lnTo>
                  <a:pt x="42" y="268"/>
                </a:lnTo>
                <a:lnTo>
                  <a:pt x="58" y="244"/>
                </a:lnTo>
                <a:lnTo>
                  <a:pt x="76" y="224"/>
                </a:lnTo>
                <a:lnTo>
                  <a:pt x="98" y="204"/>
                </a:lnTo>
                <a:lnTo>
                  <a:pt x="98" y="204"/>
                </a:lnTo>
                <a:close/>
                <a:moveTo>
                  <a:pt x="170" y="36"/>
                </a:moveTo>
                <a:lnTo>
                  <a:pt x="170" y="36"/>
                </a:lnTo>
                <a:lnTo>
                  <a:pt x="170" y="42"/>
                </a:lnTo>
                <a:lnTo>
                  <a:pt x="172" y="50"/>
                </a:lnTo>
                <a:lnTo>
                  <a:pt x="176" y="56"/>
                </a:lnTo>
                <a:lnTo>
                  <a:pt x="180" y="60"/>
                </a:lnTo>
                <a:lnTo>
                  <a:pt x="186" y="66"/>
                </a:lnTo>
                <a:lnTo>
                  <a:pt x="192" y="68"/>
                </a:lnTo>
                <a:lnTo>
                  <a:pt x="198" y="70"/>
                </a:lnTo>
                <a:lnTo>
                  <a:pt x="206" y="72"/>
                </a:lnTo>
                <a:lnTo>
                  <a:pt x="206" y="72"/>
                </a:lnTo>
                <a:lnTo>
                  <a:pt x="214" y="70"/>
                </a:lnTo>
                <a:lnTo>
                  <a:pt x="220" y="68"/>
                </a:lnTo>
                <a:lnTo>
                  <a:pt x="226" y="66"/>
                </a:lnTo>
                <a:lnTo>
                  <a:pt x="232" y="60"/>
                </a:lnTo>
                <a:lnTo>
                  <a:pt x="236" y="56"/>
                </a:lnTo>
                <a:lnTo>
                  <a:pt x="240" y="50"/>
                </a:lnTo>
                <a:lnTo>
                  <a:pt x="242" y="42"/>
                </a:lnTo>
                <a:lnTo>
                  <a:pt x="242" y="36"/>
                </a:lnTo>
                <a:lnTo>
                  <a:pt x="242" y="36"/>
                </a:lnTo>
                <a:lnTo>
                  <a:pt x="242" y="28"/>
                </a:lnTo>
                <a:lnTo>
                  <a:pt x="240" y="22"/>
                </a:lnTo>
                <a:lnTo>
                  <a:pt x="236" y="16"/>
                </a:lnTo>
                <a:lnTo>
                  <a:pt x="232" y="10"/>
                </a:lnTo>
                <a:lnTo>
                  <a:pt x="226" y="6"/>
                </a:lnTo>
                <a:lnTo>
                  <a:pt x="220" y="2"/>
                </a:lnTo>
                <a:lnTo>
                  <a:pt x="214" y="0"/>
                </a:lnTo>
                <a:lnTo>
                  <a:pt x="206" y="0"/>
                </a:lnTo>
                <a:lnTo>
                  <a:pt x="206" y="0"/>
                </a:lnTo>
                <a:lnTo>
                  <a:pt x="198" y="0"/>
                </a:lnTo>
                <a:lnTo>
                  <a:pt x="192" y="2"/>
                </a:lnTo>
                <a:lnTo>
                  <a:pt x="186" y="6"/>
                </a:lnTo>
                <a:lnTo>
                  <a:pt x="180" y="10"/>
                </a:lnTo>
                <a:lnTo>
                  <a:pt x="176" y="16"/>
                </a:lnTo>
                <a:lnTo>
                  <a:pt x="172" y="22"/>
                </a:lnTo>
                <a:lnTo>
                  <a:pt x="170" y="28"/>
                </a:lnTo>
                <a:lnTo>
                  <a:pt x="170" y="36"/>
                </a:lnTo>
                <a:lnTo>
                  <a:pt x="170" y="36"/>
                </a:lnTo>
                <a:close/>
                <a:moveTo>
                  <a:pt x="206" y="400"/>
                </a:moveTo>
                <a:lnTo>
                  <a:pt x="206" y="400"/>
                </a:lnTo>
                <a:lnTo>
                  <a:pt x="230" y="398"/>
                </a:lnTo>
                <a:lnTo>
                  <a:pt x="254" y="394"/>
                </a:lnTo>
                <a:lnTo>
                  <a:pt x="276" y="388"/>
                </a:lnTo>
                <a:lnTo>
                  <a:pt x="296" y="378"/>
                </a:lnTo>
                <a:lnTo>
                  <a:pt x="316" y="368"/>
                </a:lnTo>
                <a:lnTo>
                  <a:pt x="334" y="354"/>
                </a:lnTo>
                <a:lnTo>
                  <a:pt x="352" y="338"/>
                </a:lnTo>
                <a:lnTo>
                  <a:pt x="366" y="322"/>
                </a:lnTo>
                <a:lnTo>
                  <a:pt x="366" y="322"/>
                </a:lnTo>
                <a:lnTo>
                  <a:pt x="352" y="296"/>
                </a:lnTo>
                <a:lnTo>
                  <a:pt x="336" y="272"/>
                </a:lnTo>
                <a:lnTo>
                  <a:pt x="320" y="250"/>
                </a:lnTo>
                <a:lnTo>
                  <a:pt x="300" y="232"/>
                </a:lnTo>
                <a:lnTo>
                  <a:pt x="280" y="216"/>
                </a:lnTo>
                <a:lnTo>
                  <a:pt x="256" y="204"/>
                </a:lnTo>
                <a:lnTo>
                  <a:pt x="244" y="200"/>
                </a:lnTo>
                <a:lnTo>
                  <a:pt x="232" y="196"/>
                </a:lnTo>
                <a:lnTo>
                  <a:pt x="220" y="194"/>
                </a:lnTo>
                <a:lnTo>
                  <a:pt x="206" y="194"/>
                </a:lnTo>
                <a:lnTo>
                  <a:pt x="206" y="194"/>
                </a:lnTo>
                <a:lnTo>
                  <a:pt x="182" y="196"/>
                </a:lnTo>
                <a:lnTo>
                  <a:pt x="158" y="202"/>
                </a:lnTo>
                <a:lnTo>
                  <a:pt x="158" y="234"/>
                </a:lnTo>
                <a:lnTo>
                  <a:pt x="158" y="234"/>
                </a:lnTo>
                <a:lnTo>
                  <a:pt x="158" y="240"/>
                </a:lnTo>
                <a:lnTo>
                  <a:pt x="156" y="244"/>
                </a:lnTo>
                <a:lnTo>
                  <a:pt x="150" y="254"/>
                </a:lnTo>
                <a:lnTo>
                  <a:pt x="140" y="262"/>
                </a:lnTo>
                <a:lnTo>
                  <a:pt x="134" y="264"/>
                </a:lnTo>
                <a:lnTo>
                  <a:pt x="128" y="264"/>
                </a:lnTo>
                <a:lnTo>
                  <a:pt x="128" y="264"/>
                </a:lnTo>
                <a:lnTo>
                  <a:pt x="118" y="262"/>
                </a:lnTo>
                <a:lnTo>
                  <a:pt x="110" y="258"/>
                </a:lnTo>
                <a:lnTo>
                  <a:pt x="104" y="252"/>
                </a:lnTo>
                <a:lnTo>
                  <a:pt x="100" y="244"/>
                </a:lnTo>
                <a:lnTo>
                  <a:pt x="100" y="244"/>
                </a:lnTo>
                <a:lnTo>
                  <a:pt x="84" y="260"/>
                </a:lnTo>
                <a:lnTo>
                  <a:pt x="70" y="280"/>
                </a:lnTo>
                <a:lnTo>
                  <a:pt x="58" y="300"/>
                </a:lnTo>
                <a:lnTo>
                  <a:pt x="46" y="322"/>
                </a:lnTo>
                <a:lnTo>
                  <a:pt x="46" y="322"/>
                </a:lnTo>
                <a:lnTo>
                  <a:pt x="60" y="338"/>
                </a:lnTo>
                <a:lnTo>
                  <a:pt x="78" y="354"/>
                </a:lnTo>
                <a:lnTo>
                  <a:pt x="96" y="368"/>
                </a:lnTo>
                <a:lnTo>
                  <a:pt x="116" y="378"/>
                </a:lnTo>
                <a:lnTo>
                  <a:pt x="136" y="388"/>
                </a:lnTo>
                <a:lnTo>
                  <a:pt x="158" y="394"/>
                </a:lnTo>
                <a:lnTo>
                  <a:pt x="182" y="398"/>
                </a:lnTo>
                <a:lnTo>
                  <a:pt x="206" y="400"/>
                </a:lnTo>
                <a:lnTo>
                  <a:pt x="206" y="400"/>
                </a:lnTo>
                <a:close/>
                <a:moveTo>
                  <a:pt x="28" y="116"/>
                </a:moveTo>
                <a:lnTo>
                  <a:pt x="28" y="116"/>
                </a:lnTo>
                <a:lnTo>
                  <a:pt x="30" y="126"/>
                </a:lnTo>
                <a:lnTo>
                  <a:pt x="36" y="136"/>
                </a:lnTo>
                <a:lnTo>
                  <a:pt x="46" y="142"/>
                </a:lnTo>
                <a:lnTo>
                  <a:pt x="56" y="144"/>
                </a:lnTo>
                <a:lnTo>
                  <a:pt x="56" y="144"/>
                </a:lnTo>
                <a:lnTo>
                  <a:pt x="68" y="142"/>
                </a:lnTo>
                <a:lnTo>
                  <a:pt x="76" y="136"/>
                </a:lnTo>
                <a:lnTo>
                  <a:pt x="82" y="126"/>
                </a:lnTo>
                <a:lnTo>
                  <a:pt x="84" y="116"/>
                </a:lnTo>
                <a:lnTo>
                  <a:pt x="84" y="116"/>
                </a:lnTo>
                <a:lnTo>
                  <a:pt x="82" y="104"/>
                </a:lnTo>
                <a:lnTo>
                  <a:pt x="76" y="96"/>
                </a:lnTo>
                <a:lnTo>
                  <a:pt x="68" y="90"/>
                </a:lnTo>
                <a:lnTo>
                  <a:pt x="56" y="88"/>
                </a:lnTo>
                <a:lnTo>
                  <a:pt x="56" y="88"/>
                </a:lnTo>
                <a:lnTo>
                  <a:pt x="46" y="90"/>
                </a:lnTo>
                <a:lnTo>
                  <a:pt x="36" y="96"/>
                </a:lnTo>
                <a:lnTo>
                  <a:pt x="30" y="104"/>
                </a:lnTo>
                <a:lnTo>
                  <a:pt x="28" y="116"/>
                </a:lnTo>
                <a:lnTo>
                  <a:pt x="28" y="116"/>
                </a:lnTo>
                <a:close/>
                <a:moveTo>
                  <a:pt x="300" y="192"/>
                </a:moveTo>
                <a:lnTo>
                  <a:pt x="300" y="116"/>
                </a:lnTo>
                <a:lnTo>
                  <a:pt x="300" y="116"/>
                </a:lnTo>
                <a:lnTo>
                  <a:pt x="300" y="116"/>
                </a:lnTo>
                <a:lnTo>
                  <a:pt x="300" y="114"/>
                </a:lnTo>
                <a:lnTo>
                  <a:pt x="300" y="114"/>
                </a:lnTo>
                <a:lnTo>
                  <a:pt x="300" y="108"/>
                </a:lnTo>
                <a:lnTo>
                  <a:pt x="298" y="102"/>
                </a:lnTo>
                <a:lnTo>
                  <a:pt x="290" y="92"/>
                </a:lnTo>
                <a:lnTo>
                  <a:pt x="280" y="84"/>
                </a:lnTo>
                <a:lnTo>
                  <a:pt x="274" y="82"/>
                </a:lnTo>
                <a:lnTo>
                  <a:pt x="268" y="82"/>
                </a:lnTo>
                <a:lnTo>
                  <a:pt x="232" y="82"/>
                </a:lnTo>
                <a:lnTo>
                  <a:pt x="206" y="116"/>
                </a:lnTo>
                <a:lnTo>
                  <a:pt x="180" y="82"/>
                </a:lnTo>
                <a:lnTo>
                  <a:pt x="144" y="82"/>
                </a:lnTo>
                <a:lnTo>
                  <a:pt x="144" y="82"/>
                </a:lnTo>
                <a:lnTo>
                  <a:pt x="138" y="82"/>
                </a:lnTo>
                <a:lnTo>
                  <a:pt x="132" y="84"/>
                </a:lnTo>
                <a:lnTo>
                  <a:pt x="122" y="92"/>
                </a:lnTo>
                <a:lnTo>
                  <a:pt x="114" y="102"/>
                </a:lnTo>
                <a:lnTo>
                  <a:pt x="112" y="108"/>
                </a:lnTo>
                <a:lnTo>
                  <a:pt x="112" y="114"/>
                </a:lnTo>
                <a:lnTo>
                  <a:pt x="112" y="116"/>
                </a:lnTo>
                <a:lnTo>
                  <a:pt x="112" y="130"/>
                </a:lnTo>
                <a:lnTo>
                  <a:pt x="112" y="234"/>
                </a:lnTo>
                <a:lnTo>
                  <a:pt x="112" y="234"/>
                </a:lnTo>
                <a:lnTo>
                  <a:pt x="114" y="240"/>
                </a:lnTo>
                <a:lnTo>
                  <a:pt x="116" y="244"/>
                </a:lnTo>
                <a:lnTo>
                  <a:pt x="122" y="248"/>
                </a:lnTo>
                <a:lnTo>
                  <a:pt x="128" y="248"/>
                </a:lnTo>
                <a:lnTo>
                  <a:pt x="128" y="248"/>
                </a:lnTo>
                <a:lnTo>
                  <a:pt x="134" y="248"/>
                </a:lnTo>
                <a:lnTo>
                  <a:pt x="138" y="244"/>
                </a:lnTo>
                <a:lnTo>
                  <a:pt x="142" y="240"/>
                </a:lnTo>
                <a:lnTo>
                  <a:pt x="144" y="234"/>
                </a:lnTo>
                <a:lnTo>
                  <a:pt x="144" y="130"/>
                </a:lnTo>
                <a:lnTo>
                  <a:pt x="144" y="130"/>
                </a:lnTo>
                <a:lnTo>
                  <a:pt x="150" y="134"/>
                </a:lnTo>
                <a:lnTo>
                  <a:pt x="154" y="140"/>
                </a:lnTo>
                <a:lnTo>
                  <a:pt x="158" y="148"/>
                </a:lnTo>
                <a:lnTo>
                  <a:pt x="158" y="156"/>
                </a:lnTo>
                <a:lnTo>
                  <a:pt x="158" y="170"/>
                </a:lnTo>
                <a:lnTo>
                  <a:pt x="158" y="170"/>
                </a:lnTo>
                <a:lnTo>
                  <a:pt x="182" y="164"/>
                </a:lnTo>
                <a:lnTo>
                  <a:pt x="206" y="162"/>
                </a:lnTo>
                <a:lnTo>
                  <a:pt x="206" y="162"/>
                </a:lnTo>
                <a:lnTo>
                  <a:pt x="230" y="164"/>
                </a:lnTo>
                <a:lnTo>
                  <a:pt x="254" y="170"/>
                </a:lnTo>
                <a:lnTo>
                  <a:pt x="254" y="158"/>
                </a:lnTo>
                <a:lnTo>
                  <a:pt x="254" y="158"/>
                </a:lnTo>
                <a:lnTo>
                  <a:pt x="254" y="150"/>
                </a:lnTo>
                <a:lnTo>
                  <a:pt x="258" y="142"/>
                </a:lnTo>
                <a:lnTo>
                  <a:pt x="262" y="136"/>
                </a:lnTo>
                <a:lnTo>
                  <a:pt x="268" y="132"/>
                </a:lnTo>
                <a:lnTo>
                  <a:pt x="268" y="176"/>
                </a:lnTo>
                <a:lnTo>
                  <a:pt x="268" y="176"/>
                </a:lnTo>
                <a:lnTo>
                  <a:pt x="284" y="184"/>
                </a:lnTo>
                <a:lnTo>
                  <a:pt x="300" y="192"/>
                </a:lnTo>
                <a:lnTo>
                  <a:pt x="300" y="192"/>
                </a:lnTo>
                <a:close/>
              </a:path>
            </a:pathLst>
          </a:custGeom>
          <a:solidFill>
            <a:srgbClr val="021F41"/>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0" name="Freeform 4851">
            <a:extLst>
              <a:ext uri="{FF2B5EF4-FFF2-40B4-BE49-F238E27FC236}">
                <a16:creationId xmlns:a16="http://schemas.microsoft.com/office/drawing/2014/main" id="{BFBFA970-B6D2-75F9-4EC5-46F8EA1A2F30}"/>
              </a:ext>
            </a:extLst>
          </p:cNvPr>
          <p:cNvSpPr>
            <a:spLocks noEditPoints="1"/>
          </p:cNvSpPr>
          <p:nvPr/>
        </p:nvSpPr>
        <p:spPr bwMode="auto">
          <a:xfrm>
            <a:off x="5308924" y="5271149"/>
            <a:ext cx="438669" cy="463039"/>
          </a:xfrm>
          <a:custGeom>
            <a:avLst/>
            <a:gdLst>
              <a:gd name="T0" fmla="*/ 248 w 360"/>
              <a:gd name="T1" fmla="*/ 8 h 380"/>
              <a:gd name="T2" fmla="*/ 274 w 360"/>
              <a:gd name="T3" fmla="*/ 0 h 380"/>
              <a:gd name="T4" fmla="*/ 298 w 360"/>
              <a:gd name="T5" fmla="*/ 28 h 380"/>
              <a:gd name="T6" fmla="*/ 280 w 360"/>
              <a:gd name="T7" fmla="*/ 56 h 380"/>
              <a:gd name="T8" fmla="*/ 258 w 360"/>
              <a:gd name="T9" fmla="*/ 56 h 380"/>
              <a:gd name="T10" fmla="*/ 240 w 360"/>
              <a:gd name="T11" fmla="*/ 28 h 380"/>
              <a:gd name="T12" fmla="*/ 344 w 360"/>
              <a:gd name="T13" fmla="*/ 88 h 380"/>
              <a:gd name="T14" fmla="*/ 288 w 360"/>
              <a:gd name="T15" fmla="*/ 68 h 380"/>
              <a:gd name="T16" fmla="*/ 214 w 360"/>
              <a:gd name="T17" fmla="*/ 70 h 380"/>
              <a:gd name="T18" fmla="*/ 194 w 360"/>
              <a:gd name="T19" fmla="*/ 90 h 380"/>
              <a:gd name="T20" fmla="*/ 224 w 360"/>
              <a:gd name="T21" fmla="*/ 114 h 380"/>
              <a:gd name="T22" fmla="*/ 248 w 360"/>
              <a:gd name="T23" fmla="*/ 166 h 380"/>
              <a:gd name="T24" fmla="*/ 234 w 360"/>
              <a:gd name="T25" fmla="*/ 208 h 380"/>
              <a:gd name="T26" fmla="*/ 278 w 360"/>
              <a:gd name="T27" fmla="*/ 214 h 380"/>
              <a:gd name="T28" fmla="*/ 310 w 360"/>
              <a:gd name="T29" fmla="*/ 244 h 380"/>
              <a:gd name="T30" fmla="*/ 332 w 360"/>
              <a:gd name="T31" fmla="*/ 200 h 380"/>
              <a:gd name="T32" fmla="*/ 348 w 360"/>
              <a:gd name="T33" fmla="*/ 208 h 380"/>
              <a:gd name="T34" fmla="*/ 360 w 360"/>
              <a:gd name="T35" fmla="*/ 190 h 380"/>
              <a:gd name="T36" fmla="*/ 102 w 360"/>
              <a:gd name="T37" fmla="*/ 56 h 380"/>
              <a:gd name="T38" fmla="*/ 120 w 360"/>
              <a:gd name="T39" fmla="*/ 28 h 380"/>
              <a:gd name="T40" fmla="*/ 98 w 360"/>
              <a:gd name="T41" fmla="*/ 0 h 380"/>
              <a:gd name="T42" fmla="*/ 70 w 360"/>
              <a:gd name="T43" fmla="*/ 8 h 380"/>
              <a:gd name="T44" fmla="*/ 62 w 360"/>
              <a:gd name="T45" fmla="*/ 34 h 380"/>
              <a:gd name="T46" fmla="*/ 92 w 360"/>
              <a:gd name="T47" fmla="*/ 58 h 380"/>
              <a:gd name="T48" fmla="*/ 50 w 360"/>
              <a:gd name="T49" fmla="*/ 244 h 380"/>
              <a:gd name="T50" fmla="*/ 74 w 360"/>
              <a:gd name="T51" fmla="*/ 218 h 380"/>
              <a:gd name="T52" fmla="*/ 126 w 360"/>
              <a:gd name="T53" fmla="*/ 208 h 380"/>
              <a:gd name="T54" fmla="*/ 112 w 360"/>
              <a:gd name="T55" fmla="*/ 166 h 380"/>
              <a:gd name="T56" fmla="*/ 128 w 360"/>
              <a:gd name="T57" fmla="*/ 122 h 380"/>
              <a:gd name="T58" fmla="*/ 166 w 360"/>
              <a:gd name="T59" fmla="*/ 90 h 380"/>
              <a:gd name="T60" fmla="*/ 154 w 360"/>
              <a:gd name="T61" fmla="*/ 74 h 380"/>
              <a:gd name="T62" fmla="*/ 72 w 360"/>
              <a:gd name="T63" fmla="*/ 68 h 380"/>
              <a:gd name="T64" fmla="*/ 20 w 360"/>
              <a:gd name="T65" fmla="*/ 80 h 380"/>
              <a:gd name="T66" fmla="*/ 0 w 360"/>
              <a:gd name="T67" fmla="*/ 190 h 380"/>
              <a:gd name="T68" fmla="*/ 12 w 360"/>
              <a:gd name="T69" fmla="*/ 208 h 380"/>
              <a:gd name="T70" fmla="*/ 28 w 360"/>
              <a:gd name="T71" fmla="*/ 200 h 380"/>
              <a:gd name="T72" fmla="*/ 170 w 360"/>
              <a:gd name="T73" fmla="*/ 118 h 380"/>
              <a:gd name="T74" fmla="*/ 136 w 360"/>
              <a:gd name="T75" fmla="*/ 146 h 380"/>
              <a:gd name="T76" fmla="*/ 136 w 360"/>
              <a:gd name="T77" fmla="*/ 184 h 380"/>
              <a:gd name="T78" fmla="*/ 170 w 360"/>
              <a:gd name="T79" fmla="*/ 214 h 380"/>
              <a:gd name="T80" fmla="*/ 208 w 360"/>
              <a:gd name="T81" fmla="*/ 206 h 380"/>
              <a:gd name="T82" fmla="*/ 228 w 360"/>
              <a:gd name="T83" fmla="*/ 166 h 380"/>
              <a:gd name="T84" fmla="*/ 214 w 360"/>
              <a:gd name="T85" fmla="*/ 132 h 380"/>
              <a:gd name="T86" fmla="*/ 296 w 360"/>
              <a:gd name="T87" fmla="*/ 260 h 380"/>
              <a:gd name="T88" fmla="*/ 288 w 360"/>
              <a:gd name="T89" fmla="*/ 246 h 380"/>
              <a:gd name="T90" fmla="*/ 180 w 360"/>
              <a:gd name="T91" fmla="*/ 278 h 380"/>
              <a:gd name="T92" fmla="*/ 82 w 360"/>
              <a:gd name="T93" fmla="*/ 236 h 380"/>
              <a:gd name="T94" fmla="*/ 64 w 360"/>
              <a:gd name="T95" fmla="*/ 260 h 380"/>
              <a:gd name="T96" fmla="*/ 106 w 360"/>
              <a:gd name="T97" fmla="*/ 304 h 380"/>
              <a:gd name="T98" fmla="*/ 146 w 360"/>
              <a:gd name="T99" fmla="*/ 378 h 380"/>
              <a:gd name="T100" fmla="*/ 214 w 360"/>
              <a:gd name="T101" fmla="*/ 378 h 380"/>
              <a:gd name="T102" fmla="*/ 264 w 360"/>
              <a:gd name="T103" fmla="*/ 362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60" h="380">
                <a:moveTo>
                  <a:pt x="240" y="28"/>
                </a:moveTo>
                <a:lnTo>
                  <a:pt x="240" y="28"/>
                </a:lnTo>
                <a:lnTo>
                  <a:pt x="240" y="22"/>
                </a:lnTo>
                <a:lnTo>
                  <a:pt x="242" y="18"/>
                </a:lnTo>
                <a:lnTo>
                  <a:pt x="248" y="8"/>
                </a:lnTo>
                <a:lnTo>
                  <a:pt x="258" y="2"/>
                </a:lnTo>
                <a:lnTo>
                  <a:pt x="262" y="0"/>
                </a:lnTo>
                <a:lnTo>
                  <a:pt x="268" y="0"/>
                </a:lnTo>
                <a:lnTo>
                  <a:pt x="268" y="0"/>
                </a:lnTo>
                <a:lnTo>
                  <a:pt x="274" y="0"/>
                </a:lnTo>
                <a:lnTo>
                  <a:pt x="280" y="2"/>
                </a:lnTo>
                <a:lnTo>
                  <a:pt x="290" y="8"/>
                </a:lnTo>
                <a:lnTo>
                  <a:pt x="296" y="18"/>
                </a:lnTo>
                <a:lnTo>
                  <a:pt x="298" y="22"/>
                </a:lnTo>
                <a:lnTo>
                  <a:pt x="298" y="28"/>
                </a:lnTo>
                <a:lnTo>
                  <a:pt x="298" y="28"/>
                </a:lnTo>
                <a:lnTo>
                  <a:pt x="298" y="34"/>
                </a:lnTo>
                <a:lnTo>
                  <a:pt x="296" y="40"/>
                </a:lnTo>
                <a:lnTo>
                  <a:pt x="290" y="50"/>
                </a:lnTo>
                <a:lnTo>
                  <a:pt x="280" y="56"/>
                </a:lnTo>
                <a:lnTo>
                  <a:pt x="274" y="58"/>
                </a:lnTo>
                <a:lnTo>
                  <a:pt x="268" y="58"/>
                </a:lnTo>
                <a:lnTo>
                  <a:pt x="268" y="58"/>
                </a:lnTo>
                <a:lnTo>
                  <a:pt x="262" y="58"/>
                </a:lnTo>
                <a:lnTo>
                  <a:pt x="258" y="56"/>
                </a:lnTo>
                <a:lnTo>
                  <a:pt x="248" y="50"/>
                </a:lnTo>
                <a:lnTo>
                  <a:pt x="242" y="40"/>
                </a:lnTo>
                <a:lnTo>
                  <a:pt x="240" y="34"/>
                </a:lnTo>
                <a:lnTo>
                  <a:pt x="240" y="28"/>
                </a:lnTo>
                <a:lnTo>
                  <a:pt x="240" y="28"/>
                </a:lnTo>
                <a:close/>
                <a:moveTo>
                  <a:pt x="360" y="190"/>
                </a:moveTo>
                <a:lnTo>
                  <a:pt x="344" y="90"/>
                </a:lnTo>
                <a:lnTo>
                  <a:pt x="344" y="90"/>
                </a:lnTo>
                <a:lnTo>
                  <a:pt x="344" y="88"/>
                </a:lnTo>
                <a:lnTo>
                  <a:pt x="344" y="88"/>
                </a:lnTo>
                <a:lnTo>
                  <a:pt x="340" y="80"/>
                </a:lnTo>
                <a:lnTo>
                  <a:pt x="332" y="74"/>
                </a:lnTo>
                <a:lnTo>
                  <a:pt x="324" y="70"/>
                </a:lnTo>
                <a:lnTo>
                  <a:pt x="314" y="68"/>
                </a:lnTo>
                <a:lnTo>
                  <a:pt x="288" y="68"/>
                </a:lnTo>
                <a:lnTo>
                  <a:pt x="270" y="102"/>
                </a:lnTo>
                <a:lnTo>
                  <a:pt x="250" y="68"/>
                </a:lnTo>
                <a:lnTo>
                  <a:pt x="222" y="68"/>
                </a:lnTo>
                <a:lnTo>
                  <a:pt x="222" y="68"/>
                </a:lnTo>
                <a:lnTo>
                  <a:pt x="214" y="70"/>
                </a:lnTo>
                <a:lnTo>
                  <a:pt x="206" y="74"/>
                </a:lnTo>
                <a:lnTo>
                  <a:pt x="198" y="80"/>
                </a:lnTo>
                <a:lnTo>
                  <a:pt x="194" y="88"/>
                </a:lnTo>
                <a:lnTo>
                  <a:pt x="194" y="88"/>
                </a:lnTo>
                <a:lnTo>
                  <a:pt x="194" y="90"/>
                </a:lnTo>
                <a:lnTo>
                  <a:pt x="192" y="98"/>
                </a:lnTo>
                <a:lnTo>
                  <a:pt x="192" y="98"/>
                </a:lnTo>
                <a:lnTo>
                  <a:pt x="204" y="102"/>
                </a:lnTo>
                <a:lnTo>
                  <a:pt x="214" y="106"/>
                </a:lnTo>
                <a:lnTo>
                  <a:pt x="224" y="114"/>
                </a:lnTo>
                <a:lnTo>
                  <a:pt x="232" y="122"/>
                </a:lnTo>
                <a:lnTo>
                  <a:pt x="240" y="132"/>
                </a:lnTo>
                <a:lnTo>
                  <a:pt x="244" y="142"/>
                </a:lnTo>
                <a:lnTo>
                  <a:pt x="248" y="154"/>
                </a:lnTo>
                <a:lnTo>
                  <a:pt x="248" y="166"/>
                </a:lnTo>
                <a:lnTo>
                  <a:pt x="248" y="166"/>
                </a:lnTo>
                <a:lnTo>
                  <a:pt x="248" y="178"/>
                </a:lnTo>
                <a:lnTo>
                  <a:pt x="246" y="188"/>
                </a:lnTo>
                <a:lnTo>
                  <a:pt x="240" y="198"/>
                </a:lnTo>
                <a:lnTo>
                  <a:pt x="234" y="208"/>
                </a:lnTo>
                <a:lnTo>
                  <a:pt x="250" y="208"/>
                </a:lnTo>
                <a:lnTo>
                  <a:pt x="250" y="208"/>
                </a:lnTo>
                <a:lnTo>
                  <a:pt x="260" y="208"/>
                </a:lnTo>
                <a:lnTo>
                  <a:pt x="270" y="210"/>
                </a:lnTo>
                <a:lnTo>
                  <a:pt x="278" y="214"/>
                </a:lnTo>
                <a:lnTo>
                  <a:pt x="286" y="218"/>
                </a:lnTo>
                <a:lnTo>
                  <a:pt x="294" y="222"/>
                </a:lnTo>
                <a:lnTo>
                  <a:pt x="300" y="228"/>
                </a:lnTo>
                <a:lnTo>
                  <a:pt x="306" y="236"/>
                </a:lnTo>
                <a:lnTo>
                  <a:pt x="310" y="244"/>
                </a:lnTo>
                <a:lnTo>
                  <a:pt x="308" y="118"/>
                </a:lnTo>
                <a:lnTo>
                  <a:pt x="318" y="118"/>
                </a:lnTo>
                <a:lnTo>
                  <a:pt x="330" y="196"/>
                </a:lnTo>
                <a:lnTo>
                  <a:pt x="330" y="196"/>
                </a:lnTo>
                <a:lnTo>
                  <a:pt x="332" y="200"/>
                </a:lnTo>
                <a:lnTo>
                  <a:pt x="336" y="204"/>
                </a:lnTo>
                <a:lnTo>
                  <a:pt x="340" y="208"/>
                </a:lnTo>
                <a:lnTo>
                  <a:pt x="346" y="208"/>
                </a:lnTo>
                <a:lnTo>
                  <a:pt x="346" y="208"/>
                </a:lnTo>
                <a:lnTo>
                  <a:pt x="348" y="208"/>
                </a:lnTo>
                <a:lnTo>
                  <a:pt x="348" y="208"/>
                </a:lnTo>
                <a:lnTo>
                  <a:pt x="354" y="206"/>
                </a:lnTo>
                <a:lnTo>
                  <a:pt x="358" y="202"/>
                </a:lnTo>
                <a:lnTo>
                  <a:pt x="360" y="196"/>
                </a:lnTo>
                <a:lnTo>
                  <a:pt x="360" y="190"/>
                </a:lnTo>
                <a:lnTo>
                  <a:pt x="360" y="190"/>
                </a:lnTo>
                <a:close/>
                <a:moveTo>
                  <a:pt x="92" y="58"/>
                </a:moveTo>
                <a:lnTo>
                  <a:pt x="92" y="58"/>
                </a:lnTo>
                <a:lnTo>
                  <a:pt x="98" y="58"/>
                </a:lnTo>
                <a:lnTo>
                  <a:pt x="102" y="56"/>
                </a:lnTo>
                <a:lnTo>
                  <a:pt x="112" y="50"/>
                </a:lnTo>
                <a:lnTo>
                  <a:pt x="118" y="40"/>
                </a:lnTo>
                <a:lnTo>
                  <a:pt x="120" y="34"/>
                </a:lnTo>
                <a:lnTo>
                  <a:pt x="120" y="28"/>
                </a:lnTo>
                <a:lnTo>
                  <a:pt x="120" y="28"/>
                </a:lnTo>
                <a:lnTo>
                  <a:pt x="120" y="22"/>
                </a:lnTo>
                <a:lnTo>
                  <a:pt x="118" y="18"/>
                </a:lnTo>
                <a:lnTo>
                  <a:pt x="112" y="8"/>
                </a:lnTo>
                <a:lnTo>
                  <a:pt x="102" y="2"/>
                </a:lnTo>
                <a:lnTo>
                  <a:pt x="98" y="0"/>
                </a:lnTo>
                <a:lnTo>
                  <a:pt x="92" y="0"/>
                </a:lnTo>
                <a:lnTo>
                  <a:pt x="92" y="0"/>
                </a:lnTo>
                <a:lnTo>
                  <a:pt x="86" y="0"/>
                </a:lnTo>
                <a:lnTo>
                  <a:pt x="80" y="2"/>
                </a:lnTo>
                <a:lnTo>
                  <a:pt x="70" y="8"/>
                </a:lnTo>
                <a:lnTo>
                  <a:pt x="64" y="18"/>
                </a:lnTo>
                <a:lnTo>
                  <a:pt x="62" y="22"/>
                </a:lnTo>
                <a:lnTo>
                  <a:pt x="62" y="28"/>
                </a:lnTo>
                <a:lnTo>
                  <a:pt x="62" y="28"/>
                </a:lnTo>
                <a:lnTo>
                  <a:pt x="62" y="34"/>
                </a:lnTo>
                <a:lnTo>
                  <a:pt x="64" y="40"/>
                </a:lnTo>
                <a:lnTo>
                  <a:pt x="70" y="50"/>
                </a:lnTo>
                <a:lnTo>
                  <a:pt x="80" y="56"/>
                </a:lnTo>
                <a:lnTo>
                  <a:pt x="86" y="58"/>
                </a:lnTo>
                <a:lnTo>
                  <a:pt x="92" y="58"/>
                </a:lnTo>
                <a:lnTo>
                  <a:pt x="92" y="58"/>
                </a:lnTo>
                <a:close/>
                <a:moveTo>
                  <a:pt x="30" y="196"/>
                </a:moveTo>
                <a:lnTo>
                  <a:pt x="42" y="118"/>
                </a:lnTo>
                <a:lnTo>
                  <a:pt x="52" y="118"/>
                </a:lnTo>
                <a:lnTo>
                  <a:pt x="50" y="244"/>
                </a:lnTo>
                <a:lnTo>
                  <a:pt x="50" y="244"/>
                </a:lnTo>
                <a:lnTo>
                  <a:pt x="54" y="236"/>
                </a:lnTo>
                <a:lnTo>
                  <a:pt x="60" y="228"/>
                </a:lnTo>
                <a:lnTo>
                  <a:pt x="66" y="222"/>
                </a:lnTo>
                <a:lnTo>
                  <a:pt x="74" y="218"/>
                </a:lnTo>
                <a:lnTo>
                  <a:pt x="82" y="214"/>
                </a:lnTo>
                <a:lnTo>
                  <a:pt x="90" y="210"/>
                </a:lnTo>
                <a:lnTo>
                  <a:pt x="100" y="208"/>
                </a:lnTo>
                <a:lnTo>
                  <a:pt x="110" y="208"/>
                </a:lnTo>
                <a:lnTo>
                  <a:pt x="126" y="208"/>
                </a:lnTo>
                <a:lnTo>
                  <a:pt x="126" y="208"/>
                </a:lnTo>
                <a:lnTo>
                  <a:pt x="120" y="198"/>
                </a:lnTo>
                <a:lnTo>
                  <a:pt x="114" y="188"/>
                </a:lnTo>
                <a:lnTo>
                  <a:pt x="112" y="178"/>
                </a:lnTo>
                <a:lnTo>
                  <a:pt x="112" y="166"/>
                </a:lnTo>
                <a:lnTo>
                  <a:pt x="112" y="166"/>
                </a:lnTo>
                <a:lnTo>
                  <a:pt x="112" y="154"/>
                </a:lnTo>
                <a:lnTo>
                  <a:pt x="116" y="142"/>
                </a:lnTo>
                <a:lnTo>
                  <a:pt x="120" y="132"/>
                </a:lnTo>
                <a:lnTo>
                  <a:pt x="128" y="122"/>
                </a:lnTo>
                <a:lnTo>
                  <a:pt x="136" y="114"/>
                </a:lnTo>
                <a:lnTo>
                  <a:pt x="146" y="106"/>
                </a:lnTo>
                <a:lnTo>
                  <a:pt x="156" y="102"/>
                </a:lnTo>
                <a:lnTo>
                  <a:pt x="168" y="98"/>
                </a:lnTo>
                <a:lnTo>
                  <a:pt x="166" y="90"/>
                </a:lnTo>
                <a:lnTo>
                  <a:pt x="166" y="90"/>
                </a:lnTo>
                <a:lnTo>
                  <a:pt x="166" y="88"/>
                </a:lnTo>
                <a:lnTo>
                  <a:pt x="166" y="88"/>
                </a:lnTo>
                <a:lnTo>
                  <a:pt x="162" y="80"/>
                </a:lnTo>
                <a:lnTo>
                  <a:pt x="154" y="74"/>
                </a:lnTo>
                <a:lnTo>
                  <a:pt x="146" y="70"/>
                </a:lnTo>
                <a:lnTo>
                  <a:pt x="138" y="68"/>
                </a:lnTo>
                <a:lnTo>
                  <a:pt x="110" y="68"/>
                </a:lnTo>
                <a:lnTo>
                  <a:pt x="90" y="102"/>
                </a:lnTo>
                <a:lnTo>
                  <a:pt x="72" y="68"/>
                </a:lnTo>
                <a:lnTo>
                  <a:pt x="46" y="68"/>
                </a:lnTo>
                <a:lnTo>
                  <a:pt x="46" y="68"/>
                </a:lnTo>
                <a:lnTo>
                  <a:pt x="36" y="70"/>
                </a:lnTo>
                <a:lnTo>
                  <a:pt x="28" y="74"/>
                </a:lnTo>
                <a:lnTo>
                  <a:pt x="20" y="80"/>
                </a:lnTo>
                <a:lnTo>
                  <a:pt x="16" y="88"/>
                </a:lnTo>
                <a:lnTo>
                  <a:pt x="16" y="88"/>
                </a:lnTo>
                <a:lnTo>
                  <a:pt x="16" y="90"/>
                </a:lnTo>
                <a:lnTo>
                  <a:pt x="0" y="190"/>
                </a:lnTo>
                <a:lnTo>
                  <a:pt x="0" y="190"/>
                </a:lnTo>
                <a:lnTo>
                  <a:pt x="0" y="196"/>
                </a:lnTo>
                <a:lnTo>
                  <a:pt x="2" y="202"/>
                </a:lnTo>
                <a:lnTo>
                  <a:pt x="6" y="206"/>
                </a:lnTo>
                <a:lnTo>
                  <a:pt x="12" y="208"/>
                </a:lnTo>
                <a:lnTo>
                  <a:pt x="12" y="208"/>
                </a:lnTo>
                <a:lnTo>
                  <a:pt x="14" y="208"/>
                </a:lnTo>
                <a:lnTo>
                  <a:pt x="14" y="208"/>
                </a:lnTo>
                <a:lnTo>
                  <a:pt x="20" y="208"/>
                </a:lnTo>
                <a:lnTo>
                  <a:pt x="24" y="204"/>
                </a:lnTo>
                <a:lnTo>
                  <a:pt x="28" y="200"/>
                </a:lnTo>
                <a:lnTo>
                  <a:pt x="30" y="196"/>
                </a:lnTo>
                <a:lnTo>
                  <a:pt x="30" y="196"/>
                </a:lnTo>
                <a:close/>
                <a:moveTo>
                  <a:pt x="180" y="118"/>
                </a:moveTo>
                <a:lnTo>
                  <a:pt x="180" y="118"/>
                </a:lnTo>
                <a:lnTo>
                  <a:pt x="170" y="118"/>
                </a:lnTo>
                <a:lnTo>
                  <a:pt x="162" y="120"/>
                </a:lnTo>
                <a:lnTo>
                  <a:pt x="152" y="126"/>
                </a:lnTo>
                <a:lnTo>
                  <a:pt x="146" y="132"/>
                </a:lnTo>
                <a:lnTo>
                  <a:pt x="140" y="138"/>
                </a:lnTo>
                <a:lnTo>
                  <a:pt x="136" y="146"/>
                </a:lnTo>
                <a:lnTo>
                  <a:pt x="132" y="156"/>
                </a:lnTo>
                <a:lnTo>
                  <a:pt x="132" y="166"/>
                </a:lnTo>
                <a:lnTo>
                  <a:pt x="132" y="166"/>
                </a:lnTo>
                <a:lnTo>
                  <a:pt x="132" y="176"/>
                </a:lnTo>
                <a:lnTo>
                  <a:pt x="136" y="184"/>
                </a:lnTo>
                <a:lnTo>
                  <a:pt x="140" y="194"/>
                </a:lnTo>
                <a:lnTo>
                  <a:pt x="146" y="200"/>
                </a:lnTo>
                <a:lnTo>
                  <a:pt x="152" y="206"/>
                </a:lnTo>
                <a:lnTo>
                  <a:pt x="162" y="210"/>
                </a:lnTo>
                <a:lnTo>
                  <a:pt x="170" y="214"/>
                </a:lnTo>
                <a:lnTo>
                  <a:pt x="180" y="214"/>
                </a:lnTo>
                <a:lnTo>
                  <a:pt x="180" y="214"/>
                </a:lnTo>
                <a:lnTo>
                  <a:pt x="190" y="214"/>
                </a:lnTo>
                <a:lnTo>
                  <a:pt x="200" y="210"/>
                </a:lnTo>
                <a:lnTo>
                  <a:pt x="208" y="206"/>
                </a:lnTo>
                <a:lnTo>
                  <a:pt x="214" y="200"/>
                </a:lnTo>
                <a:lnTo>
                  <a:pt x="220" y="194"/>
                </a:lnTo>
                <a:lnTo>
                  <a:pt x="224" y="184"/>
                </a:lnTo>
                <a:lnTo>
                  <a:pt x="228" y="176"/>
                </a:lnTo>
                <a:lnTo>
                  <a:pt x="228" y="166"/>
                </a:lnTo>
                <a:lnTo>
                  <a:pt x="228" y="166"/>
                </a:lnTo>
                <a:lnTo>
                  <a:pt x="228" y="156"/>
                </a:lnTo>
                <a:lnTo>
                  <a:pt x="224" y="146"/>
                </a:lnTo>
                <a:lnTo>
                  <a:pt x="220" y="138"/>
                </a:lnTo>
                <a:lnTo>
                  <a:pt x="214" y="132"/>
                </a:lnTo>
                <a:lnTo>
                  <a:pt x="208" y="126"/>
                </a:lnTo>
                <a:lnTo>
                  <a:pt x="200" y="120"/>
                </a:lnTo>
                <a:lnTo>
                  <a:pt x="190" y="118"/>
                </a:lnTo>
                <a:lnTo>
                  <a:pt x="180" y="118"/>
                </a:lnTo>
                <a:close/>
                <a:moveTo>
                  <a:pt x="296" y="260"/>
                </a:moveTo>
                <a:lnTo>
                  <a:pt x="296" y="260"/>
                </a:lnTo>
                <a:lnTo>
                  <a:pt x="294" y="258"/>
                </a:lnTo>
                <a:lnTo>
                  <a:pt x="294" y="258"/>
                </a:lnTo>
                <a:lnTo>
                  <a:pt x="292" y="252"/>
                </a:lnTo>
                <a:lnTo>
                  <a:pt x="288" y="246"/>
                </a:lnTo>
                <a:lnTo>
                  <a:pt x="278" y="236"/>
                </a:lnTo>
                <a:lnTo>
                  <a:pt x="266" y="230"/>
                </a:lnTo>
                <a:lnTo>
                  <a:pt x="250" y="228"/>
                </a:lnTo>
                <a:lnTo>
                  <a:pt x="210" y="228"/>
                </a:lnTo>
                <a:lnTo>
                  <a:pt x="180" y="278"/>
                </a:lnTo>
                <a:lnTo>
                  <a:pt x="150" y="228"/>
                </a:lnTo>
                <a:lnTo>
                  <a:pt x="110" y="228"/>
                </a:lnTo>
                <a:lnTo>
                  <a:pt x="110" y="228"/>
                </a:lnTo>
                <a:lnTo>
                  <a:pt x="94" y="230"/>
                </a:lnTo>
                <a:lnTo>
                  <a:pt x="82" y="236"/>
                </a:lnTo>
                <a:lnTo>
                  <a:pt x="72" y="246"/>
                </a:lnTo>
                <a:lnTo>
                  <a:pt x="68" y="252"/>
                </a:lnTo>
                <a:lnTo>
                  <a:pt x="66" y="258"/>
                </a:lnTo>
                <a:lnTo>
                  <a:pt x="66" y="258"/>
                </a:lnTo>
                <a:lnTo>
                  <a:pt x="64" y="260"/>
                </a:lnTo>
                <a:lnTo>
                  <a:pt x="52" y="336"/>
                </a:lnTo>
                <a:lnTo>
                  <a:pt x="52" y="336"/>
                </a:lnTo>
                <a:lnTo>
                  <a:pt x="72" y="352"/>
                </a:lnTo>
                <a:lnTo>
                  <a:pt x="96" y="362"/>
                </a:lnTo>
                <a:lnTo>
                  <a:pt x="106" y="304"/>
                </a:lnTo>
                <a:lnTo>
                  <a:pt x="118" y="304"/>
                </a:lnTo>
                <a:lnTo>
                  <a:pt x="114" y="370"/>
                </a:lnTo>
                <a:lnTo>
                  <a:pt x="114" y="370"/>
                </a:lnTo>
                <a:lnTo>
                  <a:pt x="130" y="374"/>
                </a:lnTo>
                <a:lnTo>
                  <a:pt x="146" y="378"/>
                </a:lnTo>
                <a:lnTo>
                  <a:pt x="162" y="380"/>
                </a:lnTo>
                <a:lnTo>
                  <a:pt x="180" y="380"/>
                </a:lnTo>
                <a:lnTo>
                  <a:pt x="180" y="380"/>
                </a:lnTo>
                <a:lnTo>
                  <a:pt x="196" y="380"/>
                </a:lnTo>
                <a:lnTo>
                  <a:pt x="214" y="378"/>
                </a:lnTo>
                <a:lnTo>
                  <a:pt x="230" y="374"/>
                </a:lnTo>
                <a:lnTo>
                  <a:pt x="246" y="370"/>
                </a:lnTo>
                <a:lnTo>
                  <a:pt x="242" y="304"/>
                </a:lnTo>
                <a:lnTo>
                  <a:pt x="254" y="304"/>
                </a:lnTo>
                <a:lnTo>
                  <a:pt x="264" y="362"/>
                </a:lnTo>
                <a:lnTo>
                  <a:pt x="264" y="362"/>
                </a:lnTo>
                <a:lnTo>
                  <a:pt x="288" y="350"/>
                </a:lnTo>
                <a:lnTo>
                  <a:pt x="308" y="336"/>
                </a:lnTo>
                <a:lnTo>
                  <a:pt x="296" y="260"/>
                </a:lnTo>
                <a:close/>
              </a:path>
            </a:pathLst>
          </a:custGeom>
          <a:solidFill>
            <a:srgbClr val="A7A7A7">
              <a:lumMod val="60000"/>
              <a:lumOff val="40000"/>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1" name="Freeform 4902">
            <a:extLst>
              <a:ext uri="{FF2B5EF4-FFF2-40B4-BE49-F238E27FC236}">
                <a16:creationId xmlns:a16="http://schemas.microsoft.com/office/drawing/2014/main" id="{FE9B9901-B338-BB96-2494-67EB59EC29EB}"/>
              </a:ext>
            </a:extLst>
          </p:cNvPr>
          <p:cNvSpPr>
            <a:spLocks noEditPoints="1"/>
          </p:cNvSpPr>
          <p:nvPr/>
        </p:nvSpPr>
        <p:spPr bwMode="auto">
          <a:xfrm>
            <a:off x="4535364" y="4493349"/>
            <a:ext cx="349425" cy="410775"/>
          </a:xfrm>
          <a:custGeom>
            <a:avLst/>
            <a:gdLst>
              <a:gd name="T0" fmla="*/ 196 w 262"/>
              <a:gd name="T1" fmla="*/ 16 h 308"/>
              <a:gd name="T2" fmla="*/ 48 w 262"/>
              <a:gd name="T3" fmla="*/ 0 h 308"/>
              <a:gd name="T4" fmla="*/ 42 w 262"/>
              <a:gd name="T5" fmla="*/ 2 h 308"/>
              <a:gd name="T6" fmla="*/ 34 w 262"/>
              <a:gd name="T7" fmla="*/ 10 h 308"/>
              <a:gd name="T8" fmla="*/ 32 w 262"/>
              <a:gd name="T9" fmla="*/ 62 h 308"/>
              <a:gd name="T10" fmla="*/ 42 w 262"/>
              <a:gd name="T11" fmla="*/ 64 h 308"/>
              <a:gd name="T12" fmla="*/ 176 w 262"/>
              <a:gd name="T13" fmla="*/ 196 h 308"/>
              <a:gd name="T14" fmla="*/ 118 w 262"/>
              <a:gd name="T15" fmla="*/ 254 h 308"/>
              <a:gd name="T16" fmla="*/ 32 w 262"/>
              <a:gd name="T17" fmla="*/ 292 h 308"/>
              <a:gd name="T18" fmla="*/ 34 w 262"/>
              <a:gd name="T19" fmla="*/ 300 h 308"/>
              <a:gd name="T20" fmla="*/ 42 w 262"/>
              <a:gd name="T21" fmla="*/ 308 h 308"/>
              <a:gd name="T22" fmla="*/ 246 w 262"/>
              <a:gd name="T23" fmla="*/ 308 h 308"/>
              <a:gd name="T24" fmla="*/ 252 w 262"/>
              <a:gd name="T25" fmla="*/ 308 h 308"/>
              <a:gd name="T26" fmla="*/ 262 w 262"/>
              <a:gd name="T27" fmla="*/ 300 h 308"/>
              <a:gd name="T28" fmla="*/ 262 w 262"/>
              <a:gd name="T29" fmla="*/ 82 h 308"/>
              <a:gd name="T30" fmla="*/ 178 w 262"/>
              <a:gd name="T31" fmla="*/ 84 h 308"/>
              <a:gd name="T32" fmla="*/ 196 w 262"/>
              <a:gd name="T33" fmla="*/ 42 h 308"/>
              <a:gd name="T34" fmla="*/ 220 w 262"/>
              <a:gd name="T35" fmla="*/ 66 h 308"/>
              <a:gd name="T36" fmla="*/ 178 w 262"/>
              <a:gd name="T37" fmla="*/ 84 h 308"/>
              <a:gd name="T38" fmla="*/ 124 w 262"/>
              <a:gd name="T39" fmla="*/ 214 h 308"/>
              <a:gd name="T40" fmla="*/ 116 w 262"/>
              <a:gd name="T41" fmla="*/ 226 h 308"/>
              <a:gd name="T42" fmla="*/ 4 w 262"/>
              <a:gd name="T43" fmla="*/ 114 h 308"/>
              <a:gd name="T44" fmla="*/ 0 w 262"/>
              <a:gd name="T45" fmla="*/ 110 h 308"/>
              <a:gd name="T46" fmla="*/ 14 w 262"/>
              <a:gd name="T47" fmla="*/ 104 h 308"/>
              <a:gd name="T48" fmla="*/ 36 w 262"/>
              <a:gd name="T49" fmla="*/ 82 h 308"/>
              <a:gd name="T50" fmla="*/ 32 w 262"/>
              <a:gd name="T51" fmla="*/ 78 h 308"/>
              <a:gd name="T52" fmla="*/ 26 w 262"/>
              <a:gd name="T53" fmla="*/ 92 h 308"/>
              <a:gd name="T54" fmla="*/ 136 w 262"/>
              <a:gd name="T55" fmla="*/ 202 h 308"/>
              <a:gd name="T56" fmla="*/ 148 w 262"/>
              <a:gd name="T57" fmla="*/ 194 h 308"/>
              <a:gd name="T58" fmla="*/ 36 w 262"/>
              <a:gd name="T59" fmla="*/ 82 h 308"/>
              <a:gd name="T60" fmla="*/ 172 w 262"/>
              <a:gd name="T61" fmla="*/ 228 h 308"/>
              <a:gd name="T62" fmla="*/ 158 w 262"/>
              <a:gd name="T63" fmla="*/ 236 h 308"/>
              <a:gd name="T64" fmla="*/ 152 w 262"/>
              <a:gd name="T65" fmla="*/ 244 h 308"/>
              <a:gd name="T66" fmla="*/ 182 w 262"/>
              <a:gd name="T67" fmla="*/ 26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2" h="308">
                <a:moveTo>
                  <a:pt x="246" y="66"/>
                </a:moveTo>
                <a:lnTo>
                  <a:pt x="196" y="16"/>
                </a:lnTo>
                <a:lnTo>
                  <a:pt x="180" y="0"/>
                </a:lnTo>
                <a:lnTo>
                  <a:pt x="48" y="0"/>
                </a:lnTo>
                <a:lnTo>
                  <a:pt x="48" y="0"/>
                </a:lnTo>
                <a:lnTo>
                  <a:pt x="42" y="2"/>
                </a:lnTo>
                <a:lnTo>
                  <a:pt x="38" y="4"/>
                </a:lnTo>
                <a:lnTo>
                  <a:pt x="34" y="10"/>
                </a:lnTo>
                <a:lnTo>
                  <a:pt x="32" y="16"/>
                </a:lnTo>
                <a:lnTo>
                  <a:pt x="32" y="62"/>
                </a:lnTo>
                <a:lnTo>
                  <a:pt x="32" y="62"/>
                </a:lnTo>
                <a:lnTo>
                  <a:pt x="42" y="64"/>
                </a:lnTo>
                <a:lnTo>
                  <a:pt x="50" y="70"/>
                </a:lnTo>
                <a:lnTo>
                  <a:pt x="176" y="196"/>
                </a:lnTo>
                <a:lnTo>
                  <a:pt x="198" y="276"/>
                </a:lnTo>
                <a:lnTo>
                  <a:pt x="118" y="254"/>
                </a:lnTo>
                <a:lnTo>
                  <a:pt x="32" y="168"/>
                </a:lnTo>
                <a:lnTo>
                  <a:pt x="32" y="292"/>
                </a:lnTo>
                <a:lnTo>
                  <a:pt x="32" y="292"/>
                </a:lnTo>
                <a:lnTo>
                  <a:pt x="34" y="300"/>
                </a:lnTo>
                <a:lnTo>
                  <a:pt x="38" y="304"/>
                </a:lnTo>
                <a:lnTo>
                  <a:pt x="42" y="308"/>
                </a:lnTo>
                <a:lnTo>
                  <a:pt x="48" y="308"/>
                </a:lnTo>
                <a:lnTo>
                  <a:pt x="246" y="308"/>
                </a:lnTo>
                <a:lnTo>
                  <a:pt x="246" y="308"/>
                </a:lnTo>
                <a:lnTo>
                  <a:pt x="252" y="308"/>
                </a:lnTo>
                <a:lnTo>
                  <a:pt x="258" y="304"/>
                </a:lnTo>
                <a:lnTo>
                  <a:pt x="262" y="300"/>
                </a:lnTo>
                <a:lnTo>
                  <a:pt x="262" y="292"/>
                </a:lnTo>
                <a:lnTo>
                  <a:pt x="262" y="82"/>
                </a:lnTo>
                <a:lnTo>
                  <a:pt x="246" y="66"/>
                </a:lnTo>
                <a:close/>
                <a:moveTo>
                  <a:pt x="178" y="84"/>
                </a:moveTo>
                <a:lnTo>
                  <a:pt x="178" y="24"/>
                </a:lnTo>
                <a:lnTo>
                  <a:pt x="196" y="42"/>
                </a:lnTo>
                <a:lnTo>
                  <a:pt x="196" y="66"/>
                </a:lnTo>
                <a:lnTo>
                  <a:pt x="220" y="66"/>
                </a:lnTo>
                <a:lnTo>
                  <a:pt x="238" y="84"/>
                </a:lnTo>
                <a:lnTo>
                  <a:pt x="178" y="84"/>
                </a:lnTo>
                <a:close/>
                <a:moveTo>
                  <a:pt x="36" y="126"/>
                </a:moveTo>
                <a:lnTo>
                  <a:pt x="124" y="214"/>
                </a:lnTo>
                <a:lnTo>
                  <a:pt x="124" y="214"/>
                </a:lnTo>
                <a:lnTo>
                  <a:pt x="116" y="226"/>
                </a:lnTo>
                <a:lnTo>
                  <a:pt x="22" y="132"/>
                </a:lnTo>
                <a:lnTo>
                  <a:pt x="4" y="114"/>
                </a:lnTo>
                <a:lnTo>
                  <a:pt x="0" y="110"/>
                </a:lnTo>
                <a:lnTo>
                  <a:pt x="0" y="110"/>
                </a:lnTo>
                <a:lnTo>
                  <a:pt x="8" y="98"/>
                </a:lnTo>
                <a:lnTo>
                  <a:pt x="14" y="104"/>
                </a:lnTo>
                <a:lnTo>
                  <a:pt x="36" y="126"/>
                </a:lnTo>
                <a:close/>
                <a:moveTo>
                  <a:pt x="36" y="82"/>
                </a:moveTo>
                <a:lnTo>
                  <a:pt x="32" y="78"/>
                </a:lnTo>
                <a:lnTo>
                  <a:pt x="32" y="78"/>
                </a:lnTo>
                <a:lnTo>
                  <a:pt x="20" y="86"/>
                </a:lnTo>
                <a:lnTo>
                  <a:pt x="26" y="92"/>
                </a:lnTo>
                <a:lnTo>
                  <a:pt x="48" y="114"/>
                </a:lnTo>
                <a:lnTo>
                  <a:pt x="136" y="202"/>
                </a:lnTo>
                <a:lnTo>
                  <a:pt x="136" y="202"/>
                </a:lnTo>
                <a:lnTo>
                  <a:pt x="148" y="194"/>
                </a:lnTo>
                <a:lnTo>
                  <a:pt x="54" y="100"/>
                </a:lnTo>
                <a:lnTo>
                  <a:pt x="36" y="82"/>
                </a:lnTo>
                <a:close/>
                <a:moveTo>
                  <a:pt x="172" y="228"/>
                </a:moveTo>
                <a:lnTo>
                  <a:pt x="172" y="228"/>
                </a:lnTo>
                <a:lnTo>
                  <a:pt x="166" y="230"/>
                </a:lnTo>
                <a:lnTo>
                  <a:pt x="158" y="236"/>
                </a:lnTo>
                <a:lnTo>
                  <a:pt x="158" y="236"/>
                </a:lnTo>
                <a:lnTo>
                  <a:pt x="152" y="244"/>
                </a:lnTo>
                <a:lnTo>
                  <a:pt x="150" y="250"/>
                </a:lnTo>
                <a:lnTo>
                  <a:pt x="182" y="260"/>
                </a:lnTo>
                <a:lnTo>
                  <a:pt x="172" y="228"/>
                </a:lnTo>
                <a:close/>
              </a:path>
            </a:pathLst>
          </a:custGeom>
          <a:solidFill>
            <a:srgbClr val="5F5F5F">
              <a:lumMod val="60000"/>
              <a:lumOff val="40000"/>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2" name="Freeform 4984">
            <a:extLst>
              <a:ext uri="{FF2B5EF4-FFF2-40B4-BE49-F238E27FC236}">
                <a16:creationId xmlns:a16="http://schemas.microsoft.com/office/drawing/2014/main" id="{1C525865-ACF0-964F-13BC-49888A36BD9E}"/>
              </a:ext>
            </a:extLst>
          </p:cNvPr>
          <p:cNvSpPr>
            <a:spLocks noEditPoints="1"/>
          </p:cNvSpPr>
          <p:nvPr/>
        </p:nvSpPr>
        <p:spPr bwMode="auto">
          <a:xfrm>
            <a:off x="5310019" y="2576945"/>
            <a:ext cx="436479" cy="414655"/>
          </a:xfrm>
          <a:custGeom>
            <a:avLst/>
            <a:gdLst>
              <a:gd name="T0" fmla="*/ 312 w 360"/>
              <a:gd name="T1" fmla="*/ 150 h 342"/>
              <a:gd name="T2" fmla="*/ 302 w 360"/>
              <a:gd name="T3" fmla="*/ 156 h 342"/>
              <a:gd name="T4" fmla="*/ 294 w 360"/>
              <a:gd name="T5" fmla="*/ 148 h 342"/>
              <a:gd name="T6" fmla="*/ 250 w 360"/>
              <a:gd name="T7" fmla="*/ 92 h 342"/>
              <a:gd name="T8" fmla="*/ 180 w 360"/>
              <a:gd name="T9" fmla="*/ 70 h 342"/>
              <a:gd name="T10" fmla="*/ 126 w 360"/>
              <a:gd name="T11" fmla="*/ 82 h 342"/>
              <a:gd name="T12" fmla="*/ 74 w 360"/>
              <a:gd name="T13" fmla="*/ 132 h 342"/>
              <a:gd name="T14" fmla="*/ 58 w 360"/>
              <a:gd name="T15" fmla="*/ 156 h 342"/>
              <a:gd name="T16" fmla="*/ 50 w 360"/>
              <a:gd name="T17" fmla="*/ 152 h 342"/>
              <a:gd name="T18" fmla="*/ 48 w 360"/>
              <a:gd name="T19" fmla="*/ 142 h 342"/>
              <a:gd name="T20" fmla="*/ 100 w 360"/>
              <a:gd name="T21" fmla="*/ 74 h 342"/>
              <a:gd name="T22" fmla="*/ 180 w 360"/>
              <a:gd name="T23" fmla="*/ 50 h 342"/>
              <a:gd name="T24" fmla="*/ 242 w 360"/>
              <a:gd name="T25" fmla="*/ 64 h 342"/>
              <a:gd name="T26" fmla="*/ 304 w 360"/>
              <a:gd name="T27" fmla="*/ 122 h 342"/>
              <a:gd name="T28" fmla="*/ 102 w 360"/>
              <a:gd name="T29" fmla="*/ 172 h 342"/>
              <a:gd name="T30" fmla="*/ 114 w 360"/>
              <a:gd name="T31" fmla="*/ 166 h 342"/>
              <a:gd name="T32" fmla="*/ 132 w 360"/>
              <a:gd name="T33" fmla="*/ 138 h 342"/>
              <a:gd name="T34" fmla="*/ 170 w 360"/>
              <a:gd name="T35" fmla="*/ 120 h 342"/>
              <a:gd name="T36" fmla="*/ 202 w 360"/>
              <a:gd name="T37" fmla="*/ 122 h 342"/>
              <a:gd name="T38" fmla="*/ 236 w 360"/>
              <a:gd name="T39" fmla="*/ 146 h 342"/>
              <a:gd name="T40" fmla="*/ 248 w 360"/>
              <a:gd name="T41" fmla="*/ 170 h 342"/>
              <a:gd name="T42" fmla="*/ 258 w 360"/>
              <a:gd name="T43" fmla="*/ 172 h 342"/>
              <a:gd name="T44" fmla="*/ 264 w 360"/>
              <a:gd name="T45" fmla="*/ 158 h 342"/>
              <a:gd name="T46" fmla="*/ 242 w 360"/>
              <a:gd name="T47" fmla="*/ 124 h 342"/>
              <a:gd name="T48" fmla="*/ 194 w 360"/>
              <a:gd name="T49" fmla="*/ 100 h 342"/>
              <a:gd name="T50" fmla="*/ 152 w 360"/>
              <a:gd name="T51" fmla="*/ 104 h 342"/>
              <a:gd name="T52" fmla="*/ 108 w 360"/>
              <a:gd name="T53" fmla="*/ 134 h 342"/>
              <a:gd name="T54" fmla="*/ 94 w 360"/>
              <a:gd name="T55" fmla="*/ 162 h 342"/>
              <a:gd name="T56" fmla="*/ 102 w 360"/>
              <a:gd name="T57" fmla="*/ 172 h 342"/>
              <a:gd name="T58" fmla="*/ 330 w 360"/>
              <a:gd name="T59" fmla="*/ 74 h 342"/>
              <a:gd name="T60" fmla="*/ 238 w 360"/>
              <a:gd name="T61" fmla="*/ 8 h 342"/>
              <a:gd name="T62" fmla="*/ 150 w 360"/>
              <a:gd name="T63" fmla="*/ 2 h 342"/>
              <a:gd name="T64" fmla="*/ 48 w 360"/>
              <a:gd name="T65" fmla="*/ 52 h 342"/>
              <a:gd name="T66" fmla="*/ 2 w 360"/>
              <a:gd name="T67" fmla="*/ 124 h 342"/>
              <a:gd name="T68" fmla="*/ 8 w 360"/>
              <a:gd name="T69" fmla="*/ 138 h 342"/>
              <a:gd name="T70" fmla="*/ 16 w 360"/>
              <a:gd name="T71" fmla="*/ 136 h 342"/>
              <a:gd name="T72" fmla="*/ 46 w 360"/>
              <a:gd name="T73" fmla="*/ 86 h 342"/>
              <a:gd name="T74" fmla="*/ 128 w 360"/>
              <a:gd name="T75" fmla="*/ 28 h 342"/>
              <a:gd name="T76" fmla="*/ 206 w 360"/>
              <a:gd name="T77" fmla="*/ 22 h 342"/>
              <a:gd name="T78" fmla="*/ 298 w 360"/>
              <a:gd name="T79" fmla="*/ 66 h 342"/>
              <a:gd name="T80" fmla="*/ 340 w 360"/>
              <a:gd name="T81" fmla="*/ 132 h 342"/>
              <a:gd name="T82" fmla="*/ 352 w 360"/>
              <a:gd name="T83" fmla="*/ 138 h 342"/>
              <a:gd name="T84" fmla="*/ 360 w 360"/>
              <a:gd name="T85" fmla="*/ 128 h 342"/>
              <a:gd name="T86" fmla="*/ 272 w 360"/>
              <a:gd name="T87" fmla="*/ 280 h 342"/>
              <a:gd name="T88" fmla="*/ 190 w 360"/>
              <a:gd name="T89" fmla="*/ 214 h 342"/>
              <a:gd name="T90" fmla="*/ 204 w 360"/>
              <a:gd name="T91" fmla="*/ 198 h 342"/>
              <a:gd name="T92" fmla="*/ 198 w 360"/>
              <a:gd name="T93" fmla="*/ 172 h 342"/>
              <a:gd name="T94" fmla="*/ 170 w 360"/>
              <a:gd name="T95" fmla="*/ 166 h 342"/>
              <a:gd name="T96" fmla="*/ 154 w 360"/>
              <a:gd name="T97" fmla="*/ 190 h 342"/>
              <a:gd name="T98" fmla="*/ 170 w 360"/>
              <a:gd name="T99" fmla="*/ 214 h 342"/>
              <a:gd name="T100" fmla="*/ 92 w 360"/>
              <a:gd name="T101" fmla="*/ 276 h 342"/>
              <a:gd name="T102" fmla="*/ 74 w 360"/>
              <a:gd name="T103" fmla="*/ 334 h 342"/>
              <a:gd name="T104" fmla="*/ 84 w 360"/>
              <a:gd name="T105" fmla="*/ 342 h 342"/>
              <a:gd name="T106" fmla="*/ 284 w 360"/>
              <a:gd name="T107" fmla="*/ 338 h 342"/>
              <a:gd name="T108" fmla="*/ 272 w 360"/>
              <a:gd name="T109" fmla="*/ 280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0" h="342">
                <a:moveTo>
                  <a:pt x="312" y="142"/>
                </a:moveTo>
                <a:lnTo>
                  <a:pt x="312" y="142"/>
                </a:lnTo>
                <a:lnTo>
                  <a:pt x="312" y="146"/>
                </a:lnTo>
                <a:lnTo>
                  <a:pt x="312" y="150"/>
                </a:lnTo>
                <a:lnTo>
                  <a:pt x="310" y="152"/>
                </a:lnTo>
                <a:lnTo>
                  <a:pt x="306" y="154"/>
                </a:lnTo>
                <a:lnTo>
                  <a:pt x="306" y="154"/>
                </a:lnTo>
                <a:lnTo>
                  <a:pt x="302" y="156"/>
                </a:lnTo>
                <a:lnTo>
                  <a:pt x="298" y="154"/>
                </a:lnTo>
                <a:lnTo>
                  <a:pt x="296" y="152"/>
                </a:lnTo>
                <a:lnTo>
                  <a:pt x="294" y="148"/>
                </a:lnTo>
                <a:lnTo>
                  <a:pt x="294" y="148"/>
                </a:lnTo>
                <a:lnTo>
                  <a:pt x="286" y="132"/>
                </a:lnTo>
                <a:lnTo>
                  <a:pt x="276" y="116"/>
                </a:lnTo>
                <a:lnTo>
                  <a:pt x="264" y="102"/>
                </a:lnTo>
                <a:lnTo>
                  <a:pt x="250" y="92"/>
                </a:lnTo>
                <a:lnTo>
                  <a:pt x="234" y="82"/>
                </a:lnTo>
                <a:lnTo>
                  <a:pt x="216" y="74"/>
                </a:lnTo>
                <a:lnTo>
                  <a:pt x="198" y="70"/>
                </a:lnTo>
                <a:lnTo>
                  <a:pt x="180" y="70"/>
                </a:lnTo>
                <a:lnTo>
                  <a:pt x="180" y="70"/>
                </a:lnTo>
                <a:lnTo>
                  <a:pt x="162" y="70"/>
                </a:lnTo>
                <a:lnTo>
                  <a:pt x="144" y="74"/>
                </a:lnTo>
                <a:lnTo>
                  <a:pt x="126" y="82"/>
                </a:lnTo>
                <a:lnTo>
                  <a:pt x="110" y="92"/>
                </a:lnTo>
                <a:lnTo>
                  <a:pt x="96" y="102"/>
                </a:lnTo>
                <a:lnTo>
                  <a:pt x="84" y="116"/>
                </a:lnTo>
                <a:lnTo>
                  <a:pt x="74" y="132"/>
                </a:lnTo>
                <a:lnTo>
                  <a:pt x="66" y="148"/>
                </a:lnTo>
                <a:lnTo>
                  <a:pt x="66" y="148"/>
                </a:lnTo>
                <a:lnTo>
                  <a:pt x="62" y="154"/>
                </a:lnTo>
                <a:lnTo>
                  <a:pt x="58" y="156"/>
                </a:lnTo>
                <a:lnTo>
                  <a:pt x="58" y="156"/>
                </a:lnTo>
                <a:lnTo>
                  <a:pt x="54" y="154"/>
                </a:lnTo>
                <a:lnTo>
                  <a:pt x="54" y="154"/>
                </a:lnTo>
                <a:lnTo>
                  <a:pt x="50" y="152"/>
                </a:lnTo>
                <a:lnTo>
                  <a:pt x="48" y="150"/>
                </a:lnTo>
                <a:lnTo>
                  <a:pt x="48" y="146"/>
                </a:lnTo>
                <a:lnTo>
                  <a:pt x="48" y="142"/>
                </a:lnTo>
                <a:lnTo>
                  <a:pt x="48" y="142"/>
                </a:lnTo>
                <a:lnTo>
                  <a:pt x="56" y="122"/>
                </a:lnTo>
                <a:lnTo>
                  <a:pt x="68" y="104"/>
                </a:lnTo>
                <a:lnTo>
                  <a:pt x="82" y="88"/>
                </a:lnTo>
                <a:lnTo>
                  <a:pt x="100" y="74"/>
                </a:lnTo>
                <a:lnTo>
                  <a:pt x="118" y="64"/>
                </a:lnTo>
                <a:lnTo>
                  <a:pt x="138" y="56"/>
                </a:lnTo>
                <a:lnTo>
                  <a:pt x="158" y="50"/>
                </a:lnTo>
                <a:lnTo>
                  <a:pt x="180" y="50"/>
                </a:lnTo>
                <a:lnTo>
                  <a:pt x="180" y="50"/>
                </a:lnTo>
                <a:lnTo>
                  <a:pt x="202" y="50"/>
                </a:lnTo>
                <a:lnTo>
                  <a:pt x="222" y="56"/>
                </a:lnTo>
                <a:lnTo>
                  <a:pt x="242" y="64"/>
                </a:lnTo>
                <a:lnTo>
                  <a:pt x="260" y="74"/>
                </a:lnTo>
                <a:lnTo>
                  <a:pt x="278" y="88"/>
                </a:lnTo>
                <a:lnTo>
                  <a:pt x="292" y="104"/>
                </a:lnTo>
                <a:lnTo>
                  <a:pt x="304" y="122"/>
                </a:lnTo>
                <a:lnTo>
                  <a:pt x="312" y="142"/>
                </a:lnTo>
                <a:lnTo>
                  <a:pt x="312" y="142"/>
                </a:lnTo>
                <a:close/>
                <a:moveTo>
                  <a:pt x="102" y="172"/>
                </a:moveTo>
                <a:lnTo>
                  <a:pt x="102" y="172"/>
                </a:lnTo>
                <a:lnTo>
                  <a:pt x="104" y="172"/>
                </a:lnTo>
                <a:lnTo>
                  <a:pt x="104" y="172"/>
                </a:lnTo>
                <a:lnTo>
                  <a:pt x="110" y="170"/>
                </a:lnTo>
                <a:lnTo>
                  <a:pt x="114" y="166"/>
                </a:lnTo>
                <a:lnTo>
                  <a:pt x="114" y="166"/>
                </a:lnTo>
                <a:lnTo>
                  <a:pt x="118" y="156"/>
                </a:lnTo>
                <a:lnTo>
                  <a:pt x="124" y="146"/>
                </a:lnTo>
                <a:lnTo>
                  <a:pt x="132" y="138"/>
                </a:lnTo>
                <a:lnTo>
                  <a:pt x="140" y="132"/>
                </a:lnTo>
                <a:lnTo>
                  <a:pt x="148" y="126"/>
                </a:lnTo>
                <a:lnTo>
                  <a:pt x="158" y="122"/>
                </a:lnTo>
                <a:lnTo>
                  <a:pt x="170" y="120"/>
                </a:lnTo>
                <a:lnTo>
                  <a:pt x="180" y="120"/>
                </a:lnTo>
                <a:lnTo>
                  <a:pt x="180" y="120"/>
                </a:lnTo>
                <a:lnTo>
                  <a:pt x="190" y="120"/>
                </a:lnTo>
                <a:lnTo>
                  <a:pt x="202" y="122"/>
                </a:lnTo>
                <a:lnTo>
                  <a:pt x="212" y="126"/>
                </a:lnTo>
                <a:lnTo>
                  <a:pt x="220" y="132"/>
                </a:lnTo>
                <a:lnTo>
                  <a:pt x="228" y="138"/>
                </a:lnTo>
                <a:lnTo>
                  <a:pt x="236" y="146"/>
                </a:lnTo>
                <a:lnTo>
                  <a:pt x="242" y="156"/>
                </a:lnTo>
                <a:lnTo>
                  <a:pt x="246" y="166"/>
                </a:lnTo>
                <a:lnTo>
                  <a:pt x="246" y="166"/>
                </a:lnTo>
                <a:lnTo>
                  <a:pt x="248" y="170"/>
                </a:lnTo>
                <a:lnTo>
                  <a:pt x="252" y="172"/>
                </a:lnTo>
                <a:lnTo>
                  <a:pt x="256" y="172"/>
                </a:lnTo>
                <a:lnTo>
                  <a:pt x="258" y="172"/>
                </a:lnTo>
                <a:lnTo>
                  <a:pt x="258" y="172"/>
                </a:lnTo>
                <a:lnTo>
                  <a:pt x="262" y="170"/>
                </a:lnTo>
                <a:lnTo>
                  <a:pt x="264" y="166"/>
                </a:lnTo>
                <a:lnTo>
                  <a:pt x="266" y="162"/>
                </a:lnTo>
                <a:lnTo>
                  <a:pt x="264" y="158"/>
                </a:lnTo>
                <a:lnTo>
                  <a:pt x="264" y="158"/>
                </a:lnTo>
                <a:lnTo>
                  <a:pt x="260" y="146"/>
                </a:lnTo>
                <a:lnTo>
                  <a:pt x="252" y="134"/>
                </a:lnTo>
                <a:lnTo>
                  <a:pt x="242" y="124"/>
                </a:lnTo>
                <a:lnTo>
                  <a:pt x="232" y="116"/>
                </a:lnTo>
                <a:lnTo>
                  <a:pt x="220" y="108"/>
                </a:lnTo>
                <a:lnTo>
                  <a:pt x="208" y="104"/>
                </a:lnTo>
                <a:lnTo>
                  <a:pt x="194" y="100"/>
                </a:lnTo>
                <a:lnTo>
                  <a:pt x="180" y="100"/>
                </a:lnTo>
                <a:lnTo>
                  <a:pt x="180" y="100"/>
                </a:lnTo>
                <a:lnTo>
                  <a:pt x="166" y="100"/>
                </a:lnTo>
                <a:lnTo>
                  <a:pt x="152" y="104"/>
                </a:lnTo>
                <a:lnTo>
                  <a:pt x="140" y="108"/>
                </a:lnTo>
                <a:lnTo>
                  <a:pt x="128" y="116"/>
                </a:lnTo>
                <a:lnTo>
                  <a:pt x="118" y="124"/>
                </a:lnTo>
                <a:lnTo>
                  <a:pt x="108" y="134"/>
                </a:lnTo>
                <a:lnTo>
                  <a:pt x="100" y="146"/>
                </a:lnTo>
                <a:lnTo>
                  <a:pt x="96" y="158"/>
                </a:lnTo>
                <a:lnTo>
                  <a:pt x="96" y="158"/>
                </a:lnTo>
                <a:lnTo>
                  <a:pt x="94" y="162"/>
                </a:lnTo>
                <a:lnTo>
                  <a:pt x="96" y="166"/>
                </a:lnTo>
                <a:lnTo>
                  <a:pt x="98" y="170"/>
                </a:lnTo>
                <a:lnTo>
                  <a:pt x="102" y="172"/>
                </a:lnTo>
                <a:lnTo>
                  <a:pt x="102" y="172"/>
                </a:lnTo>
                <a:close/>
                <a:moveTo>
                  <a:pt x="358" y="124"/>
                </a:moveTo>
                <a:lnTo>
                  <a:pt x="358" y="124"/>
                </a:lnTo>
                <a:lnTo>
                  <a:pt x="346" y="98"/>
                </a:lnTo>
                <a:lnTo>
                  <a:pt x="330" y="74"/>
                </a:lnTo>
                <a:lnTo>
                  <a:pt x="312" y="52"/>
                </a:lnTo>
                <a:lnTo>
                  <a:pt x="288" y="34"/>
                </a:lnTo>
                <a:lnTo>
                  <a:pt x="264" y="20"/>
                </a:lnTo>
                <a:lnTo>
                  <a:pt x="238" y="8"/>
                </a:lnTo>
                <a:lnTo>
                  <a:pt x="210" y="2"/>
                </a:lnTo>
                <a:lnTo>
                  <a:pt x="180" y="0"/>
                </a:lnTo>
                <a:lnTo>
                  <a:pt x="180" y="0"/>
                </a:lnTo>
                <a:lnTo>
                  <a:pt x="150" y="2"/>
                </a:lnTo>
                <a:lnTo>
                  <a:pt x="122" y="8"/>
                </a:lnTo>
                <a:lnTo>
                  <a:pt x="96" y="20"/>
                </a:lnTo>
                <a:lnTo>
                  <a:pt x="72" y="34"/>
                </a:lnTo>
                <a:lnTo>
                  <a:pt x="48" y="52"/>
                </a:lnTo>
                <a:lnTo>
                  <a:pt x="30" y="74"/>
                </a:lnTo>
                <a:lnTo>
                  <a:pt x="14" y="98"/>
                </a:lnTo>
                <a:lnTo>
                  <a:pt x="2" y="124"/>
                </a:lnTo>
                <a:lnTo>
                  <a:pt x="2" y="124"/>
                </a:lnTo>
                <a:lnTo>
                  <a:pt x="0" y="128"/>
                </a:lnTo>
                <a:lnTo>
                  <a:pt x="2" y="132"/>
                </a:lnTo>
                <a:lnTo>
                  <a:pt x="4" y="136"/>
                </a:lnTo>
                <a:lnTo>
                  <a:pt x="8" y="138"/>
                </a:lnTo>
                <a:lnTo>
                  <a:pt x="8" y="138"/>
                </a:lnTo>
                <a:lnTo>
                  <a:pt x="10" y="138"/>
                </a:lnTo>
                <a:lnTo>
                  <a:pt x="10" y="138"/>
                </a:lnTo>
                <a:lnTo>
                  <a:pt x="16" y="136"/>
                </a:lnTo>
                <a:lnTo>
                  <a:pt x="20" y="132"/>
                </a:lnTo>
                <a:lnTo>
                  <a:pt x="20" y="132"/>
                </a:lnTo>
                <a:lnTo>
                  <a:pt x="32" y="108"/>
                </a:lnTo>
                <a:lnTo>
                  <a:pt x="46" y="86"/>
                </a:lnTo>
                <a:lnTo>
                  <a:pt x="62" y="66"/>
                </a:lnTo>
                <a:lnTo>
                  <a:pt x="82" y="50"/>
                </a:lnTo>
                <a:lnTo>
                  <a:pt x="104" y="38"/>
                </a:lnTo>
                <a:lnTo>
                  <a:pt x="128" y="28"/>
                </a:lnTo>
                <a:lnTo>
                  <a:pt x="154" y="22"/>
                </a:lnTo>
                <a:lnTo>
                  <a:pt x="180" y="20"/>
                </a:lnTo>
                <a:lnTo>
                  <a:pt x="180" y="20"/>
                </a:lnTo>
                <a:lnTo>
                  <a:pt x="206" y="22"/>
                </a:lnTo>
                <a:lnTo>
                  <a:pt x="232" y="28"/>
                </a:lnTo>
                <a:lnTo>
                  <a:pt x="256" y="38"/>
                </a:lnTo>
                <a:lnTo>
                  <a:pt x="278" y="50"/>
                </a:lnTo>
                <a:lnTo>
                  <a:pt x="298" y="66"/>
                </a:lnTo>
                <a:lnTo>
                  <a:pt x="314" y="86"/>
                </a:lnTo>
                <a:lnTo>
                  <a:pt x="328" y="108"/>
                </a:lnTo>
                <a:lnTo>
                  <a:pt x="340" y="132"/>
                </a:lnTo>
                <a:lnTo>
                  <a:pt x="340" y="132"/>
                </a:lnTo>
                <a:lnTo>
                  <a:pt x="342" y="136"/>
                </a:lnTo>
                <a:lnTo>
                  <a:pt x="344" y="138"/>
                </a:lnTo>
                <a:lnTo>
                  <a:pt x="348" y="138"/>
                </a:lnTo>
                <a:lnTo>
                  <a:pt x="352" y="138"/>
                </a:lnTo>
                <a:lnTo>
                  <a:pt x="352" y="138"/>
                </a:lnTo>
                <a:lnTo>
                  <a:pt x="356" y="136"/>
                </a:lnTo>
                <a:lnTo>
                  <a:pt x="358" y="132"/>
                </a:lnTo>
                <a:lnTo>
                  <a:pt x="360" y="128"/>
                </a:lnTo>
                <a:lnTo>
                  <a:pt x="358" y="124"/>
                </a:lnTo>
                <a:lnTo>
                  <a:pt x="358" y="124"/>
                </a:lnTo>
                <a:close/>
                <a:moveTo>
                  <a:pt x="272" y="280"/>
                </a:moveTo>
                <a:lnTo>
                  <a:pt x="272" y="280"/>
                </a:lnTo>
                <a:lnTo>
                  <a:pt x="268" y="276"/>
                </a:lnTo>
                <a:lnTo>
                  <a:pt x="262" y="274"/>
                </a:lnTo>
                <a:lnTo>
                  <a:pt x="190" y="274"/>
                </a:lnTo>
                <a:lnTo>
                  <a:pt x="190" y="214"/>
                </a:lnTo>
                <a:lnTo>
                  <a:pt x="190" y="214"/>
                </a:lnTo>
                <a:lnTo>
                  <a:pt x="196" y="210"/>
                </a:lnTo>
                <a:lnTo>
                  <a:pt x="202" y="204"/>
                </a:lnTo>
                <a:lnTo>
                  <a:pt x="204" y="198"/>
                </a:lnTo>
                <a:lnTo>
                  <a:pt x="206" y="190"/>
                </a:lnTo>
                <a:lnTo>
                  <a:pt x="206" y="190"/>
                </a:lnTo>
                <a:lnTo>
                  <a:pt x="204" y="180"/>
                </a:lnTo>
                <a:lnTo>
                  <a:pt x="198" y="172"/>
                </a:lnTo>
                <a:lnTo>
                  <a:pt x="190" y="166"/>
                </a:lnTo>
                <a:lnTo>
                  <a:pt x="180" y="164"/>
                </a:lnTo>
                <a:lnTo>
                  <a:pt x="180" y="164"/>
                </a:lnTo>
                <a:lnTo>
                  <a:pt x="170" y="166"/>
                </a:lnTo>
                <a:lnTo>
                  <a:pt x="162" y="172"/>
                </a:lnTo>
                <a:lnTo>
                  <a:pt x="156" y="180"/>
                </a:lnTo>
                <a:lnTo>
                  <a:pt x="154" y="190"/>
                </a:lnTo>
                <a:lnTo>
                  <a:pt x="154" y="190"/>
                </a:lnTo>
                <a:lnTo>
                  <a:pt x="156" y="198"/>
                </a:lnTo>
                <a:lnTo>
                  <a:pt x="158" y="204"/>
                </a:lnTo>
                <a:lnTo>
                  <a:pt x="164" y="210"/>
                </a:lnTo>
                <a:lnTo>
                  <a:pt x="170" y="214"/>
                </a:lnTo>
                <a:lnTo>
                  <a:pt x="170" y="274"/>
                </a:lnTo>
                <a:lnTo>
                  <a:pt x="98" y="274"/>
                </a:lnTo>
                <a:lnTo>
                  <a:pt x="98" y="274"/>
                </a:lnTo>
                <a:lnTo>
                  <a:pt x="92" y="276"/>
                </a:lnTo>
                <a:lnTo>
                  <a:pt x="88" y="280"/>
                </a:lnTo>
                <a:lnTo>
                  <a:pt x="74" y="328"/>
                </a:lnTo>
                <a:lnTo>
                  <a:pt x="74" y="328"/>
                </a:lnTo>
                <a:lnTo>
                  <a:pt x="74" y="334"/>
                </a:lnTo>
                <a:lnTo>
                  <a:pt x="76" y="338"/>
                </a:lnTo>
                <a:lnTo>
                  <a:pt x="76" y="338"/>
                </a:lnTo>
                <a:lnTo>
                  <a:pt x="78" y="340"/>
                </a:lnTo>
                <a:lnTo>
                  <a:pt x="84" y="342"/>
                </a:lnTo>
                <a:lnTo>
                  <a:pt x="276" y="342"/>
                </a:lnTo>
                <a:lnTo>
                  <a:pt x="276" y="342"/>
                </a:lnTo>
                <a:lnTo>
                  <a:pt x="282" y="340"/>
                </a:lnTo>
                <a:lnTo>
                  <a:pt x="284" y="338"/>
                </a:lnTo>
                <a:lnTo>
                  <a:pt x="284" y="338"/>
                </a:lnTo>
                <a:lnTo>
                  <a:pt x="286" y="334"/>
                </a:lnTo>
                <a:lnTo>
                  <a:pt x="286" y="328"/>
                </a:lnTo>
                <a:lnTo>
                  <a:pt x="272" y="280"/>
                </a:lnTo>
                <a:close/>
              </a:path>
            </a:pathLst>
          </a:custGeom>
          <a:solidFill>
            <a:srgbClr val="535353">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3" name="TextBox 62">
            <a:extLst>
              <a:ext uri="{FF2B5EF4-FFF2-40B4-BE49-F238E27FC236}">
                <a16:creationId xmlns:a16="http://schemas.microsoft.com/office/drawing/2014/main" id="{3F94D262-A329-F3B2-2E07-9A56823B1AAA}"/>
              </a:ext>
            </a:extLst>
          </p:cNvPr>
          <p:cNvSpPr txBox="1"/>
          <p:nvPr/>
        </p:nvSpPr>
        <p:spPr>
          <a:xfrm>
            <a:off x="5415788" y="3740489"/>
            <a:ext cx="130096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s-ES_tradnl" sz="1200" b="1" i="0" u="none" strike="noStrike" kern="0" cap="none" spc="0" normalizeH="0" baseline="0" noProof="0">
                <a:ln>
                  <a:noFill/>
                </a:ln>
                <a:solidFill>
                  <a:srgbClr val="002569"/>
                </a:solidFill>
                <a:effectLst/>
                <a:uLnTx/>
                <a:uFillTx/>
                <a:latin typeface="Segoe Print" panose="02000600000000000000" pitchFamily="2" charset="0"/>
                <a:cs typeface="Arial"/>
                <a:sym typeface="Arial"/>
              </a:rPr>
              <a:t>Otros factores específicos que impactan al valor residual</a:t>
            </a:r>
            <a:endParaRPr kumimoji="0" lang="es-ES" sz="1200" b="1" i="0" u="none" strike="noStrike" kern="0" cap="none" spc="0" normalizeH="0" baseline="0" noProof="0">
              <a:ln>
                <a:noFill/>
              </a:ln>
              <a:solidFill>
                <a:srgbClr val="002569"/>
              </a:solidFill>
              <a:effectLst/>
              <a:uLnTx/>
              <a:uFillTx/>
              <a:latin typeface="Segoe Print" panose="02000600000000000000" pitchFamily="2" charset="0"/>
              <a:cs typeface="Arial"/>
              <a:sym typeface="Arial"/>
            </a:endParaRPr>
          </a:p>
        </p:txBody>
      </p:sp>
    </p:spTree>
    <p:extLst>
      <p:ext uri="{BB962C8B-B14F-4D97-AF65-F5344CB8AC3E}">
        <p14:creationId xmlns:p14="http://schemas.microsoft.com/office/powerpoint/2010/main" val="509301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33AEE66-B255-2402-4F56-3D6AD12540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8907B4-DB3C-748C-925C-BC0C7FD981D7}"/>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5C9C83FA-7D58-6E43-0065-51119D37A823}"/>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2244EFB9-41DB-D877-6E9B-879BEAD36ED5}"/>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DECEF5E1-6EB4-13C0-A33E-21C602AAC610}"/>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chemeClr val="bg1"/>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3EE35E54-1B55-EF62-CFCF-F3B60811C553}"/>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5DCD4E44-53FD-6D88-EFFC-97816B975C7F}"/>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B82F908F-2DE2-93E1-8819-CEBF9034A905}"/>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E0B616B7-BB10-BEB0-F943-24F2CE5FDB38}"/>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1DCB09CB-485F-5973-5A28-48A33B6F1F72}"/>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94D9A198-7DC4-0E88-50FC-03799B07892D}"/>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69980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67A71B-0E99-4CED-F51B-3FA0506C52E3}"/>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867E2CA7-7353-271B-EFC9-DDFE953DB1F3}"/>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Introducción</a:t>
            </a:r>
          </a:p>
        </p:txBody>
      </p:sp>
      <p:cxnSp>
        <p:nvCxnSpPr>
          <p:cNvPr id="3" name="Straight Connector 2">
            <a:extLst>
              <a:ext uri="{FF2B5EF4-FFF2-40B4-BE49-F238E27FC236}">
                <a16:creationId xmlns:a16="http://schemas.microsoft.com/office/drawing/2014/main" id="{229E902D-C4B3-7BF2-CC36-E84ED51A6DBB}"/>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062C7476-381C-CE29-7EAF-B0FAFA5DECE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6" name="Google Shape;978;p52">
            <a:extLst>
              <a:ext uri="{FF2B5EF4-FFF2-40B4-BE49-F238E27FC236}">
                <a16:creationId xmlns:a16="http://schemas.microsoft.com/office/drawing/2014/main" id="{E352ABF4-E17E-5147-BBF6-3EE579BEB428}"/>
              </a:ext>
            </a:extLst>
          </p:cNvPr>
          <p:cNvSpPr/>
          <p:nvPr/>
        </p:nvSpPr>
        <p:spPr>
          <a:xfrm>
            <a:off x="667999" y="12468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modelo de cálculo del valor residual que proponemos está basado en un modelo de predicción del precio de vehículos de segunda mano. Este segundo modelo, entrenado con datos de vehículos fabricados entre los años 2000 y 2025, y que es la componente principal del modelo de cálculo de valor residual, lo hemos desarrollado siguiendo las técnicas de Data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Science</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y entrenando diferentes modelos de Machine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Learning</a:t>
            </a:r>
            <a:endParaRPr lang="es-ES_tradnl" sz="1400" b="1">
              <a:solidFill>
                <a:srgbClr val="073763"/>
              </a:solidFill>
              <a:latin typeface="Arial" panose="020B0604020202020204" pitchFamily="34" charset="0"/>
              <a:ea typeface="Quattrocento Sans"/>
              <a:cs typeface="Arial" panose="020B0604020202020204" pitchFamily="34" charset="0"/>
              <a:sym typeface="Quattrocento Sans"/>
            </a:endParaRPr>
          </a:p>
        </p:txBody>
      </p:sp>
      <p:sp>
        <p:nvSpPr>
          <p:cNvPr id="8" name="TextBox 7">
            <a:extLst>
              <a:ext uri="{FF2B5EF4-FFF2-40B4-BE49-F238E27FC236}">
                <a16:creationId xmlns:a16="http://schemas.microsoft.com/office/drawing/2014/main" id="{2C2CACE6-D721-7D1E-EDB4-0E7D615D0832}"/>
              </a:ext>
            </a:extLst>
          </p:cNvPr>
          <p:cNvSpPr txBox="1"/>
          <p:nvPr/>
        </p:nvSpPr>
        <p:spPr>
          <a:xfrm>
            <a:off x="1067469" y="2006885"/>
            <a:ext cx="10138413" cy="3323987"/>
          </a:xfrm>
          <a:prstGeom prst="rect">
            <a:avLst/>
          </a:prstGeom>
          <a:solidFill>
            <a:srgbClr val="F9F9F9"/>
          </a:solidFill>
          <a:effectLst>
            <a:outerShdw blurRad="50800" dist="38100" dir="2700000" algn="tl" rotWithShape="0">
              <a:prstClr val="black">
                <a:alpha val="40000"/>
              </a:prstClr>
            </a:outerShdw>
          </a:effectLst>
        </p:spPr>
        <p:txBody>
          <a:bodyPr wrap="square" lIns="108000" numCol="2" spcCol="144000">
            <a:spAutoFit/>
          </a:bodyPr>
          <a:lstStyle/>
          <a:p>
            <a:pPr marL="11430" algn="just">
              <a:spcBef>
                <a:spcPts val="40"/>
              </a:spcBef>
              <a:spcAft>
                <a:spcPts val="40"/>
              </a:spcAft>
              <a:buClr>
                <a:schemeClr val="dk2"/>
              </a:buClr>
              <a:buSzPts val="1000"/>
            </a:pPr>
            <a:r>
              <a:rPr lang="es-ES_tradnl" sz="1400" b="1">
                <a:solidFill>
                  <a:schemeClr val="accent1"/>
                </a:solidFill>
                <a:latin typeface="Quattrocento Sans"/>
              </a:rPr>
              <a:t>Variables de entrada del modelo de cálculo del valor residual:</a:t>
            </a:r>
          </a:p>
          <a:p>
            <a:pPr marL="11430" algn="just">
              <a:spcBef>
                <a:spcPts val="40"/>
              </a:spcBef>
              <a:spcAft>
                <a:spcPts val="40"/>
              </a:spcAft>
              <a:buClr>
                <a:schemeClr val="dk2"/>
              </a:buClr>
              <a:buSzPts val="1000"/>
            </a:pPr>
            <a:endParaRPr lang="es-ES_tradnl" sz="1400">
              <a:solidFill>
                <a:schemeClr val="accent1"/>
              </a:solidFill>
              <a:latin typeface="Quattrocento Sans"/>
            </a:endParaRP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useful_life</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Vida útil del vehículo, interpretada como el plazo de financiación, es decir, la duración del contrato de renting, </a:t>
            </a:r>
            <a:r>
              <a:rPr lang="es-ES_tradnl" sz="1400" err="1">
                <a:solidFill>
                  <a:schemeClr val="accent1"/>
                </a:solidFill>
                <a:latin typeface="Quattrocento Sans"/>
              </a:rPr>
              <a:t>multiopción</a:t>
            </a:r>
            <a:r>
              <a:rPr lang="es-ES_tradnl" sz="1400">
                <a:solidFill>
                  <a:schemeClr val="accent1"/>
                </a:solidFill>
                <a:latin typeface="Quattrocento Sans"/>
              </a:rPr>
              <a:t> o leasing.</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max_mileage</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Kilometraje máximo permitido, expresado en millas, durante la vida útil del vehículo, equivalente a la duración del contrato.</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original_price</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Precio del vehículo, expresado en USD, en el momento de adquisición; es decir, el precio de un vehículo nuevo con dichas características a fecha de hoy (2025).</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make</a:t>
            </a:r>
            <a:r>
              <a:rPr lang="es-ES_tradnl" sz="1400" b="1">
                <a:solidFill>
                  <a:schemeClr val="accent1"/>
                </a:solidFill>
                <a:latin typeface="Consolas" panose="020B0609020204030204" pitchFamily="49" charset="0"/>
              </a:rPr>
              <a:t>:</a:t>
            </a:r>
            <a:r>
              <a:rPr lang="es-ES_tradnl" sz="1400">
                <a:solidFill>
                  <a:schemeClr val="accent1"/>
                </a:solidFill>
                <a:latin typeface="Quattrocento Sans"/>
              </a:rPr>
              <a:t> Marca del vehículo.</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model</a:t>
            </a:r>
            <a:r>
              <a:rPr lang="es-ES_tradnl" sz="1400" b="1">
                <a:solidFill>
                  <a:schemeClr val="accent1"/>
                </a:solidFill>
                <a:latin typeface="Consolas" panose="020B0609020204030204" pitchFamily="49" charset="0"/>
              </a:rPr>
              <a:t>:</a:t>
            </a:r>
            <a:r>
              <a:rPr lang="es-ES_tradnl" sz="1400">
                <a:solidFill>
                  <a:schemeClr val="accent1"/>
                </a:solidFill>
                <a:latin typeface="Quattrocento Sans"/>
              </a:rPr>
              <a:t> Modelo del vehículo.</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vehicle_type</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Tipo o categoría del vehículo.</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fuel_type</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Tipo de motorización.</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mpg_city</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Consumo de combustible en ciudad, expresado en millas por galón (MPG).</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mpg_highway</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Consumo de combustible en carretera, expresado en millas por galón (MPG).</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engine_displacement</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Cilindrada del motor.</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engine_cylinders</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Número de cilindros del motor.</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transmission_type</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Tipo de transmisión del vehículo.</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num_speeds</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Número de marchas o velocidades.</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drive_train</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Tipo de tracción del vehículo.</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interior_color</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Color del interior del vehículo, representado en codificación RGB.</a:t>
            </a:r>
          </a:p>
          <a:p>
            <a:pPr marL="182880" indent="-171450" algn="just">
              <a:spcBef>
                <a:spcPts val="40"/>
              </a:spcBef>
              <a:spcAft>
                <a:spcPts val="40"/>
              </a:spcAft>
              <a:buClr>
                <a:schemeClr val="dk2"/>
              </a:buClr>
              <a:buSzPts val="1000"/>
              <a:buFont typeface="Arial" panose="020B0604020202020204" pitchFamily="34" charset="0"/>
              <a:buChar char="•"/>
            </a:pPr>
            <a:r>
              <a:rPr lang="es-ES_tradnl" sz="1400" b="1" err="1">
                <a:solidFill>
                  <a:schemeClr val="accent1"/>
                </a:solidFill>
                <a:latin typeface="Consolas" panose="020B0609020204030204" pitchFamily="49" charset="0"/>
              </a:rPr>
              <a:t>exterior_color</a:t>
            </a:r>
            <a:r>
              <a:rPr lang="es-ES_tradnl" sz="1400" b="1">
                <a:solidFill>
                  <a:schemeClr val="accent1"/>
                </a:solidFill>
                <a:latin typeface="Consolas" panose="020B0609020204030204" pitchFamily="49" charset="0"/>
              </a:rPr>
              <a:t>: </a:t>
            </a:r>
            <a:r>
              <a:rPr lang="es-ES_tradnl" sz="1400">
                <a:solidFill>
                  <a:schemeClr val="accent1"/>
                </a:solidFill>
                <a:latin typeface="Quattrocento Sans"/>
              </a:rPr>
              <a:t>Color del exterior del vehículo, representado en codificación RGB.</a:t>
            </a:r>
          </a:p>
        </p:txBody>
      </p:sp>
      <p:sp>
        <p:nvSpPr>
          <p:cNvPr id="10" name="TextBox 9">
            <a:extLst>
              <a:ext uri="{FF2B5EF4-FFF2-40B4-BE49-F238E27FC236}">
                <a16:creationId xmlns:a16="http://schemas.microsoft.com/office/drawing/2014/main" id="{166F01F9-0E99-1625-3753-E9DC2238807C}"/>
              </a:ext>
            </a:extLst>
          </p:cNvPr>
          <p:cNvSpPr txBox="1"/>
          <p:nvPr/>
        </p:nvSpPr>
        <p:spPr>
          <a:xfrm>
            <a:off x="1067468" y="5329444"/>
            <a:ext cx="10138413" cy="707886"/>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11430" algn="just">
              <a:spcBef>
                <a:spcPts val="40"/>
              </a:spcBef>
              <a:spcAft>
                <a:spcPts val="40"/>
              </a:spcAft>
              <a:buClr>
                <a:schemeClr val="dk2"/>
              </a:buClr>
              <a:buSzPts val="1000"/>
            </a:pPr>
            <a:r>
              <a:rPr lang="es-ES_tradnl" sz="1400" b="1">
                <a:solidFill>
                  <a:schemeClr val="accent1"/>
                </a:solidFill>
                <a:latin typeface="Quattrocento Sans"/>
              </a:rPr>
              <a:t>Salida esperada del modelo:</a:t>
            </a:r>
            <a:endParaRPr lang="es-ES_tradnl" sz="1400">
              <a:solidFill>
                <a:schemeClr val="accent1"/>
              </a:solidFill>
              <a:latin typeface="Quattrocento Sans"/>
            </a:endParaRPr>
          </a:p>
          <a:p>
            <a:pPr marL="11430" algn="just">
              <a:spcBef>
                <a:spcPts val="40"/>
              </a:spcBef>
              <a:spcAft>
                <a:spcPts val="40"/>
              </a:spcAft>
              <a:buClr>
                <a:schemeClr val="dk2"/>
              </a:buClr>
              <a:buSzPts val="1000"/>
            </a:pPr>
            <a:r>
              <a:rPr lang="es-ES_tradnl" sz="1400">
                <a:solidFill>
                  <a:schemeClr val="accent1"/>
                </a:solidFill>
                <a:latin typeface="Quattrocento Sans"/>
              </a:rPr>
              <a:t>El valor residual del vehículo transcurridos </a:t>
            </a:r>
            <a:r>
              <a:rPr lang="es-ES_tradnl" sz="1400" err="1">
                <a:solidFill>
                  <a:schemeClr val="accent1"/>
                </a:solidFill>
                <a:latin typeface="Consolas" panose="020B0609020204030204" pitchFamily="49" charset="0"/>
              </a:rPr>
              <a:t>useful_life</a:t>
            </a:r>
            <a:r>
              <a:rPr lang="es-ES_tradnl" sz="1400">
                <a:solidFill>
                  <a:schemeClr val="accent1"/>
                </a:solidFill>
                <a:latin typeface="Consolas" panose="020B0609020204030204" pitchFamily="49" charset="0"/>
              </a:rPr>
              <a:t> </a:t>
            </a:r>
            <a:r>
              <a:rPr lang="es-ES_tradnl" sz="1400">
                <a:solidFill>
                  <a:schemeClr val="accent1"/>
                </a:solidFill>
                <a:latin typeface="Quattrocento Sans"/>
              </a:rPr>
              <a:t>años, siempre que no se haya excedido el límite de </a:t>
            </a:r>
            <a:r>
              <a:rPr lang="es-ES_tradnl" sz="1400" err="1">
                <a:solidFill>
                  <a:schemeClr val="accent1"/>
                </a:solidFill>
                <a:latin typeface="Consolas" panose="020B0609020204030204" pitchFamily="49" charset="0"/>
              </a:rPr>
              <a:t>max_mileage</a:t>
            </a:r>
            <a:r>
              <a:rPr lang="es-ES_tradnl" sz="1400">
                <a:solidFill>
                  <a:schemeClr val="accent1"/>
                </a:solidFill>
                <a:latin typeface="Quattrocento Sans"/>
              </a:rPr>
              <a:t>.</a:t>
            </a:r>
          </a:p>
          <a:p>
            <a:pPr marL="11430" algn="just">
              <a:spcBef>
                <a:spcPts val="40"/>
              </a:spcBef>
              <a:spcAft>
                <a:spcPts val="40"/>
              </a:spcAft>
              <a:buClr>
                <a:schemeClr val="dk2"/>
              </a:buClr>
              <a:buSzPts val="1000"/>
            </a:pPr>
            <a:endParaRPr lang="es-ES_tradnl" sz="1200">
              <a:solidFill>
                <a:schemeClr val="accent1"/>
              </a:solidFill>
              <a:latin typeface="Quattrocento Sans"/>
            </a:endParaRPr>
          </a:p>
        </p:txBody>
      </p:sp>
      <p:sp>
        <p:nvSpPr>
          <p:cNvPr id="11" name="TextBox 10">
            <a:extLst>
              <a:ext uri="{FF2B5EF4-FFF2-40B4-BE49-F238E27FC236}">
                <a16:creationId xmlns:a16="http://schemas.microsoft.com/office/drawing/2014/main" id="{83319B3D-2699-5A12-524D-72D25FD292C0}"/>
              </a:ext>
            </a:extLst>
          </p:cNvPr>
          <p:cNvSpPr txBox="1"/>
          <p:nvPr/>
        </p:nvSpPr>
        <p:spPr>
          <a:xfrm>
            <a:off x="1532965" y="6088313"/>
            <a:ext cx="9126070" cy="646986"/>
          </a:xfrm>
          <a:prstGeom prst="roundRect">
            <a:avLst/>
          </a:prstGeom>
          <a:solidFill>
            <a:srgbClr val="063075"/>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600" b="1" dirty="0">
                <a:solidFill>
                  <a:schemeClr val="bg1"/>
                </a:solidFill>
                <a:latin typeface="Quattrocento Sans" panose="020B0502050000020003" pitchFamily="34" charset="0"/>
              </a:rPr>
              <a:t>Se pueden encontrar todos los código y la documentación completa del proyecto </a:t>
            </a:r>
            <a:r>
              <a:rPr lang="es-ES_tradnl" sz="1600" b="1" dirty="0">
                <a:solidFill>
                  <a:schemeClr val="bg1"/>
                </a:solidFill>
                <a:latin typeface="Quattrocento Sans" panose="020B0502050000020003" pitchFamily="34" charset="0"/>
                <a:hlinkClick r:id="rId3">
                  <a:extLst>
                    <a:ext uri="{A12FA001-AC4F-418D-AE19-62706E023703}">
                      <ahyp:hlinkClr xmlns:ahyp="http://schemas.microsoft.com/office/drawing/2018/hyperlinkcolor" val="tx"/>
                    </a:ext>
                  </a:extLst>
                </a:hlinkClick>
              </a:rPr>
              <a:t>en este repositorio</a:t>
            </a:r>
            <a:r>
              <a:rPr lang="es-ES_tradnl" sz="1600" b="1" dirty="0">
                <a:solidFill>
                  <a:schemeClr val="bg1"/>
                </a:solidFill>
                <a:latin typeface="Quattrocento Sans" panose="020B0502050000020003" pitchFamily="34" charset="0"/>
              </a:rPr>
              <a:t>. En particular, el código del modelo de valor residual está </a:t>
            </a:r>
            <a:r>
              <a:rPr lang="es-ES_tradnl" sz="1600" b="1" dirty="0">
                <a:solidFill>
                  <a:schemeClr val="bg1"/>
                </a:solidFill>
                <a:latin typeface="Quattrocento Sans" panose="020B0502050000020003" pitchFamily="34" charset="0"/>
                <a:hlinkClick r:id="rId4">
                  <a:extLst>
                    <a:ext uri="{A12FA001-AC4F-418D-AE19-62706E023703}">
                      <ahyp:hlinkClr xmlns:ahyp="http://schemas.microsoft.com/office/drawing/2018/hyperlinkcolor" val="tx"/>
                    </a:ext>
                  </a:extLst>
                </a:hlinkClick>
              </a:rPr>
              <a:t>aquí</a:t>
            </a:r>
            <a:r>
              <a:rPr lang="es-ES_tradnl" sz="1600" b="1" dirty="0">
                <a:solidFill>
                  <a:schemeClr val="bg1"/>
                </a:solidFill>
                <a:latin typeface="Quattrocento Sans" panose="020B0502050000020003" pitchFamily="34" charset="0"/>
              </a:rPr>
              <a:t>.</a:t>
            </a:r>
          </a:p>
        </p:txBody>
      </p:sp>
    </p:spTree>
    <p:extLst>
      <p:ext uri="{BB962C8B-B14F-4D97-AF65-F5344CB8AC3E}">
        <p14:creationId xmlns:p14="http://schemas.microsoft.com/office/powerpoint/2010/main" val="3755864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A8603-AC9E-2DFD-3613-3DB35CCFEA7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68E2619-BC8A-8BAE-415D-0F36977A9F50}"/>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3A8F3F9E-C962-F97C-6841-87F9BCE919A1}"/>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Racional del modelo (1/2)</a:t>
            </a:r>
          </a:p>
        </p:txBody>
      </p:sp>
      <p:cxnSp>
        <p:nvCxnSpPr>
          <p:cNvPr id="3" name="Straight Connector 2">
            <a:extLst>
              <a:ext uri="{FF2B5EF4-FFF2-40B4-BE49-F238E27FC236}">
                <a16:creationId xmlns:a16="http://schemas.microsoft.com/office/drawing/2014/main" id="{6784C86C-602F-A9F1-6DDA-2FD770FC2027}"/>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18D698FC-D180-1A5F-A41B-8D85C0A0E11F}"/>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6" name="Google Shape;978;p52">
            <a:extLst>
              <a:ext uri="{FF2B5EF4-FFF2-40B4-BE49-F238E27FC236}">
                <a16:creationId xmlns:a16="http://schemas.microsoft.com/office/drawing/2014/main" id="{2B0E60CF-0291-76F8-3204-77B4FFDB778C}"/>
              </a:ext>
            </a:extLst>
          </p:cNvPr>
          <p:cNvSpPr/>
          <p:nvPr/>
        </p:nvSpPr>
        <p:spPr>
          <a:xfrm>
            <a:off x="667999" y="1112048"/>
            <a:ext cx="11437587" cy="471600"/>
          </a:xfrm>
          <a:prstGeom prst="roundRect">
            <a:avLst>
              <a:gd name="adj" fmla="val 16667"/>
            </a:avLst>
          </a:prstGeom>
          <a:noFill/>
          <a:ln>
            <a:noFill/>
          </a:ln>
        </p:spPr>
        <p:txBody>
          <a:bodyPr spcFirstLastPara="1" wrap="square" lIns="91433" tIns="0" rIns="91433" bIns="45700" anchor="t"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modelo de cálculo del valor residual que proponemos está basado en un modelo de predicción del precio de vehículos de segunda mano que posteriormente detallaremos. Para simplificar la explicación, asumamos que ya contamos con dicho modelo.</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A6D07EA-0A97-94CB-E871-BD234576F4BD}"/>
                  </a:ext>
                </a:extLst>
              </p:cNvPr>
              <p:cNvSpPr txBox="1"/>
              <p:nvPr/>
            </p:nvSpPr>
            <p:spPr>
              <a:xfrm>
                <a:off x="1034963" y="2004359"/>
                <a:ext cx="10703658" cy="3920560"/>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11430" algn="just">
                  <a:spcBef>
                    <a:spcPts val="40"/>
                  </a:spcBef>
                  <a:spcAft>
                    <a:spcPts val="40"/>
                  </a:spcAft>
                  <a:buClr>
                    <a:schemeClr val="dk2"/>
                  </a:buClr>
                  <a:buSzPts val="1000"/>
                </a:pPr>
                <a:r>
                  <a:rPr lang="es-ES_tradnl" sz="1400">
                    <a:solidFill>
                      <a:schemeClr val="accent1"/>
                    </a:solidFill>
                    <a:latin typeface="Quattrocento Sans"/>
                  </a:rPr>
                  <a:t>Si simplificamos las variables de entrada del modelo de valor residual como (</a:t>
                </a:r>
                <a:r>
                  <a:rPr lang="es-ES_tradnl" sz="1400" err="1">
                    <a:solidFill>
                      <a:schemeClr val="accent1"/>
                    </a:solidFill>
                    <a:latin typeface="Consolas" panose="020B0609020204030204" pitchFamily="49" charset="0"/>
                  </a:rPr>
                  <a:t>useful_life</a:t>
                </a:r>
                <a:r>
                  <a:rPr lang="es-ES_tradnl" sz="1400">
                    <a:solidFill>
                      <a:schemeClr val="accent1"/>
                    </a:solidFill>
                    <a:latin typeface="Quattrocento Sans"/>
                  </a:rPr>
                  <a:t>, </a:t>
                </a:r>
                <a:r>
                  <a:rPr lang="es-ES_tradnl" sz="1400" err="1">
                    <a:solidFill>
                      <a:schemeClr val="accent1"/>
                    </a:solidFill>
                    <a:latin typeface="Consolas" panose="020B0609020204030204" pitchFamily="49" charset="0"/>
                  </a:rPr>
                  <a:t>max_mileage</a:t>
                </a:r>
                <a:r>
                  <a:rPr lang="es-ES_tradnl" sz="1400">
                    <a:solidFill>
                      <a:schemeClr val="accent1"/>
                    </a:solidFill>
                    <a:latin typeface="Quattrocento Sans"/>
                  </a:rPr>
                  <a:t>, </a:t>
                </a:r>
                <a:r>
                  <a:rPr lang="es-ES_tradnl" sz="1400" err="1">
                    <a:solidFill>
                      <a:schemeClr val="accent1"/>
                    </a:solidFill>
                    <a:latin typeface="Consolas" panose="020B0609020204030204" pitchFamily="49" charset="0"/>
                  </a:rPr>
                  <a:t>original_price</a:t>
                </a:r>
                <a:r>
                  <a:rPr lang="es-ES_tradnl" sz="1400">
                    <a:solidFill>
                      <a:schemeClr val="accent1"/>
                    </a:solidFill>
                    <a:latin typeface="Quattrocento Sans"/>
                  </a:rPr>
                  <a:t>, </a:t>
                </a:r>
                <a:r>
                  <a:rPr lang="es-ES_tradnl" sz="1400" err="1">
                    <a:solidFill>
                      <a:schemeClr val="accent1"/>
                    </a:solidFill>
                    <a:latin typeface="Consolas" panose="020B0609020204030204" pitchFamily="49" charset="0"/>
                  </a:rPr>
                  <a:t>vehicle_features</a:t>
                </a:r>
                <a:r>
                  <a:rPr lang="es-ES_tradnl" sz="1400">
                    <a:solidFill>
                      <a:schemeClr val="accent1"/>
                    </a:solidFill>
                    <a:latin typeface="Quattrocento Sans"/>
                  </a:rPr>
                  <a:t>), donde </a:t>
                </a:r>
                <a:r>
                  <a:rPr lang="es-ES_tradnl" sz="1400" err="1">
                    <a:solidFill>
                      <a:schemeClr val="accent1"/>
                    </a:solidFill>
                    <a:latin typeface="Consolas" panose="020B0609020204030204" pitchFamily="49" charset="0"/>
                  </a:rPr>
                  <a:t>vehicle_features</a:t>
                </a:r>
                <a:r>
                  <a:rPr lang="es-ES_tradnl" sz="1400">
                    <a:solidFill>
                      <a:schemeClr val="accent1"/>
                    </a:solidFill>
                    <a:latin typeface="Consolas" panose="020B0609020204030204" pitchFamily="49" charset="0"/>
                  </a:rPr>
                  <a:t> </a:t>
                </a:r>
                <a:r>
                  <a:rPr lang="es-ES_tradnl" sz="1400">
                    <a:solidFill>
                      <a:schemeClr val="accent1"/>
                    </a:solidFill>
                    <a:latin typeface="Quattrocento Sans"/>
                  </a:rPr>
                  <a:t>representa el resto de características estáticas del vehículo, </a:t>
                </a:r>
                <a:r>
                  <a:rPr lang="es-ES_tradnl" sz="1400" b="1">
                    <a:solidFill>
                      <a:schemeClr val="accent1"/>
                    </a:solidFill>
                    <a:latin typeface="Quattrocento Sans"/>
                  </a:rPr>
                  <a:t>el primer paso consiste en utilizar el modelo de predicción del precio de vehículos de segunda mano para estimar cuánto costaría a día de hoy </a:t>
                </a:r>
                <a:r>
                  <a:rPr lang="es-ES_tradnl" sz="1400">
                    <a:solidFill>
                      <a:schemeClr val="accent1"/>
                    </a:solidFill>
                    <a:latin typeface="Quattrocento Sans"/>
                  </a:rPr>
                  <a:t>—es decir, en 2025— </a:t>
                </a:r>
                <a:r>
                  <a:rPr lang="es-ES_tradnl" sz="1400" b="1">
                    <a:solidFill>
                      <a:schemeClr val="accent1"/>
                    </a:solidFill>
                    <a:latin typeface="Quattrocento Sans"/>
                  </a:rPr>
                  <a:t>un vehículo con características </a:t>
                </a:r>
                <a:r>
                  <a:rPr lang="es-ES_tradnl" sz="1400" b="1" err="1">
                    <a:solidFill>
                      <a:schemeClr val="accent1"/>
                    </a:solidFill>
                    <a:latin typeface="Consolas" panose="020B0609020204030204" pitchFamily="49" charset="0"/>
                  </a:rPr>
                  <a:t>vehicle_features</a:t>
                </a:r>
                <a:r>
                  <a:rPr lang="es-ES_tradnl" sz="1400" b="1">
                    <a:solidFill>
                      <a:schemeClr val="accent1"/>
                    </a:solidFill>
                    <a:latin typeface="Quattrocento Sans"/>
                  </a:rPr>
                  <a:t>, </a:t>
                </a:r>
                <a:r>
                  <a:rPr lang="es-ES_tradnl" sz="1400" b="1" err="1">
                    <a:solidFill>
                      <a:schemeClr val="accent1"/>
                    </a:solidFill>
                    <a:latin typeface="Consolas" panose="020B0609020204030204" pitchFamily="49" charset="0"/>
                  </a:rPr>
                  <a:t>useful_life</a:t>
                </a:r>
                <a:r>
                  <a:rPr lang="es-ES_tradnl" sz="1400" b="1">
                    <a:solidFill>
                      <a:schemeClr val="accent1"/>
                    </a:solidFill>
                    <a:latin typeface="Quattrocento Sans"/>
                  </a:rPr>
                  <a:t> años de antigüedad y un kilometraje inferior a </a:t>
                </a:r>
                <a:r>
                  <a:rPr lang="es-ES_tradnl" sz="1400" b="1" err="1">
                    <a:solidFill>
                      <a:schemeClr val="accent1"/>
                    </a:solidFill>
                    <a:latin typeface="Consolas" panose="020B0609020204030204" pitchFamily="49" charset="0"/>
                  </a:rPr>
                  <a:t>max_mileage</a:t>
                </a:r>
                <a:r>
                  <a:rPr lang="es-ES_tradnl" sz="1400" b="1">
                    <a:solidFill>
                      <a:schemeClr val="accent1"/>
                    </a:solidFill>
                    <a:latin typeface="Quattrocento Sans"/>
                  </a:rPr>
                  <a:t> millas</a:t>
                </a:r>
                <a:r>
                  <a:rPr lang="es-ES_tradnl" sz="1400">
                    <a:solidFill>
                      <a:schemeClr val="accent1"/>
                    </a:solidFill>
                    <a:latin typeface="Quattrocento Sans"/>
                  </a:rPr>
                  <a:t>.</a:t>
                </a:r>
              </a:p>
              <a:p>
                <a:pPr marL="11430" algn="just">
                  <a:spcBef>
                    <a:spcPts val="40"/>
                  </a:spcBef>
                  <a:spcAft>
                    <a:spcPts val="40"/>
                  </a:spcAft>
                  <a:buClr>
                    <a:schemeClr val="dk2"/>
                  </a:buClr>
                  <a:buSzPts val="1000"/>
                </a:pPr>
                <a:endParaRPr lang="es-ES_tradnl" sz="800">
                  <a:solidFill>
                    <a:schemeClr val="accent1"/>
                  </a:solidFill>
                  <a:latin typeface="Quattrocento Sans"/>
                </a:endParaRPr>
              </a:p>
              <a:p>
                <a:pPr marL="11430" algn="just">
                  <a:spcBef>
                    <a:spcPts val="40"/>
                  </a:spcBef>
                  <a:spcAft>
                    <a:spcPts val="40"/>
                  </a:spcAft>
                  <a:buClr>
                    <a:schemeClr val="dk2"/>
                  </a:buClr>
                  <a:buSzPts val="1000"/>
                </a:pPr>
                <a:r>
                  <a:rPr lang="es-ES_tradnl" sz="1400">
                    <a:solidFill>
                      <a:schemeClr val="accent1"/>
                    </a:solidFill>
                    <a:latin typeface="Quattrocento Sans"/>
                  </a:rPr>
                  <a:t>El </a:t>
                </a:r>
                <a:r>
                  <a:rPr lang="es-ES_tradnl" sz="1400" b="1">
                    <a:solidFill>
                      <a:schemeClr val="accent1"/>
                    </a:solidFill>
                    <a:latin typeface="Quattrocento Sans"/>
                  </a:rPr>
                  <a:t>modelo de predicción del precio de vehículos usados </a:t>
                </a:r>
                <a:r>
                  <a:rPr lang="es-ES_tradnl" sz="1400">
                    <a:solidFill>
                      <a:schemeClr val="accent1"/>
                    </a:solidFill>
                    <a:latin typeface="Quattrocento Sans"/>
                  </a:rPr>
                  <a:t>también </a:t>
                </a:r>
                <a:r>
                  <a:rPr lang="es-ES_tradnl" sz="1400" b="1">
                    <a:solidFill>
                      <a:schemeClr val="accent1"/>
                    </a:solidFill>
                    <a:latin typeface="Quattrocento Sans"/>
                  </a:rPr>
                  <a:t>emplea como entrada el precio original del vehículo</a:t>
                </a:r>
                <a:r>
                  <a:rPr lang="es-ES_tradnl" sz="1400">
                    <a:solidFill>
                      <a:schemeClr val="accent1"/>
                    </a:solidFill>
                    <a:latin typeface="Quattrocento Sans"/>
                  </a:rPr>
                  <a:t>, es decir, el precio de adquisición en el momento de compra. Una buena aproximación de este valor consiste en descontar el precio actual </a:t>
                </a:r>
                <a:r>
                  <a:rPr lang="es-ES_tradnl" sz="1400" err="1">
                    <a:solidFill>
                      <a:schemeClr val="accent1"/>
                    </a:solidFill>
                    <a:latin typeface="Consolas" panose="020B0609020204030204" pitchFamily="49" charset="0"/>
                  </a:rPr>
                  <a:t>original_price</a:t>
                </a:r>
                <a:r>
                  <a:rPr lang="es-ES_tradnl" sz="1400">
                    <a:solidFill>
                      <a:schemeClr val="accent1"/>
                    </a:solidFill>
                    <a:latin typeface="Quattrocento Sans"/>
                  </a:rPr>
                  <a:t> a valor pasado </a:t>
                </a:r>
                <a:r>
                  <a:rPr lang="es-ES_tradnl" sz="1400" err="1">
                    <a:solidFill>
                      <a:schemeClr val="accent1"/>
                    </a:solidFill>
                    <a:latin typeface="Consolas" panose="020B0609020204030204" pitchFamily="49" charset="0"/>
                  </a:rPr>
                  <a:t>useful_life</a:t>
                </a:r>
                <a:r>
                  <a:rPr lang="es-ES_tradnl" sz="1400">
                    <a:solidFill>
                      <a:schemeClr val="accent1"/>
                    </a:solidFill>
                    <a:latin typeface="Consolas" panose="020B0609020204030204" pitchFamily="49" charset="0"/>
                  </a:rPr>
                  <a:t> </a:t>
                </a:r>
                <a:r>
                  <a:rPr lang="es-ES_tradnl" sz="1400">
                    <a:solidFill>
                      <a:schemeClr val="accent1"/>
                    </a:solidFill>
                    <a:latin typeface="Quattrocento Sans"/>
                  </a:rPr>
                  <a:t>años, utilizando como tasa de descuento el índice de crecimiento anual de precios en el sector de vehículos nuevos. Si denotamos este índice por </a:t>
                </a:r>
                <a14:m>
                  <m:oMath xmlns:m="http://schemas.openxmlformats.org/officeDocument/2006/math">
                    <m:r>
                      <a:rPr lang="es-ES_tradnl" sz="1400" b="0" i="1" smtClean="0">
                        <a:solidFill>
                          <a:schemeClr val="accent1"/>
                        </a:solidFill>
                        <a:latin typeface="Cambria Math" panose="02040503050406030204" pitchFamily="18" charset="0"/>
                      </a:rPr>
                      <m:t>𝑖</m:t>
                    </m:r>
                  </m:oMath>
                </a14:m>
                <a:r>
                  <a:rPr lang="es-ES_tradnl" sz="1400">
                    <a:solidFill>
                      <a:schemeClr val="accent1"/>
                    </a:solidFill>
                    <a:latin typeface="Quattrocento Sans"/>
                  </a:rPr>
                  <a:t>, se puede estimar el precio original histórico, que llamaremos </a:t>
                </a:r>
                <a:r>
                  <a:rPr lang="es-ES_tradnl" sz="1400" err="1">
                    <a:solidFill>
                      <a:schemeClr val="accent1"/>
                    </a:solidFill>
                    <a:latin typeface="Consolas" panose="020B0609020204030204" pitchFamily="49" charset="0"/>
                  </a:rPr>
                  <a:t>former_original_price</a:t>
                </a:r>
                <a:r>
                  <a:rPr lang="es-ES_tradnl" sz="1400">
                    <a:solidFill>
                      <a:schemeClr val="accent1"/>
                    </a:solidFill>
                    <a:latin typeface="Quattrocento Sans"/>
                  </a:rPr>
                  <a:t>, mediante la siguiente fórmula:</a:t>
                </a:r>
              </a:p>
              <a:p>
                <a:pPr marL="11430" algn="just">
                  <a:spcBef>
                    <a:spcPts val="40"/>
                  </a:spcBef>
                  <a:spcAft>
                    <a:spcPts val="40"/>
                  </a:spcAft>
                  <a:buClr>
                    <a:schemeClr val="dk2"/>
                  </a:buClr>
                  <a:buSzPts val="1000"/>
                </a:pPr>
                <a:endParaRPr lang="es-ES_tradnl" sz="800" i="1">
                  <a:latin typeface="Cambria Math" panose="02040503050406030204" pitchFamily="18" charset="0"/>
                </a:endParaRPr>
              </a:p>
              <a:p>
                <a:pPr marL="11430" algn="just">
                  <a:spcBef>
                    <a:spcPts val="40"/>
                  </a:spcBef>
                  <a:spcAft>
                    <a:spcPts val="40"/>
                  </a:spcAft>
                  <a:buClr>
                    <a:schemeClr val="dk2"/>
                  </a:buClr>
                  <a:buSzPts val="1000"/>
                </a:pPr>
                <a14:m>
                  <m:oMathPara xmlns:m="http://schemas.openxmlformats.org/officeDocument/2006/math">
                    <m:oMathParaPr>
                      <m:jc m:val="centerGroup"/>
                    </m:oMathParaPr>
                    <m:oMath xmlns:m="http://schemas.openxmlformats.org/officeDocument/2006/math">
                      <m:r>
                        <a:rPr lang="es-ES_tradnl" sz="1400" b="1" i="1" smtClean="0">
                          <a:solidFill>
                            <a:schemeClr val="accent1"/>
                          </a:solidFill>
                          <a:latin typeface="Cambria Math" panose="02040503050406030204" pitchFamily="18" charset="0"/>
                        </a:rPr>
                        <m:t>𝒇𝒐𝒓𝒎𝒆𝒓</m:t>
                      </m:r>
                      <m:r>
                        <a:rPr lang="es-ES_tradnl" sz="1400" b="1" i="1" smtClean="0">
                          <a:solidFill>
                            <a:schemeClr val="accent1"/>
                          </a:solidFill>
                          <a:latin typeface="Cambria Math" panose="02040503050406030204" pitchFamily="18" charset="0"/>
                        </a:rPr>
                        <m:t>_</m:t>
                      </m:r>
                      <m:r>
                        <a:rPr lang="es-ES_tradnl" sz="1400" b="1" i="1" smtClean="0">
                          <a:solidFill>
                            <a:schemeClr val="accent1"/>
                          </a:solidFill>
                          <a:latin typeface="Cambria Math" panose="02040503050406030204" pitchFamily="18" charset="0"/>
                        </a:rPr>
                        <m:t>𝒐𝒓𝒊𝒈𝒊𝒏𝒂𝒍</m:t>
                      </m:r>
                      <m:r>
                        <a:rPr lang="es-ES_tradnl" sz="1400" b="1" i="1" smtClean="0">
                          <a:solidFill>
                            <a:schemeClr val="accent1"/>
                          </a:solidFill>
                          <a:latin typeface="Cambria Math" panose="02040503050406030204" pitchFamily="18" charset="0"/>
                        </a:rPr>
                        <m:t>_</m:t>
                      </m:r>
                      <m:r>
                        <a:rPr lang="es-ES_tradnl" sz="1400" b="1" i="1" smtClean="0">
                          <a:solidFill>
                            <a:schemeClr val="accent1"/>
                          </a:solidFill>
                          <a:latin typeface="Cambria Math" panose="02040503050406030204" pitchFamily="18" charset="0"/>
                        </a:rPr>
                        <m:t>𝒑𝒓𝒊𝒄𝒆</m:t>
                      </m:r>
                      <m:r>
                        <a:rPr lang="es-ES_tradnl" sz="1400" b="1" i="1" smtClean="0">
                          <a:solidFill>
                            <a:schemeClr val="accent1"/>
                          </a:solidFill>
                          <a:latin typeface="Cambria Math" panose="02040503050406030204" pitchFamily="18" charset="0"/>
                        </a:rPr>
                        <m:t>=</m:t>
                      </m:r>
                      <m:f>
                        <m:fPr>
                          <m:ctrlPr>
                            <a:rPr lang="es-ES_tradnl" sz="1400" b="1" i="1">
                              <a:solidFill>
                                <a:schemeClr val="accent1"/>
                              </a:solidFill>
                              <a:latin typeface="Cambria Math" panose="02040503050406030204" pitchFamily="18" charset="0"/>
                            </a:rPr>
                          </m:ctrlPr>
                        </m:fPr>
                        <m:num>
                          <m:r>
                            <a:rPr lang="es-ES_tradnl" sz="1400" b="1" i="1">
                              <a:solidFill>
                                <a:schemeClr val="accent1"/>
                              </a:solidFill>
                              <a:latin typeface="Cambria Math" panose="02040503050406030204" pitchFamily="18" charset="0"/>
                            </a:rPr>
                            <m:t>𝒐𝒓𝒊𝒈𝒊𝒏𝒂𝒍</m:t>
                          </m:r>
                          <m:r>
                            <a:rPr lang="es-ES_tradnl" sz="1400" b="1" i="1">
                              <a:solidFill>
                                <a:schemeClr val="accent1"/>
                              </a:solidFill>
                              <a:latin typeface="Cambria Math" panose="02040503050406030204" pitchFamily="18" charset="0"/>
                            </a:rPr>
                            <m:t>_</m:t>
                          </m:r>
                          <m:r>
                            <a:rPr lang="es-ES_tradnl" sz="1400" b="1" i="1">
                              <a:solidFill>
                                <a:schemeClr val="accent1"/>
                              </a:solidFill>
                              <a:latin typeface="Cambria Math" panose="02040503050406030204" pitchFamily="18" charset="0"/>
                            </a:rPr>
                            <m:t>𝒑𝒓𝒊𝒄𝒆</m:t>
                          </m:r>
                        </m:num>
                        <m:den>
                          <m:sSup>
                            <m:sSupPr>
                              <m:ctrlPr>
                                <a:rPr lang="es-ES_tradnl" sz="1400" b="1" i="1">
                                  <a:solidFill>
                                    <a:schemeClr val="accent1"/>
                                  </a:solidFill>
                                  <a:latin typeface="Cambria Math" panose="02040503050406030204" pitchFamily="18" charset="0"/>
                                </a:rPr>
                              </m:ctrlPr>
                            </m:sSupPr>
                            <m:e>
                              <m:d>
                                <m:dPr>
                                  <m:ctrlPr>
                                    <a:rPr lang="es-ES_tradnl" sz="1400" b="1" i="1">
                                      <a:solidFill>
                                        <a:schemeClr val="accent1"/>
                                      </a:solidFill>
                                      <a:latin typeface="Cambria Math" panose="02040503050406030204" pitchFamily="18" charset="0"/>
                                    </a:rPr>
                                  </m:ctrlPr>
                                </m:dPr>
                                <m:e>
                                  <m:r>
                                    <a:rPr lang="es-ES_tradnl" sz="1400" b="1" i="1">
                                      <a:solidFill>
                                        <a:schemeClr val="accent1"/>
                                      </a:solidFill>
                                      <a:latin typeface="Cambria Math" panose="02040503050406030204" pitchFamily="18" charset="0"/>
                                    </a:rPr>
                                    <m:t>𝟏</m:t>
                                  </m:r>
                                  <m:r>
                                    <a:rPr lang="es-ES_tradnl" sz="1400" b="1" i="1">
                                      <a:solidFill>
                                        <a:schemeClr val="accent1"/>
                                      </a:solidFill>
                                      <a:latin typeface="Cambria Math" panose="02040503050406030204" pitchFamily="18" charset="0"/>
                                    </a:rPr>
                                    <m:t>+</m:t>
                                  </m:r>
                                  <m:r>
                                    <a:rPr lang="es-ES_tradnl" sz="1400" b="1" i="1">
                                      <a:solidFill>
                                        <a:schemeClr val="accent1"/>
                                      </a:solidFill>
                                      <a:latin typeface="Cambria Math" panose="02040503050406030204" pitchFamily="18" charset="0"/>
                                    </a:rPr>
                                    <m:t>𝒊</m:t>
                                  </m:r>
                                </m:e>
                              </m:d>
                            </m:e>
                            <m:sup>
                              <m:r>
                                <a:rPr lang="es-ES_tradnl" sz="1400" b="1" i="1">
                                  <a:solidFill>
                                    <a:schemeClr val="accent1"/>
                                  </a:solidFill>
                                  <a:latin typeface="Cambria Math" panose="02040503050406030204" pitchFamily="18" charset="0"/>
                                </a:rPr>
                                <m:t>𝒖𝒔𝒆𝒇𝒖𝒍</m:t>
                              </m:r>
                              <m:r>
                                <a:rPr lang="es-ES_tradnl" sz="1400" b="1" i="1">
                                  <a:solidFill>
                                    <a:schemeClr val="accent1"/>
                                  </a:solidFill>
                                  <a:latin typeface="Cambria Math" panose="02040503050406030204" pitchFamily="18" charset="0"/>
                                </a:rPr>
                                <m:t>_</m:t>
                              </m:r>
                              <m:r>
                                <a:rPr lang="es-ES_tradnl" sz="1400" b="1" i="1">
                                  <a:solidFill>
                                    <a:schemeClr val="accent1"/>
                                  </a:solidFill>
                                  <a:latin typeface="Cambria Math" panose="02040503050406030204" pitchFamily="18" charset="0"/>
                                </a:rPr>
                                <m:t>𝒍𝒊𝒇𝒆</m:t>
                              </m:r>
                            </m:sup>
                          </m:sSup>
                        </m:den>
                      </m:f>
                    </m:oMath>
                  </m:oMathPara>
                </a14:m>
                <a:endParaRPr lang="es-ES_tradnl" sz="1400" b="1">
                  <a:solidFill>
                    <a:schemeClr val="accent1"/>
                  </a:solidFill>
                  <a:latin typeface="Quattrocento Sans"/>
                </a:endParaRPr>
              </a:p>
              <a:p>
                <a:pPr marL="11430" algn="just">
                  <a:spcBef>
                    <a:spcPts val="40"/>
                  </a:spcBef>
                  <a:spcAft>
                    <a:spcPts val="40"/>
                  </a:spcAft>
                  <a:buClr>
                    <a:schemeClr val="dk2"/>
                  </a:buClr>
                  <a:buSzPts val="1000"/>
                </a:pPr>
                <a:endParaRPr lang="es-ES_tradnl" sz="800" b="1">
                  <a:solidFill>
                    <a:schemeClr val="accent1"/>
                  </a:solidFill>
                  <a:latin typeface="Quattrocento Sans"/>
                </a:endParaRPr>
              </a:p>
              <a:p>
                <a:pPr marL="11430" algn="just">
                  <a:spcBef>
                    <a:spcPts val="40"/>
                  </a:spcBef>
                  <a:spcAft>
                    <a:spcPts val="40"/>
                  </a:spcAft>
                  <a:buClr>
                    <a:schemeClr val="dk2"/>
                  </a:buClr>
                  <a:buSzPts val="1000"/>
                </a:pPr>
                <a:r>
                  <a:rPr lang="es-ES_tradnl" sz="1400">
                    <a:solidFill>
                      <a:schemeClr val="accent1"/>
                    </a:solidFill>
                    <a:latin typeface="Quattrocento Sans"/>
                  </a:rPr>
                  <a:t>Cabe destacar que, si se dispone de una serie histórica de índices de crecimiento anual para el sector, es posible obtener una estimación más precisa del precio original. No obstante, por simplicidad, asumiremos de aquí en adelante que 𝑖 = 3% es constante. Además, este procedimiento es necesario ya que no existen garantías de que hace </a:t>
                </a:r>
                <a:r>
                  <a:rPr lang="es-ES_tradnl" sz="1400" err="1">
                    <a:solidFill>
                      <a:schemeClr val="accent1"/>
                    </a:solidFill>
                    <a:latin typeface="Consolas" panose="020B0609020204030204" pitchFamily="49" charset="0"/>
                  </a:rPr>
                  <a:t>useful_life</a:t>
                </a:r>
                <a:r>
                  <a:rPr lang="es-ES_tradnl" sz="1400">
                    <a:solidFill>
                      <a:schemeClr val="accent1"/>
                    </a:solidFill>
                    <a:latin typeface="Consolas" panose="020B0609020204030204" pitchFamily="49" charset="0"/>
                  </a:rPr>
                  <a:t> </a:t>
                </a:r>
                <a:r>
                  <a:rPr lang="es-ES_tradnl" sz="1400">
                    <a:solidFill>
                      <a:schemeClr val="accent1"/>
                    </a:solidFill>
                    <a:latin typeface="Quattrocento Sans"/>
                  </a:rPr>
                  <a:t>años</a:t>
                </a:r>
                <a:r>
                  <a:rPr lang="es-ES_tradnl" sz="1400">
                    <a:solidFill>
                      <a:schemeClr val="accent1"/>
                    </a:solidFill>
                    <a:latin typeface="Consolas" panose="020B0609020204030204" pitchFamily="49" charset="0"/>
                  </a:rPr>
                  <a:t> </a:t>
                </a:r>
                <a:r>
                  <a:rPr lang="es-ES_tradnl" sz="1400">
                    <a:solidFill>
                      <a:schemeClr val="accent1"/>
                    </a:solidFill>
                    <a:latin typeface="Quattrocento Sans"/>
                  </a:rPr>
                  <a:t>estuviera disponible en el mercado un modelo de con exactamente las mismas características técnicas para obtener su precio de una base de datos. </a:t>
                </a:r>
              </a:p>
              <a:p>
                <a:pPr marL="11430" algn="just">
                  <a:spcBef>
                    <a:spcPts val="40"/>
                  </a:spcBef>
                  <a:spcAft>
                    <a:spcPts val="40"/>
                  </a:spcAft>
                  <a:buClr>
                    <a:schemeClr val="dk2"/>
                  </a:buClr>
                  <a:buSzPts val="1000"/>
                </a:pPr>
                <a:endParaRPr lang="es-ES_tradnl" sz="1400">
                  <a:solidFill>
                    <a:schemeClr val="accent1"/>
                  </a:solidFill>
                  <a:latin typeface="Quattrocento Sans"/>
                </a:endParaRPr>
              </a:p>
            </p:txBody>
          </p:sp>
        </mc:Choice>
        <mc:Fallback xmlns="">
          <p:sp>
            <p:nvSpPr>
              <p:cNvPr id="8" name="TextBox 7">
                <a:extLst>
                  <a:ext uri="{FF2B5EF4-FFF2-40B4-BE49-F238E27FC236}">
                    <a16:creationId xmlns:a16="http://schemas.microsoft.com/office/drawing/2014/main" id="{EA6D07EA-0A97-94CB-E871-BD234576F4BD}"/>
                  </a:ext>
                </a:extLst>
              </p:cNvPr>
              <p:cNvSpPr txBox="1">
                <a:spLocks noRot="1" noChangeAspect="1" noMove="1" noResize="1" noEditPoints="1" noAdjustHandles="1" noChangeArrowheads="1" noChangeShapeType="1" noTextEdit="1"/>
              </p:cNvSpPr>
              <p:nvPr/>
            </p:nvSpPr>
            <p:spPr>
              <a:xfrm>
                <a:off x="1034963" y="2004359"/>
                <a:ext cx="10703658" cy="3920560"/>
              </a:xfrm>
              <a:prstGeom prst="rect">
                <a:avLst/>
              </a:prstGeom>
              <a:blipFill>
                <a:blip r:embed="rId2"/>
                <a:stretch>
                  <a:fillRect/>
                </a:stretch>
              </a:blipFill>
              <a:effectLst>
                <a:outerShdw blurRad="50800" dist="381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1923733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2C82F-C482-B993-AE02-43A03E6C6A7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3493D0C-38D5-7058-FDEC-5812467139B5}"/>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6A2A442E-74BE-8B25-A562-DB3DA404D5F2}"/>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Racional del modelo (2/2)</a:t>
            </a:r>
          </a:p>
        </p:txBody>
      </p:sp>
      <p:cxnSp>
        <p:nvCxnSpPr>
          <p:cNvPr id="3" name="Straight Connector 2">
            <a:extLst>
              <a:ext uri="{FF2B5EF4-FFF2-40B4-BE49-F238E27FC236}">
                <a16:creationId xmlns:a16="http://schemas.microsoft.com/office/drawing/2014/main" id="{17542D5F-2C04-FB33-614B-6C75145B83C5}"/>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807C0096-805B-6F00-6899-E73D7D9D45D9}"/>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1246CD-1208-42A9-E361-32136F2CD755}"/>
                  </a:ext>
                </a:extLst>
              </p:cNvPr>
              <p:cNvSpPr txBox="1"/>
              <p:nvPr/>
            </p:nvSpPr>
            <p:spPr>
              <a:xfrm>
                <a:off x="1067469" y="1989074"/>
                <a:ext cx="10704228" cy="4317849"/>
              </a:xfrm>
              <a:prstGeom prst="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a:spAutoFit/>
              </a:bodyPr>
              <a:lstStyle/>
              <a:p>
                <a:pPr marL="11430" algn="just">
                  <a:spcBef>
                    <a:spcPts val="40"/>
                  </a:spcBef>
                  <a:spcAft>
                    <a:spcPts val="40"/>
                  </a:spcAft>
                  <a:buClr>
                    <a:schemeClr val="dk2"/>
                  </a:buClr>
                  <a:buSzPts val="1000"/>
                </a:pPr>
                <a:r>
                  <a:rPr lang="es-ES_tradnl" sz="1400">
                    <a:solidFill>
                      <a:schemeClr val="accent1"/>
                    </a:solidFill>
                    <a:latin typeface="Quattrocento Sans"/>
                  </a:rPr>
                  <a:t>Si las variables de entrada del </a:t>
                </a:r>
                <a:r>
                  <a:rPr lang="es-ES_tradnl" sz="1400" b="1">
                    <a:solidFill>
                      <a:schemeClr val="accent1"/>
                    </a:solidFill>
                    <a:latin typeface="Quattrocento Sans"/>
                  </a:rPr>
                  <a:t>modelo de predicción del precio de vehículos usados </a:t>
                </a:r>
                <a:r>
                  <a:rPr lang="es-ES_tradnl" sz="1400">
                    <a:solidFill>
                      <a:schemeClr val="accent1"/>
                    </a:solidFill>
                    <a:latin typeface="Quattrocento Sans"/>
                  </a:rPr>
                  <a:t>son:</a:t>
                </a:r>
              </a:p>
              <a:p>
                <a:pPr marL="11430" algn="just">
                  <a:spcBef>
                    <a:spcPts val="40"/>
                  </a:spcBef>
                  <a:spcAft>
                    <a:spcPts val="40"/>
                  </a:spcAft>
                  <a:buClr>
                    <a:schemeClr val="dk2"/>
                  </a:buClr>
                  <a:buSzPts val="1000"/>
                </a:pPr>
                <a:endParaRPr lang="es-ES_tradnl" sz="1400">
                  <a:solidFill>
                    <a:schemeClr val="accent1"/>
                  </a:solidFill>
                  <a:latin typeface="Quattrocento Sans"/>
                </a:endParaRPr>
              </a:p>
              <a:p>
                <a:pPr marL="11430" algn="ctr">
                  <a:spcBef>
                    <a:spcPts val="40"/>
                  </a:spcBef>
                  <a:spcAft>
                    <a:spcPts val="40"/>
                  </a:spcAft>
                  <a:buClr>
                    <a:schemeClr val="dk2"/>
                  </a:buClr>
                  <a:buSzPts val="1000"/>
                </a:pPr>
                <a:r>
                  <a:rPr lang="es-ES_tradnl" sz="1400">
                    <a:solidFill>
                      <a:schemeClr val="accent1"/>
                    </a:solidFill>
                    <a:latin typeface="Consolas" panose="020B0609020204030204" pitchFamily="49" charset="0"/>
                  </a:rPr>
                  <a:t> input</a:t>
                </a:r>
                <a:r>
                  <a:rPr lang="es-ES_tradnl" sz="1400" kern="100">
                    <a:solidFill>
                      <a:srgbClr val="002260"/>
                    </a:solidFill>
                    <a:latin typeface="Quattrocento Sans" panose="020B0502050000020003" pitchFamily="34" charset="0"/>
                    <a:cs typeface="Times New Roman" panose="02020603050405020304" pitchFamily="18" charset="0"/>
                  </a:rPr>
                  <a:t> = {  </a:t>
                </a:r>
                <a:r>
                  <a:rPr lang="es-ES_tradnl" sz="1400" err="1">
                    <a:solidFill>
                      <a:schemeClr val="accent1"/>
                    </a:solidFill>
                    <a:latin typeface="Consolas" panose="020B0609020204030204" pitchFamily="49" charset="0"/>
                  </a:rPr>
                  <a:t>years</a:t>
                </a:r>
                <a:r>
                  <a:rPr lang="es-ES_tradnl" sz="1400">
                    <a:solidFill>
                      <a:schemeClr val="accent1"/>
                    </a:solidFill>
                    <a:latin typeface="Consolas" panose="020B0609020204030204" pitchFamily="49" charset="0"/>
                  </a:rPr>
                  <a:t> = </a:t>
                </a:r>
                <a:r>
                  <a:rPr lang="es-ES_tradnl" sz="1400" err="1">
                    <a:solidFill>
                      <a:schemeClr val="accent1"/>
                    </a:solidFill>
                    <a:latin typeface="Consolas" panose="020B0609020204030204" pitchFamily="49" charset="0"/>
                  </a:rPr>
                  <a:t>useful_life</a:t>
                </a:r>
                <a:r>
                  <a:rPr lang="es-ES_tradnl" sz="1400">
                    <a:solidFill>
                      <a:schemeClr val="accent1"/>
                    </a:solidFill>
                    <a:latin typeface="Consolas" panose="020B0609020204030204" pitchFamily="49" charset="0"/>
                  </a:rPr>
                  <a:t>,</a:t>
                </a:r>
              </a:p>
              <a:p>
                <a:pPr marL="11430" algn="ctr">
                  <a:spcBef>
                    <a:spcPts val="40"/>
                  </a:spcBef>
                  <a:spcAft>
                    <a:spcPts val="40"/>
                  </a:spcAft>
                  <a:buClr>
                    <a:schemeClr val="dk2"/>
                  </a:buClr>
                  <a:buSzPts val="1000"/>
                </a:pPr>
                <a:r>
                  <a:rPr lang="es-ES_tradnl" sz="1400">
                    <a:solidFill>
                      <a:schemeClr val="accent1"/>
                    </a:solidFill>
                    <a:latin typeface="Consolas" panose="020B0609020204030204" pitchFamily="49" charset="0"/>
                  </a:rPr>
                  <a:t>           </a:t>
                </a:r>
                <a:r>
                  <a:rPr lang="es-ES_tradnl" sz="1400" err="1">
                    <a:solidFill>
                      <a:schemeClr val="accent1"/>
                    </a:solidFill>
                    <a:latin typeface="Consolas" panose="020B0609020204030204" pitchFamily="49" charset="0"/>
                  </a:rPr>
                  <a:t>mileage</a:t>
                </a:r>
                <a:r>
                  <a:rPr lang="es-ES_tradnl" sz="1400">
                    <a:solidFill>
                      <a:schemeClr val="accent1"/>
                    </a:solidFill>
                    <a:latin typeface="Consolas" panose="020B0609020204030204" pitchFamily="49" charset="0"/>
                  </a:rPr>
                  <a:t> = </a:t>
                </a:r>
                <a:r>
                  <a:rPr lang="es-ES_tradnl" sz="1400" err="1">
                    <a:solidFill>
                      <a:schemeClr val="accent1"/>
                    </a:solidFill>
                    <a:latin typeface="Consolas" panose="020B0609020204030204" pitchFamily="49" charset="0"/>
                  </a:rPr>
                  <a:t>max_mileage</a:t>
                </a:r>
                <a:r>
                  <a:rPr lang="es-ES_tradnl" sz="1400">
                    <a:solidFill>
                      <a:schemeClr val="accent1"/>
                    </a:solidFill>
                    <a:latin typeface="Consolas" panose="020B0609020204030204" pitchFamily="49" charset="0"/>
                  </a:rPr>
                  <a:t>,</a:t>
                </a:r>
              </a:p>
              <a:p>
                <a:pPr marL="11430" algn="ctr">
                  <a:spcBef>
                    <a:spcPts val="40"/>
                  </a:spcBef>
                  <a:spcAft>
                    <a:spcPts val="40"/>
                  </a:spcAft>
                  <a:buClr>
                    <a:schemeClr val="dk2"/>
                  </a:buClr>
                  <a:buSzPts val="1000"/>
                </a:pPr>
                <a:r>
                  <a:rPr lang="es-ES_tradnl" sz="1400">
                    <a:solidFill>
                      <a:schemeClr val="accent1"/>
                    </a:solidFill>
                    <a:latin typeface="Consolas" panose="020B0609020204030204" pitchFamily="49" charset="0"/>
                  </a:rPr>
                  <a:t>                            </a:t>
                </a:r>
                <a:r>
                  <a:rPr lang="es-ES_tradnl" sz="1400" err="1">
                    <a:solidFill>
                      <a:schemeClr val="accent1"/>
                    </a:solidFill>
                    <a:latin typeface="Consolas" panose="020B0609020204030204" pitchFamily="49" charset="0"/>
                  </a:rPr>
                  <a:t>original_price</a:t>
                </a:r>
                <a:r>
                  <a:rPr lang="es-ES_tradnl" sz="1400">
                    <a:solidFill>
                      <a:schemeClr val="accent1"/>
                    </a:solidFill>
                    <a:latin typeface="Consolas" panose="020B0609020204030204" pitchFamily="49" charset="0"/>
                  </a:rPr>
                  <a:t> = </a:t>
                </a:r>
                <a:r>
                  <a:rPr lang="es-ES_tradnl" sz="1400" err="1">
                    <a:solidFill>
                      <a:schemeClr val="accent1"/>
                    </a:solidFill>
                    <a:latin typeface="Consolas" panose="020B0609020204030204" pitchFamily="49" charset="0"/>
                  </a:rPr>
                  <a:t>former_original_price</a:t>
                </a:r>
                <a:r>
                  <a:rPr lang="es-ES_tradnl" sz="1400">
                    <a:solidFill>
                      <a:schemeClr val="accent1"/>
                    </a:solidFill>
                    <a:latin typeface="Consolas" panose="020B0609020204030204" pitchFamily="49" charset="0"/>
                  </a:rPr>
                  <a:t>,</a:t>
                </a:r>
              </a:p>
              <a:p>
                <a:pPr marL="11430" algn="ctr">
                  <a:spcBef>
                    <a:spcPts val="40"/>
                  </a:spcBef>
                  <a:spcAft>
                    <a:spcPts val="40"/>
                  </a:spcAft>
                  <a:buClr>
                    <a:schemeClr val="dk2"/>
                  </a:buClr>
                  <a:buSzPts val="1000"/>
                </a:pPr>
                <a:r>
                  <a:rPr lang="es-ES_tradnl" sz="1400">
                    <a:solidFill>
                      <a:schemeClr val="accent1"/>
                    </a:solidFill>
                    <a:latin typeface="Consolas" panose="020B0609020204030204" pitchFamily="49" charset="0"/>
                  </a:rPr>
                  <a:t>                         </a:t>
                </a:r>
                <a:r>
                  <a:rPr lang="es-ES_tradnl" sz="1400" err="1">
                    <a:solidFill>
                      <a:schemeClr val="accent1"/>
                    </a:solidFill>
                    <a:latin typeface="Consolas" panose="020B0609020204030204" pitchFamily="49" charset="0"/>
                  </a:rPr>
                  <a:t>vehicle_features</a:t>
                </a:r>
                <a:r>
                  <a:rPr lang="es-ES_tradnl" sz="1400">
                    <a:solidFill>
                      <a:schemeClr val="accent1"/>
                    </a:solidFill>
                    <a:latin typeface="Consolas" panose="020B0609020204030204" pitchFamily="49" charset="0"/>
                  </a:rPr>
                  <a:t> = </a:t>
                </a:r>
                <a:r>
                  <a:rPr lang="es-ES_tradnl" sz="1400" err="1">
                    <a:solidFill>
                      <a:schemeClr val="accent1"/>
                    </a:solidFill>
                    <a:latin typeface="Consolas" panose="020B0609020204030204" pitchFamily="49" charset="0"/>
                  </a:rPr>
                  <a:t>vehicle_features</a:t>
                </a:r>
                <a:r>
                  <a:rPr lang="es-ES_tradnl" sz="1400">
                    <a:solidFill>
                      <a:schemeClr val="accent1"/>
                    </a:solidFill>
                    <a:latin typeface="Consolas" panose="020B0609020204030204" pitchFamily="49" charset="0"/>
                  </a:rPr>
                  <a:t>}</a:t>
                </a:r>
                <a:endParaRPr lang="es-ES_tradnl" sz="1400" b="1">
                  <a:solidFill>
                    <a:schemeClr val="accent1"/>
                  </a:solidFill>
                  <a:latin typeface="Quattrocento Sans"/>
                </a:endParaRPr>
              </a:p>
              <a:p>
                <a:pPr marL="11430" algn="just">
                  <a:spcBef>
                    <a:spcPts val="40"/>
                  </a:spcBef>
                  <a:spcAft>
                    <a:spcPts val="40"/>
                  </a:spcAft>
                  <a:buClr>
                    <a:schemeClr val="dk2"/>
                  </a:buClr>
                  <a:buSzPts val="1000"/>
                </a:pPr>
                <a:r>
                  <a:rPr lang="es-ES_tradnl" sz="1400">
                    <a:solidFill>
                      <a:schemeClr val="accent1"/>
                    </a:solidFill>
                    <a:latin typeface="Quattrocento Sans"/>
                  </a:rPr>
                  <a:t>asumamos que su salida es la variable </a:t>
                </a:r>
                <a:r>
                  <a:rPr lang="es-ES_tradnl" sz="1400" b="1" err="1">
                    <a:solidFill>
                      <a:schemeClr val="accent1"/>
                    </a:solidFill>
                    <a:latin typeface="Consolas" panose="020B0609020204030204" pitchFamily="49" charset="0"/>
                  </a:rPr>
                  <a:t>price</a:t>
                </a:r>
                <a:r>
                  <a:rPr lang="es-ES_tradnl" sz="1400" b="1">
                    <a:solidFill>
                      <a:schemeClr val="accent1"/>
                    </a:solidFill>
                    <a:latin typeface="Consolas" panose="020B0609020204030204" pitchFamily="49" charset="0"/>
                  </a:rPr>
                  <a:t>.</a:t>
                </a:r>
              </a:p>
              <a:p>
                <a:pPr algn="just">
                  <a:lnSpc>
                    <a:spcPct val="107000"/>
                  </a:lnSpc>
                  <a:spcAft>
                    <a:spcPts val="800"/>
                  </a:spcAft>
                  <a:buNone/>
                </a:pPr>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Según la definición de valor residual, podemos afirmar que el valor residual de un vehículo de </a:t>
                </a:r>
                <a:r>
                  <a:rPr lang="es-ES_tradnl" sz="1400" err="1">
                    <a:solidFill>
                      <a:schemeClr val="accent1"/>
                    </a:solidFill>
                    <a:latin typeface="Consolas" panose="020B0609020204030204" pitchFamily="49" charset="0"/>
                  </a:rPr>
                  <a:t>useful_life</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años de antigüedad y un kilometraje inferior a </a:t>
                </a:r>
                <a:r>
                  <a:rPr lang="es-ES_tradnl" sz="1400" err="1">
                    <a:solidFill>
                      <a:schemeClr val="accent1"/>
                    </a:solidFill>
                    <a:latin typeface="Consolas" panose="020B0609020204030204" pitchFamily="49" charset="0"/>
                  </a:rPr>
                  <a:t>max_mileage</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millas —con características </a:t>
                </a:r>
                <a:r>
                  <a:rPr lang="es-ES_tradnl" sz="1400" err="1">
                    <a:solidFill>
                      <a:schemeClr val="accent1"/>
                    </a:solidFill>
                    <a:latin typeface="Consolas" panose="020B0609020204030204" pitchFamily="49" charset="0"/>
                  </a:rPr>
                  <a:t>vehicle_features</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es,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a día de hoy</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de </a:t>
                </a:r>
                <a:r>
                  <a:rPr lang="es-ES_tradnl" sz="1400" err="1">
                    <a:solidFill>
                      <a:schemeClr val="accent1"/>
                    </a:solidFill>
                    <a:latin typeface="Consolas" panose="020B0609020204030204" pitchFamily="49" charset="0"/>
                  </a:rPr>
                  <a:t>price</a:t>
                </a:r>
                <a:r>
                  <a:rPr lang="es-ES_tradnl" sz="1400">
                    <a:solidFill>
                      <a:schemeClr val="accent1"/>
                    </a:solidFill>
                    <a:latin typeface="Consolas" panose="020B0609020204030204" pitchFamily="49" charset="0"/>
                  </a:rPr>
                  <a:t>.</a:t>
                </a:r>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Finalmente, se puede deducir fácilmente que, dentro de </a:t>
                </a:r>
                <a:r>
                  <a:rPr lang="es-ES_tradnl" sz="1400" err="1">
                    <a:solidFill>
                      <a:schemeClr val="accent1"/>
                    </a:solidFill>
                    <a:latin typeface="Consolas" panose="020B0609020204030204" pitchFamily="49" charset="0"/>
                  </a:rPr>
                  <a:t>useful_life</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años, es decir</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cuando finalice el contrato de financiación </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(renting, leasing o multiopción)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el valor del vehículo será equivalente al valor actual de un vehículo con las mismas características, kilometraje y antigüedad, es decir, de </a:t>
                </a:r>
                <a:r>
                  <a:rPr lang="es-ES_tradnl" sz="1400" b="1" err="1">
                    <a:solidFill>
                      <a:schemeClr val="accent1"/>
                    </a:solidFill>
                    <a:latin typeface="Consolas" panose="020B0609020204030204" pitchFamily="49" charset="0"/>
                  </a:rPr>
                  <a:t>price</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más el ajuste correspondiente por inflación o la evolución del índice de precios del mercado automotriz</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Asumiendo una tasa de inflación constante del 2% anual</a:t>
                </a:r>
                <a:r>
                  <a:rPr lang="es-ES_tradnl" sz="1400" kern="100" baseline="300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1 </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el valor estimado del vehículo dentro de </a:t>
                </a:r>
                <a:r>
                  <a:rPr lang="es-ES_tradnl" sz="1400" err="1">
                    <a:solidFill>
                      <a:schemeClr val="accent1"/>
                    </a:solidFill>
                    <a:latin typeface="Consolas" panose="020B0609020204030204" pitchFamily="49" charset="0"/>
                  </a:rPr>
                  <a:t>useful_life</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años será:</a:t>
                </a:r>
              </a:p>
              <a:p>
                <a:pPr algn="just">
                  <a:lnSpc>
                    <a:spcPct val="107000"/>
                  </a:lnSpc>
                  <a:spcAft>
                    <a:spcPts val="800"/>
                  </a:spcAft>
                  <a:buNone/>
                </a:pPr>
                <a14:m>
                  <m:oMathPara xmlns:m="http://schemas.openxmlformats.org/officeDocument/2006/math">
                    <m:oMathParaPr>
                      <m:jc m:val="centerGroup"/>
                    </m:oMathParaPr>
                    <m:oMath xmlns:m="http://schemas.openxmlformats.org/officeDocument/2006/math">
                      <m:r>
                        <a:rPr lang="es-ES_tradnl" sz="1400" b="1" i="1">
                          <a:solidFill>
                            <a:schemeClr val="accent1"/>
                          </a:solidFill>
                          <a:latin typeface="Cambria Math" panose="02040503050406030204" pitchFamily="18" charset="0"/>
                          <a:ea typeface="Cambria Math" panose="02040503050406030204" pitchFamily="18" charset="0"/>
                        </a:rPr>
                        <m:t>𝒇𝒖𝒕𝒖𝒓𝒆</m:t>
                      </m:r>
                      <m:r>
                        <a:rPr lang="es-ES_tradnl" sz="1400" b="1" i="1">
                          <a:solidFill>
                            <a:schemeClr val="accent1"/>
                          </a:solidFill>
                          <a:latin typeface="Cambria Math" panose="02040503050406030204" pitchFamily="18" charset="0"/>
                          <a:ea typeface="Cambria Math" panose="02040503050406030204" pitchFamily="18" charset="0"/>
                        </a:rPr>
                        <m:t>_</m:t>
                      </m:r>
                      <m:r>
                        <a:rPr lang="es-ES_tradnl" sz="1400" b="1" i="1">
                          <a:solidFill>
                            <a:schemeClr val="accent1"/>
                          </a:solidFill>
                          <a:latin typeface="Cambria Math" panose="02040503050406030204" pitchFamily="18" charset="0"/>
                          <a:ea typeface="Cambria Math" panose="02040503050406030204" pitchFamily="18" charset="0"/>
                        </a:rPr>
                        <m:t>𝒑𝒓𝒊𝒄𝒆</m:t>
                      </m:r>
                      <m:r>
                        <a:rPr lang="es-ES_tradnl" sz="1400" b="1" i="1">
                          <a:solidFill>
                            <a:schemeClr val="accent1"/>
                          </a:solidFill>
                          <a:latin typeface="Cambria Math" panose="02040503050406030204" pitchFamily="18" charset="0"/>
                          <a:ea typeface="Cambria Math" panose="02040503050406030204" pitchFamily="18" charset="0"/>
                        </a:rPr>
                        <m:t>=</m:t>
                      </m:r>
                      <m:r>
                        <a:rPr lang="es-ES_tradnl" sz="1400" b="1" i="1">
                          <a:solidFill>
                            <a:schemeClr val="accent1"/>
                          </a:solidFill>
                          <a:latin typeface="Cambria Math" panose="02040503050406030204" pitchFamily="18" charset="0"/>
                          <a:ea typeface="Cambria Math" panose="02040503050406030204" pitchFamily="18" charset="0"/>
                        </a:rPr>
                        <m:t>𝒑𝒓𝒊𝒄𝒆</m:t>
                      </m:r>
                      <m:r>
                        <a:rPr lang="es-ES_tradnl" sz="1400" b="1" i="1">
                          <a:solidFill>
                            <a:schemeClr val="accent1"/>
                          </a:solidFill>
                          <a:latin typeface="Cambria Math" panose="02040503050406030204" pitchFamily="18" charset="0"/>
                          <a:ea typeface="Cambria Math" panose="02040503050406030204" pitchFamily="18" charset="0"/>
                        </a:rPr>
                        <m:t>×</m:t>
                      </m:r>
                      <m:sSup>
                        <m:sSupPr>
                          <m:ctrlPr>
                            <a:rPr lang="es-ES_tradnl" sz="1400" b="1" i="1">
                              <a:solidFill>
                                <a:schemeClr val="accent1"/>
                              </a:solidFill>
                              <a:latin typeface="Cambria Math" panose="02040503050406030204" pitchFamily="18" charset="0"/>
                              <a:ea typeface="Cambria Math" panose="02040503050406030204" pitchFamily="18" charset="0"/>
                            </a:rPr>
                          </m:ctrlPr>
                        </m:sSupPr>
                        <m:e>
                          <m:d>
                            <m:dPr>
                              <m:ctrlPr>
                                <a:rPr lang="es-ES_tradnl" sz="1400" b="1" i="1">
                                  <a:solidFill>
                                    <a:schemeClr val="accent1"/>
                                  </a:solidFill>
                                  <a:latin typeface="Cambria Math" panose="02040503050406030204" pitchFamily="18" charset="0"/>
                                  <a:ea typeface="Cambria Math" panose="02040503050406030204" pitchFamily="18" charset="0"/>
                                </a:rPr>
                              </m:ctrlPr>
                            </m:dPr>
                            <m:e>
                              <m:r>
                                <a:rPr lang="es-ES_tradnl" sz="1400" b="1" i="1">
                                  <a:solidFill>
                                    <a:schemeClr val="accent1"/>
                                  </a:solidFill>
                                  <a:latin typeface="Cambria Math" panose="02040503050406030204" pitchFamily="18" charset="0"/>
                                  <a:ea typeface="Cambria Math" panose="02040503050406030204" pitchFamily="18" charset="0"/>
                                </a:rPr>
                                <m:t>𝟏</m:t>
                              </m:r>
                              <m:r>
                                <a:rPr lang="es-ES_tradnl" sz="1400" b="1" i="1">
                                  <a:solidFill>
                                    <a:schemeClr val="accent1"/>
                                  </a:solidFill>
                                  <a:latin typeface="Cambria Math" panose="02040503050406030204" pitchFamily="18" charset="0"/>
                                  <a:ea typeface="Cambria Math" panose="02040503050406030204" pitchFamily="18" charset="0"/>
                                </a:rPr>
                                <m:t>+</m:t>
                              </m:r>
                              <m:r>
                                <m:rPr>
                                  <m:nor/>
                                </m:rPr>
                                <a:rPr lang="es-ES_tradnl" sz="1400" b="1" i="1" dirty="0">
                                  <a:solidFill>
                                    <a:schemeClr val="accent1"/>
                                  </a:solidFill>
                                  <a:latin typeface="Cambria Math" panose="02040503050406030204" pitchFamily="18" charset="0"/>
                                  <a:ea typeface="Cambria Math" panose="02040503050406030204" pitchFamily="18" charset="0"/>
                                </a:rPr>
                                <m:t>2%</m:t>
                              </m:r>
                            </m:e>
                          </m:d>
                        </m:e>
                        <m:sup>
                          <m:r>
                            <a:rPr lang="es-ES_tradnl" sz="1400" b="1" i="1">
                              <a:solidFill>
                                <a:schemeClr val="accent1"/>
                              </a:solidFill>
                              <a:latin typeface="Cambria Math" panose="02040503050406030204" pitchFamily="18" charset="0"/>
                              <a:ea typeface="Cambria Math" panose="02040503050406030204" pitchFamily="18" charset="0"/>
                            </a:rPr>
                            <m:t>𝒖𝒔𝒆𝒇𝒖𝒍</m:t>
                          </m:r>
                          <m:r>
                            <a:rPr lang="es-ES_tradnl" sz="1400" b="1" i="1">
                              <a:solidFill>
                                <a:schemeClr val="accent1"/>
                              </a:solidFill>
                              <a:latin typeface="Cambria Math" panose="02040503050406030204" pitchFamily="18" charset="0"/>
                              <a:ea typeface="Cambria Math" panose="02040503050406030204" pitchFamily="18" charset="0"/>
                            </a:rPr>
                            <m:t>_</m:t>
                          </m:r>
                          <m:r>
                            <a:rPr lang="es-ES_tradnl" sz="1400" b="1" i="1">
                              <a:solidFill>
                                <a:schemeClr val="accent1"/>
                              </a:solidFill>
                              <a:latin typeface="Cambria Math" panose="02040503050406030204" pitchFamily="18" charset="0"/>
                              <a:ea typeface="Cambria Math" panose="02040503050406030204" pitchFamily="18" charset="0"/>
                            </a:rPr>
                            <m:t>𝒍𝒊𝒇𝒆</m:t>
                          </m:r>
                        </m:sup>
                      </m:sSup>
                    </m:oMath>
                  </m:oMathPara>
                </a14:m>
                <a:endParaRPr lang="es-ES_tradnl" sz="1400" b="1" i="1">
                  <a:solidFill>
                    <a:schemeClr val="accent1"/>
                  </a:solidFill>
                  <a:latin typeface="Cambria Math" panose="02040503050406030204" pitchFamily="18" charset="0"/>
                  <a:ea typeface="Cambria Math" panose="02040503050406030204" pitchFamily="18" charset="0"/>
                </a:endParaRPr>
              </a:p>
              <a:p>
                <a:pPr algn="just">
                  <a:lnSpc>
                    <a:spcPct val="107000"/>
                  </a:lnSpc>
                  <a:spcAft>
                    <a:spcPts val="800"/>
                  </a:spcAft>
                  <a:buNone/>
                </a:pP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Esto equivale a afirmar que un vehículo nuevo hoy con características </a:t>
                </a:r>
                <a:r>
                  <a:rPr lang="es-ES_tradnl" sz="1400" err="1">
                    <a:solidFill>
                      <a:schemeClr val="accent1"/>
                    </a:solidFill>
                    <a:latin typeface="Consolas" panose="020B0609020204030204" pitchFamily="49" charset="0"/>
                  </a:rPr>
                  <a:t>vehicle_features</a:t>
                </a:r>
                <a:r>
                  <a:rPr lang="es-ES_tradnl" sz="1400">
                    <a:solidFill>
                      <a:schemeClr val="accent1"/>
                    </a:solidFill>
                    <a:latin typeface="Consolas" panose="020B0609020204030204" pitchFamily="49" charset="0"/>
                  </a:rPr>
                  <a:t> </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tendrá un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valor residual</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de </a:t>
                </a:r>
                <a:r>
                  <a:rPr lang="es-ES_tradnl" sz="1400" err="1">
                    <a:solidFill>
                      <a:schemeClr val="accent1"/>
                    </a:solidFill>
                    <a:latin typeface="Consolas" panose="020B0609020204030204" pitchFamily="49" charset="0"/>
                  </a:rPr>
                  <a:t>future_price</a:t>
                </a:r>
                <a:r>
                  <a:rPr lang="es-ES_tradnl" sz="1400">
                    <a:solidFill>
                      <a:schemeClr val="accent1"/>
                    </a:solidFill>
                    <a:latin typeface="Consolas" panose="020B0609020204030204" pitchFamily="49" charset="0"/>
                  </a:rPr>
                  <a:t> </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al cabo de </a:t>
                </a:r>
                <a:r>
                  <a:rPr lang="es-ES_tradnl" sz="1400" err="1">
                    <a:solidFill>
                      <a:schemeClr val="accent1"/>
                    </a:solidFill>
                    <a:latin typeface="Consolas" panose="020B0609020204030204" pitchFamily="49" charset="0"/>
                  </a:rPr>
                  <a:t>useful_life</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años, siempre que el kilometraje se mantenga por debajo de </a:t>
                </a:r>
                <a:r>
                  <a:rPr lang="es-ES_tradnl" sz="1400" err="1">
                    <a:solidFill>
                      <a:schemeClr val="accent1"/>
                    </a:solidFill>
                    <a:latin typeface="Consolas" panose="020B0609020204030204" pitchFamily="49" charset="0"/>
                  </a:rPr>
                  <a:t>max_mileage</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millas.</a:t>
                </a:r>
                <a:endParaRPr lang="es-ES_tradnl" sz="1400" kern="100">
                  <a:solidFill>
                    <a:srgbClr val="002260"/>
                  </a:solidFill>
                  <a:latin typeface="Quattrocento Sans" panose="020B0502050000020003"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E61246CD-1208-42A9-E361-32136F2CD755}"/>
                  </a:ext>
                </a:extLst>
              </p:cNvPr>
              <p:cNvSpPr txBox="1">
                <a:spLocks noRot="1" noChangeAspect="1" noMove="1" noResize="1" noEditPoints="1" noAdjustHandles="1" noChangeArrowheads="1" noChangeShapeType="1" noTextEdit="1"/>
              </p:cNvSpPr>
              <p:nvPr/>
            </p:nvSpPr>
            <p:spPr>
              <a:xfrm>
                <a:off x="1067469" y="1989074"/>
                <a:ext cx="10704228" cy="4317849"/>
              </a:xfrm>
              <a:prstGeom prst="rect">
                <a:avLst/>
              </a:prstGeom>
              <a:blipFill>
                <a:blip r:embed="rId2"/>
                <a:stretch>
                  <a:fillRect/>
                </a:stretch>
              </a:blipFill>
              <a:ln>
                <a:solidFill>
                  <a:schemeClr val="bg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2" name="TextBox 11">
            <a:extLst>
              <a:ext uri="{FF2B5EF4-FFF2-40B4-BE49-F238E27FC236}">
                <a16:creationId xmlns:a16="http://schemas.microsoft.com/office/drawing/2014/main" id="{959293A5-09F0-C07F-2DCB-B497D5573BB9}"/>
              </a:ext>
            </a:extLst>
          </p:cNvPr>
          <p:cNvSpPr txBox="1"/>
          <p:nvPr/>
        </p:nvSpPr>
        <p:spPr>
          <a:xfrm>
            <a:off x="1067469" y="6341177"/>
            <a:ext cx="9989963" cy="369332"/>
          </a:xfrm>
          <a:prstGeom prst="rect">
            <a:avLst/>
          </a:prstGeom>
          <a:noFill/>
        </p:spPr>
        <p:txBody>
          <a:bodyPr wrap="square" rtlCol="0">
            <a:spAutoFit/>
          </a:bodyPr>
          <a:lstStyle/>
          <a:p>
            <a:pPr algn="just"/>
            <a:r>
              <a:rPr lang="es-ES_tradnl" sz="900" i="1">
                <a:latin typeface="Quattrocento Sans" panose="020B0502050000020003" pitchFamily="34" charset="0"/>
              </a:rPr>
              <a:t>1. </a:t>
            </a:r>
            <a:r>
              <a:rPr lang="es-ES_tradnl" sz="900" i="1">
                <a:effectLst/>
                <a:latin typeface="Quattrocento Sans" panose="020B0502050000020003" pitchFamily="34" charset="0"/>
                <a:ea typeface="Aptos" panose="020B0004020202020204" pitchFamily="34" charset="0"/>
              </a:rPr>
              <a:t>Cabe destacar que, si se dispone de una estimación de los índices de incremento anual de precios de vehículos usados para el sector, es posible obtener una estimación más precisa. No obstante, por simplicidad, asumiremos de aquí en adelante </a:t>
            </a:r>
            <a:r>
              <a:rPr lang="es-ES_tradnl" sz="900" i="1">
                <a:latin typeface="Quattrocento Sans" panose="020B0502050000020003" pitchFamily="34" charset="0"/>
                <a:ea typeface="Aptos" panose="020B0004020202020204" pitchFamily="34" charset="0"/>
              </a:rPr>
              <a:t>este índice </a:t>
            </a:r>
            <a:r>
              <a:rPr lang="es-ES_tradnl" sz="900" i="1">
                <a:effectLst/>
                <a:latin typeface="Quattrocento Sans" panose="020B0502050000020003" pitchFamily="34" charset="0"/>
                <a:ea typeface="Aptos" panose="020B0004020202020204" pitchFamily="34" charset="0"/>
              </a:rPr>
              <a:t>es constantemente 2%. </a:t>
            </a:r>
            <a:endParaRPr lang="es-ES_tradnl" sz="900" i="1">
              <a:latin typeface="Quattrocento Sans" panose="020B0502050000020003" pitchFamily="34" charset="0"/>
            </a:endParaRPr>
          </a:p>
        </p:txBody>
      </p:sp>
      <p:sp>
        <p:nvSpPr>
          <p:cNvPr id="6" name="Google Shape;978;p52">
            <a:extLst>
              <a:ext uri="{FF2B5EF4-FFF2-40B4-BE49-F238E27FC236}">
                <a16:creationId xmlns:a16="http://schemas.microsoft.com/office/drawing/2014/main" id="{32F4CB49-2E0B-C6E7-155D-5DE18A62B4FB}"/>
              </a:ext>
            </a:extLst>
          </p:cNvPr>
          <p:cNvSpPr/>
          <p:nvPr/>
        </p:nvSpPr>
        <p:spPr>
          <a:xfrm>
            <a:off x="667999" y="1112048"/>
            <a:ext cx="11437587" cy="471600"/>
          </a:xfrm>
          <a:prstGeom prst="roundRect">
            <a:avLst>
              <a:gd name="adj" fmla="val 16667"/>
            </a:avLst>
          </a:prstGeom>
          <a:noFill/>
          <a:ln>
            <a:noFill/>
          </a:ln>
        </p:spPr>
        <p:txBody>
          <a:bodyPr spcFirstLastPara="1" wrap="square" lIns="91433" tIns="0" rIns="91433" bIns="45700" anchor="t"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modelo de cálculo del valor residual que proponemos está basado en un modelo de predicción del precio de vehículos de segunda mano que posteriormente detallaremos. Para simplificar la explicación, asumamos que ya contamos con dicho modelo</a:t>
            </a:r>
            <a:r>
              <a:rPr lang="es-ES_tradnl" sz="1400" b="1" dirty="0">
                <a:solidFill>
                  <a:srgbClr val="073763"/>
                </a:solidFill>
                <a:latin typeface="Arial" panose="020B0604020202020204" pitchFamily="34" charset="0"/>
                <a:ea typeface="Quattrocento Sans"/>
                <a:cs typeface="Arial" panose="020B0604020202020204" pitchFamily="34" charset="0"/>
                <a:sym typeface="Quattrocento Sans"/>
              </a:rPr>
              <a:t>.</a:t>
            </a:r>
            <a:endParaRPr lang="es-ES_tradnl" sz="1400" b="1">
              <a:solidFill>
                <a:srgbClr val="073763"/>
              </a:solidFill>
              <a:latin typeface="Arial" panose="020B0604020202020204" pitchFamily="34" charset="0"/>
              <a:ea typeface="Quattrocento Sans"/>
              <a:cs typeface="Arial" panose="020B0604020202020204" pitchFamily="34" charset="0"/>
              <a:sym typeface="Quattrocento Sans"/>
            </a:endParaRPr>
          </a:p>
        </p:txBody>
      </p:sp>
    </p:spTree>
    <p:extLst>
      <p:ext uri="{BB962C8B-B14F-4D97-AF65-F5344CB8AC3E}">
        <p14:creationId xmlns:p14="http://schemas.microsoft.com/office/powerpoint/2010/main" val="980367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0648B-9683-E0DF-28BB-2377291026A9}"/>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19DFF044-0AF9-7B7D-E898-3C07217F330B}"/>
              </a:ext>
            </a:extLst>
          </p:cNvPr>
          <p:cNvSpPr/>
          <p:nvPr/>
        </p:nvSpPr>
        <p:spPr bwMode="auto">
          <a:xfrm>
            <a:off x="437878" y="1682399"/>
            <a:ext cx="3328335" cy="966809"/>
          </a:xfrm>
          <a:prstGeom prst="roundRect">
            <a:avLst/>
          </a:prstGeom>
          <a:solidFill>
            <a:schemeClr val="bg1">
              <a:lumMod val="95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sp>
        <p:nvSpPr>
          <p:cNvPr id="14" name="Rectangle: Rounded Corners 13">
            <a:extLst>
              <a:ext uri="{FF2B5EF4-FFF2-40B4-BE49-F238E27FC236}">
                <a16:creationId xmlns:a16="http://schemas.microsoft.com/office/drawing/2014/main" id="{66339EBF-7C80-B267-F7AA-16E4FDE49B1C}"/>
              </a:ext>
            </a:extLst>
          </p:cNvPr>
          <p:cNvSpPr/>
          <p:nvPr/>
        </p:nvSpPr>
        <p:spPr bwMode="auto">
          <a:xfrm>
            <a:off x="8665429" y="1674535"/>
            <a:ext cx="3328335" cy="974674"/>
          </a:xfrm>
          <a:prstGeom prst="roundRect">
            <a:avLst/>
          </a:prstGeom>
          <a:solidFill>
            <a:schemeClr val="bg1">
              <a:lumMod val="95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sp>
        <p:nvSpPr>
          <p:cNvPr id="9" name="Rectangle 8">
            <a:extLst>
              <a:ext uri="{FF2B5EF4-FFF2-40B4-BE49-F238E27FC236}">
                <a16:creationId xmlns:a16="http://schemas.microsoft.com/office/drawing/2014/main" id="{D37F14DD-B20D-66AE-855C-61ED5C748D2A}"/>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Flowchart: Connector 4">
            <a:extLst>
              <a:ext uri="{FF2B5EF4-FFF2-40B4-BE49-F238E27FC236}">
                <a16:creationId xmlns:a16="http://schemas.microsoft.com/office/drawing/2014/main" id="{197C01C6-1793-3FE4-9C0C-19CDF268A607}"/>
              </a:ext>
            </a:extLst>
          </p:cNvPr>
          <p:cNvSpPr/>
          <p:nvPr/>
        </p:nvSpPr>
        <p:spPr bwMode="auto">
          <a:xfrm>
            <a:off x="3371537" y="1511124"/>
            <a:ext cx="5472000" cy="5076000"/>
          </a:xfrm>
          <a:prstGeom prst="flowChartConnector">
            <a:avLst/>
          </a:prstGeom>
          <a:solidFill>
            <a:schemeClr val="accent3">
              <a:lumMod val="20000"/>
              <a:lumOff val="8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45D282A0-7CF7-B706-9DDC-93EF23A9C8EA}"/>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Arquitectura del modelo</a:t>
            </a:r>
          </a:p>
        </p:txBody>
      </p:sp>
      <p:cxnSp>
        <p:nvCxnSpPr>
          <p:cNvPr id="3" name="Straight Connector 2">
            <a:extLst>
              <a:ext uri="{FF2B5EF4-FFF2-40B4-BE49-F238E27FC236}">
                <a16:creationId xmlns:a16="http://schemas.microsoft.com/office/drawing/2014/main" id="{8F7FC756-8846-FDB3-57A4-4A37F8A7AFB3}"/>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38DB497B-CFB7-56D8-3769-8D71AB849AC2}"/>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6" name="Flowchart: Connector 5">
            <a:extLst>
              <a:ext uri="{FF2B5EF4-FFF2-40B4-BE49-F238E27FC236}">
                <a16:creationId xmlns:a16="http://schemas.microsoft.com/office/drawing/2014/main" id="{B70A9E2B-7686-12AD-78ED-1D17CD7A044C}"/>
              </a:ext>
            </a:extLst>
          </p:cNvPr>
          <p:cNvSpPr/>
          <p:nvPr/>
        </p:nvSpPr>
        <p:spPr bwMode="auto">
          <a:xfrm>
            <a:off x="4841098" y="3800456"/>
            <a:ext cx="2520000" cy="2520000"/>
          </a:xfrm>
          <a:prstGeom prst="flowChartConnector">
            <a:avLst/>
          </a:prstGeom>
          <a:solidFill>
            <a:schemeClr val="accent2">
              <a:lumMod val="60000"/>
              <a:lumOff val="4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8" name="Flowchart: Connector 7">
            <a:extLst>
              <a:ext uri="{FF2B5EF4-FFF2-40B4-BE49-F238E27FC236}">
                <a16:creationId xmlns:a16="http://schemas.microsoft.com/office/drawing/2014/main" id="{412AF8E5-A0B4-965F-CEB1-07F6B81BF210}"/>
              </a:ext>
            </a:extLst>
          </p:cNvPr>
          <p:cNvSpPr/>
          <p:nvPr/>
        </p:nvSpPr>
        <p:spPr bwMode="auto">
          <a:xfrm>
            <a:off x="7189081" y="3429000"/>
            <a:ext cx="1499226" cy="940486"/>
          </a:xfrm>
          <a:prstGeom prst="flowChartConnector">
            <a:avLst/>
          </a:prstGeom>
          <a:solidFill>
            <a:schemeClr val="accent5">
              <a:lumMod val="20000"/>
              <a:lumOff val="8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90000" bIns="90000" rtlCol="0" anchor="ctr"/>
          <a:lstStyle/>
          <a:p>
            <a:pPr algn="ctr">
              <a:spcBef>
                <a:spcPts val="600"/>
              </a:spcBef>
            </a:pPr>
            <a:r>
              <a:rPr lang="es-ES_tradnl" b="1" dirty="0">
                <a:solidFill>
                  <a:srgbClr val="000000"/>
                </a:solidFill>
                <a:cs typeface="Arial" pitchFamily="34" charset="0"/>
              </a:rPr>
              <a:t>Ajuste inflación</a:t>
            </a:r>
          </a:p>
        </p:txBody>
      </p:sp>
      <p:sp>
        <p:nvSpPr>
          <p:cNvPr id="10" name="Flowchart: Connector 9">
            <a:extLst>
              <a:ext uri="{FF2B5EF4-FFF2-40B4-BE49-F238E27FC236}">
                <a16:creationId xmlns:a16="http://schemas.microsoft.com/office/drawing/2014/main" id="{4294A18F-D2C9-BE33-B9E3-BFB8F7F35B62}"/>
              </a:ext>
            </a:extLst>
          </p:cNvPr>
          <p:cNvSpPr/>
          <p:nvPr/>
        </p:nvSpPr>
        <p:spPr bwMode="auto">
          <a:xfrm>
            <a:off x="3725816" y="2779333"/>
            <a:ext cx="1188000" cy="1188000"/>
          </a:xfrm>
          <a:prstGeom prst="flowChartConnector">
            <a:avLst/>
          </a:prstGeom>
          <a:solidFill>
            <a:schemeClr val="accent5">
              <a:lumMod val="20000"/>
              <a:lumOff val="8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endParaRPr lang="es-ES_tradnl" sz="1400" b="1">
              <a:solidFill>
                <a:srgbClr val="000000"/>
              </a:solidFill>
              <a:cs typeface="Arial" pitchFamily="34" charset="0"/>
            </a:endParaRPr>
          </a:p>
        </p:txBody>
      </p:sp>
      <p:sp>
        <p:nvSpPr>
          <p:cNvPr id="12" name="TextBox 11">
            <a:extLst>
              <a:ext uri="{FF2B5EF4-FFF2-40B4-BE49-F238E27FC236}">
                <a16:creationId xmlns:a16="http://schemas.microsoft.com/office/drawing/2014/main" id="{C3FC03FC-3B9C-AAE6-4187-E867F47F493E}"/>
              </a:ext>
            </a:extLst>
          </p:cNvPr>
          <p:cNvSpPr txBox="1"/>
          <p:nvPr/>
        </p:nvSpPr>
        <p:spPr>
          <a:xfrm>
            <a:off x="446721" y="4261217"/>
            <a:ext cx="1679357" cy="33855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useful_life</a:t>
            </a:r>
            <a:r>
              <a:rPr lang="es-ES_tradnl" sz="1600">
                <a:solidFill>
                  <a:schemeClr val="accent1"/>
                </a:solidFill>
                <a:latin typeface="Consolas" panose="020B0609020204030204" pitchFamily="49" charset="0"/>
              </a:rPr>
              <a:t>       </a:t>
            </a:r>
            <a:endParaRPr lang="es-ES_tradnl" sz="1600"/>
          </a:p>
        </p:txBody>
      </p:sp>
      <p:sp>
        <p:nvSpPr>
          <p:cNvPr id="15" name="TextBox 14">
            <a:extLst>
              <a:ext uri="{FF2B5EF4-FFF2-40B4-BE49-F238E27FC236}">
                <a16:creationId xmlns:a16="http://schemas.microsoft.com/office/drawing/2014/main" id="{E1DD74BC-FB66-0441-2A57-0B2442868C88}"/>
              </a:ext>
            </a:extLst>
          </p:cNvPr>
          <p:cNvSpPr txBox="1"/>
          <p:nvPr/>
        </p:nvSpPr>
        <p:spPr>
          <a:xfrm>
            <a:off x="292901" y="5770295"/>
            <a:ext cx="2010174" cy="33854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vehicle_features</a:t>
            </a:r>
            <a:endParaRPr lang="es-ES_tradnl" sz="1600"/>
          </a:p>
        </p:txBody>
      </p:sp>
      <p:sp>
        <p:nvSpPr>
          <p:cNvPr id="17" name="TextBox 16">
            <a:extLst>
              <a:ext uri="{FF2B5EF4-FFF2-40B4-BE49-F238E27FC236}">
                <a16:creationId xmlns:a16="http://schemas.microsoft.com/office/drawing/2014/main" id="{2E75CFAB-B280-0409-7F41-918848291093}"/>
              </a:ext>
            </a:extLst>
          </p:cNvPr>
          <p:cNvSpPr txBox="1"/>
          <p:nvPr/>
        </p:nvSpPr>
        <p:spPr>
          <a:xfrm>
            <a:off x="218071" y="4907218"/>
            <a:ext cx="1783058" cy="33855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max_mileage</a:t>
            </a:r>
            <a:endParaRPr lang="es-ES_tradnl" sz="1600"/>
          </a:p>
        </p:txBody>
      </p:sp>
      <p:sp>
        <p:nvSpPr>
          <p:cNvPr id="18" name="TextBox 17">
            <a:extLst>
              <a:ext uri="{FF2B5EF4-FFF2-40B4-BE49-F238E27FC236}">
                <a16:creationId xmlns:a16="http://schemas.microsoft.com/office/drawing/2014/main" id="{0AA4D713-A976-556C-96A2-F1FE12124071}"/>
              </a:ext>
            </a:extLst>
          </p:cNvPr>
          <p:cNvSpPr txBox="1"/>
          <p:nvPr/>
        </p:nvSpPr>
        <p:spPr>
          <a:xfrm>
            <a:off x="1176853" y="3220169"/>
            <a:ext cx="1783058" cy="338540"/>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original_price</a:t>
            </a:r>
            <a:endParaRPr lang="es-ES_tradnl" sz="1600"/>
          </a:p>
        </p:txBody>
      </p:sp>
      <p:cxnSp>
        <p:nvCxnSpPr>
          <p:cNvPr id="24" name="Straight Connector 23">
            <a:extLst>
              <a:ext uri="{FF2B5EF4-FFF2-40B4-BE49-F238E27FC236}">
                <a16:creationId xmlns:a16="http://schemas.microsoft.com/office/drawing/2014/main" id="{D444FA01-64CE-6892-8B45-C9204F988131}"/>
              </a:ext>
            </a:extLst>
          </p:cNvPr>
          <p:cNvCxnSpPr>
            <a:cxnSpLocks/>
            <a:stCxn id="15" idx="3"/>
            <a:endCxn id="6" idx="3"/>
          </p:cNvCxnSpPr>
          <p:nvPr/>
        </p:nvCxnSpPr>
        <p:spPr>
          <a:xfrm>
            <a:off x="2303075" y="5939567"/>
            <a:ext cx="2907068" cy="11844"/>
          </a:xfrm>
          <a:prstGeom prst="line">
            <a:avLst/>
          </a:prstGeom>
          <a:ln>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7F599C7-1F7C-97EB-D611-27D15D2CBA26}"/>
              </a:ext>
            </a:extLst>
          </p:cNvPr>
          <p:cNvSpPr txBox="1"/>
          <p:nvPr/>
        </p:nvSpPr>
        <p:spPr>
          <a:xfrm>
            <a:off x="4351946" y="2321467"/>
            <a:ext cx="3630225" cy="369332"/>
          </a:xfrm>
          <a:prstGeom prst="rect">
            <a:avLst/>
          </a:prstGeom>
          <a:noFill/>
        </p:spPr>
        <p:txBody>
          <a:bodyPr wrap="none" rtlCol="0">
            <a:spAutoFit/>
          </a:bodyPr>
          <a:lstStyle/>
          <a:p>
            <a:pPr algn="ctr"/>
            <a:r>
              <a:rPr lang="es-ES_tradnl" b="1" dirty="0">
                <a:solidFill>
                  <a:srgbClr val="000000"/>
                </a:solidFill>
                <a:cs typeface="Arial" pitchFamily="34" charset="0"/>
              </a:rPr>
              <a:t>Modelo de cálculo del valor residual</a:t>
            </a:r>
            <a:endParaRPr lang="es-ES_tradnl" dirty="0"/>
          </a:p>
        </p:txBody>
      </p:sp>
      <p:sp>
        <p:nvSpPr>
          <p:cNvPr id="31" name="TextBox 30">
            <a:extLst>
              <a:ext uri="{FF2B5EF4-FFF2-40B4-BE49-F238E27FC236}">
                <a16:creationId xmlns:a16="http://schemas.microsoft.com/office/drawing/2014/main" id="{56EA0DD0-27BE-537B-8B43-DB9C3F68C54A}"/>
              </a:ext>
            </a:extLst>
          </p:cNvPr>
          <p:cNvSpPr txBox="1"/>
          <p:nvPr/>
        </p:nvSpPr>
        <p:spPr>
          <a:xfrm>
            <a:off x="5291712" y="4306943"/>
            <a:ext cx="1616740" cy="1477328"/>
          </a:xfrm>
          <a:prstGeom prst="rect">
            <a:avLst/>
          </a:prstGeom>
          <a:noFill/>
        </p:spPr>
        <p:txBody>
          <a:bodyPr wrap="square" rtlCol="0">
            <a:spAutoFit/>
          </a:bodyPr>
          <a:lstStyle/>
          <a:p>
            <a:pPr algn="ctr">
              <a:spcBef>
                <a:spcPts val="600"/>
              </a:spcBef>
            </a:pPr>
            <a:r>
              <a:rPr lang="es-ES_tradnl" b="1">
                <a:solidFill>
                  <a:srgbClr val="000000"/>
                </a:solidFill>
                <a:cs typeface="Arial" pitchFamily="34" charset="0"/>
              </a:rPr>
              <a:t>Modelo de predicción de precio de vehículos de segunda mano</a:t>
            </a:r>
          </a:p>
        </p:txBody>
      </p:sp>
      <p:sp>
        <p:nvSpPr>
          <p:cNvPr id="46" name="TextBox 45">
            <a:extLst>
              <a:ext uri="{FF2B5EF4-FFF2-40B4-BE49-F238E27FC236}">
                <a16:creationId xmlns:a16="http://schemas.microsoft.com/office/drawing/2014/main" id="{2F99331D-2ADB-E816-8B2B-030E0BAB5AC2}"/>
              </a:ext>
            </a:extLst>
          </p:cNvPr>
          <p:cNvSpPr txBox="1"/>
          <p:nvPr/>
        </p:nvSpPr>
        <p:spPr>
          <a:xfrm>
            <a:off x="3086419" y="4782338"/>
            <a:ext cx="1783058"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mileage</a:t>
            </a:r>
            <a:endParaRPr lang="es-ES_tradnl" sz="1400"/>
          </a:p>
        </p:txBody>
      </p:sp>
      <p:sp>
        <p:nvSpPr>
          <p:cNvPr id="48" name="TextBox 47">
            <a:extLst>
              <a:ext uri="{FF2B5EF4-FFF2-40B4-BE49-F238E27FC236}">
                <a16:creationId xmlns:a16="http://schemas.microsoft.com/office/drawing/2014/main" id="{5CEF5DB4-616A-E387-E873-AB17153CF929}"/>
              </a:ext>
            </a:extLst>
          </p:cNvPr>
          <p:cNvSpPr txBox="1"/>
          <p:nvPr/>
        </p:nvSpPr>
        <p:spPr>
          <a:xfrm>
            <a:off x="3276942" y="4147415"/>
            <a:ext cx="1783058"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years</a:t>
            </a:r>
            <a:endParaRPr lang="es-ES_tradnl" sz="1400"/>
          </a:p>
        </p:txBody>
      </p:sp>
      <p:sp>
        <p:nvSpPr>
          <p:cNvPr id="49" name="TextBox 48">
            <a:extLst>
              <a:ext uri="{FF2B5EF4-FFF2-40B4-BE49-F238E27FC236}">
                <a16:creationId xmlns:a16="http://schemas.microsoft.com/office/drawing/2014/main" id="{F22D25FF-E206-0A9C-E77A-75E2D321CD30}"/>
              </a:ext>
            </a:extLst>
          </p:cNvPr>
          <p:cNvSpPr txBox="1"/>
          <p:nvPr/>
        </p:nvSpPr>
        <p:spPr>
          <a:xfrm>
            <a:off x="3213565" y="5623795"/>
            <a:ext cx="1783058"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vehicle_features</a:t>
            </a:r>
            <a:endParaRPr lang="es-ES_tradnl" sz="1400"/>
          </a:p>
        </p:txBody>
      </p:sp>
      <p:sp>
        <p:nvSpPr>
          <p:cNvPr id="50" name="TextBox 49">
            <a:extLst>
              <a:ext uri="{FF2B5EF4-FFF2-40B4-BE49-F238E27FC236}">
                <a16:creationId xmlns:a16="http://schemas.microsoft.com/office/drawing/2014/main" id="{2256AEAB-C8C0-6DD2-CA5E-9487B5FE1E6D}"/>
              </a:ext>
            </a:extLst>
          </p:cNvPr>
          <p:cNvSpPr txBox="1"/>
          <p:nvPr/>
        </p:nvSpPr>
        <p:spPr>
          <a:xfrm>
            <a:off x="4888159" y="3077180"/>
            <a:ext cx="1679353" cy="523220"/>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former_originalprice</a:t>
            </a:r>
            <a:endParaRPr lang="es-ES_tradnl" sz="1400"/>
          </a:p>
        </p:txBody>
      </p:sp>
      <p:sp>
        <p:nvSpPr>
          <p:cNvPr id="53" name="TextBox 52">
            <a:extLst>
              <a:ext uri="{FF2B5EF4-FFF2-40B4-BE49-F238E27FC236}">
                <a16:creationId xmlns:a16="http://schemas.microsoft.com/office/drawing/2014/main" id="{374B5FC4-3D79-79A3-AD25-61351F4DFA87}"/>
              </a:ext>
            </a:extLst>
          </p:cNvPr>
          <p:cNvSpPr txBox="1"/>
          <p:nvPr/>
        </p:nvSpPr>
        <p:spPr>
          <a:xfrm>
            <a:off x="3718076" y="2969459"/>
            <a:ext cx="1256455" cy="830997"/>
          </a:xfrm>
          <a:prstGeom prst="rect">
            <a:avLst/>
          </a:prstGeom>
          <a:noFill/>
        </p:spPr>
        <p:txBody>
          <a:bodyPr wrap="square" rtlCol="0">
            <a:spAutoFit/>
          </a:bodyPr>
          <a:lstStyle/>
          <a:p>
            <a:pPr algn="ctr"/>
            <a:r>
              <a:rPr lang="es-ES_tradnl" sz="1600" b="1">
                <a:solidFill>
                  <a:srgbClr val="000000"/>
                </a:solidFill>
                <a:cs typeface="Arial" pitchFamily="34" charset="0"/>
              </a:rPr>
              <a:t>Descuento valor pasado</a:t>
            </a:r>
          </a:p>
        </p:txBody>
      </p:sp>
      <p:pic>
        <p:nvPicPr>
          <p:cNvPr id="60" name="Graphic 59">
            <a:extLst>
              <a:ext uri="{FF2B5EF4-FFF2-40B4-BE49-F238E27FC236}">
                <a16:creationId xmlns:a16="http://schemas.microsoft.com/office/drawing/2014/main" id="{C836649E-333D-7C05-179F-EA8EDA03CEB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52950" y="1913261"/>
            <a:ext cx="517299" cy="517299"/>
          </a:xfrm>
          <a:prstGeom prst="rect">
            <a:avLst/>
          </a:prstGeom>
        </p:spPr>
      </p:pic>
      <p:sp>
        <p:nvSpPr>
          <p:cNvPr id="61" name="TextBox 60">
            <a:extLst>
              <a:ext uri="{FF2B5EF4-FFF2-40B4-BE49-F238E27FC236}">
                <a16:creationId xmlns:a16="http://schemas.microsoft.com/office/drawing/2014/main" id="{F917E579-743A-F1F0-110A-D33A0AFDC193}"/>
              </a:ext>
            </a:extLst>
          </p:cNvPr>
          <p:cNvSpPr txBox="1"/>
          <p:nvPr/>
        </p:nvSpPr>
        <p:spPr>
          <a:xfrm>
            <a:off x="7712482" y="4658933"/>
            <a:ext cx="756191"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price</a:t>
            </a:r>
            <a:endParaRPr lang="es-ES_tradnl" sz="1400"/>
          </a:p>
        </p:txBody>
      </p:sp>
      <p:sp>
        <p:nvSpPr>
          <p:cNvPr id="62" name="TextBox 61">
            <a:extLst>
              <a:ext uri="{FF2B5EF4-FFF2-40B4-BE49-F238E27FC236}">
                <a16:creationId xmlns:a16="http://schemas.microsoft.com/office/drawing/2014/main" id="{318B9E10-F54A-BA68-E779-07BE743957DA}"/>
              </a:ext>
            </a:extLst>
          </p:cNvPr>
          <p:cNvSpPr txBox="1"/>
          <p:nvPr/>
        </p:nvSpPr>
        <p:spPr>
          <a:xfrm>
            <a:off x="9448969" y="3736581"/>
            <a:ext cx="1761254" cy="33855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residual_value</a:t>
            </a:r>
            <a:endParaRPr lang="es-ES_tradnl" sz="1600"/>
          </a:p>
        </p:txBody>
      </p:sp>
      <p:sp>
        <p:nvSpPr>
          <p:cNvPr id="2074" name="TextBox 2073">
            <a:extLst>
              <a:ext uri="{FF2B5EF4-FFF2-40B4-BE49-F238E27FC236}">
                <a16:creationId xmlns:a16="http://schemas.microsoft.com/office/drawing/2014/main" id="{EC3B20BA-3C6E-01FC-45F5-E26DECA4A9A4}"/>
              </a:ext>
            </a:extLst>
          </p:cNvPr>
          <p:cNvSpPr txBox="1"/>
          <p:nvPr/>
        </p:nvSpPr>
        <p:spPr>
          <a:xfrm>
            <a:off x="1192652" y="1833902"/>
            <a:ext cx="2558435" cy="738664"/>
          </a:xfrm>
          <a:prstGeom prst="rect">
            <a:avLst/>
          </a:prstGeom>
          <a:noFill/>
        </p:spPr>
        <p:txBody>
          <a:bodyPr wrap="square">
            <a:spAutoFit/>
          </a:bodyPr>
          <a:lstStyle/>
          <a:p>
            <a:pPr marL="11430" algn="just">
              <a:spcBef>
                <a:spcPts val="40"/>
              </a:spcBef>
              <a:spcAft>
                <a:spcPts val="40"/>
              </a:spcAft>
              <a:buClr>
                <a:schemeClr val="dk2"/>
              </a:buClr>
              <a:buSzPts val="1000"/>
            </a:pPr>
            <a:r>
              <a:rPr lang="es-ES_tradnl" sz="1400">
                <a:solidFill>
                  <a:schemeClr val="accent1"/>
                </a:solidFill>
                <a:latin typeface="Quattrocento Sans" panose="020B0502050000020003" pitchFamily="34" charset="0"/>
              </a:rPr>
              <a:t>Índice de crecimiento anual de precios en el sector de vehículos nuevos</a:t>
            </a:r>
            <a:endParaRPr lang="es-ES_tradnl" sz="1400">
              <a:latin typeface="Quattrocento Sans" panose="020B0502050000020003" pitchFamily="34" charset="0"/>
            </a:endParaRPr>
          </a:p>
        </p:txBody>
      </p:sp>
      <p:sp>
        <p:nvSpPr>
          <p:cNvPr id="2075" name="TextBox 2074">
            <a:extLst>
              <a:ext uri="{FF2B5EF4-FFF2-40B4-BE49-F238E27FC236}">
                <a16:creationId xmlns:a16="http://schemas.microsoft.com/office/drawing/2014/main" id="{2D6C2E50-81BB-3F48-89E6-EBAC3460A216}"/>
              </a:ext>
            </a:extLst>
          </p:cNvPr>
          <p:cNvSpPr txBox="1"/>
          <p:nvPr/>
        </p:nvSpPr>
        <p:spPr>
          <a:xfrm>
            <a:off x="9304086" y="1773881"/>
            <a:ext cx="2653315" cy="738664"/>
          </a:xfrm>
          <a:prstGeom prst="rect">
            <a:avLst/>
          </a:prstGeom>
          <a:noFill/>
        </p:spPr>
        <p:txBody>
          <a:bodyPr wrap="square">
            <a:spAutoFit/>
          </a:bodyPr>
          <a:lstStyle/>
          <a:p>
            <a:pPr marL="11430" algn="just">
              <a:spcBef>
                <a:spcPts val="40"/>
              </a:spcBef>
              <a:spcAft>
                <a:spcPts val="40"/>
              </a:spcAft>
              <a:buClr>
                <a:schemeClr val="dk2"/>
              </a:buClr>
              <a:buSzPts val="1000"/>
            </a:pPr>
            <a:r>
              <a:rPr lang="es-ES_tradnl" sz="1400">
                <a:solidFill>
                  <a:schemeClr val="accent1"/>
                </a:solidFill>
                <a:latin typeface="Quattrocento Sans" panose="020B0502050000020003" pitchFamily="34" charset="0"/>
              </a:rPr>
              <a:t>Proyección del índice de crecimiento anual de precios en el sector de vehículos usados. </a:t>
            </a:r>
            <a:endParaRPr lang="es-ES_tradnl" sz="1400">
              <a:latin typeface="Quattrocento Sans" panose="020B0502050000020003" pitchFamily="34" charset="0"/>
            </a:endParaRPr>
          </a:p>
        </p:txBody>
      </p:sp>
      <p:pic>
        <p:nvPicPr>
          <p:cNvPr id="19" name="Graphic 18" descr="Upward trend with solid fill">
            <a:extLst>
              <a:ext uri="{FF2B5EF4-FFF2-40B4-BE49-F238E27FC236}">
                <a16:creationId xmlns:a16="http://schemas.microsoft.com/office/drawing/2014/main" id="{AF5CE633-86C2-1670-86CF-A4ABF4C380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63283" y="1884013"/>
            <a:ext cx="518400" cy="518400"/>
          </a:xfrm>
          <a:prstGeom prst="rect">
            <a:avLst/>
          </a:prstGeom>
        </p:spPr>
      </p:pic>
      <p:cxnSp>
        <p:nvCxnSpPr>
          <p:cNvPr id="16" name="Connector: Curved 15">
            <a:extLst>
              <a:ext uri="{FF2B5EF4-FFF2-40B4-BE49-F238E27FC236}">
                <a16:creationId xmlns:a16="http://schemas.microsoft.com/office/drawing/2014/main" id="{D90830F2-37BE-D435-CFCE-EF9F9DC6F263}"/>
              </a:ext>
            </a:extLst>
          </p:cNvPr>
          <p:cNvCxnSpPr>
            <a:cxnSpLocks/>
            <a:endCxn id="10" idx="1"/>
          </p:cNvCxnSpPr>
          <p:nvPr/>
        </p:nvCxnSpPr>
        <p:spPr>
          <a:xfrm rot="16200000" flipH="1">
            <a:off x="2897882" y="1951398"/>
            <a:ext cx="304103" cy="1699724"/>
          </a:xfrm>
          <a:prstGeom prst="curvedConnector3">
            <a:avLst>
              <a:gd name="adj1" fmla="val 50000"/>
            </a:avLst>
          </a:prstGeom>
          <a:ln>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1F781A9B-D4AA-2F50-6FF2-85E5161596E9}"/>
              </a:ext>
            </a:extLst>
          </p:cNvPr>
          <p:cNvCxnSpPr>
            <a:cxnSpLocks/>
            <a:endCxn id="14" idx="2"/>
          </p:cNvCxnSpPr>
          <p:nvPr/>
        </p:nvCxnSpPr>
        <p:spPr>
          <a:xfrm flipV="1">
            <a:off x="7938695" y="2649209"/>
            <a:ext cx="2390902" cy="779792"/>
          </a:xfrm>
          <a:prstGeom prst="curvedConnector2">
            <a:avLst/>
          </a:prstGeom>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57" name="Connector: Curved 2056">
            <a:extLst>
              <a:ext uri="{FF2B5EF4-FFF2-40B4-BE49-F238E27FC236}">
                <a16:creationId xmlns:a16="http://schemas.microsoft.com/office/drawing/2014/main" id="{E7C83023-864C-2F17-4C96-22F7E9FA2F3D}"/>
              </a:ext>
            </a:extLst>
          </p:cNvPr>
          <p:cNvCxnSpPr>
            <a:stCxn id="6" idx="6"/>
            <a:endCxn id="8" idx="4"/>
          </p:cNvCxnSpPr>
          <p:nvPr/>
        </p:nvCxnSpPr>
        <p:spPr>
          <a:xfrm flipV="1">
            <a:off x="7361098" y="4369486"/>
            <a:ext cx="577596" cy="690970"/>
          </a:xfrm>
          <a:prstGeom prst="curvedConnector2">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59" name="Connector: Curved 2058">
            <a:extLst>
              <a:ext uri="{FF2B5EF4-FFF2-40B4-BE49-F238E27FC236}">
                <a16:creationId xmlns:a16="http://schemas.microsoft.com/office/drawing/2014/main" id="{4C65CA36-F0F2-2678-C11E-62450FB9EDA5}"/>
              </a:ext>
            </a:extLst>
          </p:cNvPr>
          <p:cNvCxnSpPr>
            <a:cxnSpLocks/>
            <a:stCxn id="53" idx="3"/>
            <a:endCxn id="6" idx="0"/>
          </p:cNvCxnSpPr>
          <p:nvPr/>
        </p:nvCxnSpPr>
        <p:spPr>
          <a:xfrm>
            <a:off x="4974531" y="3384958"/>
            <a:ext cx="1126567" cy="415498"/>
          </a:xfrm>
          <a:prstGeom prst="curvedConnector2">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2" name="Straight Arrow Connector 2061">
            <a:extLst>
              <a:ext uri="{FF2B5EF4-FFF2-40B4-BE49-F238E27FC236}">
                <a16:creationId xmlns:a16="http://schemas.microsoft.com/office/drawing/2014/main" id="{C6F5E223-1DF6-15E0-8CA6-5227A8357FE3}"/>
              </a:ext>
            </a:extLst>
          </p:cNvPr>
          <p:cNvCxnSpPr>
            <a:stCxn id="8" idx="6"/>
            <a:endCxn id="62" idx="1"/>
          </p:cNvCxnSpPr>
          <p:nvPr/>
        </p:nvCxnSpPr>
        <p:spPr>
          <a:xfrm>
            <a:off x="8688307" y="3899243"/>
            <a:ext cx="760662" cy="6615"/>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4" name="Straight Arrow Connector 2063">
            <a:extLst>
              <a:ext uri="{FF2B5EF4-FFF2-40B4-BE49-F238E27FC236}">
                <a16:creationId xmlns:a16="http://schemas.microsoft.com/office/drawing/2014/main" id="{0818FF6A-54F8-E332-B10D-C318FCF7C4DD}"/>
              </a:ext>
            </a:extLst>
          </p:cNvPr>
          <p:cNvCxnSpPr>
            <a:stCxn id="12" idx="3"/>
          </p:cNvCxnSpPr>
          <p:nvPr/>
        </p:nvCxnSpPr>
        <p:spPr>
          <a:xfrm>
            <a:off x="2126078" y="4430494"/>
            <a:ext cx="2870545" cy="0"/>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5" name="Straight Arrow Connector 2064">
            <a:extLst>
              <a:ext uri="{FF2B5EF4-FFF2-40B4-BE49-F238E27FC236}">
                <a16:creationId xmlns:a16="http://schemas.microsoft.com/office/drawing/2014/main" id="{75EF1765-E6CF-71E3-001F-A5B92F689607}"/>
              </a:ext>
            </a:extLst>
          </p:cNvPr>
          <p:cNvCxnSpPr>
            <a:cxnSpLocks/>
            <a:stCxn id="17" idx="3"/>
            <a:endCxn id="6" idx="2"/>
          </p:cNvCxnSpPr>
          <p:nvPr/>
        </p:nvCxnSpPr>
        <p:spPr>
          <a:xfrm flipV="1">
            <a:off x="2001129" y="5060456"/>
            <a:ext cx="2839969" cy="16039"/>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8" name="Straight Arrow Connector 2067">
            <a:extLst>
              <a:ext uri="{FF2B5EF4-FFF2-40B4-BE49-F238E27FC236}">
                <a16:creationId xmlns:a16="http://schemas.microsoft.com/office/drawing/2014/main" id="{3BD577B1-DCAF-5097-3D6C-AF6D6F9217DA}"/>
              </a:ext>
            </a:extLst>
          </p:cNvPr>
          <p:cNvCxnSpPr>
            <a:cxnSpLocks/>
            <a:stCxn id="18" idx="3"/>
            <a:endCxn id="10" idx="2"/>
          </p:cNvCxnSpPr>
          <p:nvPr/>
        </p:nvCxnSpPr>
        <p:spPr>
          <a:xfrm flipV="1">
            <a:off x="2959911" y="3373333"/>
            <a:ext cx="765905" cy="16106"/>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 name="Google Shape;978;p52">
            <a:extLst>
              <a:ext uri="{FF2B5EF4-FFF2-40B4-BE49-F238E27FC236}">
                <a16:creationId xmlns:a16="http://schemas.microsoft.com/office/drawing/2014/main" id="{751CC826-88A3-0B72-D278-689E7C1FEFCD}"/>
              </a:ext>
            </a:extLst>
          </p:cNvPr>
          <p:cNvSpPr/>
          <p:nvPr/>
        </p:nvSpPr>
        <p:spPr>
          <a:xfrm>
            <a:off x="694097" y="1054416"/>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modelo de cálculo del valor residual sigue la arquitectura representada en el siguiente diagrama</a:t>
            </a:r>
          </a:p>
        </p:txBody>
      </p:sp>
    </p:spTree>
    <p:extLst>
      <p:ext uri="{BB962C8B-B14F-4D97-AF65-F5344CB8AC3E}">
        <p14:creationId xmlns:p14="http://schemas.microsoft.com/office/powerpoint/2010/main" val="925948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A76C9-E14D-AAE0-2E1A-3CFD3E518C8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FAC8539-31D7-BF42-88CF-5D9B7D2BAD60}"/>
              </a:ext>
            </a:extLst>
          </p:cNvPr>
          <p:cNvSpPr/>
          <p:nvPr/>
        </p:nvSpPr>
        <p:spPr bwMode="auto">
          <a:xfrm>
            <a:off x="334963" y="6554575"/>
            <a:ext cx="11522074" cy="242494"/>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142F28E0-E8BC-04A8-B261-DC625055ED4B}"/>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Racional del modelo – Ejemplo (1/2)</a:t>
            </a:r>
          </a:p>
        </p:txBody>
      </p:sp>
      <p:cxnSp>
        <p:nvCxnSpPr>
          <p:cNvPr id="3" name="Straight Connector 2">
            <a:extLst>
              <a:ext uri="{FF2B5EF4-FFF2-40B4-BE49-F238E27FC236}">
                <a16:creationId xmlns:a16="http://schemas.microsoft.com/office/drawing/2014/main" id="{1FC01719-5220-2D2D-24A9-0003AAF11329}"/>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9EFB448B-0F2D-52DD-BE27-8B75B6B37187}"/>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8A51EE9-95BB-BAC1-6330-1C9ACC366E62}"/>
                  </a:ext>
                </a:extLst>
              </p:cNvPr>
              <p:cNvSpPr txBox="1"/>
              <p:nvPr/>
            </p:nvSpPr>
            <p:spPr>
              <a:xfrm>
                <a:off x="334963" y="1301755"/>
                <a:ext cx="5989637" cy="4930955"/>
              </a:xfrm>
              <a:prstGeom prst="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a:noAutofit/>
              </a:bodyPr>
              <a:lstStyle/>
              <a:p>
                <a:pPr algn="just">
                  <a:lnSpc>
                    <a:spcPct val="107000"/>
                  </a:lnSpc>
                  <a:spcAft>
                    <a:spcPts val="800"/>
                  </a:spcAft>
                  <a:buNone/>
                </a:pPr>
                <a:endParaRPr lang="es-ES_tradnl" sz="12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Supongamos que,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a día de hoy</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queremos adquirir un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Audi A5 nuevo</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 con motor de gasolina de 2L y 4 cilindros, consumo de 23 </a:t>
                </a:r>
                <a:r>
                  <a:rPr lang="es-ES_tradnl" sz="1400" kern="100" err="1">
                    <a:solidFill>
                      <a:srgbClr val="002260"/>
                    </a:solidFill>
                    <a:latin typeface="Quattrocento Sans" panose="020B0502050000020003" pitchFamily="34" charset="0"/>
                    <a:ea typeface="Aptos" panose="020B0004020202020204" pitchFamily="34" charset="0"/>
                    <a:cs typeface="Times New Roman" panose="02020603050405020304" pitchFamily="18" charset="0"/>
                  </a:rPr>
                  <a:t>mpg</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 en ciudad y 32 </a:t>
                </a:r>
                <a:r>
                  <a:rPr lang="es-ES_tradnl" sz="1400" kern="100" err="1">
                    <a:solidFill>
                      <a:srgbClr val="002260"/>
                    </a:solidFill>
                    <a:latin typeface="Quattrocento Sans" panose="020B0502050000020003" pitchFamily="34" charset="0"/>
                    <a:ea typeface="Aptos" panose="020B0004020202020204" pitchFamily="34" charset="0"/>
                    <a:cs typeface="Times New Roman" panose="02020603050405020304" pitchFamily="18" charset="0"/>
                  </a:rPr>
                  <a:t>mpg</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 en carretera, transmisión automática, tracción delantera, color exterior blanco y color interior marrón,</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mediante un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contrato de leasing a 5 años </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y sin </a:t>
                </a:r>
                <a:r>
                  <a:rPr lang="es-ES_tradnl" sz="1400" kern="100" err="1">
                    <a:solidFill>
                      <a:srgbClr val="002260"/>
                    </a:solidFill>
                    <a:latin typeface="Quattrocento Sans" panose="020B0502050000020003" pitchFamily="34" charset="0"/>
                    <a:ea typeface="Aptos" panose="020B0004020202020204" pitchFamily="34" charset="0"/>
                    <a:cs typeface="Times New Roman" panose="02020603050405020304" pitchFamily="18" charset="0"/>
                  </a:rPr>
                  <a:t>excer</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 un </a:t>
                </a:r>
                <a:r>
                  <a:rPr lang="es-ES_tradnl" sz="1400" kern="100" err="1">
                    <a:solidFill>
                      <a:srgbClr val="002260"/>
                    </a:solidFill>
                    <a:latin typeface="Quattrocento Sans" panose="020B0502050000020003" pitchFamily="34" charset="0"/>
                    <a:ea typeface="Aptos" panose="020B0004020202020204" pitchFamily="34" charset="0"/>
                    <a:cs typeface="Times New Roman" panose="02020603050405020304" pitchFamily="18" charset="0"/>
                  </a:rPr>
                  <a:t>kilomtraje</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 de 10.000 millas por año, es decir, </a:t>
                </a:r>
                <a:r>
                  <a:rPr lang="es-ES_tradnl" sz="1400" b="1"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50.000 millas</a:t>
                </a:r>
                <a:r>
                  <a:rPr lang="es-ES_tradnl" sz="1400" kern="100">
                    <a:solidFill>
                      <a:srgbClr val="002260"/>
                    </a:solidFill>
                    <a:latin typeface="Quattrocento Sans" panose="020B0502050000020003" pitchFamily="34" charset="0"/>
                    <a:ea typeface="Aptos" panose="020B0004020202020204" pitchFamily="34" charset="0"/>
                    <a:cs typeface="Times New Roman" panose="02020603050405020304" pitchFamily="18" charset="0"/>
                  </a:rPr>
                  <a:t>.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Si a día de hoy un Audi A5 nuevo</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con estas características,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cuesta 55.000 $</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entonces se estima que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hace 5 años un Audi A5 nuevo</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con esas mismas características, </a:t>
                </a:r>
                <a:r>
                  <a:rPr lang="es-ES_tradnl" sz="1400" b="1"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costaba</a:t>
                </a:r>
                <a:r>
                  <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rPr>
                  <a:t> aproximadamente:</a:t>
                </a:r>
                <a:endParaRPr lang="es-ES_tradnl" sz="1400" b="1" i="1">
                  <a:solidFill>
                    <a:schemeClr val="accent1"/>
                  </a:solidFill>
                  <a:latin typeface="Cambria Math" panose="02040503050406030204" pitchFamily="18" charset="0"/>
                </a:endParaRPr>
              </a:p>
              <a:p>
                <a:pPr algn="just">
                  <a:lnSpc>
                    <a:spcPct val="107000"/>
                  </a:lnSpc>
                  <a:spcAft>
                    <a:spcPts val="800"/>
                  </a:spcAft>
                  <a:buNone/>
                </a:pPr>
                <a14:m>
                  <m:oMathPara xmlns:m="http://schemas.openxmlformats.org/officeDocument/2006/math">
                    <m:oMathParaPr>
                      <m:jc m:val="centerGroup"/>
                    </m:oMathParaPr>
                    <m:oMath xmlns:m="http://schemas.openxmlformats.org/officeDocument/2006/math">
                      <m:r>
                        <a:rPr lang="es-ES_tradnl" sz="1400" b="1" i="1">
                          <a:solidFill>
                            <a:schemeClr val="accent1"/>
                          </a:solidFill>
                          <a:latin typeface="Cambria Math" panose="02040503050406030204" pitchFamily="18" charset="0"/>
                        </a:rPr>
                        <m:t>𝒇𝒐𝒓𝒎𝒆𝒓</m:t>
                      </m:r>
                      <m:r>
                        <a:rPr lang="es-ES_tradnl" sz="1400" b="1" i="1">
                          <a:solidFill>
                            <a:schemeClr val="accent1"/>
                          </a:solidFill>
                          <a:latin typeface="Cambria Math" panose="02040503050406030204" pitchFamily="18" charset="0"/>
                        </a:rPr>
                        <m:t>_</m:t>
                      </m:r>
                      <m:r>
                        <a:rPr lang="es-ES_tradnl" sz="1400" b="1" i="1">
                          <a:solidFill>
                            <a:schemeClr val="accent1"/>
                          </a:solidFill>
                          <a:latin typeface="Cambria Math" panose="02040503050406030204" pitchFamily="18" charset="0"/>
                        </a:rPr>
                        <m:t>𝒐𝒓𝒊𝒈𝒊𝒏𝒂𝒍</m:t>
                      </m:r>
                      <m:r>
                        <a:rPr lang="es-ES_tradnl" sz="1400" b="1" i="1">
                          <a:solidFill>
                            <a:schemeClr val="accent1"/>
                          </a:solidFill>
                          <a:latin typeface="Cambria Math" panose="02040503050406030204" pitchFamily="18" charset="0"/>
                        </a:rPr>
                        <m:t>_</m:t>
                      </m:r>
                      <m:r>
                        <a:rPr lang="es-ES_tradnl" sz="1400" b="1" i="1">
                          <a:solidFill>
                            <a:schemeClr val="accent1"/>
                          </a:solidFill>
                          <a:latin typeface="Cambria Math" panose="02040503050406030204" pitchFamily="18" charset="0"/>
                        </a:rPr>
                        <m:t>𝒑𝒓𝒊𝒄𝒆</m:t>
                      </m:r>
                      <m:r>
                        <a:rPr lang="es-ES_tradnl" sz="1400" b="1" i="1">
                          <a:solidFill>
                            <a:schemeClr val="accent1"/>
                          </a:solidFill>
                          <a:latin typeface="Cambria Math" panose="02040503050406030204" pitchFamily="18" charset="0"/>
                        </a:rPr>
                        <m:t>=</m:t>
                      </m:r>
                      <m:f>
                        <m:fPr>
                          <m:ctrlPr>
                            <a:rPr lang="es-ES_tradnl" sz="1400" b="1" i="1">
                              <a:solidFill>
                                <a:schemeClr val="accent1"/>
                              </a:solidFill>
                              <a:latin typeface="Cambria Math" panose="02040503050406030204" pitchFamily="18" charset="0"/>
                            </a:rPr>
                          </m:ctrlPr>
                        </m:fPr>
                        <m:num>
                          <m:r>
                            <a:rPr lang="es-ES_tradnl" sz="1400" b="1" i="1" smtClean="0">
                              <a:solidFill>
                                <a:schemeClr val="accent1"/>
                              </a:solidFill>
                              <a:latin typeface="Cambria Math" panose="02040503050406030204" pitchFamily="18" charset="0"/>
                            </a:rPr>
                            <m:t>𝟓𝟓</m:t>
                          </m:r>
                          <m:r>
                            <a:rPr lang="es-ES_tradnl" sz="1400" b="1" i="1" smtClean="0">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𝟎𝟎𝟎</m:t>
                          </m:r>
                          <m:r>
                            <a:rPr lang="es-ES_tradnl" sz="1400" b="1" i="1" smtClean="0">
                              <a:solidFill>
                                <a:schemeClr val="accent1"/>
                              </a:solidFill>
                              <a:latin typeface="Cambria Math" panose="02040503050406030204" pitchFamily="18" charset="0"/>
                            </a:rPr>
                            <m:t>$</m:t>
                          </m:r>
                        </m:num>
                        <m:den>
                          <m:sSup>
                            <m:sSupPr>
                              <m:ctrlPr>
                                <a:rPr lang="es-ES_tradnl" sz="1400" b="1" i="1">
                                  <a:solidFill>
                                    <a:schemeClr val="accent1"/>
                                  </a:solidFill>
                                  <a:latin typeface="Cambria Math" panose="02040503050406030204" pitchFamily="18" charset="0"/>
                                </a:rPr>
                              </m:ctrlPr>
                            </m:sSupPr>
                            <m:e>
                              <m:d>
                                <m:dPr>
                                  <m:ctrlPr>
                                    <a:rPr lang="es-ES_tradnl" sz="1400" b="1" i="1">
                                      <a:solidFill>
                                        <a:schemeClr val="accent1"/>
                                      </a:solidFill>
                                      <a:latin typeface="Cambria Math" panose="02040503050406030204" pitchFamily="18" charset="0"/>
                                    </a:rPr>
                                  </m:ctrlPr>
                                </m:dPr>
                                <m:e>
                                  <m:r>
                                    <a:rPr lang="es-ES_tradnl" sz="1400" b="1" i="1">
                                      <a:solidFill>
                                        <a:schemeClr val="accent1"/>
                                      </a:solidFill>
                                      <a:latin typeface="Cambria Math" panose="02040503050406030204" pitchFamily="18" charset="0"/>
                                    </a:rPr>
                                    <m:t>𝟏</m:t>
                                  </m:r>
                                  <m:r>
                                    <a:rPr lang="es-ES_tradnl" sz="1400" b="1" i="1">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𝟑</m:t>
                                  </m:r>
                                  <m:r>
                                    <a:rPr lang="es-ES_tradnl" sz="1400" b="1" i="1" smtClean="0">
                                      <a:solidFill>
                                        <a:schemeClr val="accent1"/>
                                      </a:solidFill>
                                      <a:latin typeface="Cambria Math" panose="02040503050406030204" pitchFamily="18" charset="0"/>
                                    </a:rPr>
                                    <m:t>%</m:t>
                                  </m:r>
                                </m:e>
                              </m:d>
                            </m:e>
                            <m:sup>
                              <m:r>
                                <a:rPr lang="es-ES_tradnl" sz="1400" b="1" i="1" smtClean="0">
                                  <a:solidFill>
                                    <a:schemeClr val="accent1"/>
                                  </a:solidFill>
                                  <a:latin typeface="Cambria Math" panose="02040503050406030204" pitchFamily="18" charset="0"/>
                                </a:rPr>
                                <m:t>𝟓</m:t>
                              </m:r>
                              <m:r>
                                <a:rPr lang="es-ES_tradnl" sz="1400" b="1" i="1" smtClean="0">
                                  <a:solidFill>
                                    <a:schemeClr val="accent1"/>
                                  </a:solidFill>
                                  <a:latin typeface="Cambria Math" panose="02040503050406030204" pitchFamily="18" charset="0"/>
                                </a:rPr>
                                <m:t> </m:t>
                              </m:r>
                              <m:r>
                                <a:rPr lang="es-ES_tradnl" sz="1400" b="1" i="1" smtClean="0">
                                  <a:solidFill>
                                    <a:schemeClr val="accent1"/>
                                  </a:solidFill>
                                  <a:latin typeface="Cambria Math" panose="02040503050406030204" pitchFamily="18" charset="0"/>
                                </a:rPr>
                                <m:t>𝒂</m:t>
                              </m:r>
                              <m:r>
                                <a:rPr lang="es-ES_tradnl" sz="1400" b="1" i="1" smtClean="0">
                                  <a:solidFill>
                                    <a:schemeClr val="accent1"/>
                                  </a:solidFill>
                                  <a:latin typeface="Cambria Math" panose="02040503050406030204" pitchFamily="18" charset="0"/>
                                </a:rPr>
                                <m:t>ñ</m:t>
                              </m:r>
                              <m:r>
                                <a:rPr lang="es-ES_tradnl" sz="1400" b="1" i="1" smtClean="0">
                                  <a:solidFill>
                                    <a:schemeClr val="accent1"/>
                                  </a:solidFill>
                                  <a:latin typeface="Cambria Math" panose="02040503050406030204" pitchFamily="18" charset="0"/>
                                </a:rPr>
                                <m:t>𝒐𝒔</m:t>
                              </m:r>
                            </m:sup>
                          </m:sSup>
                        </m:den>
                      </m:f>
                      <m:r>
                        <a:rPr lang="es-ES_tradnl" sz="1400" b="1" i="1" smtClean="0">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𝟒𝟕</m:t>
                      </m:r>
                      <m:r>
                        <a:rPr lang="es-ES_tradnl" sz="1400" b="1" i="1" smtClean="0">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𝟒𝟒𝟑</m:t>
                      </m:r>
                      <m:r>
                        <a:rPr lang="es-ES_tradnl" sz="1400" b="1" i="1" smtClean="0">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𝟒𝟖</m:t>
                      </m:r>
                      <m:r>
                        <a:rPr lang="es-ES_tradnl" sz="1400" b="1" i="1" smtClean="0">
                          <a:solidFill>
                            <a:schemeClr val="accent1"/>
                          </a:solidFill>
                          <a:latin typeface="Cambria Math" panose="02040503050406030204" pitchFamily="18" charset="0"/>
                        </a:rPr>
                        <m:t>$</m:t>
                      </m:r>
                    </m:oMath>
                  </m:oMathPara>
                </a14:m>
                <a:endParaRPr lang="es-ES_tradnl" sz="1400" b="1" kern="100">
                  <a:solidFill>
                    <a:schemeClr val="accent1"/>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lnSpc>
                    <a:spcPct val="107000"/>
                  </a:lnSpc>
                  <a:spcAft>
                    <a:spcPts val="800"/>
                  </a:spcAft>
                  <a:buNone/>
                </a:pPr>
                <a:r>
                  <a:rPr lang="es-ES_tradnl" sz="1400" kern="100">
                    <a:solidFill>
                      <a:srgbClr val="002260"/>
                    </a:solidFill>
                    <a:latin typeface="Quattrocento Sans" panose="020B0502050000020003" pitchFamily="34" charset="0"/>
                    <a:cs typeface="Times New Roman" panose="02020603050405020304" pitchFamily="18" charset="0"/>
                  </a:rPr>
                  <a:t>Se puede emplear el </a:t>
                </a:r>
                <a:r>
                  <a:rPr lang="es-ES_tradnl" sz="1400" b="1" kern="100">
                    <a:solidFill>
                      <a:srgbClr val="002260"/>
                    </a:solidFill>
                    <a:latin typeface="Quattrocento Sans" panose="020B0502050000020003" pitchFamily="34" charset="0"/>
                    <a:cs typeface="Times New Roman" panose="02020603050405020304" pitchFamily="18" charset="0"/>
                  </a:rPr>
                  <a:t>modelo de predicción de precio de vehículos usados </a:t>
                </a:r>
                <a:r>
                  <a:rPr lang="es-ES_tradnl" sz="1400" kern="100">
                    <a:solidFill>
                      <a:srgbClr val="002260"/>
                    </a:solidFill>
                    <a:latin typeface="Quattrocento Sans" panose="020B0502050000020003" pitchFamily="34" charset="0"/>
                    <a:cs typeface="Times New Roman" panose="02020603050405020304" pitchFamily="18" charset="0"/>
                  </a:rPr>
                  <a:t>para estimar el valor actual (en 2025) de un Audi A5 adquirido hace 5 años (en 2020), con menos de 50.000 millas. Las variables de entrada para el modelo serían:</a:t>
                </a:r>
              </a:p>
              <a:p>
                <a:pPr algn="just">
                  <a:lnSpc>
                    <a:spcPct val="107000"/>
                  </a:lnSpc>
                  <a:spcAft>
                    <a:spcPts val="800"/>
                  </a:spcAft>
                  <a:buNone/>
                </a:pPr>
                <a:r>
                  <a:rPr lang="es-ES_tradnl" sz="1400">
                    <a:solidFill>
                      <a:schemeClr val="accent1"/>
                    </a:solidFill>
                    <a:latin typeface="Consolas" panose="020B0609020204030204" pitchFamily="49" charset="0"/>
                  </a:rPr>
                  <a:t>inputs = </a:t>
                </a:r>
                <a:r>
                  <a:rPr lang="es-ES_tradnl" sz="1400" kern="100">
                    <a:solidFill>
                      <a:srgbClr val="002260"/>
                    </a:solidFill>
                    <a:latin typeface="Quattrocento Sans" panose="020B0502050000020003" pitchFamily="34" charset="0"/>
                    <a:cs typeface="Times New Roman" panose="02020603050405020304" pitchFamily="18" charset="0"/>
                  </a:rPr>
                  <a:t>{ </a:t>
                </a:r>
                <a:r>
                  <a:rPr lang="es-ES_tradnl" sz="1400" err="1">
                    <a:solidFill>
                      <a:schemeClr val="accent1"/>
                    </a:solidFill>
                    <a:latin typeface="Consolas" panose="020B0609020204030204" pitchFamily="49" charset="0"/>
                  </a:rPr>
                  <a:t>years</a:t>
                </a:r>
                <a:r>
                  <a:rPr lang="es-ES_tradnl" sz="1400">
                    <a:solidFill>
                      <a:schemeClr val="accent1"/>
                    </a:solidFill>
                    <a:latin typeface="Consolas" panose="020B0609020204030204" pitchFamily="49" charset="0"/>
                  </a:rPr>
                  <a:t> = 5, </a:t>
                </a:r>
                <a:r>
                  <a:rPr lang="es-ES_tradnl" sz="1400" err="1">
                    <a:solidFill>
                      <a:schemeClr val="accent1"/>
                    </a:solidFill>
                    <a:latin typeface="Consolas" panose="020B0609020204030204" pitchFamily="49" charset="0"/>
                  </a:rPr>
                  <a:t>mileage</a:t>
                </a:r>
                <a:r>
                  <a:rPr lang="es-ES_tradnl" sz="1400">
                    <a:solidFill>
                      <a:schemeClr val="accent1"/>
                    </a:solidFill>
                    <a:latin typeface="Consolas" panose="020B0609020204030204" pitchFamily="49" charset="0"/>
                  </a:rPr>
                  <a:t> = 50000, </a:t>
                </a:r>
                <a:r>
                  <a:rPr lang="es-ES_tradnl" sz="1400" err="1">
                    <a:solidFill>
                      <a:schemeClr val="accent1"/>
                    </a:solidFill>
                    <a:latin typeface="Consolas" panose="020B0609020204030204" pitchFamily="49" charset="0"/>
                  </a:rPr>
                  <a:t>original_price</a:t>
                </a:r>
                <a:r>
                  <a:rPr lang="es-ES_tradnl" sz="1400">
                    <a:solidFill>
                      <a:schemeClr val="accent1"/>
                    </a:solidFill>
                    <a:latin typeface="Consolas" panose="020B0609020204030204" pitchFamily="49" charset="0"/>
                  </a:rPr>
                  <a:t> = 47443.48, </a:t>
                </a:r>
                <a:r>
                  <a:rPr lang="es-ES_tradnl" sz="1400" err="1">
                    <a:solidFill>
                      <a:schemeClr val="accent1"/>
                    </a:solidFill>
                    <a:latin typeface="Consolas" panose="020B0609020204030204" pitchFamily="49" charset="0"/>
                  </a:rPr>
                  <a:t>vehicle_features</a:t>
                </a:r>
                <a:r>
                  <a:rPr lang="es-ES_tradnl" sz="1400">
                    <a:solidFill>
                      <a:schemeClr val="accent1"/>
                    </a:solidFill>
                    <a:latin typeface="Consolas" panose="020B0609020204030204" pitchFamily="49" charset="0"/>
                  </a:rPr>
                  <a:t> = Gasolina, 2L, trans. </a:t>
                </a:r>
                <a:r>
                  <a:rPr lang="es-ES_tradnl" sz="1400" err="1">
                    <a:solidFill>
                      <a:schemeClr val="accent1"/>
                    </a:solidFill>
                    <a:latin typeface="Consolas" panose="020B0609020204030204" pitchFamily="49" charset="0"/>
                  </a:rPr>
                  <a:t>automá</a:t>
                </a:r>
                <a:r>
                  <a:rPr lang="es-ES_tradnl" sz="1400">
                    <a:solidFill>
                      <a:schemeClr val="accent1"/>
                    </a:solidFill>
                    <a:latin typeface="Consolas" panose="020B0609020204030204" pitchFamily="49" charset="0"/>
                  </a:rPr>
                  <a:t>.} </a:t>
                </a:r>
              </a:p>
              <a:p>
                <a:pPr algn="just">
                  <a:lnSpc>
                    <a:spcPct val="107000"/>
                  </a:lnSpc>
                  <a:spcAft>
                    <a:spcPts val="800"/>
                  </a:spcAft>
                  <a:buNone/>
                </a:pPr>
                <a:r>
                  <a:rPr lang="es-ES_tradnl" sz="1400" kern="100">
                    <a:solidFill>
                      <a:srgbClr val="002260"/>
                    </a:solidFill>
                    <a:latin typeface="Quattrocento Sans" panose="020B0502050000020003" pitchFamily="34" charset="0"/>
                    <a:cs typeface="Times New Roman" panose="02020603050405020304" pitchFamily="18" charset="0"/>
                  </a:rPr>
                  <a:t>y asumamos que la salida del modelo predice que el valor actual es de </a:t>
                </a:r>
                <a:br>
                  <a:rPr lang="es-ES_tradnl" sz="1400" kern="100">
                    <a:solidFill>
                      <a:srgbClr val="002260"/>
                    </a:solidFill>
                    <a:latin typeface="Quattrocento Sans" panose="020B0502050000020003" pitchFamily="34" charset="0"/>
                    <a:cs typeface="Times New Roman" panose="02020603050405020304" pitchFamily="18" charset="0"/>
                  </a:rPr>
                </a:br>
                <a:r>
                  <a:rPr lang="es-ES_tradnl" sz="1400" b="1" err="1">
                    <a:solidFill>
                      <a:schemeClr val="accent1"/>
                    </a:solidFill>
                    <a:latin typeface="Consolas" panose="020B0609020204030204" pitchFamily="49" charset="0"/>
                  </a:rPr>
                  <a:t>price</a:t>
                </a:r>
                <a:r>
                  <a:rPr lang="es-ES_tradnl" sz="1400" b="1" kern="100">
                    <a:solidFill>
                      <a:srgbClr val="002260"/>
                    </a:solidFill>
                    <a:latin typeface="Quattrocento Sans" panose="020B0502050000020003" pitchFamily="34" charset="0"/>
                    <a:cs typeface="Times New Roman" panose="02020603050405020304" pitchFamily="18" charset="0"/>
                  </a:rPr>
                  <a:t> = 22.000 $. </a:t>
                </a:r>
                <a:endParaRPr lang="es-ES_tradnl" sz="1400" kern="100">
                  <a:solidFill>
                    <a:srgbClr val="002260"/>
                  </a:solidFill>
                  <a:latin typeface="Quattrocento Sans" panose="020B0502050000020003" pitchFamily="34"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38A51EE9-95BB-BAC1-6330-1C9ACC366E62}"/>
                  </a:ext>
                </a:extLst>
              </p:cNvPr>
              <p:cNvSpPr txBox="1">
                <a:spLocks noRot="1" noChangeAspect="1" noMove="1" noResize="1" noEditPoints="1" noAdjustHandles="1" noChangeArrowheads="1" noChangeShapeType="1" noTextEdit="1"/>
              </p:cNvSpPr>
              <p:nvPr/>
            </p:nvSpPr>
            <p:spPr>
              <a:xfrm>
                <a:off x="334963" y="1301755"/>
                <a:ext cx="5989637" cy="4930955"/>
              </a:xfrm>
              <a:prstGeom prst="rect">
                <a:avLst/>
              </a:prstGeom>
              <a:blipFill>
                <a:blip r:embed="rId2"/>
                <a:stretch>
                  <a:fillRect/>
                </a:stretch>
              </a:blipFill>
              <a:ln>
                <a:solidFill>
                  <a:schemeClr val="bg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12" name="TextBox 11">
            <a:extLst>
              <a:ext uri="{FF2B5EF4-FFF2-40B4-BE49-F238E27FC236}">
                <a16:creationId xmlns:a16="http://schemas.microsoft.com/office/drawing/2014/main" id="{2EAFCDEE-99DC-6317-1E47-406E0F46BD79}"/>
              </a:ext>
            </a:extLst>
          </p:cNvPr>
          <p:cNvSpPr txBox="1"/>
          <p:nvPr/>
        </p:nvSpPr>
        <p:spPr>
          <a:xfrm>
            <a:off x="334963" y="6312481"/>
            <a:ext cx="5989637" cy="507831"/>
          </a:xfrm>
          <a:prstGeom prst="rect">
            <a:avLst/>
          </a:prstGeom>
          <a:noFill/>
        </p:spPr>
        <p:txBody>
          <a:bodyPr wrap="square" rtlCol="0">
            <a:spAutoFit/>
          </a:bodyPr>
          <a:lstStyle/>
          <a:p>
            <a:pPr algn="just"/>
            <a:r>
              <a:rPr lang="es-ES_tradnl" sz="900" i="1">
                <a:latin typeface="Quattrocento Sans" panose="020B0502050000020003" pitchFamily="34" charset="0"/>
              </a:rPr>
              <a:t>1. </a:t>
            </a:r>
            <a:r>
              <a:rPr lang="es-ES_tradnl" sz="900" i="1">
                <a:effectLst/>
                <a:latin typeface="Quattrocento Sans" panose="020B0502050000020003" pitchFamily="34" charset="0"/>
                <a:ea typeface="Aptos" panose="020B0004020202020204" pitchFamily="34" charset="0"/>
              </a:rPr>
              <a:t>Cabe destacar que, si se dispone de una serie histórica de índices de crecimiento anual para el sector, es posible obtener una estimación más precisa del precio original. No obstante, por simplicidad, asumiremos de aquí en adelante que 𝑖 = 3% es constante. </a:t>
            </a:r>
            <a:endParaRPr lang="es-ES_tradnl" sz="900" i="1">
              <a:latin typeface="Quattrocento Sans" panose="020B0502050000020003" pitchFamily="34" charset="0"/>
            </a:endParaRPr>
          </a:p>
        </p:txBody>
      </p:sp>
      <p:sp>
        <p:nvSpPr>
          <p:cNvPr id="8" name="TextBox 7">
            <a:extLst>
              <a:ext uri="{FF2B5EF4-FFF2-40B4-BE49-F238E27FC236}">
                <a16:creationId xmlns:a16="http://schemas.microsoft.com/office/drawing/2014/main" id="{AB749855-5D0E-9152-5984-4F4B96E8A4C2}"/>
              </a:ext>
            </a:extLst>
          </p:cNvPr>
          <p:cNvSpPr txBox="1"/>
          <p:nvPr/>
        </p:nvSpPr>
        <p:spPr>
          <a:xfrm>
            <a:off x="321693" y="1149110"/>
            <a:ext cx="3810337" cy="309600"/>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Racional del modelo</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4077303-C9FA-D497-1E35-F512B74D0CD5}"/>
                  </a:ext>
                </a:extLst>
              </p:cNvPr>
              <p:cNvSpPr txBox="1"/>
              <p:nvPr/>
            </p:nvSpPr>
            <p:spPr>
              <a:xfrm>
                <a:off x="6515100" y="1301756"/>
                <a:ext cx="5341937" cy="5270995"/>
              </a:xfrm>
              <a:prstGeom prst="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a:spAutoFit/>
              </a:bodyPr>
              <a:lstStyle/>
              <a:p>
                <a:pPr algn="just">
                  <a:buNone/>
                </a:pPr>
                <a:r>
                  <a:rPr lang="es-ES_tradnl" sz="1400" kern="100">
                    <a:solidFill>
                      <a:srgbClr val="002260"/>
                    </a:solidFill>
                    <a:latin typeface="Quattrocento Sans" panose="020B0502050000020003" pitchFamily="34" charset="0"/>
                    <a:cs typeface="Times New Roman" panose="02020603050405020304" pitchFamily="18" charset="0"/>
                  </a:rPr>
                  <a:t>Según la definición de valor residual, podemos afirmar que </a:t>
                </a:r>
                <a:r>
                  <a:rPr lang="es-ES_tradnl" sz="1400" b="1" kern="100">
                    <a:solidFill>
                      <a:srgbClr val="002260"/>
                    </a:solidFill>
                    <a:latin typeface="Quattrocento Sans" panose="020B0502050000020003" pitchFamily="34" charset="0"/>
                    <a:cs typeface="Times New Roman" panose="02020603050405020304" pitchFamily="18" charset="0"/>
                  </a:rPr>
                  <a:t>el valor residual de un Audi A5 de 2020 con 5 años de antigüedad </a:t>
                </a:r>
                <a:r>
                  <a:rPr lang="es-ES_tradnl" sz="1400" kern="100">
                    <a:solidFill>
                      <a:srgbClr val="002260"/>
                    </a:solidFill>
                    <a:latin typeface="Quattrocento Sans" panose="020B0502050000020003" pitchFamily="34" charset="0"/>
                    <a:cs typeface="Times New Roman" panose="02020603050405020304" pitchFamily="18" charset="0"/>
                  </a:rPr>
                  <a:t>y un kilometraje inferior a</a:t>
                </a:r>
                <a:r>
                  <a:rPr lang="es-ES_tradnl" sz="1400" b="1" kern="100">
                    <a:solidFill>
                      <a:srgbClr val="002260"/>
                    </a:solidFill>
                    <a:latin typeface="Quattrocento Sans" panose="020B0502050000020003" pitchFamily="34" charset="0"/>
                    <a:cs typeface="Times New Roman" panose="02020603050405020304" pitchFamily="18" charset="0"/>
                  </a:rPr>
                  <a:t> 50,000 millas </a:t>
                </a:r>
                <a:r>
                  <a:rPr lang="es-ES_tradnl" sz="1400" kern="100">
                    <a:solidFill>
                      <a:srgbClr val="002260"/>
                    </a:solidFill>
                    <a:latin typeface="Quattrocento Sans" panose="020B0502050000020003" pitchFamily="34" charset="0"/>
                    <a:cs typeface="Times New Roman" panose="02020603050405020304" pitchFamily="18" charset="0"/>
                  </a:rPr>
                  <a:t>—motor de gasolina de cilindrada de 2L y 4 cilindros, consumo de 23 </a:t>
                </a:r>
                <a:r>
                  <a:rPr lang="es-ES_tradnl" sz="1400" kern="100" err="1">
                    <a:solidFill>
                      <a:srgbClr val="002260"/>
                    </a:solidFill>
                    <a:latin typeface="Quattrocento Sans" panose="020B0502050000020003" pitchFamily="34" charset="0"/>
                    <a:cs typeface="Times New Roman" panose="02020603050405020304" pitchFamily="18" charset="0"/>
                  </a:rPr>
                  <a:t>mpg</a:t>
                </a:r>
                <a:r>
                  <a:rPr lang="es-ES_tradnl" sz="1400" kern="100">
                    <a:solidFill>
                      <a:srgbClr val="002260"/>
                    </a:solidFill>
                    <a:latin typeface="Quattrocento Sans" panose="020B0502050000020003" pitchFamily="34" charset="0"/>
                    <a:cs typeface="Times New Roman" panose="02020603050405020304" pitchFamily="18" charset="0"/>
                  </a:rPr>
                  <a:t> en ciudad y 32 </a:t>
                </a:r>
                <a:r>
                  <a:rPr lang="es-ES_tradnl" sz="1400" kern="100" err="1">
                    <a:solidFill>
                      <a:srgbClr val="002260"/>
                    </a:solidFill>
                    <a:latin typeface="Quattrocento Sans" panose="020B0502050000020003" pitchFamily="34" charset="0"/>
                    <a:cs typeface="Times New Roman" panose="02020603050405020304" pitchFamily="18" charset="0"/>
                  </a:rPr>
                  <a:t>mpg</a:t>
                </a:r>
                <a:r>
                  <a:rPr lang="es-ES_tradnl" sz="1400" kern="100">
                    <a:solidFill>
                      <a:srgbClr val="002260"/>
                    </a:solidFill>
                    <a:latin typeface="Quattrocento Sans" panose="020B0502050000020003" pitchFamily="34" charset="0"/>
                    <a:cs typeface="Times New Roman" panose="02020603050405020304" pitchFamily="18" charset="0"/>
                  </a:rPr>
                  <a:t> en carretera, transmisión automática, tracción delantera, color exterior blanco y color interior marrón— </a:t>
                </a:r>
                <a:r>
                  <a:rPr lang="es-ES_tradnl" sz="1400" b="1" kern="100">
                    <a:solidFill>
                      <a:srgbClr val="002260"/>
                    </a:solidFill>
                    <a:latin typeface="Quattrocento Sans" panose="020B0502050000020003" pitchFamily="34" charset="0"/>
                    <a:cs typeface="Times New Roman" panose="02020603050405020304" pitchFamily="18" charset="0"/>
                  </a:rPr>
                  <a:t>es de 22,000 $.</a:t>
                </a:r>
              </a:p>
              <a:p>
                <a:pPr algn="just">
                  <a:buNone/>
                </a:pPr>
                <a:endParaRPr lang="es-ES_tradnl" sz="1400" b="1" kern="100">
                  <a:solidFill>
                    <a:srgbClr val="002260"/>
                  </a:solidFill>
                  <a:latin typeface="Quattrocento Sans" panose="020B0502050000020003" pitchFamily="34" charset="0"/>
                  <a:cs typeface="Times New Roman" panose="02020603050405020304" pitchFamily="18" charset="0"/>
                </a:endParaRPr>
              </a:p>
              <a:p>
                <a:pPr algn="just">
                  <a:buNone/>
                </a:pPr>
                <a:r>
                  <a:rPr lang="es-ES_tradnl" sz="1400" kern="100">
                    <a:solidFill>
                      <a:srgbClr val="002260"/>
                    </a:solidFill>
                    <a:latin typeface="Quattrocento Sans" panose="020B0502050000020003" pitchFamily="34" charset="0"/>
                    <a:cs typeface="Times New Roman" panose="02020603050405020304" pitchFamily="18" charset="0"/>
                  </a:rPr>
                  <a:t>Por tanto, </a:t>
                </a:r>
                <a:r>
                  <a:rPr lang="es-ES_tradnl" sz="1400" b="1" kern="100">
                    <a:solidFill>
                      <a:srgbClr val="002260"/>
                    </a:solidFill>
                    <a:latin typeface="Quattrocento Sans" panose="020B0502050000020003" pitchFamily="34" charset="0"/>
                    <a:cs typeface="Times New Roman" panose="02020603050405020304" pitchFamily="18" charset="0"/>
                  </a:rPr>
                  <a:t>en 2030, cuando finalice el contrato de leasing del Audi A5 adquirido hoy (en 2025)</a:t>
                </a:r>
                <a:r>
                  <a:rPr lang="es-ES_tradnl" sz="1400" kern="100">
                    <a:solidFill>
                      <a:srgbClr val="002260"/>
                    </a:solidFill>
                    <a:latin typeface="Quattrocento Sans" panose="020B0502050000020003" pitchFamily="34" charset="0"/>
                    <a:cs typeface="Times New Roman" panose="02020603050405020304" pitchFamily="18" charset="0"/>
                  </a:rPr>
                  <a:t>, dicho vehículo tendrá </a:t>
                </a:r>
                <a:r>
                  <a:rPr lang="es-ES_tradnl" sz="1400" b="1" kern="100">
                    <a:solidFill>
                      <a:srgbClr val="002260"/>
                    </a:solidFill>
                    <a:latin typeface="Quattrocento Sans" panose="020B0502050000020003" pitchFamily="34" charset="0"/>
                    <a:cs typeface="Times New Roman" panose="02020603050405020304" pitchFamily="18" charset="0"/>
                  </a:rPr>
                  <a:t>5 años de antigüedad </a:t>
                </a:r>
                <a:r>
                  <a:rPr lang="es-ES_tradnl" sz="1400" kern="100">
                    <a:solidFill>
                      <a:srgbClr val="002260"/>
                    </a:solidFill>
                    <a:latin typeface="Quattrocento Sans" panose="020B0502050000020003" pitchFamily="34" charset="0"/>
                    <a:cs typeface="Times New Roman" panose="02020603050405020304" pitchFamily="18" charset="0"/>
                  </a:rPr>
                  <a:t>y, por contrato, no deberá haber superado </a:t>
                </a:r>
                <a:r>
                  <a:rPr lang="es-ES_tradnl" sz="1400" b="1" kern="100">
                    <a:solidFill>
                      <a:srgbClr val="002260"/>
                    </a:solidFill>
                    <a:latin typeface="Quattrocento Sans" panose="020B0502050000020003" pitchFamily="34" charset="0"/>
                    <a:cs typeface="Times New Roman" panose="02020603050405020304" pitchFamily="18" charset="0"/>
                  </a:rPr>
                  <a:t>50,000 millas</a:t>
                </a:r>
                <a:r>
                  <a:rPr lang="es-ES_tradnl" sz="1400" kern="100">
                    <a:solidFill>
                      <a:srgbClr val="002260"/>
                    </a:solidFill>
                    <a:latin typeface="Quattrocento Sans" panose="020B0502050000020003" pitchFamily="34" charset="0"/>
                    <a:cs typeface="Times New Roman" panose="02020603050405020304" pitchFamily="18" charset="0"/>
                  </a:rPr>
                  <a:t>. En consecuencia, </a:t>
                </a:r>
                <a:r>
                  <a:rPr lang="es-ES_tradnl" sz="1400" b="1" kern="100">
                    <a:solidFill>
                      <a:srgbClr val="002260"/>
                    </a:solidFill>
                    <a:latin typeface="Quattrocento Sans" panose="020B0502050000020003" pitchFamily="34" charset="0"/>
                    <a:cs typeface="Times New Roman" panose="02020603050405020304" pitchFamily="18" charset="0"/>
                  </a:rPr>
                  <a:t>su valor será </a:t>
                </a:r>
                <a:r>
                  <a:rPr lang="es-ES_tradnl" sz="1400" kern="100">
                    <a:solidFill>
                      <a:srgbClr val="002260"/>
                    </a:solidFill>
                    <a:latin typeface="Quattrocento Sans" panose="020B0502050000020003" pitchFamily="34" charset="0"/>
                    <a:cs typeface="Times New Roman" panose="02020603050405020304" pitchFamily="18" charset="0"/>
                  </a:rPr>
                  <a:t>equivalente </a:t>
                </a:r>
                <a:r>
                  <a:rPr lang="es-ES_tradnl" sz="1400" b="1" kern="100">
                    <a:solidFill>
                      <a:srgbClr val="002260"/>
                    </a:solidFill>
                    <a:latin typeface="Quattrocento Sans" panose="020B0502050000020003" pitchFamily="34" charset="0"/>
                    <a:cs typeface="Times New Roman" panose="02020603050405020304" pitchFamily="18" charset="0"/>
                  </a:rPr>
                  <a:t>al valor actual (2025) de un Audi A5 con 5 años de antigüedad y un kilometraje de  50,000  millas</a:t>
                </a:r>
                <a:r>
                  <a:rPr lang="es-ES_tradnl" sz="1400" kern="100">
                    <a:solidFill>
                      <a:srgbClr val="002260"/>
                    </a:solidFill>
                    <a:latin typeface="Quattrocento Sans" panose="020B0502050000020003" pitchFamily="34" charset="0"/>
                    <a:cs typeface="Times New Roman" panose="02020603050405020304" pitchFamily="18" charset="0"/>
                  </a:rPr>
                  <a:t>, con las mismas características técnicas, es decir, </a:t>
                </a:r>
                <a:r>
                  <a:rPr lang="es-ES_tradnl" sz="1400" b="1" kern="100">
                    <a:solidFill>
                      <a:srgbClr val="002260"/>
                    </a:solidFill>
                    <a:latin typeface="Quattrocento Sans" panose="020B0502050000020003" pitchFamily="34" charset="0"/>
                    <a:cs typeface="Times New Roman" panose="02020603050405020304" pitchFamily="18" charset="0"/>
                  </a:rPr>
                  <a:t>22,000 $ más el ajuste correspondiente por inflación</a:t>
                </a:r>
                <a:r>
                  <a:rPr lang="es-ES_tradnl" sz="1400" kern="100">
                    <a:solidFill>
                      <a:srgbClr val="002260"/>
                    </a:solidFill>
                    <a:latin typeface="Quattrocento Sans" panose="020B0502050000020003" pitchFamily="34" charset="0"/>
                    <a:cs typeface="Times New Roman" panose="02020603050405020304" pitchFamily="18" charset="0"/>
                  </a:rPr>
                  <a:t>. </a:t>
                </a:r>
              </a:p>
              <a:p>
                <a:pPr algn="just">
                  <a:buNone/>
                </a:pPr>
                <a:endParaRPr lang="es-ES_tradnl" sz="1400" kern="100">
                  <a:solidFill>
                    <a:srgbClr val="002260"/>
                  </a:solidFill>
                  <a:latin typeface="Quattrocento Sans" panose="020B0502050000020003"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s-ES_tradnl" sz="1400" b="1" i="1" smtClean="0">
                          <a:solidFill>
                            <a:schemeClr val="accent1"/>
                          </a:solidFill>
                          <a:latin typeface="Cambria Math" panose="02040503050406030204" pitchFamily="18" charset="0"/>
                        </a:rPr>
                        <m:t>𝒇𝒖𝒕𝒖𝒓𝒆</m:t>
                      </m:r>
                      <m:r>
                        <a:rPr lang="es-ES_tradnl" sz="1400" b="1" i="1" smtClean="0">
                          <a:solidFill>
                            <a:schemeClr val="accent1"/>
                          </a:solidFill>
                          <a:latin typeface="Cambria Math" panose="02040503050406030204" pitchFamily="18" charset="0"/>
                        </a:rPr>
                        <m:t>_</m:t>
                      </m:r>
                      <m:r>
                        <a:rPr lang="es-ES_tradnl" sz="1400" b="1" i="1" smtClean="0">
                          <a:solidFill>
                            <a:schemeClr val="accent1"/>
                          </a:solidFill>
                          <a:latin typeface="Cambria Math" panose="02040503050406030204" pitchFamily="18" charset="0"/>
                        </a:rPr>
                        <m:t>𝒑𝒓𝒊𝒄𝒆</m:t>
                      </m:r>
                      <m:r>
                        <a:rPr lang="es-ES_tradnl" sz="1400" b="1" i="1" smtClean="0">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𝟐𝟐</m:t>
                      </m:r>
                      <m:r>
                        <a:rPr lang="es-ES_tradnl" sz="1400" b="1" i="1" smtClean="0">
                          <a:solidFill>
                            <a:schemeClr val="accent1"/>
                          </a:solidFill>
                          <a:latin typeface="Cambria Math" panose="02040503050406030204" pitchFamily="18" charset="0"/>
                        </a:rPr>
                        <m:t>,</m:t>
                      </m:r>
                      <m:r>
                        <a:rPr lang="es-ES_tradnl" sz="1400" b="1" i="1" smtClean="0">
                          <a:solidFill>
                            <a:schemeClr val="accent1"/>
                          </a:solidFill>
                          <a:latin typeface="Cambria Math" panose="02040503050406030204" pitchFamily="18" charset="0"/>
                        </a:rPr>
                        <m:t>𝟎𝟎𝟎</m:t>
                      </m:r>
                      <m:r>
                        <a:rPr lang="es-ES_tradnl" sz="1400" b="1" i="1" smtClean="0">
                          <a:solidFill>
                            <a:schemeClr val="accent1"/>
                          </a:solidFill>
                          <a:latin typeface="Cambria Math" panose="02040503050406030204" pitchFamily="18" charset="0"/>
                        </a:rPr>
                        <m:t>$×</m:t>
                      </m:r>
                      <m:sSup>
                        <m:sSupPr>
                          <m:ctrlPr>
                            <a:rPr lang="es-ES_tradnl" sz="1400" b="1" i="1" smtClean="0">
                              <a:solidFill>
                                <a:schemeClr val="accent1"/>
                              </a:solidFill>
                              <a:latin typeface="Cambria Math" panose="02040503050406030204" pitchFamily="18" charset="0"/>
                              <a:ea typeface="Cambria Math" panose="02040503050406030204" pitchFamily="18" charset="0"/>
                            </a:rPr>
                          </m:ctrlPr>
                        </m:sSupPr>
                        <m:e>
                          <m:d>
                            <m:dPr>
                              <m:ctrlPr>
                                <a:rPr lang="es-ES_tradnl" sz="1400" b="1" i="1" smtClean="0">
                                  <a:solidFill>
                                    <a:schemeClr val="accent1"/>
                                  </a:solidFill>
                                  <a:latin typeface="Cambria Math" panose="02040503050406030204" pitchFamily="18" charset="0"/>
                                  <a:ea typeface="Cambria Math" panose="02040503050406030204" pitchFamily="18" charset="0"/>
                                </a:rPr>
                              </m:ctrlPr>
                            </m:dPr>
                            <m:e>
                              <m:r>
                                <a:rPr lang="es-ES_tradnl" sz="1400" b="1" i="1" smtClean="0">
                                  <a:solidFill>
                                    <a:schemeClr val="accent1"/>
                                  </a:solidFill>
                                  <a:latin typeface="Cambria Math" panose="02040503050406030204" pitchFamily="18" charset="0"/>
                                  <a:ea typeface="Cambria Math" panose="02040503050406030204" pitchFamily="18" charset="0"/>
                                </a:rPr>
                                <m:t>𝟏</m:t>
                              </m:r>
                              <m:r>
                                <a:rPr lang="es-ES_tradnl" sz="1400" b="1" i="1" smtClean="0">
                                  <a:solidFill>
                                    <a:schemeClr val="accent1"/>
                                  </a:solidFill>
                                  <a:latin typeface="Cambria Math" panose="02040503050406030204" pitchFamily="18" charset="0"/>
                                  <a:ea typeface="Cambria Math" panose="02040503050406030204" pitchFamily="18" charset="0"/>
                                </a:rPr>
                                <m:t>+</m:t>
                              </m:r>
                              <m:r>
                                <m:rPr>
                                  <m:nor/>
                                </m:rPr>
                                <a:rPr lang="es-ES_tradnl" sz="1400" kern="100" dirty="0">
                                  <a:solidFill>
                                    <a:srgbClr val="002260"/>
                                  </a:solidFill>
                                  <a:latin typeface="Quattrocento Sans" panose="020B0502050000020003" pitchFamily="34" charset="0"/>
                                  <a:ea typeface="Aptos" panose="020B0004020202020204" pitchFamily="34" charset="0"/>
                                  <a:cs typeface="Times New Roman" panose="02020603050405020304" pitchFamily="18" charset="0"/>
                                </a:rPr>
                                <m:t>2%</m:t>
                              </m:r>
                            </m:e>
                          </m:d>
                        </m:e>
                        <m:sup>
                          <m:r>
                            <a:rPr lang="es-ES_tradnl" sz="1400" b="1" i="1" smtClean="0">
                              <a:solidFill>
                                <a:schemeClr val="accent1"/>
                              </a:solidFill>
                              <a:latin typeface="Cambria Math" panose="02040503050406030204" pitchFamily="18" charset="0"/>
                              <a:ea typeface="Cambria Math" panose="02040503050406030204" pitchFamily="18" charset="0"/>
                            </a:rPr>
                            <m:t>𝟓</m:t>
                          </m:r>
                          <m:r>
                            <a:rPr lang="es-ES_tradnl" sz="1400" b="1" i="1" smtClean="0">
                              <a:solidFill>
                                <a:schemeClr val="accent1"/>
                              </a:solidFill>
                              <a:latin typeface="Cambria Math" panose="02040503050406030204" pitchFamily="18" charset="0"/>
                              <a:ea typeface="Cambria Math" panose="02040503050406030204" pitchFamily="18" charset="0"/>
                            </a:rPr>
                            <m:t> </m:t>
                          </m:r>
                          <m:r>
                            <a:rPr lang="es-ES_tradnl" sz="1400" b="1" i="1" smtClean="0">
                              <a:solidFill>
                                <a:schemeClr val="accent1"/>
                              </a:solidFill>
                              <a:latin typeface="Cambria Math" panose="02040503050406030204" pitchFamily="18" charset="0"/>
                              <a:ea typeface="Cambria Math" panose="02040503050406030204" pitchFamily="18" charset="0"/>
                            </a:rPr>
                            <m:t>𝒂</m:t>
                          </m:r>
                          <m:r>
                            <a:rPr lang="es-ES_tradnl" sz="1400" b="1" i="1" smtClean="0">
                              <a:solidFill>
                                <a:schemeClr val="accent1"/>
                              </a:solidFill>
                              <a:latin typeface="Cambria Math" panose="02040503050406030204" pitchFamily="18" charset="0"/>
                              <a:ea typeface="Cambria Math" panose="02040503050406030204" pitchFamily="18" charset="0"/>
                            </a:rPr>
                            <m:t>ñ</m:t>
                          </m:r>
                          <m:r>
                            <a:rPr lang="es-ES_tradnl" sz="1400" b="1" i="1" smtClean="0">
                              <a:solidFill>
                                <a:schemeClr val="accent1"/>
                              </a:solidFill>
                              <a:latin typeface="Cambria Math" panose="02040503050406030204" pitchFamily="18" charset="0"/>
                              <a:ea typeface="Cambria Math" panose="02040503050406030204" pitchFamily="18" charset="0"/>
                            </a:rPr>
                            <m:t>𝒐𝒔</m:t>
                          </m:r>
                        </m:sup>
                      </m:sSup>
                      <m:r>
                        <a:rPr lang="es-ES_tradnl" sz="1400" b="1" i="1" smtClean="0">
                          <a:solidFill>
                            <a:schemeClr val="accent1"/>
                          </a:solidFill>
                          <a:latin typeface="Cambria Math" panose="02040503050406030204" pitchFamily="18" charset="0"/>
                          <a:ea typeface="Cambria Math" panose="02040503050406030204" pitchFamily="18" charset="0"/>
                        </a:rPr>
                        <m:t>=</m:t>
                      </m:r>
                      <m:r>
                        <a:rPr lang="es-ES_tradnl" sz="1400" b="1" i="1" smtClean="0">
                          <a:solidFill>
                            <a:schemeClr val="accent1"/>
                          </a:solidFill>
                          <a:latin typeface="Cambria Math" panose="02040503050406030204" pitchFamily="18" charset="0"/>
                          <a:ea typeface="Cambria Math" panose="02040503050406030204" pitchFamily="18" charset="0"/>
                        </a:rPr>
                        <m:t>𝟐𝟒</m:t>
                      </m:r>
                      <m:r>
                        <a:rPr lang="es-ES_tradnl" sz="1400" b="1" i="1" smtClean="0">
                          <a:solidFill>
                            <a:schemeClr val="accent1"/>
                          </a:solidFill>
                          <a:latin typeface="Cambria Math" panose="02040503050406030204" pitchFamily="18" charset="0"/>
                          <a:ea typeface="Cambria Math" panose="02040503050406030204" pitchFamily="18" charset="0"/>
                        </a:rPr>
                        <m:t>,</m:t>
                      </m:r>
                      <m:r>
                        <a:rPr lang="es-ES_tradnl" sz="1400" b="1" i="1" smtClean="0">
                          <a:solidFill>
                            <a:schemeClr val="accent1"/>
                          </a:solidFill>
                          <a:latin typeface="Cambria Math" panose="02040503050406030204" pitchFamily="18" charset="0"/>
                          <a:ea typeface="Cambria Math" panose="02040503050406030204" pitchFamily="18" charset="0"/>
                        </a:rPr>
                        <m:t>𝟐𝟖𝟗</m:t>
                      </m:r>
                      <m:r>
                        <a:rPr lang="es-ES_tradnl" sz="1400" b="1" i="1" smtClean="0">
                          <a:solidFill>
                            <a:schemeClr val="accent1"/>
                          </a:solidFill>
                          <a:latin typeface="Cambria Math" panose="02040503050406030204" pitchFamily="18" charset="0"/>
                          <a:ea typeface="Cambria Math" panose="02040503050406030204" pitchFamily="18" charset="0"/>
                        </a:rPr>
                        <m:t>.</m:t>
                      </m:r>
                      <m:r>
                        <a:rPr lang="es-ES_tradnl" sz="1400" b="1" i="1" smtClean="0">
                          <a:solidFill>
                            <a:schemeClr val="accent1"/>
                          </a:solidFill>
                          <a:latin typeface="Cambria Math" panose="02040503050406030204" pitchFamily="18" charset="0"/>
                          <a:ea typeface="Cambria Math" panose="02040503050406030204" pitchFamily="18" charset="0"/>
                        </a:rPr>
                        <m:t>𝟕𝟖</m:t>
                      </m:r>
                      <m:r>
                        <a:rPr lang="es-ES_tradnl" sz="1400" b="1" i="1" smtClean="0">
                          <a:solidFill>
                            <a:schemeClr val="accent1"/>
                          </a:solidFill>
                          <a:latin typeface="Cambria Math" panose="02040503050406030204" pitchFamily="18" charset="0"/>
                          <a:ea typeface="Cambria Math" panose="02040503050406030204" pitchFamily="18" charset="0"/>
                        </a:rPr>
                        <m:t>$</m:t>
                      </m:r>
                    </m:oMath>
                  </m:oMathPara>
                </a14:m>
                <a:endParaRPr lang="es-ES_tradnl" sz="1400" kern="100">
                  <a:solidFill>
                    <a:srgbClr val="002260"/>
                  </a:solidFill>
                  <a:effectLst/>
                  <a:latin typeface="Quattrocento Sans" panose="020B0502050000020003" pitchFamily="34" charset="0"/>
                  <a:ea typeface="Aptos" panose="020B0004020202020204" pitchFamily="34" charset="0"/>
                  <a:cs typeface="Times New Roman" panose="02020603050405020304" pitchFamily="18" charset="0"/>
                </a:endParaRPr>
              </a:p>
              <a:p>
                <a:pPr algn="just">
                  <a:buNone/>
                </a:pPr>
                <a:endParaRPr lang="es-ES_tradnl" sz="1400" kern="100">
                  <a:solidFill>
                    <a:srgbClr val="002260"/>
                  </a:solidFill>
                  <a:latin typeface="Quattrocento Sans" panose="020B0502050000020003" pitchFamily="34" charset="0"/>
                  <a:cs typeface="Times New Roman" panose="02020603050405020304" pitchFamily="18" charset="0"/>
                </a:endParaRPr>
              </a:p>
              <a:p>
                <a:pPr algn="just"/>
                <a:r>
                  <a:rPr lang="es-ES_tradnl" sz="1400" kern="100">
                    <a:solidFill>
                      <a:srgbClr val="002260"/>
                    </a:solidFill>
                    <a:latin typeface="Quattrocento Sans" panose="020B0502050000020003" pitchFamily="34" charset="0"/>
                    <a:cs typeface="Times New Roman" panose="02020603050405020304" pitchFamily="18" charset="0"/>
                  </a:rPr>
                  <a:t>Esto equivale a afirmar que </a:t>
                </a:r>
                <a:r>
                  <a:rPr lang="es-ES_tradnl" sz="1400" b="1" kern="100">
                    <a:solidFill>
                      <a:srgbClr val="002260"/>
                    </a:solidFill>
                    <a:latin typeface="Quattrocento Sans" panose="020B0502050000020003" pitchFamily="34" charset="0"/>
                    <a:cs typeface="Times New Roman" panose="02020603050405020304" pitchFamily="18" charset="0"/>
                  </a:rPr>
                  <a:t>un Audi A5 nuevo que en 2025 cuesta 50,000 USD </a:t>
                </a:r>
                <a:r>
                  <a:rPr lang="es-ES_tradnl" sz="1400" kern="100">
                    <a:solidFill>
                      <a:srgbClr val="002260"/>
                    </a:solidFill>
                    <a:latin typeface="Quattrocento Sans" panose="020B0502050000020003" pitchFamily="34" charset="0"/>
                    <a:cs typeface="Times New Roman" panose="02020603050405020304" pitchFamily="18" charset="0"/>
                  </a:rPr>
                  <a:t>—con motor de gasolina de 2L y 4 cilindros, 23 </a:t>
                </a:r>
                <a:r>
                  <a:rPr lang="es-ES_tradnl" sz="1400" kern="100" err="1">
                    <a:solidFill>
                      <a:srgbClr val="002260"/>
                    </a:solidFill>
                    <a:latin typeface="Quattrocento Sans" panose="020B0502050000020003" pitchFamily="34" charset="0"/>
                    <a:cs typeface="Times New Roman" panose="02020603050405020304" pitchFamily="18" charset="0"/>
                  </a:rPr>
                  <a:t>mpg</a:t>
                </a:r>
                <a:r>
                  <a:rPr lang="es-ES_tradnl" sz="1400" kern="100">
                    <a:solidFill>
                      <a:srgbClr val="002260"/>
                    </a:solidFill>
                    <a:latin typeface="Quattrocento Sans" panose="020B0502050000020003" pitchFamily="34" charset="0"/>
                    <a:cs typeface="Times New Roman" panose="02020603050405020304" pitchFamily="18" charset="0"/>
                  </a:rPr>
                  <a:t> en ciudad, 32 </a:t>
                </a:r>
                <a:r>
                  <a:rPr lang="es-ES_tradnl" sz="1400" kern="100" err="1">
                    <a:solidFill>
                      <a:srgbClr val="002260"/>
                    </a:solidFill>
                    <a:latin typeface="Quattrocento Sans" panose="020B0502050000020003" pitchFamily="34" charset="0"/>
                    <a:cs typeface="Times New Roman" panose="02020603050405020304" pitchFamily="18" charset="0"/>
                  </a:rPr>
                  <a:t>mpg</a:t>
                </a:r>
                <a:r>
                  <a:rPr lang="es-ES_tradnl" sz="1400" kern="100">
                    <a:solidFill>
                      <a:srgbClr val="002260"/>
                    </a:solidFill>
                    <a:latin typeface="Quattrocento Sans" panose="020B0502050000020003" pitchFamily="34" charset="0"/>
                    <a:cs typeface="Times New Roman" panose="02020603050405020304" pitchFamily="18" charset="0"/>
                  </a:rPr>
                  <a:t> en carretera, transmisión automática, tracción delantera, color exterior blanco y color interior marrón— </a:t>
                </a:r>
                <a:r>
                  <a:rPr lang="es-ES_tradnl" sz="1400" b="1" kern="100">
                    <a:solidFill>
                      <a:srgbClr val="002260"/>
                    </a:solidFill>
                    <a:latin typeface="Quattrocento Sans" panose="020B0502050000020003" pitchFamily="34" charset="0"/>
                    <a:cs typeface="Times New Roman" panose="02020603050405020304" pitchFamily="18" charset="0"/>
                  </a:rPr>
                  <a:t>tendrá un valor residual de 24.290 $ al cabo de 5 años, siempre que el kilometraje se mantenga por debajo de 50,000 millas.</a:t>
                </a:r>
              </a:p>
            </p:txBody>
          </p:sp>
        </mc:Choice>
        <mc:Fallback xmlns="">
          <p:sp>
            <p:nvSpPr>
              <p:cNvPr id="6" name="TextBox 5">
                <a:extLst>
                  <a:ext uri="{FF2B5EF4-FFF2-40B4-BE49-F238E27FC236}">
                    <a16:creationId xmlns:a16="http://schemas.microsoft.com/office/drawing/2014/main" id="{84077303-C9FA-D497-1E35-F512B74D0CD5}"/>
                  </a:ext>
                </a:extLst>
              </p:cNvPr>
              <p:cNvSpPr txBox="1">
                <a:spLocks noRot="1" noChangeAspect="1" noMove="1" noResize="1" noEditPoints="1" noAdjustHandles="1" noChangeArrowheads="1" noChangeShapeType="1" noTextEdit="1"/>
              </p:cNvSpPr>
              <p:nvPr/>
            </p:nvSpPr>
            <p:spPr>
              <a:xfrm>
                <a:off x="6515100" y="1301756"/>
                <a:ext cx="5341937" cy="5270995"/>
              </a:xfrm>
              <a:prstGeom prst="rect">
                <a:avLst/>
              </a:prstGeom>
              <a:blipFill>
                <a:blip r:embed="rId3"/>
                <a:stretch>
                  <a:fillRect/>
                </a:stretch>
              </a:blipFill>
              <a:ln>
                <a:solidFill>
                  <a:schemeClr val="bg1"/>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Tree>
    <p:extLst>
      <p:ext uri="{BB962C8B-B14F-4D97-AF65-F5344CB8AC3E}">
        <p14:creationId xmlns:p14="http://schemas.microsoft.com/office/powerpoint/2010/main" val="2397531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4660-E1D1-AA57-1A30-08035B1CF74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E864529-596A-D301-80DB-F356B6EAD40E}"/>
              </a:ext>
            </a:extLst>
          </p:cNvPr>
          <p:cNvSpPr txBox="1"/>
          <p:nvPr/>
        </p:nvSpPr>
        <p:spPr>
          <a:xfrm>
            <a:off x="701091" y="4867625"/>
            <a:ext cx="4899476" cy="1471506"/>
          </a:xfrm>
          <a:prstGeom prst="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endParaRPr lang="es-ES_tradnl"/>
          </a:p>
        </p:txBody>
      </p:sp>
      <p:sp>
        <p:nvSpPr>
          <p:cNvPr id="5" name="Rectangle 4">
            <a:extLst>
              <a:ext uri="{FF2B5EF4-FFF2-40B4-BE49-F238E27FC236}">
                <a16:creationId xmlns:a16="http://schemas.microsoft.com/office/drawing/2014/main" id="{C121000E-6425-D568-615A-C989B8BA403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DEBF6FCA-B1E9-BC79-3C3F-10ADA5329522}"/>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Racional del modelo – Ejemplo (2/2)</a:t>
            </a:r>
          </a:p>
        </p:txBody>
      </p:sp>
      <p:cxnSp>
        <p:nvCxnSpPr>
          <p:cNvPr id="3" name="Straight Connector 2">
            <a:extLst>
              <a:ext uri="{FF2B5EF4-FFF2-40B4-BE49-F238E27FC236}">
                <a16:creationId xmlns:a16="http://schemas.microsoft.com/office/drawing/2014/main" id="{71FE9441-5542-7988-54EC-15D99CE4C30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BCCD511A-EA6B-6B6F-C167-65E555E0A452}"/>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7" name="TextBox 6">
            <a:extLst>
              <a:ext uri="{FF2B5EF4-FFF2-40B4-BE49-F238E27FC236}">
                <a16:creationId xmlns:a16="http://schemas.microsoft.com/office/drawing/2014/main" id="{C0D8FA7F-8D46-12B2-560C-3EF0BD26EF5B}"/>
              </a:ext>
            </a:extLst>
          </p:cNvPr>
          <p:cNvSpPr txBox="1"/>
          <p:nvPr/>
        </p:nvSpPr>
        <p:spPr>
          <a:xfrm>
            <a:off x="2734351" y="1483617"/>
            <a:ext cx="71692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Modelo de cálculo del valor residual</a:t>
            </a:r>
          </a:p>
        </p:txBody>
      </p:sp>
      <p:grpSp>
        <p:nvGrpSpPr>
          <p:cNvPr id="27" name="Group 26">
            <a:extLst>
              <a:ext uri="{FF2B5EF4-FFF2-40B4-BE49-F238E27FC236}">
                <a16:creationId xmlns:a16="http://schemas.microsoft.com/office/drawing/2014/main" id="{A26EF87D-C067-E306-1DA3-9BD142A73DF6}"/>
              </a:ext>
            </a:extLst>
          </p:cNvPr>
          <p:cNvGrpSpPr/>
          <p:nvPr/>
        </p:nvGrpSpPr>
        <p:grpSpPr>
          <a:xfrm>
            <a:off x="2618392" y="1827217"/>
            <a:ext cx="7407706" cy="2024819"/>
            <a:chOff x="2618392" y="2093917"/>
            <a:chExt cx="7407706" cy="2024819"/>
          </a:xfrm>
        </p:grpSpPr>
        <p:sp>
          <p:nvSpPr>
            <p:cNvPr id="22" name="TextBox 21">
              <a:extLst>
                <a:ext uri="{FF2B5EF4-FFF2-40B4-BE49-F238E27FC236}">
                  <a16:creationId xmlns:a16="http://schemas.microsoft.com/office/drawing/2014/main" id="{4373D51C-E125-30D3-A868-61A0174B0BEE}"/>
                </a:ext>
              </a:extLst>
            </p:cNvPr>
            <p:cNvSpPr txBox="1"/>
            <p:nvPr/>
          </p:nvSpPr>
          <p:spPr>
            <a:xfrm>
              <a:off x="2723217" y="2093917"/>
              <a:ext cx="7198057" cy="2024819"/>
            </a:xfrm>
            <a:prstGeom prst="rect">
              <a:avLst/>
            </a:prstGeom>
            <a:solidFill>
              <a:schemeClr val="bg1"/>
            </a:solidFill>
            <a:effectLst>
              <a:outerShdw blurRad="50800" dist="38100" dir="2700000" algn="tl" rotWithShape="0">
                <a:prstClr val="black">
                  <a:alpha val="40000"/>
                </a:prstClr>
              </a:outerShdw>
            </a:effectLst>
          </p:spPr>
          <p:txBody>
            <a:bodyPr wrap="square" rtlCol="0">
              <a:noAutofit/>
            </a:bodyPr>
            <a:lstStyle/>
            <a:p>
              <a:endParaRPr lang="es-ES_tradnl"/>
            </a:p>
          </p:txBody>
        </p:sp>
        <p:grpSp>
          <p:nvGrpSpPr>
            <p:cNvPr id="21" name="Group 20">
              <a:extLst>
                <a:ext uri="{FF2B5EF4-FFF2-40B4-BE49-F238E27FC236}">
                  <a16:creationId xmlns:a16="http://schemas.microsoft.com/office/drawing/2014/main" id="{15D99C9B-C29C-0B1E-B99E-05A3A23DB587}"/>
                </a:ext>
              </a:extLst>
            </p:cNvPr>
            <p:cNvGrpSpPr/>
            <p:nvPr/>
          </p:nvGrpSpPr>
          <p:grpSpPr>
            <a:xfrm>
              <a:off x="2618392" y="2257464"/>
              <a:ext cx="7407706" cy="1861272"/>
              <a:chOff x="2910181" y="2150626"/>
              <a:chExt cx="7407706" cy="1861272"/>
            </a:xfrm>
            <a:noFill/>
            <a:effectLst/>
          </p:grpSpPr>
          <p:sp>
            <p:nvSpPr>
              <p:cNvPr id="16" name="TextBox 15">
                <a:extLst>
                  <a:ext uri="{FF2B5EF4-FFF2-40B4-BE49-F238E27FC236}">
                    <a16:creationId xmlns:a16="http://schemas.microsoft.com/office/drawing/2014/main" id="{91A8199F-CBD2-4C61-3F47-832AAC328DBB}"/>
                  </a:ext>
                </a:extLst>
              </p:cNvPr>
              <p:cNvSpPr txBox="1"/>
              <p:nvPr/>
            </p:nvSpPr>
            <p:spPr>
              <a:xfrm>
                <a:off x="3711927" y="3550233"/>
                <a:ext cx="654515" cy="461665"/>
              </a:xfrm>
              <a:prstGeom prst="rect">
                <a:avLst/>
              </a:prstGeom>
              <a:grpFill/>
            </p:spPr>
            <p:txBody>
              <a:bodyPr wrap="square" rtlCol="0">
                <a:spAutoFit/>
              </a:bodyPr>
              <a:lstStyle/>
              <a:p>
                <a:pPr algn="ctr"/>
                <a:r>
                  <a:rPr lang="es-ES_tradnl" sz="1200" b="1">
                    <a:solidFill>
                      <a:schemeClr val="accent1"/>
                    </a:solidFill>
                    <a:latin typeface="Segoe Print" panose="02000600000000000000" pitchFamily="2" charset="0"/>
                  </a:rPr>
                  <a:t>2025</a:t>
                </a:r>
              </a:p>
              <a:p>
                <a:pPr algn="ctr"/>
                <a:endParaRPr lang="es-ES_tradnl" sz="1200" b="1">
                  <a:solidFill>
                    <a:schemeClr val="accent1"/>
                  </a:solidFill>
                  <a:latin typeface="Segoe Print" panose="02000600000000000000" pitchFamily="2" charset="0"/>
                </a:endParaRPr>
              </a:p>
            </p:txBody>
          </p:sp>
          <p:sp>
            <p:nvSpPr>
              <p:cNvPr id="17" name="TextBox 16">
                <a:extLst>
                  <a:ext uri="{FF2B5EF4-FFF2-40B4-BE49-F238E27FC236}">
                    <a16:creationId xmlns:a16="http://schemas.microsoft.com/office/drawing/2014/main" id="{55C3F5E4-C88A-C2FA-A6A3-9B391F0B32BA}"/>
                  </a:ext>
                </a:extLst>
              </p:cNvPr>
              <p:cNvSpPr txBox="1"/>
              <p:nvPr/>
            </p:nvSpPr>
            <p:spPr>
              <a:xfrm>
                <a:off x="8644830" y="3550233"/>
                <a:ext cx="654515" cy="461665"/>
              </a:xfrm>
              <a:prstGeom prst="rect">
                <a:avLst/>
              </a:prstGeom>
              <a:grpFill/>
            </p:spPr>
            <p:txBody>
              <a:bodyPr wrap="square" rtlCol="0">
                <a:spAutoFit/>
              </a:bodyPr>
              <a:lstStyle/>
              <a:p>
                <a:pPr algn="ctr"/>
                <a:r>
                  <a:rPr lang="es-ES_tradnl" sz="1200" b="1">
                    <a:solidFill>
                      <a:schemeClr val="accent1"/>
                    </a:solidFill>
                    <a:latin typeface="Segoe Print" panose="02000600000000000000" pitchFamily="2" charset="0"/>
                  </a:rPr>
                  <a:t>2030</a:t>
                </a:r>
              </a:p>
              <a:p>
                <a:pPr algn="ctr"/>
                <a:endParaRPr lang="es-ES_tradnl" sz="1200" b="1">
                  <a:solidFill>
                    <a:schemeClr val="accent1"/>
                  </a:solidFill>
                  <a:latin typeface="Segoe Print" panose="02000600000000000000" pitchFamily="2" charset="0"/>
                </a:endParaRPr>
              </a:p>
            </p:txBody>
          </p:sp>
          <p:grpSp>
            <p:nvGrpSpPr>
              <p:cNvPr id="20" name="Group 19">
                <a:extLst>
                  <a:ext uri="{FF2B5EF4-FFF2-40B4-BE49-F238E27FC236}">
                    <a16:creationId xmlns:a16="http://schemas.microsoft.com/office/drawing/2014/main" id="{072B7615-A0CC-6771-0197-543578D879B4}"/>
                  </a:ext>
                </a:extLst>
              </p:cNvPr>
              <p:cNvGrpSpPr/>
              <p:nvPr/>
            </p:nvGrpSpPr>
            <p:grpSpPr>
              <a:xfrm>
                <a:off x="2910181" y="2150626"/>
                <a:ext cx="7407706" cy="1456840"/>
                <a:chOff x="2910181" y="2150626"/>
                <a:chExt cx="7407706" cy="1456840"/>
              </a:xfrm>
              <a:grpFill/>
            </p:grpSpPr>
            <p:pic>
              <p:nvPicPr>
                <p:cNvPr id="9" name="Picture 8">
                  <a:extLst>
                    <a:ext uri="{FF2B5EF4-FFF2-40B4-BE49-F238E27FC236}">
                      <a16:creationId xmlns:a16="http://schemas.microsoft.com/office/drawing/2014/main" id="{C9CE6EA1-7D48-BE4C-0BB7-DB8DEC057735}"/>
                    </a:ext>
                  </a:extLst>
                </p:cNvPr>
                <p:cNvPicPr>
                  <a:picLocks noChangeAspect="1"/>
                </p:cNvPicPr>
                <p:nvPr/>
              </p:nvPicPr>
              <p:blipFill>
                <a:blip r:embed="rId2"/>
                <a:stretch>
                  <a:fillRect/>
                </a:stretch>
              </p:blipFill>
              <p:spPr>
                <a:xfrm>
                  <a:off x="3687863" y="2583141"/>
                  <a:ext cx="702643" cy="702643"/>
                </a:xfrm>
                <a:prstGeom prst="rect">
                  <a:avLst/>
                </a:prstGeom>
                <a:grpFill/>
              </p:spPr>
            </p:pic>
            <p:cxnSp>
              <p:nvCxnSpPr>
                <p:cNvPr id="11" name="Straight Connector 10">
                  <a:extLst>
                    <a:ext uri="{FF2B5EF4-FFF2-40B4-BE49-F238E27FC236}">
                      <a16:creationId xmlns:a16="http://schemas.microsoft.com/office/drawing/2014/main" id="{2C7F04AA-6515-AFAC-E866-6C75C171C420}"/>
                    </a:ext>
                  </a:extLst>
                </p:cNvPr>
                <p:cNvCxnSpPr/>
                <p:nvPr/>
              </p:nvCxnSpPr>
              <p:spPr>
                <a:xfrm>
                  <a:off x="4031379" y="3429000"/>
                  <a:ext cx="4937760" cy="0"/>
                </a:xfrm>
                <a:prstGeom prst="line">
                  <a:avLst/>
                </a:prstGeom>
                <a:grpFill/>
                <a:ln w="28575"/>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2A3792A-91E5-BFD5-D273-AF0C5ACE6938}"/>
                    </a:ext>
                  </a:extLst>
                </p:cNvPr>
                <p:cNvPicPr>
                  <a:picLocks noChangeAspect="1"/>
                </p:cNvPicPr>
                <p:nvPr/>
              </p:nvPicPr>
              <p:blipFill>
                <a:blip r:embed="rId2"/>
                <a:stretch>
                  <a:fillRect/>
                </a:stretch>
              </p:blipFill>
              <p:spPr>
                <a:xfrm>
                  <a:off x="8620766" y="2563891"/>
                  <a:ext cx="702643" cy="702643"/>
                </a:xfrm>
                <a:prstGeom prst="rect">
                  <a:avLst/>
                </a:prstGeom>
                <a:grpFill/>
              </p:spPr>
            </p:pic>
            <p:cxnSp>
              <p:nvCxnSpPr>
                <p:cNvPr id="14" name="Straight Connector 13">
                  <a:extLst>
                    <a:ext uri="{FF2B5EF4-FFF2-40B4-BE49-F238E27FC236}">
                      <a16:creationId xmlns:a16="http://schemas.microsoft.com/office/drawing/2014/main" id="{C34785D9-E2C1-C9F0-A195-E2AA12413873}"/>
                    </a:ext>
                  </a:extLst>
                </p:cNvPr>
                <p:cNvCxnSpPr>
                  <a:cxnSpLocks/>
                </p:cNvCxnSpPr>
                <p:nvPr/>
              </p:nvCxnSpPr>
              <p:spPr>
                <a:xfrm>
                  <a:off x="4039184" y="3153810"/>
                  <a:ext cx="0" cy="432000"/>
                </a:xfrm>
                <a:prstGeom prst="line">
                  <a:avLst/>
                </a:prstGeom>
                <a:grpFill/>
                <a:ln w="28575"/>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CD4BC58-16DA-F44D-ED1B-F25824A31924}"/>
                    </a:ext>
                  </a:extLst>
                </p:cNvPr>
                <p:cNvCxnSpPr>
                  <a:cxnSpLocks/>
                </p:cNvCxnSpPr>
                <p:nvPr/>
              </p:nvCxnSpPr>
              <p:spPr>
                <a:xfrm>
                  <a:off x="8972087" y="3175466"/>
                  <a:ext cx="0" cy="432000"/>
                </a:xfrm>
                <a:prstGeom prst="line">
                  <a:avLst/>
                </a:prstGeom>
                <a:grpFill/>
                <a:ln w="28575">
                  <a:solidFill>
                    <a:srgbClr val="2E4A7E"/>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E0A87E1-8F4B-DA67-1025-FCE9C8F33AD3}"/>
                    </a:ext>
                  </a:extLst>
                </p:cNvPr>
                <p:cNvSpPr txBox="1"/>
                <p:nvPr/>
              </p:nvSpPr>
              <p:spPr>
                <a:xfrm>
                  <a:off x="2910181" y="2258348"/>
                  <a:ext cx="2258006" cy="307777"/>
                </a:xfrm>
                <a:prstGeom prst="rect">
                  <a:avLst/>
                </a:prstGeom>
                <a:grpFill/>
              </p:spPr>
              <p:txBody>
                <a:bodyPr wrap="square" rtlCol="0">
                  <a:spAutoFit/>
                </a:bodyPr>
                <a:lstStyle/>
                <a:p>
                  <a:pPr algn="ctr"/>
                  <a:r>
                    <a:rPr lang="es-ES_tradnl" sz="1400" b="1">
                      <a:solidFill>
                        <a:schemeClr val="tx2"/>
                      </a:solidFill>
                      <a:latin typeface="Quattrocento Sans" panose="020B0502050000020003" pitchFamily="34" charset="0"/>
                    </a:rPr>
                    <a:t>55.000$</a:t>
                  </a:r>
                </a:p>
              </p:txBody>
            </p:sp>
            <p:sp>
              <p:nvSpPr>
                <p:cNvPr id="19" name="TextBox 18">
                  <a:extLst>
                    <a:ext uri="{FF2B5EF4-FFF2-40B4-BE49-F238E27FC236}">
                      <a16:creationId xmlns:a16="http://schemas.microsoft.com/office/drawing/2014/main" id="{EB2C153F-3886-4064-EACA-39D4841DA7B9}"/>
                    </a:ext>
                  </a:extLst>
                </p:cNvPr>
                <p:cNvSpPr txBox="1"/>
                <p:nvPr/>
              </p:nvSpPr>
              <p:spPr>
                <a:xfrm>
                  <a:off x="7626287" y="2150626"/>
                  <a:ext cx="2691600" cy="523220"/>
                </a:xfrm>
                <a:prstGeom prst="rect">
                  <a:avLst/>
                </a:prstGeom>
                <a:grpFill/>
              </p:spPr>
              <p:txBody>
                <a:bodyPr wrap="square" rtlCol="0">
                  <a:spAutoFit/>
                </a:bodyPr>
                <a:lstStyle/>
                <a:p>
                  <a:pPr algn="ctr"/>
                  <a:r>
                    <a:rPr lang="es-ES_tradnl" sz="1400" b="1">
                      <a:solidFill>
                        <a:schemeClr val="tx2"/>
                      </a:solidFill>
                      <a:latin typeface="Quattrocento Sans" panose="020B0502050000020003" pitchFamily="34" charset="0"/>
                    </a:rPr>
                    <a:t>¿Precio después de 5 años y 150.000 km?</a:t>
                  </a:r>
                </a:p>
              </p:txBody>
            </p:sp>
          </p:grpSp>
        </p:grpSp>
      </p:grpSp>
      <p:sp>
        <p:nvSpPr>
          <p:cNvPr id="29" name="TextBox 28">
            <a:extLst>
              <a:ext uri="{FF2B5EF4-FFF2-40B4-BE49-F238E27FC236}">
                <a16:creationId xmlns:a16="http://schemas.microsoft.com/office/drawing/2014/main" id="{52A99EB5-4C42-4C02-A7A1-A755A2737C05}"/>
              </a:ext>
            </a:extLst>
          </p:cNvPr>
          <p:cNvSpPr txBox="1"/>
          <p:nvPr/>
        </p:nvSpPr>
        <p:spPr>
          <a:xfrm>
            <a:off x="10300068" y="2513984"/>
            <a:ext cx="1471958" cy="462201"/>
          </a:xfrm>
          <a:prstGeom prst="roundRect">
            <a:avLst>
              <a:gd name="adj" fmla="val 35315"/>
            </a:avLst>
          </a:prstGeom>
          <a:solidFill>
            <a:srgbClr val="063075"/>
          </a:solidFill>
        </p:spPr>
        <p:txBody>
          <a:bodyPr wrap="square" rtlCol="0" anchor="ctr">
            <a:spAutoFit/>
          </a:bodyPr>
          <a:lstStyle/>
          <a:p>
            <a:pPr algn="ctr"/>
            <a:r>
              <a:rPr lang="es-ES_tradnl" b="1">
                <a:solidFill>
                  <a:schemeClr val="bg1"/>
                </a:solidFill>
                <a:latin typeface="Quattrocento Sans" panose="020B0502050000020003" pitchFamily="34" charset="0"/>
              </a:rPr>
              <a:t>24.290$</a:t>
            </a:r>
          </a:p>
        </p:txBody>
      </p:sp>
      <p:grpSp>
        <p:nvGrpSpPr>
          <p:cNvPr id="33" name="Group 32">
            <a:extLst>
              <a:ext uri="{FF2B5EF4-FFF2-40B4-BE49-F238E27FC236}">
                <a16:creationId xmlns:a16="http://schemas.microsoft.com/office/drawing/2014/main" id="{2E2E3AE1-789B-D10A-7EC2-03E509F013CC}"/>
              </a:ext>
            </a:extLst>
          </p:cNvPr>
          <p:cNvGrpSpPr/>
          <p:nvPr/>
        </p:nvGrpSpPr>
        <p:grpSpPr>
          <a:xfrm>
            <a:off x="483269" y="5010206"/>
            <a:ext cx="5117428" cy="1398218"/>
            <a:chOff x="2910181" y="2258348"/>
            <a:chExt cx="7407706" cy="1897528"/>
          </a:xfrm>
          <a:noFill/>
          <a:effectLst/>
        </p:grpSpPr>
        <p:sp>
          <p:nvSpPr>
            <p:cNvPr id="34" name="TextBox 33">
              <a:extLst>
                <a:ext uri="{FF2B5EF4-FFF2-40B4-BE49-F238E27FC236}">
                  <a16:creationId xmlns:a16="http://schemas.microsoft.com/office/drawing/2014/main" id="{2FC0A537-9C48-D5E9-0763-3B63F5F1F879}"/>
                </a:ext>
              </a:extLst>
            </p:cNvPr>
            <p:cNvSpPr txBox="1"/>
            <p:nvPr/>
          </p:nvSpPr>
          <p:spPr>
            <a:xfrm>
              <a:off x="3476777" y="3550233"/>
              <a:ext cx="1109203" cy="605643"/>
            </a:xfrm>
            <a:prstGeom prst="rect">
              <a:avLst/>
            </a:prstGeom>
            <a:grpFill/>
          </p:spPr>
          <p:txBody>
            <a:bodyPr wrap="square" rtlCol="0">
              <a:spAutoFit/>
            </a:bodyPr>
            <a:lstStyle/>
            <a:p>
              <a:pPr algn="ctr"/>
              <a:r>
                <a:rPr lang="es-ES_tradnl" sz="1100" b="1">
                  <a:solidFill>
                    <a:schemeClr val="accent1"/>
                  </a:solidFill>
                  <a:latin typeface="Segoe Print" panose="02000600000000000000" pitchFamily="2" charset="0"/>
                </a:rPr>
                <a:t>2020</a:t>
              </a:r>
            </a:p>
            <a:p>
              <a:pPr algn="ctr"/>
              <a:endParaRPr lang="es-ES_tradnl" sz="1200" b="1">
                <a:solidFill>
                  <a:schemeClr val="accent1"/>
                </a:solidFill>
                <a:latin typeface="Segoe Print" panose="02000600000000000000" pitchFamily="2" charset="0"/>
              </a:endParaRPr>
            </a:p>
          </p:txBody>
        </p:sp>
        <p:sp>
          <p:nvSpPr>
            <p:cNvPr id="35" name="TextBox 34">
              <a:extLst>
                <a:ext uri="{FF2B5EF4-FFF2-40B4-BE49-F238E27FC236}">
                  <a16:creationId xmlns:a16="http://schemas.microsoft.com/office/drawing/2014/main" id="{AA03E2A9-F6FD-E681-85C3-5D8A347C1CB5}"/>
                </a:ext>
              </a:extLst>
            </p:cNvPr>
            <p:cNvSpPr txBox="1"/>
            <p:nvPr/>
          </p:nvSpPr>
          <p:spPr>
            <a:xfrm>
              <a:off x="8484282" y="3550234"/>
              <a:ext cx="1109203" cy="355032"/>
            </a:xfrm>
            <a:prstGeom prst="rect">
              <a:avLst/>
            </a:prstGeom>
            <a:grpFill/>
          </p:spPr>
          <p:txBody>
            <a:bodyPr wrap="square" rtlCol="0">
              <a:spAutoFit/>
            </a:bodyPr>
            <a:lstStyle/>
            <a:p>
              <a:pPr algn="ctr"/>
              <a:r>
                <a:rPr lang="es-ES_tradnl" sz="1100" b="1">
                  <a:solidFill>
                    <a:schemeClr val="accent1"/>
                  </a:solidFill>
                  <a:latin typeface="Segoe Print" panose="02000600000000000000" pitchFamily="2" charset="0"/>
                </a:rPr>
                <a:t>2025</a:t>
              </a:r>
            </a:p>
          </p:txBody>
        </p:sp>
        <p:grpSp>
          <p:nvGrpSpPr>
            <p:cNvPr id="36" name="Group 35">
              <a:extLst>
                <a:ext uri="{FF2B5EF4-FFF2-40B4-BE49-F238E27FC236}">
                  <a16:creationId xmlns:a16="http://schemas.microsoft.com/office/drawing/2014/main" id="{E29226B5-B4A6-DD73-41E5-04857E1178B6}"/>
                </a:ext>
              </a:extLst>
            </p:cNvPr>
            <p:cNvGrpSpPr/>
            <p:nvPr/>
          </p:nvGrpSpPr>
          <p:grpSpPr>
            <a:xfrm>
              <a:off x="2910181" y="2258348"/>
              <a:ext cx="7407706" cy="1349118"/>
              <a:chOff x="2910181" y="2258348"/>
              <a:chExt cx="7407706" cy="1349118"/>
            </a:xfrm>
            <a:grpFill/>
          </p:grpSpPr>
          <p:pic>
            <p:nvPicPr>
              <p:cNvPr id="37" name="Picture 36">
                <a:extLst>
                  <a:ext uri="{FF2B5EF4-FFF2-40B4-BE49-F238E27FC236}">
                    <a16:creationId xmlns:a16="http://schemas.microsoft.com/office/drawing/2014/main" id="{8ABBD3A2-C4D2-E59B-5194-23C038142F87}"/>
                  </a:ext>
                </a:extLst>
              </p:cNvPr>
              <p:cNvPicPr>
                <a:picLocks noChangeAspect="1"/>
              </p:cNvPicPr>
              <p:nvPr/>
            </p:nvPicPr>
            <p:blipFill>
              <a:blip r:embed="rId2"/>
              <a:stretch>
                <a:fillRect/>
              </a:stretch>
            </p:blipFill>
            <p:spPr>
              <a:xfrm>
                <a:off x="3687863" y="2563891"/>
                <a:ext cx="702643" cy="702643"/>
              </a:xfrm>
              <a:prstGeom prst="rect">
                <a:avLst/>
              </a:prstGeom>
              <a:grpFill/>
            </p:spPr>
          </p:pic>
          <p:cxnSp>
            <p:nvCxnSpPr>
              <p:cNvPr id="38" name="Straight Connector 37">
                <a:extLst>
                  <a:ext uri="{FF2B5EF4-FFF2-40B4-BE49-F238E27FC236}">
                    <a16:creationId xmlns:a16="http://schemas.microsoft.com/office/drawing/2014/main" id="{1891161C-C36A-396B-75B0-8BE4B730E640}"/>
                  </a:ext>
                </a:extLst>
              </p:cNvPr>
              <p:cNvCxnSpPr/>
              <p:nvPr/>
            </p:nvCxnSpPr>
            <p:spPr>
              <a:xfrm>
                <a:off x="4031379" y="3429000"/>
                <a:ext cx="4937760" cy="0"/>
              </a:xfrm>
              <a:prstGeom prst="line">
                <a:avLst/>
              </a:prstGeom>
              <a:grpFill/>
              <a:ln w="28575"/>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5ECDE3B8-9026-C25E-A72E-7001A67DB212}"/>
                  </a:ext>
                </a:extLst>
              </p:cNvPr>
              <p:cNvPicPr>
                <a:picLocks noChangeAspect="1"/>
              </p:cNvPicPr>
              <p:nvPr/>
            </p:nvPicPr>
            <p:blipFill>
              <a:blip r:embed="rId2"/>
              <a:stretch>
                <a:fillRect/>
              </a:stretch>
            </p:blipFill>
            <p:spPr>
              <a:xfrm>
                <a:off x="8620766" y="2563891"/>
                <a:ext cx="702643" cy="702643"/>
              </a:xfrm>
              <a:prstGeom prst="rect">
                <a:avLst/>
              </a:prstGeom>
              <a:grpFill/>
            </p:spPr>
          </p:pic>
          <p:cxnSp>
            <p:nvCxnSpPr>
              <p:cNvPr id="40" name="Straight Connector 39">
                <a:extLst>
                  <a:ext uri="{FF2B5EF4-FFF2-40B4-BE49-F238E27FC236}">
                    <a16:creationId xmlns:a16="http://schemas.microsoft.com/office/drawing/2014/main" id="{99FBD1D4-AB68-A823-089D-FB6B9C3532C1}"/>
                  </a:ext>
                </a:extLst>
              </p:cNvPr>
              <p:cNvCxnSpPr>
                <a:cxnSpLocks/>
              </p:cNvCxnSpPr>
              <p:nvPr/>
            </p:nvCxnSpPr>
            <p:spPr>
              <a:xfrm>
                <a:off x="4039184" y="3153810"/>
                <a:ext cx="0" cy="432000"/>
              </a:xfrm>
              <a:prstGeom prst="line">
                <a:avLst/>
              </a:prstGeom>
              <a:grpFill/>
              <a:ln w="28575"/>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96697B7-E800-E8F5-4313-05E68F28C56A}"/>
                  </a:ext>
                </a:extLst>
              </p:cNvPr>
              <p:cNvCxnSpPr>
                <a:cxnSpLocks/>
              </p:cNvCxnSpPr>
              <p:nvPr/>
            </p:nvCxnSpPr>
            <p:spPr>
              <a:xfrm>
                <a:off x="8972087" y="3175466"/>
                <a:ext cx="0" cy="432000"/>
              </a:xfrm>
              <a:prstGeom prst="line">
                <a:avLst/>
              </a:prstGeom>
              <a:grpFill/>
              <a:ln w="28575">
                <a:solidFill>
                  <a:srgbClr val="2E4A7E"/>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0C7E3EE-59D8-7F19-37B7-9B2FBC7E17AD}"/>
                  </a:ext>
                </a:extLst>
              </p:cNvPr>
              <p:cNvSpPr txBox="1"/>
              <p:nvPr/>
            </p:nvSpPr>
            <p:spPr>
              <a:xfrm>
                <a:off x="2910181" y="2258348"/>
                <a:ext cx="2258006" cy="417686"/>
              </a:xfrm>
              <a:prstGeom prst="rect">
                <a:avLst/>
              </a:prstGeom>
              <a:grpFill/>
            </p:spPr>
            <p:txBody>
              <a:bodyPr wrap="square" rtlCol="0">
                <a:spAutoFit/>
              </a:bodyPr>
              <a:lstStyle/>
              <a:p>
                <a:pPr algn="ctr"/>
                <a:r>
                  <a:rPr lang="es-ES_tradnl" sz="1400" b="1">
                    <a:solidFill>
                      <a:schemeClr val="tx2"/>
                    </a:solidFill>
                    <a:latin typeface="Quattrocento Sans" panose="020B0502050000020003" pitchFamily="34" charset="0"/>
                  </a:rPr>
                  <a:t>47.443$</a:t>
                </a:r>
              </a:p>
            </p:txBody>
          </p:sp>
          <p:sp>
            <p:nvSpPr>
              <p:cNvPr id="43" name="TextBox 42">
                <a:extLst>
                  <a:ext uri="{FF2B5EF4-FFF2-40B4-BE49-F238E27FC236}">
                    <a16:creationId xmlns:a16="http://schemas.microsoft.com/office/drawing/2014/main" id="{B2A677EC-C737-A478-2129-44C8B80C53CE}"/>
                  </a:ext>
                </a:extLst>
              </p:cNvPr>
              <p:cNvSpPr txBox="1"/>
              <p:nvPr/>
            </p:nvSpPr>
            <p:spPr>
              <a:xfrm>
                <a:off x="7626287" y="2258348"/>
                <a:ext cx="2691600" cy="307777"/>
              </a:xfrm>
              <a:prstGeom prst="rect">
                <a:avLst/>
              </a:prstGeom>
              <a:grpFill/>
            </p:spPr>
            <p:txBody>
              <a:bodyPr wrap="square" rtlCol="0">
                <a:spAutoFit/>
              </a:bodyPr>
              <a:lstStyle/>
              <a:p>
                <a:pPr algn="ctr"/>
                <a:r>
                  <a:rPr lang="es-ES_tradnl" sz="1400" b="1">
                    <a:solidFill>
                      <a:schemeClr val="tx2"/>
                    </a:solidFill>
                    <a:latin typeface="Quattrocento Sans" panose="020B0502050000020003" pitchFamily="34" charset="0"/>
                  </a:rPr>
                  <a:t>5 años y 150.000 km</a:t>
                </a:r>
              </a:p>
            </p:txBody>
          </p:sp>
        </p:grpSp>
      </p:gr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E2BB6C7-3FA9-9063-DE1C-5D9DF7C4FA17}"/>
                  </a:ext>
                </a:extLst>
              </p:cNvPr>
              <p:cNvSpPr txBox="1"/>
              <p:nvPr/>
            </p:nvSpPr>
            <p:spPr>
              <a:xfrm>
                <a:off x="560439" y="2974527"/>
                <a:ext cx="1365433" cy="6861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_tradnl" b="0" i="1" smtClean="0">
                          <a:solidFill>
                            <a:schemeClr val="accent1"/>
                          </a:solidFill>
                          <a:latin typeface="Cambria Math" panose="02040503050406030204" pitchFamily="18" charset="0"/>
                          <a:ea typeface="Cambria Math" panose="02040503050406030204" pitchFamily="18" charset="0"/>
                        </a:rPr>
                        <m:t>∙</m:t>
                      </m:r>
                      <m:f>
                        <m:fPr>
                          <m:ctrlPr>
                            <a:rPr lang="es-ES_tradnl" b="0" i="1" smtClean="0">
                              <a:solidFill>
                                <a:schemeClr val="accent1"/>
                              </a:solidFill>
                              <a:latin typeface="Cambria Math" panose="02040503050406030204" pitchFamily="18" charset="0"/>
                            </a:rPr>
                          </m:ctrlPr>
                        </m:fPr>
                        <m:num>
                          <m:r>
                            <a:rPr lang="es-ES_tradnl" b="0" i="1" smtClean="0">
                              <a:solidFill>
                                <a:schemeClr val="accent1"/>
                              </a:solidFill>
                              <a:latin typeface="Cambria Math" panose="02040503050406030204" pitchFamily="18" charset="0"/>
                            </a:rPr>
                            <m:t>1</m:t>
                          </m:r>
                        </m:num>
                        <m:den>
                          <m:sSup>
                            <m:sSupPr>
                              <m:ctrlPr>
                                <a:rPr lang="es-ES_tradnl" b="0" i="1" smtClean="0">
                                  <a:solidFill>
                                    <a:schemeClr val="accent1"/>
                                  </a:solidFill>
                                  <a:latin typeface="Cambria Math" panose="02040503050406030204" pitchFamily="18" charset="0"/>
                                </a:rPr>
                              </m:ctrlPr>
                            </m:sSupPr>
                            <m:e>
                              <m:r>
                                <a:rPr lang="es-ES_tradnl" b="0" i="1" smtClean="0">
                                  <a:solidFill>
                                    <a:schemeClr val="accent1"/>
                                  </a:solidFill>
                                  <a:latin typeface="Cambria Math" panose="02040503050406030204" pitchFamily="18" charset="0"/>
                                </a:rPr>
                                <m:t>(1+3%)</m:t>
                              </m:r>
                            </m:e>
                            <m:sup>
                              <m:r>
                                <a:rPr lang="es-ES_tradnl" b="0" i="1" smtClean="0">
                                  <a:solidFill>
                                    <a:schemeClr val="accent1"/>
                                  </a:solidFill>
                                  <a:latin typeface="Cambria Math" panose="02040503050406030204" pitchFamily="18" charset="0"/>
                                </a:rPr>
                                <m:t>5</m:t>
                              </m:r>
                            </m:sup>
                          </m:sSup>
                        </m:den>
                      </m:f>
                    </m:oMath>
                  </m:oMathPara>
                </a14:m>
                <a:endParaRPr lang="es-ES_tradnl">
                  <a:solidFill>
                    <a:schemeClr val="accent1"/>
                  </a:solidFill>
                </a:endParaRPr>
              </a:p>
            </p:txBody>
          </p:sp>
        </mc:Choice>
        <mc:Fallback xmlns="">
          <p:sp>
            <p:nvSpPr>
              <p:cNvPr id="53" name="TextBox 52">
                <a:extLst>
                  <a:ext uri="{FF2B5EF4-FFF2-40B4-BE49-F238E27FC236}">
                    <a16:creationId xmlns:a16="http://schemas.microsoft.com/office/drawing/2014/main" id="{6E2BB6C7-3FA9-9063-DE1C-5D9DF7C4FA17}"/>
                  </a:ext>
                </a:extLst>
              </p:cNvPr>
              <p:cNvSpPr txBox="1">
                <a:spLocks noRot="1" noChangeAspect="1" noMove="1" noResize="1" noEditPoints="1" noAdjustHandles="1" noChangeArrowheads="1" noChangeShapeType="1" noTextEdit="1"/>
              </p:cNvSpPr>
              <p:nvPr/>
            </p:nvSpPr>
            <p:spPr>
              <a:xfrm>
                <a:off x="560439" y="2974527"/>
                <a:ext cx="1365433" cy="686150"/>
              </a:xfrm>
              <a:prstGeom prst="rect">
                <a:avLst/>
              </a:prstGeom>
              <a:blipFill>
                <a:blip r:embed="rId3"/>
                <a:stretch>
                  <a:fillRect/>
                </a:stretch>
              </a:blipFill>
            </p:spPr>
            <p:txBody>
              <a:bodyPr/>
              <a:lstStyle/>
              <a:p>
                <a:r>
                  <a:rPr lang="en-US">
                    <a:noFill/>
                  </a:rPr>
                  <a:t> </a:t>
                </a:r>
              </a:p>
            </p:txBody>
          </p:sp>
        </mc:Fallback>
      </mc:AlternateContent>
      <p:cxnSp>
        <p:nvCxnSpPr>
          <p:cNvPr id="2051" name="Connector: Curved 2050">
            <a:extLst>
              <a:ext uri="{FF2B5EF4-FFF2-40B4-BE49-F238E27FC236}">
                <a16:creationId xmlns:a16="http://schemas.microsoft.com/office/drawing/2014/main" id="{B2279868-01ED-E05C-5767-FA9A724747A0}"/>
              </a:ext>
            </a:extLst>
          </p:cNvPr>
          <p:cNvCxnSpPr>
            <a:cxnSpLocks/>
            <a:endCxn id="29" idx="2"/>
          </p:cNvCxnSpPr>
          <p:nvPr/>
        </p:nvCxnSpPr>
        <p:spPr>
          <a:xfrm flipV="1">
            <a:off x="6628346" y="2976185"/>
            <a:ext cx="4407701" cy="2650468"/>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A53BDD0-8C6C-1E1D-066A-3C8EEA7C76FA}"/>
                  </a:ext>
                </a:extLst>
              </p:cNvPr>
              <p:cNvSpPr txBox="1"/>
              <p:nvPr/>
            </p:nvSpPr>
            <p:spPr>
              <a:xfrm>
                <a:off x="10045804" y="4815418"/>
                <a:ext cx="1365433" cy="3724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_tradnl" b="0" i="1" smtClean="0">
                          <a:solidFill>
                            <a:schemeClr val="accent1"/>
                          </a:solidFill>
                          <a:latin typeface="Cambria Math" panose="02040503050406030204" pitchFamily="18" charset="0"/>
                          <a:ea typeface="Cambria Math" panose="02040503050406030204" pitchFamily="18" charset="0"/>
                        </a:rPr>
                        <m:t>∙</m:t>
                      </m:r>
                      <m:sSup>
                        <m:sSupPr>
                          <m:ctrlPr>
                            <a:rPr lang="es-ES_tradnl" b="0" i="1" smtClean="0">
                              <a:solidFill>
                                <a:schemeClr val="accent1"/>
                              </a:solidFill>
                              <a:latin typeface="Cambria Math" panose="02040503050406030204" pitchFamily="18" charset="0"/>
                              <a:ea typeface="Cambria Math" panose="02040503050406030204" pitchFamily="18" charset="0"/>
                            </a:rPr>
                          </m:ctrlPr>
                        </m:sSupPr>
                        <m:e>
                          <m:r>
                            <a:rPr lang="es-ES_tradnl" b="0" i="1" smtClean="0">
                              <a:solidFill>
                                <a:schemeClr val="accent1"/>
                              </a:solidFill>
                              <a:latin typeface="Cambria Math" panose="02040503050406030204" pitchFamily="18" charset="0"/>
                              <a:ea typeface="Cambria Math" panose="02040503050406030204" pitchFamily="18" charset="0"/>
                            </a:rPr>
                            <m:t>(1+2%)</m:t>
                          </m:r>
                        </m:e>
                        <m:sup>
                          <m:r>
                            <a:rPr lang="es-ES_tradnl" b="0" i="1" smtClean="0">
                              <a:solidFill>
                                <a:schemeClr val="accent1"/>
                              </a:solidFill>
                              <a:latin typeface="Cambria Math" panose="02040503050406030204" pitchFamily="18" charset="0"/>
                              <a:ea typeface="Cambria Math" panose="02040503050406030204" pitchFamily="18" charset="0"/>
                            </a:rPr>
                            <m:t>5</m:t>
                          </m:r>
                        </m:sup>
                      </m:sSup>
                    </m:oMath>
                  </m:oMathPara>
                </a14:m>
                <a:endParaRPr lang="es-ES_tradnl">
                  <a:solidFill>
                    <a:schemeClr val="accent1"/>
                  </a:solidFill>
                </a:endParaRPr>
              </a:p>
            </p:txBody>
          </p:sp>
        </mc:Choice>
        <mc:Fallback xmlns="">
          <p:sp>
            <p:nvSpPr>
              <p:cNvPr id="6" name="TextBox 5">
                <a:extLst>
                  <a:ext uri="{FF2B5EF4-FFF2-40B4-BE49-F238E27FC236}">
                    <a16:creationId xmlns:a16="http://schemas.microsoft.com/office/drawing/2014/main" id="{AA53BDD0-8C6C-1E1D-066A-3C8EEA7C76FA}"/>
                  </a:ext>
                </a:extLst>
              </p:cNvPr>
              <p:cNvSpPr txBox="1">
                <a:spLocks noRot="1" noChangeAspect="1" noMove="1" noResize="1" noEditPoints="1" noAdjustHandles="1" noChangeArrowheads="1" noChangeShapeType="1" noTextEdit="1"/>
              </p:cNvSpPr>
              <p:nvPr/>
            </p:nvSpPr>
            <p:spPr>
              <a:xfrm>
                <a:off x="10045804" y="4815418"/>
                <a:ext cx="1365433" cy="372410"/>
              </a:xfrm>
              <a:prstGeom prst="rect">
                <a:avLst/>
              </a:prstGeom>
              <a:blipFill>
                <a:blip r:embed="rId4"/>
                <a:stretch>
                  <a:fillRect b="-13115"/>
                </a:stretch>
              </a:blipFill>
            </p:spPr>
            <p:txBody>
              <a:bodyPr/>
              <a:lstStyle/>
              <a:p>
                <a:r>
                  <a:rPr lang="en-US">
                    <a:noFill/>
                  </a:rPr>
                  <a:t> </a:t>
                </a:r>
              </a:p>
            </p:txBody>
          </p:sp>
        </mc:Fallback>
      </mc:AlternateContent>
      <p:sp>
        <p:nvSpPr>
          <p:cNvPr id="2052" name="Rectangle 2051">
            <a:extLst>
              <a:ext uri="{FF2B5EF4-FFF2-40B4-BE49-F238E27FC236}">
                <a16:creationId xmlns:a16="http://schemas.microsoft.com/office/drawing/2014/main" id="{CEE9EB24-DCFD-7FEA-E46C-46FA7E05EDA8}"/>
              </a:ext>
            </a:extLst>
          </p:cNvPr>
          <p:cNvSpPr/>
          <p:nvPr/>
        </p:nvSpPr>
        <p:spPr bwMode="auto">
          <a:xfrm>
            <a:off x="6628347" y="5181158"/>
            <a:ext cx="288000" cy="485180"/>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cxnSp>
        <p:nvCxnSpPr>
          <p:cNvPr id="2054" name="Connector: Curved 2053">
            <a:extLst>
              <a:ext uri="{FF2B5EF4-FFF2-40B4-BE49-F238E27FC236}">
                <a16:creationId xmlns:a16="http://schemas.microsoft.com/office/drawing/2014/main" id="{052A544E-3AF6-9B04-C977-5406C5D35B78}"/>
              </a:ext>
            </a:extLst>
          </p:cNvPr>
          <p:cNvCxnSpPr>
            <a:cxnSpLocks/>
            <a:endCxn id="24" idx="0"/>
          </p:cNvCxnSpPr>
          <p:nvPr/>
        </p:nvCxnSpPr>
        <p:spPr>
          <a:xfrm rot="10800000" flipV="1">
            <a:off x="1891933" y="2839627"/>
            <a:ext cx="831285" cy="1542604"/>
          </a:xfrm>
          <a:prstGeom prst="curved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55" name="Rectangle 2054">
            <a:extLst>
              <a:ext uri="{FF2B5EF4-FFF2-40B4-BE49-F238E27FC236}">
                <a16:creationId xmlns:a16="http://schemas.microsoft.com/office/drawing/2014/main" id="{3A78963E-0128-8BD5-DB34-9FDC787BF95C}"/>
              </a:ext>
            </a:extLst>
          </p:cNvPr>
          <p:cNvSpPr/>
          <p:nvPr/>
        </p:nvSpPr>
        <p:spPr bwMode="auto">
          <a:xfrm>
            <a:off x="2437767" y="2588465"/>
            <a:ext cx="288000" cy="485180"/>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48" name="TextBox 47">
            <a:extLst>
              <a:ext uri="{FF2B5EF4-FFF2-40B4-BE49-F238E27FC236}">
                <a16:creationId xmlns:a16="http://schemas.microsoft.com/office/drawing/2014/main" id="{5A9485F2-AFB8-608F-630E-D5C6A89F5517}"/>
              </a:ext>
            </a:extLst>
          </p:cNvPr>
          <p:cNvSpPr txBox="1"/>
          <p:nvPr/>
        </p:nvSpPr>
        <p:spPr>
          <a:xfrm>
            <a:off x="5270675" y="5366977"/>
            <a:ext cx="1471958" cy="519351"/>
          </a:xfrm>
          <a:prstGeom prst="roundRect">
            <a:avLst>
              <a:gd name="adj" fmla="val 50000"/>
            </a:avLst>
          </a:prstGeom>
          <a:solidFill>
            <a:srgbClr val="063075"/>
          </a:solidFill>
          <a:ln>
            <a:solidFill>
              <a:srgbClr val="2E4A7E"/>
            </a:solidFill>
          </a:ln>
        </p:spPr>
        <p:txBody>
          <a:bodyPr wrap="square" rtlCol="0" anchor="ctr">
            <a:spAutoFit/>
          </a:bodyPr>
          <a:lstStyle/>
          <a:p>
            <a:pPr algn="ctr"/>
            <a:r>
              <a:rPr lang="es-ES_tradnl" b="1">
                <a:solidFill>
                  <a:schemeClr val="bg1"/>
                </a:solidFill>
                <a:latin typeface="Quattrocento Sans" panose="020B0502050000020003" pitchFamily="34" charset="0"/>
              </a:rPr>
              <a:t>22.000$</a:t>
            </a:r>
          </a:p>
        </p:txBody>
      </p:sp>
      <p:sp>
        <p:nvSpPr>
          <p:cNvPr id="24" name="Rectangle 23">
            <a:extLst>
              <a:ext uri="{FF2B5EF4-FFF2-40B4-BE49-F238E27FC236}">
                <a16:creationId xmlns:a16="http://schemas.microsoft.com/office/drawing/2014/main" id="{B9EE4255-8FB2-3675-C4C8-BC6855763EFA}"/>
              </a:ext>
            </a:extLst>
          </p:cNvPr>
          <p:cNvSpPr/>
          <p:nvPr/>
        </p:nvSpPr>
        <p:spPr bwMode="auto">
          <a:xfrm>
            <a:off x="1140944" y="4382231"/>
            <a:ext cx="1501976" cy="19941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8" name="TextBox 7">
            <a:extLst>
              <a:ext uri="{FF2B5EF4-FFF2-40B4-BE49-F238E27FC236}">
                <a16:creationId xmlns:a16="http://schemas.microsoft.com/office/drawing/2014/main" id="{1280DEEF-F35A-6516-F775-873A0CC0AC4B}"/>
              </a:ext>
            </a:extLst>
          </p:cNvPr>
          <p:cNvSpPr txBox="1"/>
          <p:nvPr/>
        </p:nvSpPr>
        <p:spPr>
          <a:xfrm>
            <a:off x="701091" y="4533845"/>
            <a:ext cx="4899475" cy="307777"/>
          </a:xfrm>
          <a:prstGeom prst="rect">
            <a:avLst/>
          </a:prstGeom>
          <a:solidFill>
            <a:srgbClr val="063075"/>
          </a:solidFill>
          <a:ln w="28575">
            <a:solidFill>
              <a:schemeClr val="bg1"/>
            </a:solidFill>
          </a:ln>
          <a:effectLst/>
        </p:spPr>
        <p:txBody>
          <a:bodyPr wrap="square" rtlCol="0">
            <a:spAutoFit/>
          </a:bodyPr>
          <a:lstStyle/>
          <a:p>
            <a:pPr algn="ctr"/>
            <a:r>
              <a:rPr lang="es-ES_tradnl" sz="1400" b="1">
                <a:solidFill>
                  <a:schemeClr val="bg1"/>
                </a:solidFill>
                <a:latin typeface="Segoe Print" panose="02000600000000000000" pitchFamily="2" charset="0"/>
              </a:rPr>
              <a:t>Modelo de predicción de precio de vehículos usados</a:t>
            </a:r>
          </a:p>
        </p:txBody>
      </p:sp>
    </p:spTree>
    <p:extLst>
      <p:ext uri="{BB962C8B-B14F-4D97-AF65-F5344CB8AC3E}">
        <p14:creationId xmlns:p14="http://schemas.microsoft.com/office/powerpoint/2010/main" val="27059671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5C6F-9BE5-BF6C-B9B6-0957441369B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976ABA1-8BA3-503B-209E-18CF263CBE4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6457CBCA-03D6-2D6D-F49C-A5E053FB2E7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de predicción de precio de vehículos usados</a:t>
            </a:r>
          </a:p>
        </p:txBody>
      </p:sp>
      <p:cxnSp>
        <p:nvCxnSpPr>
          <p:cNvPr id="3" name="Straight Connector 2">
            <a:extLst>
              <a:ext uri="{FF2B5EF4-FFF2-40B4-BE49-F238E27FC236}">
                <a16:creationId xmlns:a16="http://schemas.microsoft.com/office/drawing/2014/main" id="{F65E602F-642F-421F-5B3D-93C8DB1DA051}"/>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0391A437-4D57-67AA-43DA-F306805F1A8D}"/>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8" name="Google Shape;978;p52">
            <a:extLst>
              <a:ext uri="{FF2B5EF4-FFF2-40B4-BE49-F238E27FC236}">
                <a16:creationId xmlns:a16="http://schemas.microsoft.com/office/drawing/2014/main" id="{CD0A6741-F31A-BCEE-EC3F-1A922AE126FA}"/>
              </a:ext>
            </a:extLst>
          </p:cNvPr>
          <p:cNvSpPr/>
          <p:nvPr/>
        </p:nvSpPr>
        <p:spPr>
          <a:xfrm>
            <a:off x="667999" y="12468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Para poder utilizar el modelo propuesto de cálculo de valor residual, tal y como ha sido descrito, es necesario integrar un modelo de predicción de precio de vehículos usados. A continuación, se detallan las fases de la metodología basada en técnicas de Data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Science</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y Machine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Learning</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que se ha seguido para desarrollar este modelo.</a:t>
            </a:r>
          </a:p>
        </p:txBody>
      </p:sp>
      <p:sp>
        <p:nvSpPr>
          <p:cNvPr id="13" name="TextBox 12">
            <a:extLst>
              <a:ext uri="{FF2B5EF4-FFF2-40B4-BE49-F238E27FC236}">
                <a16:creationId xmlns:a16="http://schemas.microsoft.com/office/drawing/2014/main" id="{4D2EA87F-FEAB-650B-2828-E704BF09EBC1}"/>
              </a:ext>
            </a:extLst>
          </p:cNvPr>
          <p:cNvSpPr txBox="1"/>
          <p:nvPr/>
        </p:nvSpPr>
        <p:spPr>
          <a:xfrm>
            <a:off x="227229" y="6157361"/>
            <a:ext cx="11770623" cy="374571"/>
          </a:xfrm>
          <a:prstGeom prst="roundRect">
            <a:avLst/>
          </a:prstGeom>
          <a:solidFill>
            <a:srgbClr val="063075"/>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600" b="1" dirty="0">
                <a:solidFill>
                  <a:schemeClr val="bg1"/>
                </a:solidFill>
                <a:latin typeface="Quattrocento Sans" panose="020B0502050000020003" pitchFamily="34" charset="0"/>
              </a:rPr>
              <a:t>Se puede encontrar el código y la documentación completa del modelo de predicción de precio de vehículos usados </a:t>
            </a:r>
            <a:r>
              <a:rPr lang="es-ES_tradnl" sz="1600" b="1" dirty="0">
                <a:solidFill>
                  <a:schemeClr val="bg1"/>
                </a:solidFill>
                <a:latin typeface="Quattrocento Sans" panose="020B0502050000020003" pitchFamily="34" charset="0"/>
                <a:hlinkClick r:id="rId3">
                  <a:extLst>
                    <a:ext uri="{A12FA001-AC4F-418D-AE19-62706E023703}">
                      <ahyp:hlinkClr xmlns:ahyp="http://schemas.microsoft.com/office/drawing/2018/hyperlinkcolor" val="tx"/>
                    </a:ext>
                  </a:extLst>
                </a:hlinkClick>
              </a:rPr>
              <a:t>en este enlace</a:t>
            </a:r>
            <a:endParaRPr lang="es-ES_tradnl" sz="1600" b="1" dirty="0">
              <a:solidFill>
                <a:schemeClr val="bg1"/>
              </a:solidFill>
              <a:latin typeface="Quattrocento Sans" panose="020B0502050000020003" pitchFamily="34" charset="0"/>
            </a:endParaRPr>
          </a:p>
        </p:txBody>
      </p:sp>
      <p:sp>
        <p:nvSpPr>
          <p:cNvPr id="11264" name="Rectangle 11263">
            <a:extLst>
              <a:ext uri="{FF2B5EF4-FFF2-40B4-BE49-F238E27FC236}">
                <a16:creationId xmlns:a16="http://schemas.microsoft.com/office/drawing/2014/main" id="{13158BE9-F076-A2BA-8529-36EFFBA29C8C}"/>
              </a:ext>
            </a:extLst>
          </p:cNvPr>
          <p:cNvSpPr/>
          <p:nvPr/>
        </p:nvSpPr>
        <p:spPr bwMode="auto">
          <a:xfrm>
            <a:off x="226093" y="2472879"/>
            <a:ext cx="1602707" cy="956121"/>
          </a:xfrm>
          <a:prstGeom prst="rect">
            <a:avLst/>
          </a:prstGeom>
          <a:solidFill>
            <a:schemeClr val="accent1"/>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90000" bIns="90000" rtlCol="0" anchor="ctr"/>
          <a:lstStyle/>
          <a:p>
            <a:pPr algn="ctr">
              <a:spcBef>
                <a:spcPts val="600"/>
              </a:spcBef>
            </a:pPr>
            <a:r>
              <a:rPr lang="es-ES_tradnl" sz="1600" b="1">
                <a:solidFill>
                  <a:schemeClr val="bg1"/>
                </a:solidFill>
                <a:cs typeface="Arial" pitchFamily="34" charset="0"/>
              </a:rPr>
              <a:t>Extracción de datos</a:t>
            </a:r>
          </a:p>
        </p:txBody>
      </p:sp>
      <p:sp>
        <p:nvSpPr>
          <p:cNvPr id="11265" name="Rectangle 11264">
            <a:extLst>
              <a:ext uri="{FF2B5EF4-FFF2-40B4-BE49-F238E27FC236}">
                <a16:creationId xmlns:a16="http://schemas.microsoft.com/office/drawing/2014/main" id="{A1C94CC9-95E8-AC44-DEDF-CA09D3175597}"/>
              </a:ext>
            </a:extLst>
          </p:cNvPr>
          <p:cNvSpPr/>
          <p:nvPr/>
        </p:nvSpPr>
        <p:spPr bwMode="auto">
          <a:xfrm>
            <a:off x="667999" y="4251426"/>
            <a:ext cx="2748303" cy="1710600"/>
          </a:xfrm>
          <a:prstGeom prst="rect">
            <a:avLst/>
          </a:prstGeom>
          <a:solidFill>
            <a:schemeClr val="accent2">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70000" rtlCol="0" anchor="t"/>
          <a:lstStyle/>
          <a:p>
            <a:pPr algn="ctr">
              <a:spcBef>
                <a:spcPts val="600"/>
              </a:spcBef>
            </a:pPr>
            <a:r>
              <a:rPr lang="es-ES_tradnl" sz="1600" b="1">
                <a:solidFill>
                  <a:srgbClr val="000000"/>
                </a:solidFill>
                <a:cs typeface="Arial" pitchFamily="34" charset="0"/>
              </a:rPr>
              <a:t>Preprocesamiento de datos</a:t>
            </a:r>
          </a:p>
          <a:p>
            <a:pPr marL="342900" indent="-342900">
              <a:spcBef>
                <a:spcPts val="600"/>
              </a:spcBef>
              <a:buFont typeface="+mj-lt"/>
              <a:buAutoNum type="arabicPeriod"/>
            </a:pPr>
            <a:r>
              <a:rPr lang="es-ES_tradnl" sz="1400">
                <a:solidFill>
                  <a:srgbClr val="000000"/>
                </a:solidFill>
                <a:cs typeface="Arial" pitchFamily="34" charset="0"/>
              </a:rPr>
              <a:t>Descripción de las variables</a:t>
            </a:r>
          </a:p>
          <a:p>
            <a:pPr marL="342900" indent="-342900">
              <a:spcBef>
                <a:spcPts val="600"/>
              </a:spcBef>
              <a:buFont typeface="+mj-lt"/>
              <a:buAutoNum type="arabicPeriod"/>
            </a:pPr>
            <a:r>
              <a:rPr lang="es-ES_tradnl" sz="1400">
                <a:solidFill>
                  <a:srgbClr val="000000"/>
                </a:solidFill>
                <a:cs typeface="Arial" pitchFamily="34" charset="0"/>
              </a:rPr>
              <a:t>Análisis de duplicados</a:t>
            </a:r>
          </a:p>
          <a:p>
            <a:pPr marL="342900" indent="-342900">
              <a:spcBef>
                <a:spcPts val="600"/>
              </a:spcBef>
              <a:buFont typeface="+mj-lt"/>
              <a:buAutoNum type="arabicPeriod"/>
            </a:pPr>
            <a:r>
              <a:rPr lang="es-ES_tradnl" sz="1400">
                <a:solidFill>
                  <a:srgbClr val="000000"/>
                </a:solidFill>
                <a:cs typeface="Arial" pitchFamily="34" charset="0"/>
              </a:rPr>
              <a:t>Data </a:t>
            </a:r>
            <a:r>
              <a:rPr lang="es-ES_tradnl" sz="1400" err="1">
                <a:solidFill>
                  <a:srgbClr val="000000"/>
                </a:solidFill>
                <a:cs typeface="Arial" pitchFamily="34" charset="0"/>
              </a:rPr>
              <a:t>Cleanising</a:t>
            </a:r>
            <a:r>
              <a:rPr lang="es-ES_tradnl" sz="1400">
                <a:solidFill>
                  <a:srgbClr val="000000"/>
                </a:solidFill>
                <a:cs typeface="Arial" pitchFamily="34" charset="0"/>
              </a:rPr>
              <a:t> y </a:t>
            </a:r>
            <a:r>
              <a:rPr lang="es-ES_tradnl" sz="1400" err="1">
                <a:solidFill>
                  <a:srgbClr val="000000"/>
                </a:solidFill>
                <a:cs typeface="Arial" pitchFamily="34" charset="0"/>
              </a:rPr>
              <a:t>Feature</a:t>
            </a:r>
            <a:r>
              <a:rPr lang="es-ES_tradnl" sz="1400">
                <a:solidFill>
                  <a:srgbClr val="000000"/>
                </a:solidFill>
                <a:cs typeface="Arial" pitchFamily="34" charset="0"/>
              </a:rPr>
              <a:t> </a:t>
            </a:r>
            <a:r>
              <a:rPr lang="es-ES_tradnl" sz="1400" err="1">
                <a:solidFill>
                  <a:srgbClr val="000000"/>
                </a:solidFill>
                <a:cs typeface="Arial" pitchFamily="34" charset="0"/>
              </a:rPr>
              <a:t>Engineering</a:t>
            </a:r>
            <a:endParaRPr lang="es-ES_tradnl" sz="1400">
              <a:solidFill>
                <a:srgbClr val="000000"/>
              </a:solidFill>
              <a:cs typeface="Arial" pitchFamily="34" charset="0"/>
            </a:endParaRPr>
          </a:p>
        </p:txBody>
      </p:sp>
      <p:sp>
        <p:nvSpPr>
          <p:cNvPr id="11267" name="Rectangle 11266">
            <a:extLst>
              <a:ext uri="{FF2B5EF4-FFF2-40B4-BE49-F238E27FC236}">
                <a16:creationId xmlns:a16="http://schemas.microsoft.com/office/drawing/2014/main" id="{C9C8F7EA-3661-C020-B626-F61CAD2272F1}"/>
              </a:ext>
            </a:extLst>
          </p:cNvPr>
          <p:cNvSpPr/>
          <p:nvPr/>
        </p:nvSpPr>
        <p:spPr bwMode="auto">
          <a:xfrm>
            <a:off x="5975133" y="2479353"/>
            <a:ext cx="2835025" cy="1645073"/>
          </a:xfrm>
          <a:prstGeom prst="rect">
            <a:avLst/>
          </a:prstGeom>
          <a:solidFill>
            <a:schemeClr val="accent5">
              <a:lumMod val="60000"/>
              <a:lumOff val="4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252000" rIns="72000" bIns="72000" rtlCol="0" anchor="t"/>
          <a:lstStyle/>
          <a:p>
            <a:pPr algn="ctr">
              <a:spcBef>
                <a:spcPts val="600"/>
              </a:spcBef>
            </a:pPr>
            <a:r>
              <a:rPr lang="es-ES_tradnl" sz="1600" b="1">
                <a:solidFill>
                  <a:srgbClr val="000000"/>
                </a:solidFill>
                <a:cs typeface="Arial" pitchFamily="34" charset="0"/>
              </a:rPr>
              <a:t>Preprocesamiento de la muestra de entrenamiento</a:t>
            </a:r>
          </a:p>
          <a:p>
            <a:pPr marL="342900" indent="-342900" algn="l">
              <a:spcBef>
                <a:spcPts val="600"/>
              </a:spcBef>
              <a:buFont typeface="+mj-lt"/>
              <a:buAutoNum type="arabicPeriod"/>
            </a:pPr>
            <a:r>
              <a:rPr lang="es-ES_tradnl" sz="1400">
                <a:solidFill>
                  <a:srgbClr val="000000"/>
                </a:solidFill>
                <a:cs typeface="Arial" pitchFamily="34" charset="0"/>
              </a:rPr>
              <a:t>Imputación de valores faltantes</a:t>
            </a:r>
          </a:p>
          <a:p>
            <a:pPr marL="342900" indent="-342900" algn="l">
              <a:spcBef>
                <a:spcPts val="600"/>
              </a:spcBef>
              <a:buFont typeface="+mj-lt"/>
              <a:buAutoNum type="arabicPeriod"/>
            </a:pPr>
            <a:r>
              <a:rPr lang="es-ES_tradnl" sz="1400">
                <a:solidFill>
                  <a:srgbClr val="000000"/>
                </a:solidFill>
                <a:cs typeface="Arial" pitchFamily="34" charset="0"/>
              </a:rPr>
              <a:t>Codificación de variables categóricas</a:t>
            </a:r>
          </a:p>
        </p:txBody>
      </p:sp>
      <p:sp>
        <p:nvSpPr>
          <p:cNvPr id="11268" name="Rectangle 11267">
            <a:extLst>
              <a:ext uri="{FF2B5EF4-FFF2-40B4-BE49-F238E27FC236}">
                <a16:creationId xmlns:a16="http://schemas.microsoft.com/office/drawing/2014/main" id="{E46E9F2A-12FA-BB62-7C60-86CA13C8FD2E}"/>
              </a:ext>
            </a:extLst>
          </p:cNvPr>
          <p:cNvSpPr/>
          <p:nvPr/>
        </p:nvSpPr>
        <p:spPr bwMode="auto">
          <a:xfrm>
            <a:off x="4110395" y="4488824"/>
            <a:ext cx="2332716" cy="1061089"/>
          </a:xfrm>
          <a:prstGeom prst="rect">
            <a:avLst/>
          </a:prstGeom>
          <a:solidFill>
            <a:schemeClr val="accent5">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288000" rIns="72000" bIns="72000" rtlCol="0" anchor="ctr"/>
          <a:lstStyle/>
          <a:p>
            <a:pPr algn="ctr">
              <a:spcBef>
                <a:spcPts val="600"/>
              </a:spcBef>
            </a:pPr>
            <a:r>
              <a:rPr lang="es-ES_tradnl" sz="1600" b="1">
                <a:solidFill>
                  <a:srgbClr val="000000"/>
                </a:solidFill>
                <a:cs typeface="Arial" pitchFamily="34" charset="0"/>
              </a:rPr>
              <a:t>Definición de las muestras de entrenamiento y test</a:t>
            </a:r>
          </a:p>
        </p:txBody>
      </p:sp>
      <p:sp>
        <p:nvSpPr>
          <p:cNvPr id="11269" name="Rectangle 11268">
            <a:extLst>
              <a:ext uri="{FF2B5EF4-FFF2-40B4-BE49-F238E27FC236}">
                <a16:creationId xmlns:a16="http://schemas.microsoft.com/office/drawing/2014/main" id="{EF5345D9-B473-0357-402C-1ADD8D785792}"/>
              </a:ext>
            </a:extLst>
          </p:cNvPr>
          <p:cNvSpPr/>
          <p:nvPr/>
        </p:nvSpPr>
        <p:spPr bwMode="auto">
          <a:xfrm>
            <a:off x="2413301" y="2300343"/>
            <a:ext cx="3051080" cy="1603176"/>
          </a:xfrm>
          <a:prstGeom prst="rect">
            <a:avLst/>
          </a:prstGeom>
          <a:solidFill>
            <a:schemeClr val="accent3">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90000" tIns="252000" rIns="90000" bIns="90000" rtlCol="0" anchor="t"/>
          <a:lstStyle/>
          <a:p>
            <a:pPr algn="ctr">
              <a:spcBef>
                <a:spcPts val="600"/>
              </a:spcBef>
            </a:pPr>
            <a:r>
              <a:rPr lang="es-ES_tradnl" sz="1600" b="1" dirty="0">
                <a:solidFill>
                  <a:srgbClr val="000000"/>
                </a:solidFill>
                <a:cs typeface="Arial" pitchFamily="34" charset="0"/>
              </a:rPr>
              <a:t>Análisis exploratorio de datos</a:t>
            </a:r>
          </a:p>
          <a:p>
            <a:pPr marL="342900" indent="-342900" algn="l">
              <a:spcBef>
                <a:spcPts val="600"/>
              </a:spcBef>
              <a:buFont typeface="+mj-lt"/>
              <a:buAutoNum type="arabicPeriod"/>
            </a:pPr>
            <a:r>
              <a:rPr lang="es-ES_tradnl" sz="1400" dirty="0">
                <a:solidFill>
                  <a:srgbClr val="000000"/>
                </a:solidFill>
                <a:cs typeface="Arial" pitchFamily="34" charset="0"/>
              </a:rPr>
              <a:t>Análisis univariante: variables numéricas y categóricas</a:t>
            </a:r>
          </a:p>
          <a:p>
            <a:pPr marL="342900" indent="-342900" algn="l">
              <a:spcBef>
                <a:spcPts val="600"/>
              </a:spcBef>
              <a:buFont typeface="+mj-lt"/>
              <a:buAutoNum type="arabicPeriod"/>
            </a:pPr>
            <a:r>
              <a:rPr lang="es-ES_tradnl" sz="1400" dirty="0">
                <a:solidFill>
                  <a:srgbClr val="000000"/>
                </a:solidFill>
                <a:cs typeface="Arial" pitchFamily="34" charset="0"/>
              </a:rPr>
              <a:t>Análisis multivariante : variables numéricas y categóricas</a:t>
            </a:r>
          </a:p>
        </p:txBody>
      </p:sp>
      <p:sp>
        <p:nvSpPr>
          <p:cNvPr id="11270" name="Rectangle 11269">
            <a:extLst>
              <a:ext uri="{FF2B5EF4-FFF2-40B4-BE49-F238E27FC236}">
                <a16:creationId xmlns:a16="http://schemas.microsoft.com/office/drawing/2014/main" id="{ACE9EF8F-7ED2-E490-D1D8-DDF664817ADD}"/>
              </a:ext>
            </a:extLst>
          </p:cNvPr>
          <p:cNvSpPr/>
          <p:nvPr/>
        </p:nvSpPr>
        <p:spPr bwMode="auto">
          <a:xfrm>
            <a:off x="7356501" y="4518545"/>
            <a:ext cx="3084672" cy="1550561"/>
          </a:xfrm>
          <a:prstGeom prst="rect">
            <a:avLst/>
          </a:prstGeom>
          <a:solidFill>
            <a:schemeClr val="accent4">
              <a:lumMod val="7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288000" rIns="72000" rtlCol="0" anchor="t"/>
          <a:lstStyle/>
          <a:p>
            <a:pPr algn="ctr">
              <a:spcBef>
                <a:spcPts val="600"/>
              </a:spcBef>
            </a:pPr>
            <a:r>
              <a:rPr lang="es-ES_tradnl" sz="1600" b="1">
                <a:solidFill>
                  <a:srgbClr val="000000"/>
                </a:solidFill>
                <a:cs typeface="Arial" pitchFamily="34" charset="0"/>
              </a:rPr>
              <a:t>Elección del modelo</a:t>
            </a:r>
          </a:p>
          <a:p>
            <a:pPr marL="342900" indent="-342900" algn="l">
              <a:spcBef>
                <a:spcPts val="600"/>
              </a:spcBef>
              <a:buFont typeface="+mj-lt"/>
              <a:buAutoNum type="arabicPeriod"/>
            </a:pPr>
            <a:r>
              <a:rPr lang="es-ES_tradnl" sz="1400">
                <a:solidFill>
                  <a:srgbClr val="000000"/>
                </a:solidFill>
                <a:cs typeface="Arial" pitchFamily="34" charset="0"/>
              </a:rPr>
              <a:t>Estandarización o normalización de variables numéricas</a:t>
            </a:r>
          </a:p>
          <a:p>
            <a:pPr marL="342900" indent="-342900" algn="l">
              <a:spcBef>
                <a:spcPts val="600"/>
              </a:spcBef>
              <a:buFont typeface="+mj-lt"/>
              <a:buAutoNum type="arabicPeriod"/>
            </a:pPr>
            <a:r>
              <a:rPr lang="es-ES_tradnl" sz="1400">
                <a:solidFill>
                  <a:srgbClr val="000000"/>
                </a:solidFill>
                <a:cs typeface="Arial" pitchFamily="34" charset="0"/>
              </a:rPr>
              <a:t>Entrenamiento y selección de hiperparámetros</a:t>
            </a:r>
          </a:p>
        </p:txBody>
      </p:sp>
      <p:sp>
        <p:nvSpPr>
          <p:cNvPr id="11271" name="Rectangle 11270">
            <a:extLst>
              <a:ext uri="{FF2B5EF4-FFF2-40B4-BE49-F238E27FC236}">
                <a16:creationId xmlns:a16="http://schemas.microsoft.com/office/drawing/2014/main" id="{E141FE37-0BFE-1029-9229-5D53971D3D10}"/>
              </a:ext>
            </a:extLst>
          </p:cNvPr>
          <p:cNvSpPr/>
          <p:nvPr/>
        </p:nvSpPr>
        <p:spPr bwMode="auto">
          <a:xfrm>
            <a:off x="9289109" y="2198742"/>
            <a:ext cx="2651811" cy="1746684"/>
          </a:xfrm>
          <a:prstGeom prst="rect">
            <a:avLst/>
          </a:prstGeom>
          <a:solidFill>
            <a:schemeClr val="accent4">
              <a:lumMod val="5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324000" rIns="72000" rtlCol="0" anchor="t"/>
          <a:lstStyle/>
          <a:p>
            <a:pPr algn="ctr">
              <a:spcBef>
                <a:spcPts val="600"/>
              </a:spcBef>
            </a:pPr>
            <a:r>
              <a:rPr lang="es-ES_tradnl" sz="1600">
                <a:solidFill>
                  <a:schemeClr val="bg1"/>
                </a:solidFill>
                <a:cs typeface="Arial" pitchFamily="34" charset="0"/>
              </a:rPr>
              <a:t>Medición del error, comparación del poder predictivo de los diferentes modelos y </a:t>
            </a:r>
            <a:r>
              <a:rPr lang="es-ES_tradnl" sz="1600" b="1">
                <a:solidFill>
                  <a:schemeClr val="bg1"/>
                </a:solidFill>
                <a:cs typeface="Arial" pitchFamily="34" charset="0"/>
              </a:rPr>
              <a:t>selección del mejor modelo</a:t>
            </a:r>
          </a:p>
        </p:txBody>
      </p:sp>
      <p:sp>
        <p:nvSpPr>
          <p:cNvPr id="11279" name="Flowchart: Connector 11278">
            <a:extLst>
              <a:ext uri="{FF2B5EF4-FFF2-40B4-BE49-F238E27FC236}">
                <a16:creationId xmlns:a16="http://schemas.microsoft.com/office/drawing/2014/main" id="{AD10DCAA-A8B4-5C7F-CADB-DE3E11D02514}"/>
              </a:ext>
            </a:extLst>
          </p:cNvPr>
          <p:cNvSpPr/>
          <p:nvPr/>
        </p:nvSpPr>
        <p:spPr bwMode="auto">
          <a:xfrm>
            <a:off x="721446" y="2059103"/>
            <a:ext cx="612000" cy="612000"/>
          </a:xfrm>
          <a:prstGeom prst="flowChartConnector">
            <a:avLst/>
          </a:prstGeom>
          <a:solidFill>
            <a:schemeClr val="accent1"/>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solidFill>
                  <a:schemeClr val="bg1"/>
                </a:solidFill>
                <a:cs typeface="Arial" pitchFamily="34" charset="0"/>
              </a:rPr>
              <a:t>1</a:t>
            </a:r>
          </a:p>
        </p:txBody>
      </p:sp>
      <p:sp>
        <p:nvSpPr>
          <p:cNvPr id="11282" name="Flowchart: Connector 11281">
            <a:extLst>
              <a:ext uri="{FF2B5EF4-FFF2-40B4-BE49-F238E27FC236}">
                <a16:creationId xmlns:a16="http://schemas.microsoft.com/office/drawing/2014/main" id="{FB7DA054-6ED3-8081-D78F-642B16D8D2B2}"/>
              </a:ext>
            </a:extLst>
          </p:cNvPr>
          <p:cNvSpPr/>
          <p:nvPr/>
        </p:nvSpPr>
        <p:spPr bwMode="auto">
          <a:xfrm>
            <a:off x="1725101" y="3945426"/>
            <a:ext cx="612000" cy="612000"/>
          </a:xfrm>
          <a:prstGeom prst="flowChartConnector">
            <a:avLst/>
          </a:prstGeom>
          <a:solidFill>
            <a:srgbClr val="C2CBDB"/>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2</a:t>
            </a:r>
          </a:p>
        </p:txBody>
      </p:sp>
      <p:sp>
        <p:nvSpPr>
          <p:cNvPr id="11283" name="Flowchart: Connector 11282">
            <a:extLst>
              <a:ext uri="{FF2B5EF4-FFF2-40B4-BE49-F238E27FC236}">
                <a16:creationId xmlns:a16="http://schemas.microsoft.com/office/drawing/2014/main" id="{AE1FD4DA-4E9A-D7B7-5E97-F042C9F0ABA4}"/>
              </a:ext>
            </a:extLst>
          </p:cNvPr>
          <p:cNvSpPr/>
          <p:nvPr/>
        </p:nvSpPr>
        <p:spPr bwMode="auto">
          <a:xfrm>
            <a:off x="3632841" y="1940608"/>
            <a:ext cx="612000" cy="612000"/>
          </a:xfrm>
          <a:prstGeom prst="flowChartConnector">
            <a:avLst/>
          </a:prstGeom>
          <a:solidFill>
            <a:schemeClr val="accent2">
              <a:lumMod val="20000"/>
              <a:lumOff val="8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3</a:t>
            </a:r>
          </a:p>
        </p:txBody>
      </p:sp>
      <p:sp>
        <p:nvSpPr>
          <p:cNvPr id="11284" name="Flowchart: Connector 11283">
            <a:extLst>
              <a:ext uri="{FF2B5EF4-FFF2-40B4-BE49-F238E27FC236}">
                <a16:creationId xmlns:a16="http://schemas.microsoft.com/office/drawing/2014/main" id="{E86AB761-5D1F-0474-9E26-AA6A083350F2}"/>
              </a:ext>
            </a:extLst>
          </p:cNvPr>
          <p:cNvSpPr/>
          <p:nvPr/>
        </p:nvSpPr>
        <p:spPr bwMode="auto">
          <a:xfrm>
            <a:off x="4970753" y="4125153"/>
            <a:ext cx="612000" cy="612000"/>
          </a:xfrm>
          <a:prstGeom prst="flowChartConnector">
            <a:avLst/>
          </a:prstGeom>
          <a:solidFill>
            <a:schemeClr val="accent5">
              <a:lumMod val="20000"/>
              <a:lumOff val="8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4</a:t>
            </a:r>
          </a:p>
        </p:txBody>
      </p:sp>
      <p:sp>
        <p:nvSpPr>
          <p:cNvPr id="11285" name="Flowchart: Connector 11284">
            <a:extLst>
              <a:ext uri="{FF2B5EF4-FFF2-40B4-BE49-F238E27FC236}">
                <a16:creationId xmlns:a16="http://schemas.microsoft.com/office/drawing/2014/main" id="{3EABCC6D-8C59-296A-98AB-3EAA90507EDE}"/>
              </a:ext>
            </a:extLst>
          </p:cNvPr>
          <p:cNvSpPr/>
          <p:nvPr/>
        </p:nvSpPr>
        <p:spPr bwMode="auto">
          <a:xfrm>
            <a:off x="7086645" y="2131273"/>
            <a:ext cx="612000" cy="612000"/>
          </a:xfrm>
          <a:prstGeom prst="flowChartConnector">
            <a:avLst/>
          </a:prstGeom>
          <a:solidFill>
            <a:schemeClr val="accent5">
              <a:lumMod val="60000"/>
              <a:lumOff val="4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5</a:t>
            </a:r>
          </a:p>
        </p:txBody>
      </p:sp>
      <p:sp>
        <p:nvSpPr>
          <p:cNvPr id="11286" name="Flowchart: Connector 11285">
            <a:extLst>
              <a:ext uri="{FF2B5EF4-FFF2-40B4-BE49-F238E27FC236}">
                <a16:creationId xmlns:a16="http://schemas.microsoft.com/office/drawing/2014/main" id="{1F2BD382-7331-F386-C9C0-85A041E5A638}"/>
              </a:ext>
            </a:extLst>
          </p:cNvPr>
          <p:cNvSpPr/>
          <p:nvPr/>
        </p:nvSpPr>
        <p:spPr bwMode="auto">
          <a:xfrm>
            <a:off x="8592837" y="4187145"/>
            <a:ext cx="612000" cy="612000"/>
          </a:xfrm>
          <a:prstGeom prst="flowChartConnector">
            <a:avLst/>
          </a:prstGeom>
          <a:solidFill>
            <a:schemeClr val="accent4">
              <a:lumMod val="75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6</a:t>
            </a:r>
          </a:p>
        </p:txBody>
      </p:sp>
      <p:sp>
        <p:nvSpPr>
          <p:cNvPr id="11287" name="Flowchart: Connector 11286">
            <a:extLst>
              <a:ext uri="{FF2B5EF4-FFF2-40B4-BE49-F238E27FC236}">
                <a16:creationId xmlns:a16="http://schemas.microsoft.com/office/drawing/2014/main" id="{08FF7957-0ED6-93A8-5F21-B633ABE1BA34}"/>
              </a:ext>
            </a:extLst>
          </p:cNvPr>
          <p:cNvSpPr/>
          <p:nvPr/>
        </p:nvSpPr>
        <p:spPr bwMode="auto">
          <a:xfrm>
            <a:off x="10309014" y="1892742"/>
            <a:ext cx="612000" cy="612000"/>
          </a:xfrm>
          <a:prstGeom prst="flowChartConnector">
            <a:avLst/>
          </a:prstGeom>
          <a:solidFill>
            <a:schemeClr val="accent4">
              <a:lumMod val="5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dirty="0">
                <a:solidFill>
                  <a:schemeClr val="bg1"/>
                </a:solidFill>
                <a:cs typeface="Arial" pitchFamily="34" charset="0"/>
              </a:rPr>
              <a:t>7</a:t>
            </a:r>
          </a:p>
        </p:txBody>
      </p:sp>
    </p:spTree>
    <p:extLst>
      <p:ext uri="{BB962C8B-B14F-4D97-AF65-F5344CB8AC3E}">
        <p14:creationId xmlns:p14="http://schemas.microsoft.com/office/powerpoint/2010/main" val="1506109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F5CFE-57CC-462C-B955-5C459C8372E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8BA9BB1-CC5E-B9F1-9B45-A29690C7522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2E5EF7F8-9A9E-26E3-329C-99E0B474DC57}"/>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Extracción de datos </a:t>
            </a:r>
          </a:p>
        </p:txBody>
      </p:sp>
      <p:cxnSp>
        <p:nvCxnSpPr>
          <p:cNvPr id="3" name="Straight Connector 2">
            <a:extLst>
              <a:ext uri="{FF2B5EF4-FFF2-40B4-BE49-F238E27FC236}">
                <a16:creationId xmlns:a16="http://schemas.microsoft.com/office/drawing/2014/main" id="{EAFA1975-5429-379F-58A4-9F7BA6CE7843}"/>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94E53961-4816-539E-2B88-7CAB0A638FCF}"/>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6" name="Google Shape;1125;g3377905cc50_2_477">
            <a:extLst>
              <a:ext uri="{FF2B5EF4-FFF2-40B4-BE49-F238E27FC236}">
                <a16:creationId xmlns:a16="http://schemas.microsoft.com/office/drawing/2014/main" id="{98C9CADF-7F87-E8DA-B7FF-4E7AB9C11E16}"/>
              </a:ext>
            </a:extLst>
          </p:cNvPr>
          <p:cNvSpPr/>
          <p:nvPr/>
        </p:nvSpPr>
        <p:spPr>
          <a:xfrm>
            <a:off x="984000" y="1698013"/>
            <a:ext cx="10224000" cy="985730"/>
          </a:xfrm>
          <a:custGeom>
            <a:avLst/>
            <a:gdLst/>
            <a:ahLst/>
            <a:cxnLst/>
            <a:rect l="l" t="t" r="r" b="b"/>
            <a:pathLst>
              <a:path w="8625840" h="541019" extrusionOk="0">
                <a:moveTo>
                  <a:pt x="0" y="90169"/>
                </a:moveTo>
                <a:lnTo>
                  <a:pt x="7086" y="55078"/>
                </a:lnTo>
                <a:lnTo>
                  <a:pt x="26411" y="26415"/>
                </a:lnTo>
                <a:lnTo>
                  <a:pt x="55072" y="7088"/>
                </a:lnTo>
                <a:lnTo>
                  <a:pt x="90169" y="0"/>
                </a:lnTo>
                <a:lnTo>
                  <a:pt x="8535670" y="0"/>
                </a:lnTo>
                <a:lnTo>
                  <a:pt x="8570761" y="7088"/>
                </a:lnTo>
                <a:lnTo>
                  <a:pt x="8599424" y="26415"/>
                </a:lnTo>
                <a:lnTo>
                  <a:pt x="8618751" y="55078"/>
                </a:lnTo>
                <a:lnTo>
                  <a:pt x="8625840" y="90169"/>
                </a:lnTo>
                <a:lnTo>
                  <a:pt x="8625840" y="450850"/>
                </a:lnTo>
                <a:lnTo>
                  <a:pt x="8618751" y="485941"/>
                </a:lnTo>
                <a:lnTo>
                  <a:pt x="8599424" y="514603"/>
                </a:lnTo>
                <a:lnTo>
                  <a:pt x="8570761" y="533931"/>
                </a:lnTo>
                <a:lnTo>
                  <a:pt x="8535670" y="541019"/>
                </a:lnTo>
                <a:lnTo>
                  <a:pt x="90169" y="541019"/>
                </a:lnTo>
                <a:lnTo>
                  <a:pt x="55072" y="533931"/>
                </a:lnTo>
                <a:lnTo>
                  <a:pt x="26411" y="514603"/>
                </a:lnTo>
                <a:lnTo>
                  <a:pt x="7086" y="485941"/>
                </a:lnTo>
                <a:lnTo>
                  <a:pt x="0" y="450850"/>
                </a:lnTo>
                <a:lnTo>
                  <a:pt x="0" y="90169"/>
                </a:lnTo>
                <a:close/>
              </a:path>
            </a:pathLst>
          </a:custGeom>
          <a:solidFill>
            <a:schemeClr val="bg1">
              <a:lumMod val="95000"/>
            </a:schemeClr>
          </a:solidFill>
          <a:ln w="9525" cap="flat" cmpd="sng">
            <a:solidFill>
              <a:schemeClr val="tx2">
                <a:lumMod val="90000"/>
                <a:lumOff val="10000"/>
              </a:schemeClr>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1188000" tIns="0" rIns="180000" bIns="0" anchor="ctr" anchorCtr="0">
            <a:noAutofit/>
          </a:bodyPr>
          <a:lstStyle/>
          <a:p>
            <a:pPr marL="12700" marR="5080" lvl="0" indent="0" algn="just" rtl="0">
              <a:spcBef>
                <a:spcPts val="0"/>
              </a:spcBef>
              <a:spcAft>
                <a:spcPts val="0"/>
              </a:spcAft>
              <a:buClr>
                <a:schemeClr val="dk1"/>
              </a:buClr>
              <a:buFont typeface="Arial"/>
              <a:buNone/>
            </a:pPr>
            <a:r>
              <a:rPr lang="es-ES_tradnl" sz="1400" b="1" dirty="0">
                <a:solidFill>
                  <a:schemeClr val="accent1"/>
                </a:solidFill>
                <a:latin typeface="Quattrocento Sans"/>
                <a:sym typeface="Lato"/>
              </a:rPr>
              <a:t>La fase de extracción de datos se ha realizado haciendo uso de la técnica de web </a:t>
            </a:r>
            <a:r>
              <a:rPr lang="es-ES_tradnl" sz="1400" b="1" dirty="0" err="1">
                <a:solidFill>
                  <a:schemeClr val="accent1"/>
                </a:solidFill>
                <a:latin typeface="Quattrocento Sans"/>
                <a:sym typeface="Lato"/>
              </a:rPr>
              <a:t>scraping</a:t>
            </a:r>
            <a:r>
              <a:rPr lang="es-ES_tradnl" sz="1400" dirty="0">
                <a:solidFill>
                  <a:schemeClr val="accent1"/>
                </a:solidFill>
                <a:latin typeface="Quattrocento Sans"/>
                <a:sym typeface="Lato"/>
              </a:rPr>
              <a:t> y se han utilizado diferentes fuentes de información para obtener todas las variables relevantes para la modelización.</a:t>
            </a:r>
          </a:p>
        </p:txBody>
      </p:sp>
      <p:sp>
        <p:nvSpPr>
          <p:cNvPr id="9" name="Google Shape;1129;g3377905cc50_2_477">
            <a:extLst>
              <a:ext uri="{FF2B5EF4-FFF2-40B4-BE49-F238E27FC236}">
                <a16:creationId xmlns:a16="http://schemas.microsoft.com/office/drawing/2014/main" id="{DC086935-B722-2496-9D3A-8CE4FD95814D}"/>
              </a:ext>
            </a:extLst>
          </p:cNvPr>
          <p:cNvSpPr/>
          <p:nvPr/>
        </p:nvSpPr>
        <p:spPr>
          <a:xfrm>
            <a:off x="984000" y="2899487"/>
            <a:ext cx="10224000" cy="985730"/>
          </a:xfrm>
          <a:custGeom>
            <a:avLst/>
            <a:gdLst/>
            <a:ahLst/>
            <a:cxnLst/>
            <a:rect l="l" t="t" r="r" b="b"/>
            <a:pathLst>
              <a:path w="8625840" h="1066800" extrusionOk="0">
                <a:moveTo>
                  <a:pt x="0" y="177799"/>
                </a:moveTo>
                <a:lnTo>
                  <a:pt x="6351" y="130542"/>
                </a:lnTo>
                <a:lnTo>
                  <a:pt x="24274" y="88072"/>
                </a:lnTo>
                <a:lnTo>
                  <a:pt x="52076" y="52085"/>
                </a:lnTo>
                <a:lnTo>
                  <a:pt x="88060" y="24280"/>
                </a:lnTo>
                <a:lnTo>
                  <a:pt x="130533" y="6352"/>
                </a:lnTo>
                <a:lnTo>
                  <a:pt x="177800" y="0"/>
                </a:lnTo>
                <a:lnTo>
                  <a:pt x="8448040" y="0"/>
                </a:lnTo>
                <a:lnTo>
                  <a:pt x="8495297" y="6352"/>
                </a:lnTo>
                <a:lnTo>
                  <a:pt x="8537767" y="24280"/>
                </a:lnTo>
                <a:lnTo>
                  <a:pt x="8573754" y="52085"/>
                </a:lnTo>
                <a:lnTo>
                  <a:pt x="8601559" y="88072"/>
                </a:lnTo>
                <a:lnTo>
                  <a:pt x="8619487" y="130542"/>
                </a:lnTo>
                <a:lnTo>
                  <a:pt x="8625840" y="177799"/>
                </a:lnTo>
                <a:lnTo>
                  <a:pt x="8625840" y="888999"/>
                </a:lnTo>
                <a:lnTo>
                  <a:pt x="8619487" y="936257"/>
                </a:lnTo>
                <a:lnTo>
                  <a:pt x="8601559" y="978727"/>
                </a:lnTo>
                <a:lnTo>
                  <a:pt x="8573754" y="1014714"/>
                </a:lnTo>
                <a:lnTo>
                  <a:pt x="8537767" y="1042519"/>
                </a:lnTo>
                <a:lnTo>
                  <a:pt x="8495297" y="1060447"/>
                </a:lnTo>
                <a:lnTo>
                  <a:pt x="8448040" y="1066799"/>
                </a:lnTo>
                <a:lnTo>
                  <a:pt x="177800" y="1066799"/>
                </a:lnTo>
                <a:lnTo>
                  <a:pt x="130533" y="1060447"/>
                </a:lnTo>
                <a:lnTo>
                  <a:pt x="88060" y="1042519"/>
                </a:lnTo>
                <a:lnTo>
                  <a:pt x="52076" y="1014714"/>
                </a:lnTo>
                <a:lnTo>
                  <a:pt x="24274" y="978727"/>
                </a:lnTo>
                <a:lnTo>
                  <a:pt x="6351" y="936257"/>
                </a:lnTo>
                <a:lnTo>
                  <a:pt x="0" y="888999"/>
                </a:lnTo>
                <a:lnTo>
                  <a:pt x="0" y="177799"/>
                </a:lnTo>
                <a:close/>
              </a:path>
            </a:pathLst>
          </a:custGeom>
          <a:solidFill>
            <a:schemeClr val="bg1">
              <a:lumMod val="95000"/>
            </a:schemeClr>
          </a:solidFill>
          <a:ln w="9525" cap="flat" cmpd="sng">
            <a:solidFill>
              <a:schemeClr val="tx2">
                <a:lumMod val="90000"/>
                <a:lumOff val="10000"/>
              </a:schemeClr>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1188000" tIns="0" rIns="180000" bIns="0" anchor="ctr" anchorCtr="0">
            <a:noAutofit/>
          </a:bodyPr>
          <a:lstStyle/>
          <a:p>
            <a:pPr marL="12700" marR="5080" lvl="0" indent="0" algn="just" rtl="0">
              <a:spcBef>
                <a:spcPts val="0"/>
              </a:spcBef>
              <a:spcAft>
                <a:spcPts val="0"/>
              </a:spcAft>
              <a:buClr>
                <a:schemeClr val="dk1"/>
              </a:buClr>
              <a:buFont typeface="Arial"/>
              <a:buNone/>
            </a:pPr>
            <a:r>
              <a:rPr lang="es-ES_tradnl" sz="1400" b="1" dirty="0">
                <a:solidFill>
                  <a:schemeClr val="accent1"/>
                </a:solidFill>
                <a:latin typeface="Quattrocento Sans"/>
                <a:sym typeface="Lato"/>
              </a:rPr>
              <a:t>Se han extraído datos de la página web </a:t>
            </a:r>
            <a:r>
              <a:rPr lang="es-ES_tradnl" sz="1400" b="1" dirty="0">
                <a:solidFill>
                  <a:schemeClr val="accent1"/>
                </a:solidFill>
                <a:latin typeface="Quattrocento Sans"/>
                <a:sym typeface="Lato"/>
                <a:hlinkClick r:id="rId2"/>
              </a:rPr>
              <a:t>cars.com</a:t>
            </a:r>
            <a:r>
              <a:rPr lang="es-ES_tradnl" sz="1400" b="1" dirty="0">
                <a:solidFill>
                  <a:schemeClr val="accent1"/>
                </a:solidFill>
                <a:latin typeface="Quattrocento Sans"/>
                <a:sym typeface="Lato"/>
              </a:rPr>
              <a:t>, </a:t>
            </a:r>
            <a:r>
              <a:rPr lang="es-ES_tradnl" sz="1400" dirty="0">
                <a:solidFill>
                  <a:schemeClr val="accent1"/>
                </a:solidFill>
                <a:latin typeface="Quattrocento Sans"/>
                <a:sym typeface="Lato"/>
              </a:rPr>
              <a:t>entre los días 22/03/2025 y 28/03/2025, para construir un </a:t>
            </a:r>
            <a:r>
              <a:rPr lang="es-ES_tradnl" sz="1400" dirty="0" err="1">
                <a:solidFill>
                  <a:schemeClr val="accent1"/>
                </a:solidFill>
                <a:latin typeface="Quattrocento Sans"/>
                <a:sym typeface="Lato"/>
              </a:rPr>
              <a:t>dataset</a:t>
            </a:r>
            <a:r>
              <a:rPr lang="es-ES_tradnl" sz="1400" dirty="0">
                <a:solidFill>
                  <a:schemeClr val="accent1"/>
                </a:solidFill>
                <a:latin typeface="Quattrocento Sans"/>
                <a:sym typeface="Lato"/>
              </a:rPr>
              <a:t> de precio de vehículos usados. Esta página contiene información sobre el mercado de vehículos de segunda mano en Estados Unidos. El código utilizado para recopilar la información está disponible </a:t>
            </a:r>
            <a:r>
              <a:rPr lang="es-ES_tradnl" sz="1400" dirty="0">
                <a:solidFill>
                  <a:schemeClr val="accent1"/>
                </a:solidFill>
                <a:latin typeface="Quattrocento Sans"/>
                <a:sym typeface="Lato"/>
                <a:hlinkClick r:id="rId3"/>
              </a:rPr>
              <a:t>aquí</a:t>
            </a:r>
            <a:r>
              <a:rPr lang="es-ES_tradnl" sz="1400" dirty="0">
                <a:solidFill>
                  <a:schemeClr val="accent1"/>
                </a:solidFill>
                <a:latin typeface="Quattrocento Sans"/>
                <a:sym typeface="Lato"/>
              </a:rPr>
              <a:t>. </a:t>
            </a:r>
          </a:p>
        </p:txBody>
      </p:sp>
      <p:sp>
        <p:nvSpPr>
          <p:cNvPr id="12" name="Google Shape;1133;g3377905cc50_2_477">
            <a:extLst>
              <a:ext uri="{FF2B5EF4-FFF2-40B4-BE49-F238E27FC236}">
                <a16:creationId xmlns:a16="http://schemas.microsoft.com/office/drawing/2014/main" id="{F90CAFDE-0D11-7F0F-A56B-CD3D8AFE3140}"/>
              </a:ext>
            </a:extLst>
          </p:cNvPr>
          <p:cNvSpPr/>
          <p:nvPr/>
        </p:nvSpPr>
        <p:spPr>
          <a:xfrm>
            <a:off x="984000" y="4100961"/>
            <a:ext cx="10224000" cy="985730"/>
          </a:xfrm>
          <a:custGeom>
            <a:avLst/>
            <a:gdLst/>
            <a:ahLst/>
            <a:cxnLst/>
            <a:rect l="l" t="t" r="r" b="b"/>
            <a:pathLst>
              <a:path w="8627745" h="664845" extrusionOk="0">
                <a:moveTo>
                  <a:pt x="0" y="110743"/>
                </a:moveTo>
                <a:lnTo>
                  <a:pt x="8702" y="67615"/>
                </a:lnTo>
                <a:lnTo>
                  <a:pt x="32435" y="32416"/>
                </a:lnTo>
                <a:lnTo>
                  <a:pt x="67637" y="8695"/>
                </a:lnTo>
                <a:lnTo>
                  <a:pt x="110743" y="0"/>
                </a:lnTo>
                <a:lnTo>
                  <a:pt x="8516620" y="0"/>
                </a:lnTo>
                <a:lnTo>
                  <a:pt x="8559748" y="8695"/>
                </a:lnTo>
                <a:lnTo>
                  <a:pt x="8594947" y="32416"/>
                </a:lnTo>
                <a:lnTo>
                  <a:pt x="8618668" y="67615"/>
                </a:lnTo>
                <a:lnTo>
                  <a:pt x="8627364" y="110743"/>
                </a:lnTo>
                <a:lnTo>
                  <a:pt x="8627364" y="553719"/>
                </a:lnTo>
                <a:lnTo>
                  <a:pt x="8618668" y="596848"/>
                </a:lnTo>
                <a:lnTo>
                  <a:pt x="8594947" y="632047"/>
                </a:lnTo>
                <a:lnTo>
                  <a:pt x="8559748" y="655768"/>
                </a:lnTo>
                <a:lnTo>
                  <a:pt x="8516620" y="664463"/>
                </a:lnTo>
                <a:lnTo>
                  <a:pt x="110743" y="664463"/>
                </a:lnTo>
                <a:lnTo>
                  <a:pt x="67637" y="655768"/>
                </a:lnTo>
                <a:lnTo>
                  <a:pt x="32435" y="632047"/>
                </a:lnTo>
                <a:lnTo>
                  <a:pt x="8702" y="596848"/>
                </a:lnTo>
                <a:lnTo>
                  <a:pt x="0" y="553719"/>
                </a:lnTo>
                <a:lnTo>
                  <a:pt x="0" y="110743"/>
                </a:lnTo>
                <a:close/>
              </a:path>
            </a:pathLst>
          </a:custGeom>
          <a:solidFill>
            <a:schemeClr val="bg1">
              <a:lumMod val="95000"/>
            </a:schemeClr>
          </a:solidFill>
          <a:ln w="9525" cap="flat" cmpd="sng">
            <a:solidFill>
              <a:schemeClr val="tx2">
                <a:lumMod val="90000"/>
                <a:lumOff val="10000"/>
              </a:schemeClr>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1188000" tIns="0" rIns="180000" bIns="0" anchor="ctr" anchorCtr="0">
            <a:noAutofit/>
          </a:bodyPr>
          <a:lstStyle/>
          <a:p>
            <a:pPr marL="12700" marR="5080" lvl="0" indent="0" algn="just" rtl="0">
              <a:spcBef>
                <a:spcPts val="0"/>
              </a:spcBef>
              <a:spcAft>
                <a:spcPts val="0"/>
              </a:spcAft>
              <a:buClr>
                <a:schemeClr val="dk1"/>
              </a:buClr>
              <a:buFont typeface="Arial"/>
              <a:buNone/>
            </a:pPr>
            <a:r>
              <a:rPr lang="es-ES_tradnl" sz="1400" b="1" dirty="0">
                <a:solidFill>
                  <a:schemeClr val="accent1"/>
                </a:solidFill>
                <a:latin typeface="Quattrocento Sans"/>
                <a:sym typeface="Lato"/>
              </a:rPr>
              <a:t>Para añadir la variable de precio original del vehículo, </a:t>
            </a:r>
            <a:r>
              <a:rPr lang="es-ES_tradnl" sz="1400" dirty="0">
                <a:solidFill>
                  <a:schemeClr val="accent1"/>
                </a:solidFill>
                <a:latin typeface="Quattrocento Sans"/>
                <a:sym typeface="Lato"/>
              </a:rPr>
              <a:t>en el momento de adquisición, que no se encontraba disponible en la fuente de datos anterior</a:t>
            </a:r>
            <a:r>
              <a:rPr lang="es-ES_tradnl" sz="1400">
                <a:solidFill>
                  <a:schemeClr val="accent1"/>
                </a:solidFill>
                <a:latin typeface="Quattrocento Sans"/>
                <a:sym typeface="Lato"/>
              </a:rPr>
              <a:t>,</a:t>
            </a:r>
            <a:r>
              <a:rPr lang="es-ES_tradnl" sz="1400" dirty="0">
                <a:solidFill>
                  <a:schemeClr val="accent1"/>
                </a:solidFill>
                <a:latin typeface="Quattrocento Sans"/>
                <a:sym typeface="Lato"/>
              </a:rPr>
              <a:t> se ha recurrido a la </a:t>
            </a:r>
            <a:r>
              <a:rPr lang="es-ES_tradnl" sz="1400" b="1" dirty="0">
                <a:solidFill>
                  <a:schemeClr val="accent1"/>
                </a:solidFill>
                <a:latin typeface="Quattrocento Sans"/>
                <a:sym typeface="Lato"/>
              </a:rPr>
              <a:t>página web </a:t>
            </a:r>
            <a:r>
              <a:rPr lang="es-ES_tradnl" sz="1400" b="1" dirty="0">
                <a:solidFill>
                  <a:schemeClr val="accent1"/>
                </a:solidFill>
                <a:latin typeface="Quattrocento Sans"/>
                <a:sym typeface="Lato"/>
                <a:hlinkClick r:id="rId4"/>
              </a:rPr>
              <a:t>kbb.com</a:t>
            </a:r>
            <a:r>
              <a:rPr lang="es-ES_tradnl" sz="1400" b="1" dirty="0">
                <a:solidFill>
                  <a:schemeClr val="accent1"/>
                </a:solidFill>
                <a:latin typeface="Quattrocento Sans"/>
                <a:sym typeface="Lato"/>
              </a:rPr>
              <a:t>,</a:t>
            </a:r>
            <a:r>
              <a:rPr lang="es-ES_tradnl" sz="1400" dirty="0">
                <a:solidFill>
                  <a:schemeClr val="accent1"/>
                </a:solidFill>
                <a:latin typeface="Quattrocento Sans"/>
                <a:sym typeface="Lato"/>
              </a:rPr>
              <a:t> de la que se ha extraído información entre los días 08/04/2025 y 16/04/2025. El código utilizado está disponible </a:t>
            </a:r>
            <a:r>
              <a:rPr lang="es-ES_tradnl" sz="1400" dirty="0">
                <a:solidFill>
                  <a:schemeClr val="accent1"/>
                </a:solidFill>
                <a:latin typeface="Quattrocento Sans"/>
                <a:sym typeface="Lato"/>
                <a:hlinkClick r:id="rId5"/>
              </a:rPr>
              <a:t>aquí</a:t>
            </a:r>
            <a:r>
              <a:rPr lang="es-ES_tradnl" sz="1400" dirty="0">
                <a:solidFill>
                  <a:schemeClr val="accent1"/>
                </a:solidFill>
                <a:latin typeface="Quattrocento Sans"/>
                <a:sym typeface="Lato"/>
              </a:rPr>
              <a:t>. </a:t>
            </a:r>
          </a:p>
        </p:txBody>
      </p:sp>
      <p:sp>
        <p:nvSpPr>
          <p:cNvPr id="15" name="Google Shape;1137;g3377905cc50_2_477">
            <a:extLst>
              <a:ext uri="{FF2B5EF4-FFF2-40B4-BE49-F238E27FC236}">
                <a16:creationId xmlns:a16="http://schemas.microsoft.com/office/drawing/2014/main" id="{E41FBB94-A7C4-400F-45FE-14D09D6C9650}"/>
              </a:ext>
            </a:extLst>
          </p:cNvPr>
          <p:cNvSpPr/>
          <p:nvPr/>
        </p:nvSpPr>
        <p:spPr>
          <a:xfrm>
            <a:off x="952998" y="5238614"/>
            <a:ext cx="10224000" cy="985730"/>
          </a:xfrm>
          <a:custGeom>
            <a:avLst/>
            <a:gdLst/>
            <a:ahLst/>
            <a:cxnLst/>
            <a:rect l="l" t="t" r="r" b="b"/>
            <a:pathLst>
              <a:path w="8598535" h="539750" extrusionOk="0">
                <a:moveTo>
                  <a:pt x="0" y="89915"/>
                </a:moveTo>
                <a:lnTo>
                  <a:pt x="7066" y="54917"/>
                </a:lnTo>
                <a:lnTo>
                  <a:pt x="26336" y="26336"/>
                </a:lnTo>
                <a:lnTo>
                  <a:pt x="54917" y="7066"/>
                </a:lnTo>
                <a:lnTo>
                  <a:pt x="89915" y="0"/>
                </a:lnTo>
                <a:lnTo>
                  <a:pt x="8508492" y="0"/>
                </a:lnTo>
                <a:lnTo>
                  <a:pt x="8543490" y="7066"/>
                </a:lnTo>
                <a:lnTo>
                  <a:pt x="8572071" y="26336"/>
                </a:lnTo>
                <a:lnTo>
                  <a:pt x="8591341" y="54917"/>
                </a:lnTo>
                <a:lnTo>
                  <a:pt x="8598408" y="89915"/>
                </a:lnTo>
                <a:lnTo>
                  <a:pt x="8598408" y="449579"/>
                </a:lnTo>
                <a:lnTo>
                  <a:pt x="8591341" y="484578"/>
                </a:lnTo>
                <a:lnTo>
                  <a:pt x="8572071" y="513159"/>
                </a:lnTo>
                <a:lnTo>
                  <a:pt x="8543490" y="532429"/>
                </a:lnTo>
                <a:lnTo>
                  <a:pt x="8508492" y="539496"/>
                </a:lnTo>
                <a:lnTo>
                  <a:pt x="89915" y="539496"/>
                </a:lnTo>
                <a:lnTo>
                  <a:pt x="54917" y="532429"/>
                </a:lnTo>
                <a:lnTo>
                  <a:pt x="26336" y="513159"/>
                </a:lnTo>
                <a:lnTo>
                  <a:pt x="7066" y="484578"/>
                </a:lnTo>
                <a:lnTo>
                  <a:pt x="0" y="449579"/>
                </a:lnTo>
                <a:lnTo>
                  <a:pt x="0" y="89915"/>
                </a:lnTo>
                <a:close/>
              </a:path>
            </a:pathLst>
          </a:custGeom>
          <a:solidFill>
            <a:schemeClr val="bg1">
              <a:lumMod val="95000"/>
            </a:schemeClr>
          </a:solidFill>
          <a:ln w="9525" cap="flat" cmpd="sng">
            <a:solidFill>
              <a:schemeClr val="tx2">
                <a:lumMod val="90000"/>
                <a:lumOff val="10000"/>
              </a:schemeClr>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1188000" tIns="0" rIns="180000" bIns="0" anchor="ctr" anchorCtr="0">
            <a:noAutofit/>
          </a:bodyPr>
          <a:lstStyle/>
          <a:p>
            <a:pPr marL="12700" marR="5080" lvl="0" indent="0" algn="just" rtl="0">
              <a:spcBef>
                <a:spcPts val="0"/>
              </a:spcBef>
              <a:spcAft>
                <a:spcPts val="0"/>
              </a:spcAft>
              <a:buClr>
                <a:schemeClr val="dk1"/>
              </a:buClr>
              <a:buFont typeface="Arial"/>
              <a:buNone/>
            </a:pPr>
            <a:r>
              <a:rPr lang="es-ES_tradnl" sz="1400" dirty="0">
                <a:solidFill>
                  <a:schemeClr val="accent1"/>
                </a:solidFill>
                <a:latin typeface="Quattrocento Sans"/>
                <a:sym typeface="Lato"/>
              </a:rPr>
              <a:t>En total</a:t>
            </a:r>
            <a:r>
              <a:rPr lang="es-ES_tradnl" sz="1400" b="1" dirty="0">
                <a:solidFill>
                  <a:schemeClr val="accent1"/>
                </a:solidFill>
                <a:latin typeface="Quattrocento Sans"/>
                <a:sym typeface="Lato"/>
              </a:rPr>
              <a:t>, </a:t>
            </a:r>
            <a:r>
              <a:rPr lang="es-ES_tradnl" sz="1400" dirty="0">
                <a:solidFill>
                  <a:schemeClr val="accent1"/>
                </a:solidFill>
                <a:latin typeface="Quattrocento Sans"/>
                <a:sym typeface="Lato"/>
              </a:rPr>
              <a:t>se han extraído información relativa a </a:t>
            </a:r>
            <a:r>
              <a:rPr lang="es-ES_tradnl" sz="1400" b="1" dirty="0">
                <a:solidFill>
                  <a:schemeClr val="accent1"/>
                </a:solidFill>
                <a:latin typeface="Quattrocento Sans"/>
                <a:sym typeface="Lato"/>
              </a:rPr>
              <a:t>14 variables </a:t>
            </a:r>
            <a:r>
              <a:rPr lang="es-ES_tradnl" sz="1400" dirty="0">
                <a:solidFill>
                  <a:schemeClr val="accent1"/>
                </a:solidFill>
                <a:latin typeface="Quattrocento Sans"/>
                <a:sym typeface="Lato"/>
              </a:rPr>
              <a:t>de </a:t>
            </a:r>
            <a:r>
              <a:rPr lang="es-ES_tradnl" sz="1400" b="1" dirty="0">
                <a:solidFill>
                  <a:schemeClr val="accent1"/>
                </a:solidFill>
                <a:latin typeface="Quattrocento Sans"/>
                <a:sym typeface="Lato"/>
              </a:rPr>
              <a:t>141.198 vehículos usados, </a:t>
            </a:r>
            <a:r>
              <a:rPr lang="es-ES_tradnl" sz="1400" dirty="0">
                <a:solidFill>
                  <a:schemeClr val="accent1"/>
                </a:solidFill>
                <a:latin typeface="Quattrocento Sans"/>
                <a:sym typeface="Lato"/>
              </a:rPr>
              <a:t>correspondientes a las </a:t>
            </a:r>
            <a:r>
              <a:rPr lang="es-ES_tradnl" sz="1400" b="1" dirty="0">
                <a:solidFill>
                  <a:schemeClr val="accent1"/>
                </a:solidFill>
                <a:latin typeface="Quattrocento Sans"/>
                <a:sym typeface="Lato"/>
              </a:rPr>
              <a:t>30 marcas </a:t>
            </a:r>
            <a:r>
              <a:rPr lang="es-ES_tradnl" sz="1400" dirty="0">
                <a:solidFill>
                  <a:schemeClr val="accent1"/>
                </a:solidFill>
                <a:latin typeface="Quattrocento Sans"/>
                <a:sym typeface="Lato"/>
              </a:rPr>
              <a:t>más representativas del mercado automotriz estadounidense</a:t>
            </a:r>
            <a:r>
              <a:rPr lang="es-ES_tradnl" sz="1400" b="1" dirty="0">
                <a:solidFill>
                  <a:schemeClr val="accent1"/>
                </a:solidFill>
                <a:latin typeface="Quattrocento Sans"/>
                <a:sym typeface="Lato"/>
              </a:rPr>
              <a:t>. </a:t>
            </a:r>
            <a:r>
              <a:rPr lang="es-ES_tradnl" sz="1400" dirty="0">
                <a:solidFill>
                  <a:schemeClr val="accent1"/>
                </a:solidFill>
                <a:latin typeface="Quattrocento Sans"/>
                <a:sym typeface="Lato"/>
              </a:rPr>
              <a:t>Esto implica la composición de un conjunto de datos lo suficientemente extenso para que los algoritmos de </a:t>
            </a:r>
            <a:r>
              <a:rPr lang="es-ES_tradnl" sz="1400" b="1">
                <a:solidFill>
                  <a:schemeClr val="accent1"/>
                </a:solidFill>
                <a:latin typeface="Quattrocento Sans"/>
                <a:sym typeface="Lato"/>
              </a:rPr>
              <a:t>Machine </a:t>
            </a:r>
            <a:r>
              <a:rPr lang="es-ES_tradnl" sz="1400" b="1" err="1">
                <a:solidFill>
                  <a:schemeClr val="accent1"/>
                </a:solidFill>
                <a:latin typeface="Quattrocento Sans"/>
                <a:sym typeface="Lato"/>
              </a:rPr>
              <a:t>Learning</a:t>
            </a:r>
            <a:r>
              <a:rPr lang="es-ES_tradnl" sz="1400" b="1">
                <a:solidFill>
                  <a:schemeClr val="accent1"/>
                </a:solidFill>
                <a:latin typeface="Quattrocento Sans"/>
                <a:sym typeface="Lato"/>
              </a:rPr>
              <a:t>,</a:t>
            </a:r>
            <a:r>
              <a:rPr lang="es-ES_tradnl" sz="1400" b="1" dirty="0">
                <a:solidFill>
                  <a:schemeClr val="accent1"/>
                </a:solidFill>
                <a:latin typeface="Quattrocento Sans"/>
                <a:sym typeface="Lato"/>
              </a:rPr>
              <a:t> </a:t>
            </a:r>
            <a:r>
              <a:rPr lang="es-ES_tradnl" sz="1400" dirty="0">
                <a:solidFill>
                  <a:schemeClr val="accent1"/>
                </a:solidFill>
                <a:latin typeface="Quattrocento Sans"/>
                <a:sym typeface="Lato"/>
              </a:rPr>
              <a:t>que requieren de un </a:t>
            </a:r>
            <a:r>
              <a:rPr lang="es-ES_tradnl" sz="1400" b="1" dirty="0">
                <a:solidFill>
                  <a:schemeClr val="accent1"/>
                </a:solidFill>
                <a:latin typeface="Quattrocento Sans"/>
                <a:sym typeface="Lato"/>
              </a:rPr>
              <a:t>alto volumen de datos de entrenamiento puedan generalizar adecuadamente y lograr un buen rendimiento predictivo.</a:t>
            </a:r>
          </a:p>
        </p:txBody>
      </p:sp>
      <p:grpSp>
        <p:nvGrpSpPr>
          <p:cNvPr id="17" name="Graphic 30" descr="Database">
            <a:extLst>
              <a:ext uri="{FF2B5EF4-FFF2-40B4-BE49-F238E27FC236}">
                <a16:creationId xmlns:a16="http://schemas.microsoft.com/office/drawing/2014/main" id="{235DA240-08E0-59E2-58AE-8F182B9E5C0F}"/>
              </a:ext>
            </a:extLst>
          </p:cNvPr>
          <p:cNvGrpSpPr/>
          <p:nvPr/>
        </p:nvGrpSpPr>
        <p:grpSpPr>
          <a:xfrm>
            <a:off x="1522899" y="1997589"/>
            <a:ext cx="403232" cy="375693"/>
            <a:chOff x="3973045" y="5754916"/>
            <a:chExt cx="533400" cy="723900"/>
          </a:xfrm>
          <a:solidFill>
            <a:schemeClr val="tx2">
              <a:lumMod val="90000"/>
              <a:lumOff val="10000"/>
              <a:alpha val="81176"/>
            </a:schemeClr>
          </a:solidFill>
        </p:grpSpPr>
        <p:sp>
          <p:nvSpPr>
            <p:cNvPr id="18" name="Freeform: Shape 94">
              <a:extLst>
                <a:ext uri="{FF2B5EF4-FFF2-40B4-BE49-F238E27FC236}">
                  <a16:creationId xmlns:a16="http://schemas.microsoft.com/office/drawing/2014/main" id="{4A862D83-CFB7-7724-7091-A546A5B55672}"/>
                </a:ext>
              </a:extLst>
            </p:cNvPr>
            <p:cNvSpPr/>
            <p:nvPr/>
          </p:nvSpPr>
          <p:spPr>
            <a:xfrm>
              <a:off x="3973045" y="5754916"/>
              <a:ext cx="533400" cy="152400"/>
            </a:xfrm>
            <a:custGeom>
              <a:avLst/>
              <a:gdLst>
                <a:gd name="connsiteX0" fmla="*/ 533400 w 533400"/>
                <a:gd name="connsiteY0" fmla="*/ 76200 h 152400"/>
                <a:gd name="connsiteX1" fmla="*/ 266700 w 533400"/>
                <a:gd name="connsiteY1" fmla="*/ 152400 h 152400"/>
                <a:gd name="connsiteX2" fmla="*/ 0 w 533400"/>
                <a:gd name="connsiteY2" fmla="*/ 76200 h 152400"/>
                <a:gd name="connsiteX3" fmla="*/ 266700 w 533400"/>
                <a:gd name="connsiteY3" fmla="*/ 0 h 152400"/>
                <a:gd name="connsiteX4" fmla="*/ 533400 w 533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152400">
                  <a:moveTo>
                    <a:pt x="533400" y="76200"/>
                  </a:moveTo>
                  <a:cubicBezTo>
                    <a:pt x="533400" y="118284"/>
                    <a:pt x="413994" y="152400"/>
                    <a:pt x="266700" y="152400"/>
                  </a:cubicBezTo>
                  <a:cubicBezTo>
                    <a:pt x="119406" y="152400"/>
                    <a:pt x="0" y="118284"/>
                    <a:pt x="0" y="76200"/>
                  </a:cubicBezTo>
                  <a:cubicBezTo>
                    <a:pt x="0" y="34116"/>
                    <a:pt x="119406" y="0"/>
                    <a:pt x="266700" y="0"/>
                  </a:cubicBezTo>
                  <a:cubicBezTo>
                    <a:pt x="413994" y="0"/>
                    <a:pt x="533400" y="34116"/>
                    <a:pt x="533400" y="76200"/>
                  </a:cubicBezTo>
                  <a:close/>
                </a:path>
              </a:pathLst>
            </a:custGeom>
            <a:grpFill/>
            <a:ln w="9525" cap="flat">
              <a:noFill/>
              <a:prstDash val="solid"/>
              <a:miter/>
            </a:ln>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sz="1400"/>
            </a:p>
          </p:txBody>
        </p:sp>
        <p:sp>
          <p:nvSpPr>
            <p:cNvPr id="19" name="Freeform: Shape 95">
              <a:extLst>
                <a:ext uri="{FF2B5EF4-FFF2-40B4-BE49-F238E27FC236}">
                  <a16:creationId xmlns:a16="http://schemas.microsoft.com/office/drawing/2014/main" id="{958C969C-446B-1C17-82C1-8BA7AEF981B7}"/>
                </a:ext>
              </a:extLst>
            </p:cNvPr>
            <p:cNvSpPr/>
            <p:nvPr/>
          </p:nvSpPr>
          <p:spPr>
            <a:xfrm>
              <a:off x="3973045" y="5869216"/>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sz="1400"/>
            </a:p>
          </p:txBody>
        </p:sp>
        <p:sp>
          <p:nvSpPr>
            <p:cNvPr id="20" name="Freeform: Shape 96">
              <a:extLst>
                <a:ext uri="{FF2B5EF4-FFF2-40B4-BE49-F238E27FC236}">
                  <a16:creationId xmlns:a16="http://schemas.microsoft.com/office/drawing/2014/main" id="{2217CC9E-DC78-F192-E574-42C574E6D666}"/>
                </a:ext>
              </a:extLst>
            </p:cNvPr>
            <p:cNvSpPr/>
            <p:nvPr/>
          </p:nvSpPr>
          <p:spPr>
            <a:xfrm>
              <a:off x="3973045" y="6059716"/>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sz="1400"/>
            </a:p>
          </p:txBody>
        </p:sp>
        <p:sp>
          <p:nvSpPr>
            <p:cNvPr id="21" name="Freeform: Shape 97">
              <a:extLst>
                <a:ext uri="{FF2B5EF4-FFF2-40B4-BE49-F238E27FC236}">
                  <a16:creationId xmlns:a16="http://schemas.microsoft.com/office/drawing/2014/main" id="{279A52A2-1867-80FC-4C41-6256D938C3D9}"/>
                </a:ext>
              </a:extLst>
            </p:cNvPr>
            <p:cNvSpPr/>
            <p:nvPr/>
          </p:nvSpPr>
          <p:spPr>
            <a:xfrm>
              <a:off x="3973045" y="6250216"/>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sz="1400"/>
            </a:p>
          </p:txBody>
        </p:sp>
      </p:grpSp>
      <p:pic>
        <p:nvPicPr>
          <p:cNvPr id="22" name="Graphic 21" descr="Folder Search with solid fill">
            <a:extLst>
              <a:ext uri="{FF2B5EF4-FFF2-40B4-BE49-F238E27FC236}">
                <a16:creationId xmlns:a16="http://schemas.microsoft.com/office/drawing/2014/main" id="{772C8D9E-003C-B0D4-9DD3-86B2C70E244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32926" y="3097500"/>
            <a:ext cx="595267" cy="595267"/>
          </a:xfrm>
          <a:prstGeom prst="rect">
            <a:avLst/>
          </a:prstGeom>
        </p:spPr>
      </p:pic>
      <p:grpSp>
        <p:nvGrpSpPr>
          <p:cNvPr id="23" name="Graphic 24" descr="Gears">
            <a:extLst>
              <a:ext uri="{FF2B5EF4-FFF2-40B4-BE49-F238E27FC236}">
                <a16:creationId xmlns:a16="http://schemas.microsoft.com/office/drawing/2014/main" id="{974A07A3-1B4D-B4FF-9710-AD345FD39DE9}"/>
              </a:ext>
            </a:extLst>
          </p:cNvPr>
          <p:cNvGrpSpPr/>
          <p:nvPr/>
        </p:nvGrpSpPr>
        <p:grpSpPr>
          <a:xfrm>
            <a:off x="1528114" y="5485881"/>
            <a:ext cx="429073" cy="480163"/>
            <a:chOff x="178959" y="5419445"/>
            <a:chExt cx="615315" cy="746761"/>
          </a:xfrm>
          <a:solidFill>
            <a:schemeClr val="tx2">
              <a:lumMod val="90000"/>
              <a:lumOff val="10000"/>
              <a:alpha val="81176"/>
            </a:schemeClr>
          </a:solidFill>
        </p:grpSpPr>
        <p:sp>
          <p:nvSpPr>
            <p:cNvPr id="24" name="Freeform: Shape 84">
              <a:extLst>
                <a:ext uri="{FF2B5EF4-FFF2-40B4-BE49-F238E27FC236}">
                  <a16:creationId xmlns:a16="http://schemas.microsoft.com/office/drawing/2014/main" id="{7E6B92EB-09A3-0F7A-053C-6675A2513132}"/>
                </a:ext>
              </a:extLst>
            </p:cNvPr>
            <p:cNvSpPr/>
            <p:nvPr/>
          </p:nvSpPr>
          <p:spPr>
            <a:xfrm>
              <a:off x="394225" y="5419445"/>
              <a:ext cx="400049" cy="400050"/>
            </a:xfrm>
            <a:custGeom>
              <a:avLst/>
              <a:gdLst>
                <a:gd name="connsiteX0" fmla="*/ 202883 w 400050"/>
                <a:gd name="connsiteY0" fmla="*/ 274320 h 400050"/>
                <a:gd name="connsiteX1" fmla="*/ 131445 w 400050"/>
                <a:gd name="connsiteY1" fmla="*/ 202883 h 400050"/>
                <a:gd name="connsiteX2" fmla="*/ 202883 w 400050"/>
                <a:gd name="connsiteY2" fmla="*/ 131445 h 400050"/>
                <a:gd name="connsiteX3" fmla="*/ 274320 w 400050"/>
                <a:gd name="connsiteY3" fmla="*/ 202883 h 400050"/>
                <a:gd name="connsiteX4" fmla="*/ 202883 w 400050"/>
                <a:gd name="connsiteY4" fmla="*/ 274320 h 400050"/>
                <a:gd name="connsiteX5" fmla="*/ 363855 w 400050"/>
                <a:gd name="connsiteY5" fmla="*/ 158115 h 400050"/>
                <a:gd name="connsiteX6" fmla="*/ 348615 w 400050"/>
                <a:gd name="connsiteY6" fmla="*/ 120968 h 400050"/>
                <a:gd name="connsiteX7" fmla="*/ 363855 w 400050"/>
                <a:gd name="connsiteY7" fmla="*/ 76200 h 400050"/>
                <a:gd name="connsiteX8" fmla="*/ 329565 w 400050"/>
                <a:gd name="connsiteY8" fmla="*/ 41910 h 400050"/>
                <a:gd name="connsiteX9" fmla="*/ 284798 w 400050"/>
                <a:gd name="connsiteY9" fmla="*/ 57150 h 400050"/>
                <a:gd name="connsiteX10" fmla="*/ 247650 w 400050"/>
                <a:gd name="connsiteY10" fmla="*/ 41910 h 400050"/>
                <a:gd name="connsiteX11" fmla="*/ 226695 w 400050"/>
                <a:gd name="connsiteY11" fmla="*/ 0 h 400050"/>
                <a:gd name="connsiteX12" fmla="*/ 179070 w 400050"/>
                <a:gd name="connsiteY12" fmla="*/ 0 h 400050"/>
                <a:gd name="connsiteX13" fmla="*/ 158115 w 400050"/>
                <a:gd name="connsiteY13" fmla="*/ 41910 h 400050"/>
                <a:gd name="connsiteX14" fmla="*/ 120968 w 400050"/>
                <a:gd name="connsiteY14" fmla="*/ 57150 h 400050"/>
                <a:gd name="connsiteX15" fmla="*/ 76200 w 400050"/>
                <a:gd name="connsiteY15" fmla="*/ 41910 h 400050"/>
                <a:gd name="connsiteX16" fmla="*/ 41910 w 400050"/>
                <a:gd name="connsiteY16" fmla="*/ 76200 h 400050"/>
                <a:gd name="connsiteX17" fmla="*/ 57150 w 400050"/>
                <a:gd name="connsiteY17" fmla="*/ 120968 h 400050"/>
                <a:gd name="connsiteX18" fmla="*/ 41910 w 400050"/>
                <a:gd name="connsiteY18" fmla="*/ 158115 h 400050"/>
                <a:gd name="connsiteX19" fmla="*/ 0 w 400050"/>
                <a:gd name="connsiteY19" fmla="*/ 179070 h 400050"/>
                <a:gd name="connsiteX20" fmla="*/ 0 w 400050"/>
                <a:gd name="connsiteY20" fmla="*/ 226695 h 400050"/>
                <a:gd name="connsiteX21" fmla="*/ 41910 w 400050"/>
                <a:gd name="connsiteY21" fmla="*/ 247650 h 400050"/>
                <a:gd name="connsiteX22" fmla="*/ 57150 w 400050"/>
                <a:gd name="connsiteY22" fmla="*/ 284798 h 400050"/>
                <a:gd name="connsiteX23" fmla="*/ 41910 w 400050"/>
                <a:gd name="connsiteY23" fmla="*/ 329565 h 400050"/>
                <a:gd name="connsiteX24" fmla="*/ 75248 w 400050"/>
                <a:gd name="connsiteY24" fmla="*/ 362903 h 400050"/>
                <a:gd name="connsiteX25" fmla="*/ 120015 w 400050"/>
                <a:gd name="connsiteY25" fmla="*/ 347663 h 400050"/>
                <a:gd name="connsiteX26" fmla="*/ 157163 w 400050"/>
                <a:gd name="connsiteY26" fmla="*/ 362903 h 400050"/>
                <a:gd name="connsiteX27" fmla="*/ 178118 w 400050"/>
                <a:gd name="connsiteY27" fmla="*/ 404813 h 400050"/>
                <a:gd name="connsiteX28" fmla="*/ 225743 w 400050"/>
                <a:gd name="connsiteY28" fmla="*/ 404813 h 400050"/>
                <a:gd name="connsiteX29" fmla="*/ 246698 w 400050"/>
                <a:gd name="connsiteY29" fmla="*/ 362903 h 400050"/>
                <a:gd name="connsiteX30" fmla="*/ 283845 w 400050"/>
                <a:gd name="connsiteY30" fmla="*/ 347663 h 400050"/>
                <a:gd name="connsiteX31" fmla="*/ 328613 w 400050"/>
                <a:gd name="connsiteY31" fmla="*/ 362903 h 400050"/>
                <a:gd name="connsiteX32" fmla="*/ 362903 w 400050"/>
                <a:gd name="connsiteY32" fmla="*/ 329565 h 400050"/>
                <a:gd name="connsiteX33" fmla="*/ 347663 w 400050"/>
                <a:gd name="connsiteY33" fmla="*/ 284798 h 400050"/>
                <a:gd name="connsiteX34" fmla="*/ 363855 w 400050"/>
                <a:gd name="connsiteY34" fmla="*/ 247650 h 400050"/>
                <a:gd name="connsiteX35" fmla="*/ 405765 w 400050"/>
                <a:gd name="connsiteY35" fmla="*/ 226695 h 400050"/>
                <a:gd name="connsiteX36" fmla="*/ 405765 w 400050"/>
                <a:gd name="connsiteY36" fmla="*/ 179070 h 400050"/>
                <a:gd name="connsiteX37" fmla="*/ 363855 w 400050"/>
                <a:gd name="connsiteY37" fmla="*/ 158115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0050" h="400050">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grpFill/>
            <a:ln w="9525" cap="flat">
              <a:noFill/>
              <a:prstDash val="solid"/>
              <a:miter/>
            </a:ln>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sz="1400"/>
            </a:p>
          </p:txBody>
        </p:sp>
        <p:sp>
          <p:nvSpPr>
            <p:cNvPr id="25" name="Freeform: Shape 85">
              <a:extLst>
                <a:ext uri="{FF2B5EF4-FFF2-40B4-BE49-F238E27FC236}">
                  <a16:creationId xmlns:a16="http://schemas.microsoft.com/office/drawing/2014/main" id="{3D4C90C1-7DBA-FC18-7AD0-16912D7EA83D}"/>
                </a:ext>
              </a:extLst>
            </p:cNvPr>
            <p:cNvSpPr/>
            <p:nvPr/>
          </p:nvSpPr>
          <p:spPr>
            <a:xfrm>
              <a:off x="178959" y="5766156"/>
              <a:ext cx="400049" cy="400050"/>
            </a:xfrm>
            <a:custGeom>
              <a:avLst/>
              <a:gdLst>
                <a:gd name="connsiteX0" fmla="*/ 202883 w 400050"/>
                <a:gd name="connsiteY0" fmla="*/ 274320 h 400050"/>
                <a:gd name="connsiteX1" fmla="*/ 131445 w 400050"/>
                <a:gd name="connsiteY1" fmla="*/ 202882 h 400050"/>
                <a:gd name="connsiteX2" fmla="*/ 202883 w 400050"/>
                <a:gd name="connsiteY2" fmla="*/ 131445 h 400050"/>
                <a:gd name="connsiteX3" fmla="*/ 274320 w 400050"/>
                <a:gd name="connsiteY3" fmla="*/ 202882 h 400050"/>
                <a:gd name="connsiteX4" fmla="*/ 202883 w 400050"/>
                <a:gd name="connsiteY4" fmla="*/ 274320 h 400050"/>
                <a:gd name="connsiteX5" fmla="*/ 202883 w 400050"/>
                <a:gd name="connsiteY5" fmla="*/ 274320 h 400050"/>
                <a:gd name="connsiteX6" fmla="*/ 348615 w 400050"/>
                <a:gd name="connsiteY6" fmla="*/ 120967 h 400050"/>
                <a:gd name="connsiteX7" fmla="*/ 363855 w 400050"/>
                <a:gd name="connsiteY7" fmla="*/ 76200 h 400050"/>
                <a:gd name="connsiteX8" fmla="*/ 329565 w 400050"/>
                <a:gd name="connsiteY8" fmla="*/ 41910 h 400050"/>
                <a:gd name="connsiteX9" fmla="*/ 284798 w 400050"/>
                <a:gd name="connsiteY9" fmla="*/ 57150 h 400050"/>
                <a:gd name="connsiteX10" fmla="*/ 247650 w 400050"/>
                <a:gd name="connsiteY10" fmla="*/ 41910 h 400050"/>
                <a:gd name="connsiteX11" fmla="*/ 226695 w 400050"/>
                <a:gd name="connsiteY11" fmla="*/ 0 h 400050"/>
                <a:gd name="connsiteX12" fmla="*/ 179070 w 400050"/>
                <a:gd name="connsiteY12" fmla="*/ 0 h 400050"/>
                <a:gd name="connsiteX13" fmla="*/ 158115 w 400050"/>
                <a:gd name="connsiteY13" fmla="*/ 41910 h 400050"/>
                <a:gd name="connsiteX14" fmla="*/ 120968 w 400050"/>
                <a:gd name="connsiteY14" fmla="*/ 57150 h 400050"/>
                <a:gd name="connsiteX15" fmla="*/ 76200 w 400050"/>
                <a:gd name="connsiteY15" fmla="*/ 41910 h 400050"/>
                <a:gd name="connsiteX16" fmla="*/ 42863 w 400050"/>
                <a:gd name="connsiteY16" fmla="*/ 75247 h 400050"/>
                <a:gd name="connsiteX17" fmla="*/ 57150 w 400050"/>
                <a:gd name="connsiteY17" fmla="*/ 120015 h 400050"/>
                <a:gd name="connsiteX18" fmla="*/ 41910 w 400050"/>
                <a:gd name="connsiteY18" fmla="*/ 157163 h 400050"/>
                <a:gd name="connsiteX19" fmla="*/ 0 w 400050"/>
                <a:gd name="connsiteY19" fmla="*/ 178117 h 400050"/>
                <a:gd name="connsiteX20" fmla="*/ 0 w 400050"/>
                <a:gd name="connsiteY20" fmla="*/ 225742 h 400050"/>
                <a:gd name="connsiteX21" fmla="*/ 41910 w 400050"/>
                <a:gd name="connsiteY21" fmla="*/ 246698 h 400050"/>
                <a:gd name="connsiteX22" fmla="*/ 57150 w 400050"/>
                <a:gd name="connsiteY22" fmla="*/ 283845 h 400050"/>
                <a:gd name="connsiteX23" fmla="*/ 42863 w 400050"/>
                <a:gd name="connsiteY23" fmla="*/ 328613 h 400050"/>
                <a:gd name="connsiteX24" fmla="*/ 76200 w 400050"/>
                <a:gd name="connsiteY24" fmla="*/ 361950 h 400050"/>
                <a:gd name="connsiteX25" fmla="*/ 120968 w 400050"/>
                <a:gd name="connsiteY25" fmla="*/ 347663 h 400050"/>
                <a:gd name="connsiteX26" fmla="*/ 158115 w 400050"/>
                <a:gd name="connsiteY26" fmla="*/ 362903 h 400050"/>
                <a:gd name="connsiteX27" fmla="*/ 179070 w 400050"/>
                <a:gd name="connsiteY27" fmla="*/ 404813 h 400050"/>
                <a:gd name="connsiteX28" fmla="*/ 226695 w 400050"/>
                <a:gd name="connsiteY28" fmla="*/ 404813 h 400050"/>
                <a:gd name="connsiteX29" fmla="*/ 247650 w 400050"/>
                <a:gd name="connsiteY29" fmla="*/ 362903 h 400050"/>
                <a:gd name="connsiteX30" fmla="*/ 284798 w 400050"/>
                <a:gd name="connsiteY30" fmla="*/ 347663 h 400050"/>
                <a:gd name="connsiteX31" fmla="*/ 329565 w 400050"/>
                <a:gd name="connsiteY31" fmla="*/ 362903 h 400050"/>
                <a:gd name="connsiteX32" fmla="*/ 362903 w 400050"/>
                <a:gd name="connsiteY32" fmla="*/ 328613 h 400050"/>
                <a:gd name="connsiteX33" fmla="*/ 348615 w 400050"/>
                <a:gd name="connsiteY33" fmla="*/ 284798 h 400050"/>
                <a:gd name="connsiteX34" fmla="*/ 363855 w 400050"/>
                <a:gd name="connsiteY34" fmla="*/ 247650 h 400050"/>
                <a:gd name="connsiteX35" fmla="*/ 405765 w 400050"/>
                <a:gd name="connsiteY35" fmla="*/ 226695 h 400050"/>
                <a:gd name="connsiteX36" fmla="*/ 405765 w 400050"/>
                <a:gd name="connsiteY36" fmla="*/ 179070 h 400050"/>
                <a:gd name="connsiteX37" fmla="*/ 363855 w 400050"/>
                <a:gd name="connsiteY37" fmla="*/ 158115 h 400050"/>
                <a:gd name="connsiteX38" fmla="*/ 348615 w 400050"/>
                <a:gd name="connsiteY38" fmla="*/ 120967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0050" h="400050">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grpFill/>
            <a:ln w="9525" cap="flat">
              <a:noFill/>
              <a:prstDash val="solid"/>
              <a:miter/>
            </a:ln>
          </p:spPr>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US" sz="1400"/>
            </a:p>
          </p:txBody>
        </p:sp>
      </p:grpSp>
      <p:sp>
        <p:nvSpPr>
          <p:cNvPr id="26" name="Google Shape;706;p20">
            <a:extLst>
              <a:ext uri="{FF2B5EF4-FFF2-40B4-BE49-F238E27FC236}">
                <a16:creationId xmlns:a16="http://schemas.microsoft.com/office/drawing/2014/main" id="{A7DDB7F6-FD20-7FC6-4554-61CB7CD9BDCF}"/>
              </a:ext>
            </a:extLst>
          </p:cNvPr>
          <p:cNvSpPr/>
          <p:nvPr/>
        </p:nvSpPr>
        <p:spPr>
          <a:xfrm>
            <a:off x="1510724" y="4339627"/>
            <a:ext cx="446461" cy="501156"/>
          </a:xfrm>
          <a:custGeom>
            <a:avLst/>
            <a:gdLst/>
            <a:ahLst/>
            <a:cxnLst/>
            <a:rect l="l" t="t" r="r" b="b"/>
            <a:pathLst>
              <a:path w="102" h="96" extrusionOk="0">
                <a:moveTo>
                  <a:pt x="53" y="0"/>
                </a:moveTo>
                <a:cubicBezTo>
                  <a:pt x="31" y="0"/>
                  <a:pt x="31" y="0"/>
                  <a:pt x="31" y="0"/>
                </a:cubicBezTo>
                <a:cubicBezTo>
                  <a:pt x="29" y="0"/>
                  <a:pt x="27" y="2"/>
                  <a:pt x="27" y="3"/>
                </a:cubicBezTo>
                <a:cubicBezTo>
                  <a:pt x="27" y="17"/>
                  <a:pt x="27" y="17"/>
                  <a:pt x="27" y="17"/>
                </a:cubicBezTo>
                <a:cubicBezTo>
                  <a:pt x="27" y="19"/>
                  <a:pt x="29" y="21"/>
                  <a:pt x="31" y="21"/>
                </a:cubicBezTo>
                <a:cubicBezTo>
                  <a:pt x="53" y="21"/>
                  <a:pt x="53" y="21"/>
                  <a:pt x="53" y="21"/>
                </a:cubicBezTo>
                <a:cubicBezTo>
                  <a:pt x="55" y="21"/>
                  <a:pt x="56" y="19"/>
                  <a:pt x="56" y="17"/>
                </a:cubicBezTo>
                <a:cubicBezTo>
                  <a:pt x="56" y="3"/>
                  <a:pt x="56" y="3"/>
                  <a:pt x="56" y="3"/>
                </a:cubicBezTo>
                <a:cubicBezTo>
                  <a:pt x="56" y="2"/>
                  <a:pt x="55" y="0"/>
                  <a:pt x="53" y="0"/>
                </a:cubicBezTo>
                <a:close/>
                <a:moveTo>
                  <a:pt x="47" y="12"/>
                </a:moveTo>
                <a:cubicBezTo>
                  <a:pt x="37" y="12"/>
                  <a:pt x="37" y="12"/>
                  <a:pt x="37" y="12"/>
                </a:cubicBezTo>
                <a:cubicBezTo>
                  <a:pt x="36" y="12"/>
                  <a:pt x="31" y="9"/>
                  <a:pt x="31" y="7"/>
                </a:cubicBezTo>
                <a:cubicBezTo>
                  <a:pt x="31" y="5"/>
                  <a:pt x="33" y="3"/>
                  <a:pt x="35" y="3"/>
                </a:cubicBezTo>
                <a:cubicBezTo>
                  <a:pt x="49" y="3"/>
                  <a:pt x="49" y="3"/>
                  <a:pt x="49" y="3"/>
                </a:cubicBezTo>
                <a:cubicBezTo>
                  <a:pt x="50" y="3"/>
                  <a:pt x="52" y="5"/>
                  <a:pt x="52" y="7"/>
                </a:cubicBezTo>
                <a:cubicBezTo>
                  <a:pt x="52" y="9"/>
                  <a:pt x="48" y="12"/>
                  <a:pt x="47" y="12"/>
                </a:cubicBezTo>
                <a:close/>
                <a:moveTo>
                  <a:pt x="56" y="30"/>
                </a:moveTo>
                <a:cubicBezTo>
                  <a:pt x="56" y="31"/>
                  <a:pt x="56" y="32"/>
                  <a:pt x="56" y="32"/>
                </a:cubicBezTo>
                <a:cubicBezTo>
                  <a:pt x="8" y="32"/>
                  <a:pt x="8" y="32"/>
                  <a:pt x="8" y="32"/>
                </a:cubicBezTo>
                <a:cubicBezTo>
                  <a:pt x="8" y="32"/>
                  <a:pt x="7" y="31"/>
                  <a:pt x="7" y="30"/>
                </a:cubicBezTo>
                <a:cubicBezTo>
                  <a:pt x="7" y="30"/>
                  <a:pt x="7" y="30"/>
                  <a:pt x="7" y="30"/>
                </a:cubicBezTo>
                <a:cubicBezTo>
                  <a:pt x="7" y="29"/>
                  <a:pt x="8" y="29"/>
                  <a:pt x="8" y="29"/>
                </a:cubicBezTo>
                <a:cubicBezTo>
                  <a:pt x="56" y="29"/>
                  <a:pt x="56" y="29"/>
                  <a:pt x="56" y="29"/>
                </a:cubicBezTo>
                <a:cubicBezTo>
                  <a:pt x="56" y="29"/>
                  <a:pt x="56" y="29"/>
                  <a:pt x="56" y="30"/>
                </a:cubicBezTo>
                <a:close/>
                <a:moveTo>
                  <a:pt x="49" y="42"/>
                </a:moveTo>
                <a:cubicBezTo>
                  <a:pt x="49" y="43"/>
                  <a:pt x="48" y="44"/>
                  <a:pt x="47" y="44"/>
                </a:cubicBezTo>
                <a:cubicBezTo>
                  <a:pt x="8" y="44"/>
                  <a:pt x="8" y="44"/>
                  <a:pt x="8" y="44"/>
                </a:cubicBezTo>
                <a:cubicBezTo>
                  <a:pt x="8" y="44"/>
                  <a:pt x="7" y="43"/>
                  <a:pt x="7" y="42"/>
                </a:cubicBezTo>
                <a:cubicBezTo>
                  <a:pt x="7" y="42"/>
                  <a:pt x="7" y="42"/>
                  <a:pt x="7" y="42"/>
                </a:cubicBezTo>
                <a:cubicBezTo>
                  <a:pt x="7" y="41"/>
                  <a:pt x="8" y="41"/>
                  <a:pt x="8" y="41"/>
                </a:cubicBezTo>
                <a:cubicBezTo>
                  <a:pt x="47" y="41"/>
                  <a:pt x="47" y="41"/>
                  <a:pt x="47" y="41"/>
                </a:cubicBezTo>
                <a:cubicBezTo>
                  <a:pt x="48" y="41"/>
                  <a:pt x="49" y="41"/>
                  <a:pt x="49" y="42"/>
                </a:cubicBezTo>
                <a:close/>
                <a:moveTo>
                  <a:pt x="41" y="54"/>
                </a:moveTo>
                <a:cubicBezTo>
                  <a:pt x="41" y="55"/>
                  <a:pt x="40" y="56"/>
                  <a:pt x="40" y="56"/>
                </a:cubicBezTo>
                <a:cubicBezTo>
                  <a:pt x="8" y="56"/>
                  <a:pt x="8" y="56"/>
                  <a:pt x="8" y="56"/>
                </a:cubicBezTo>
                <a:cubicBezTo>
                  <a:pt x="7" y="56"/>
                  <a:pt x="7" y="55"/>
                  <a:pt x="7" y="54"/>
                </a:cubicBezTo>
                <a:cubicBezTo>
                  <a:pt x="7" y="54"/>
                  <a:pt x="7" y="54"/>
                  <a:pt x="7" y="54"/>
                </a:cubicBezTo>
                <a:cubicBezTo>
                  <a:pt x="7" y="53"/>
                  <a:pt x="7" y="53"/>
                  <a:pt x="8" y="53"/>
                </a:cubicBezTo>
                <a:cubicBezTo>
                  <a:pt x="40" y="53"/>
                  <a:pt x="40" y="53"/>
                  <a:pt x="40" y="53"/>
                </a:cubicBezTo>
                <a:cubicBezTo>
                  <a:pt x="40" y="53"/>
                  <a:pt x="41" y="53"/>
                  <a:pt x="41" y="54"/>
                </a:cubicBezTo>
                <a:close/>
                <a:moveTo>
                  <a:pt x="43" y="78"/>
                </a:moveTo>
                <a:cubicBezTo>
                  <a:pt x="43" y="82"/>
                  <a:pt x="39" y="84"/>
                  <a:pt x="36" y="84"/>
                </a:cubicBezTo>
                <a:cubicBezTo>
                  <a:pt x="14" y="84"/>
                  <a:pt x="14" y="84"/>
                  <a:pt x="14" y="84"/>
                </a:cubicBezTo>
                <a:cubicBezTo>
                  <a:pt x="10" y="84"/>
                  <a:pt x="7" y="82"/>
                  <a:pt x="7" y="78"/>
                </a:cubicBezTo>
                <a:cubicBezTo>
                  <a:pt x="7" y="78"/>
                  <a:pt x="7" y="78"/>
                  <a:pt x="7" y="78"/>
                </a:cubicBezTo>
                <a:cubicBezTo>
                  <a:pt x="7" y="75"/>
                  <a:pt x="10" y="72"/>
                  <a:pt x="14" y="72"/>
                </a:cubicBezTo>
                <a:cubicBezTo>
                  <a:pt x="36" y="72"/>
                  <a:pt x="36" y="72"/>
                  <a:pt x="36" y="72"/>
                </a:cubicBezTo>
                <a:cubicBezTo>
                  <a:pt x="39" y="72"/>
                  <a:pt x="43" y="75"/>
                  <a:pt x="43" y="78"/>
                </a:cubicBezTo>
                <a:close/>
                <a:moveTo>
                  <a:pt x="80" y="13"/>
                </a:moveTo>
                <a:cubicBezTo>
                  <a:pt x="80" y="12"/>
                  <a:pt x="79" y="11"/>
                  <a:pt x="78" y="11"/>
                </a:cubicBezTo>
                <a:cubicBezTo>
                  <a:pt x="78" y="11"/>
                  <a:pt x="78" y="11"/>
                  <a:pt x="59" y="11"/>
                </a:cubicBezTo>
                <a:cubicBezTo>
                  <a:pt x="59" y="11"/>
                  <a:pt x="59" y="11"/>
                  <a:pt x="59" y="8"/>
                </a:cubicBezTo>
                <a:cubicBezTo>
                  <a:pt x="59" y="8"/>
                  <a:pt x="59" y="8"/>
                  <a:pt x="78" y="8"/>
                </a:cubicBezTo>
                <a:cubicBezTo>
                  <a:pt x="82" y="8"/>
                  <a:pt x="84" y="10"/>
                  <a:pt x="84" y="13"/>
                </a:cubicBezTo>
                <a:cubicBezTo>
                  <a:pt x="84" y="13"/>
                  <a:pt x="84" y="13"/>
                  <a:pt x="84" y="41"/>
                </a:cubicBezTo>
                <a:cubicBezTo>
                  <a:pt x="83" y="41"/>
                  <a:pt x="83" y="41"/>
                  <a:pt x="82" y="41"/>
                </a:cubicBezTo>
                <a:cubicBezTo>
                  <a:pt x="81" y="41"/>
                  <a:pt x="81" y="41"/>
                  <a:pt x="80" y="41"/>
                </a:cubicBezTo>
                <a:cubicBezTo>
                  <a:pt x="80" y="41"/>
                  <a:pt x="80" y="41"/>
                  <a:pt x="80" y="13"/>
                </a:cubicBezTo>
                <a:close/>
                <a:moveTo>
                  <a:pt x="82" y="86"/>
                </a:moveTo>
                <a:cubicBezTo>
                  <a:pt x="83" y="86"/>
                  <a:pt x="83" y="86"/>
                  <a:pt x="84" y="86"/>
                </a:cubicBezTo>
                <a:cubicBezTo>
                  <a:pt x="84" y="86"/>
                  <a:pt x="84" y="86"/>
                  <a:pt x="84" y="91"/>
                </a:cubicBezTo>
                <a:cubicBezTo>
                  <a:pt x="84" y="93"/>
                  <a:pt x="82" y="96"/>
                  <a:pt x="78" y="96"/>
                </a:cubicBezTo>
                <a:cubicBezTo>
                  <a:pt x="78" y="96"/>
                  <a:pt x="78" y="96"/>
                  <a:pt x="5" y="96"/>
                </a:cubicBezTo>
                <a:cubicBezTo>
                  <a:pt x="2" y="96"/>
                  <a:pt x="0" y="93"/>
                  <a:pt x="0" y="91"/>
                </a:cubicBezTo>
                <a:cubicBezTo>
                  <a:pt x="0" y="91"/>
                  <a:pt x="0" y="91"/>
                  <a:pt x="0" y="13"/>
                </a:cubicBezTo>
                <a:cubicBezTo>
                  <a:pt x="0" y="10"/>
                  <a:pt x="2" y="8"/>
                  <a:pt x="5" y="8"/>
                </a:cubicBezTo>
                <a:cubicBezTo>
                  <a:pt x="5" y="8"/>
                  <a:pt x="5" y="8"/>
                  <a:pt x="24" y="8"/>
                </a:cubicBezTo>
                <a:cubicBezTo>
                  <a:pt x="24" y="8"/>
                  <a:pt x="24" y="8"/>
                  <a:pt x="24" y="11"/>
                </a:cubicBezTo>
                <a:cubicBezTo>
                  <a:pt x="24" y="11"/>
                  <a:pt x="24" y="11"/>
                  <a:pt x="5" y="11"/>
                </a:cubicBezTo>
                <a:cubicBezTo>
                  <a:pt x="5" y="11"/>
                  <a:pt x="4" y="12"/>
                  <a:pt x="4" y="13"/>
                </a:cubicBezTo>
                <a:cubicBezTo>
                  <a:pt x="4" y="13"/>
                  <a:pt x="4" y="13"/>
                  <a:pt x="4" y="91"/>
                </a:cubicBezTo>
                <a:cubicBezTo>
                  <a:pt x="4" y="92"/>
                  <a:pt x="5" y="92"/>
                  <a:pt x="5" y="92"/>
                </a:cubicBezTo>
                <a:cubicBezTo>
                  <a:pt x="5" y="92"/>
                  <a:pt x="5" y="92"/>
                  <a:pt x="78" y="92"/>
                </a:cubicBezTo>
                <a:cubicBezTo>
                  <a:pt x="79" y="92"/>
                  <a:pt x="80" y="92"/>
                  <a:pt x="80" y="91"/>
                </a:cubicBezTo>
                <a:cubicBezTo>
                  <a:pt x="80" y="91"/>
                  <a:pt x="80" y="91"/>
                  <a:pt x="80" y="86"/>
                </a:cubicBezTo>
                <a:cubicBezTo>
                  <a:pt x="81" y="86"/>
                  <a:pt x="81" y="86"/>
                  <a:pt x="82" y="86"/>
                </a:cubicBezTo>
                <a:close/>
                <a:moveTo>
                  <a:pt x="82" y="43"/>
                </a:moveTo>
                <a:cubicBezTo>
                  <a:pt x="70" y="43"/>
                  <a:pt x="61" y="52"/>
                  <a:pt x="61" y="64"/>
                </a:cubicBezTo>
                <a:cubicBezTo>
                  <a:pt x="61" y="75"/>
                  <a:pt x="70" y="84"/>
                  <a:pt x="82" y="84"/>
                </a:cubicBezTo>
                <a:cubicBezTo>
                  <a:pt x="93" y="84"/>
                  <a:pt x="102" y="75"/>
                  <a:pt x="102" y="64"/>
                </a:cubicBezTo>
                <a:cubicBezTo>
                  <a:pt x="102" y="52"/>
                  <a:pt x="93" y="43"/>
                  <a:pt x="82" y="43"/>
                </a:cubicBezTo>
                <a:close/>
                <a:moveTo>
                  <a:pt x="96" y="58"/>
                </a:moveTo>
                <a:cubicBezTo>
                  <a:pt x="79" y="75"/>
                  <a:pt x="79" y="75"/>
                  <a:pt x="79" y="75"/>
                </a:cubicBezTo>
                <a:cubicBezTo>
                  <a:pt x="78" y="75"/>
                  <a:pt x="78" y="75"/>
                  <a:pt x="78" y="75"/>
                </a:cubicBezTo>
                <a:cubicBezTo>
                  <a:pt x="78" y="75"/>
                  <a:pt x="78" y="75"/>
                  <a:pt x="78" y="75"/>
                </a:cubicBezTo>
                <a:cubicBezTo>
                  <a:pt x="78" y="76"/>
                  <a:pt x="76" y="76"/>
                  <a:pt x="76" y="75"/>
                </a:cubicBezTo>
                <a:cubicBezTo>
                  <a:pt x="68" y="67"/>
                  <a:pt x="68" y="67"/>
                  <a:pt x="68" y="67"/>
                </a:cubicBezTo>
                <a:cubicBezTo>
                  <a:pt x="67" y="66"/>
                  <a:pt x="67" y="65"/>
                  <a:pt x="68" y="64"/>
                </a:cubicBezTo>
                <a:cubicBezTo>
                  <a:pt x="69" y="64"/>
                  <a:pt x="69" y="64"/>
                  <a:pt x="70" y="64"/>
                </a:cubicBezTo>
                <a:cubicBezTo>
                  <a:pt x="77" y="71"/>
                  <a:pt x="77" y="71"/>
                  <a:pt x="77" y="71"/>
                </a:cubicBezTo>
                <a:cubicBezTo>
                  <a:pt x="93" y="55"/>
                  <a:pt x="93" y="55"/>
                  <a:pt x="93" y="55"/>
                </a:cubicBezTo>
                <a:cubicBezTo>
                  <a:pt x="94" y="54"/>
                  <a:pt x="95" y="54"/>
                  <a:pt x="96" y="55"/>
                </a:cubicBezTo>
                <a:cubicBezTo>
                  <a:pt x="96" y="56"/>
                  <a:pt x="96" y="57"/>
                  <a:pt x="96" y="58"/>
                </a:cubicBezTo>
                <a:close/>
              </a:path>
            </a:pathLst>
          </a:custGeom>
          <a:solidFill>
            <a:schemeClr val="tx2">
              <a:lumMod val="90000"/>
              <a:lumOff val="10000"/>
            </a:schemeClr>
          </a:solidFill>
          <a:ln>
            <a:noFill/>
          </a:ln>
        </p:spPr>
        <p:txBody>
          <a:bodyPr spcFirstLastPara="1" wrap="square" lIns="68575" tIns="34275" rIns="68575" bIns="342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Google Shape;978;p52">
            <a:extLst>
              <a:ext uri="{FF2B5EF4-FFF2-40B4-BE49-F238E27FC236}">
                <a16:creationId xmlns:a16="http://schemas.microsoft.com/office/drawing/2014/main" id="{B4280D70-B3DC-9278-6258-5919EF21247F}"/>
              </a:ext>
            </a:extLst>
          </p:cNvPr>
          <p:cNvSpPr/>
          <p:nvPr/>
        </p:nvSpPr>
        <p:spPr>
          <a:xfrm>
            <a:off x="667999" y="1246800"/>
            <a:ext cx="11437587" cy="471600"/>
          </a:xfrm>
          <a:prstGeom prst="roundRect">
            <a:avLst>
              <a:gd name="adj" fmla="val 16667"/>
            </a:avLst>
          </a:prstGeom>
          <a:noFill/>
          <a:ln>
            <a:noFill/>
          </a:ln>
        </p:spPr>
        <p:txBody>
          <a:bodyPr spcFirstLastPara="1" wrap="square" lIns="91433" tIns="0" rIns="91433" bIns="45700" anchor="t"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En primer lugar, se realiza la extracción de datos a partir de diversas fuentes y métodos, incluyendo web scraping</a:t>
            </a:r>
          </a:p>
        </p:txBody>
      </p:sp>
    </p:spTree>
    <p:extLst>
      <p:ext uri="{BB962C8B-B14F-4D97-AF65-F5344CB8AC3E}">
        <p14:creationId xmlns:p14="http://schemas.microsoft.com/office/powerpoint/2010/main" val="918206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2FB3-7D03-7EEB-8DC7-38CF0D8403C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3186BFA-3E24-896F-AFE3-814148C3A7D3}"/>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6D028466-A9CA-B53B-A480-0E097C493A94}"/>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Preprocesamiento de datos</a:t>
            </a:r>
          </a:p>
        </p:txBody>
      </p:sp>
      <p:cxnSp>
        <p:nvCxnSpPr>
          <p:cNvPr id="3" name="Straight Connector 2">
            <a:extLst>
              <a:ext uri="{FF2B5EF4-FFF2-40B4-BE49-F238E27FC236}">
                <a16:creationId xmlns:a16="http://schemas.microsoft.com/office/drawing/2014/main" id="{BD833928-3288-74B7-B329-45B825ECF6B8}"/>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4989C7B6-4168-9F4C-55CF-50DA4440266E}"/>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27" name="Google Shape;978;p52">
            <a:extLst>
              <a:ext uri="{FF2B5EF4-FFF2-40B4-BE49-F238E27FC236}">
                <a16:creationId xmlns:a16="http://schemas.microsoft.com/office/drawing/2014/main" id="{A0449CFB-CB5C-D047-2A6F-785C3B8CD07D}"/>
              </a:ext>
            </a:extLst>
          </p:cNvPr>
          <p:cNvSpPr/>
          <p:nvPr/>
        </p:nvSpPr>
        <p:spPr>
          <a:xfrm>
            <a:off x="515600" y="876198"/>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A través de un preprocesamiento de los datos, se mejora la calidad y consistencia de los datos</a:t>
            </a:r>
          </a:p>
        </p:txBody>
      </p:sp>
      <p:sp>
        <p:nvSpPr>
          <p:cNvPr id="40" name="TextBox 39">
            <a:extLst>
              <a:ext uri="{FF2B5EF4-FFF2-40B4-BE49-F238E27FC236}">
                <a16:creationId xmlns:a16="http://schemas.microsoft.com/office/drawing/2014/main" id="{4F1C96B0-97D2-4CB8-215B-5229867E610C}"/>
              </a:ext>
            </a:extLst>
          </p:cNvPr>
          <p:cNvSpPr txBox="1"/>
          <p:nvPr/>
        </p:nvSpPr>
        <p:spPr>
          <a:xfrm>
            <a:off x="599544" y="1721624"/>
            <a:ext cx="4969500" cy="4724370"/>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11430" algn="just">
              <a:spcBef>
                <a:spcPts val="40"/>
              </a:spcBef>
              <a:spcAft>
                <a:spcPts val="40"/>
              </a:spcAft>
              <a:buClr>
                <a:schemeClr val="dk2"/>
              </a:buClr>
              <a:buSzPts val="1000"/>
            </a:pPr>
            <a:endParaRPr lang="es-ES_tradnl" sz="1200" dirty="0">
              <a:solidFill>
                <a:schemeClr val="accent1"/>
              </a:solidFill>
              <a:latin typeface="Quattrocento Sans"/>
            </a:endParaRPr>
          </a:p>
          <a:p>
            <a:pPr marL="11430" algn="just">
              <a:spcBef>
                <a:spcPts val="40"/>
              </a:spcBef>
              <a:spcAft>
                <a:spcPts val="40"/>
              </a:spcAft>
              <a:buClr>
                <a:schemeClr val="dk2"/>
              </a:buClr>
              <a:buSzPts val="1000"/>
            </a:pPr>
            <a:r>
              <a:rPr lang="es-ES_tradnl" sz="1200" dirty="0">
                <a:solidFill>
                  <a:schemeClr val="accent1"/>
                </a:solidFill>
                <a:latin typeface="Quattrocento Sans"/>
              </a:rPr>
              <a:t>En primer lugar, se realiza un análisis a alto nivel de las variables disponibles, utilizando un diccionario de datos y evaluando la cantidad de valores ausentes y el número de clases de las variables categóricas.</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year_manufacture</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Año de fabricación del vehículo, año de compra.</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years</a:t>
            </a:r>
            <a:r>
              <a:rPr lang="es-ES_tradnl" sz="1100" b="1" dirty="0">
                <a:solidFill>
                  <a:schemeClr val="accent1"/>
                </a:solidFill>
                <a:latin typeface="Consolas" panose="020B0609020204030204" pitchFamily="49" charset="0"/>
              </a:rPr>
              <a:t>:</a:t>
            </a:r>
            <a:r>
              <a:rPr lang="es-ES_tradnl" sz="1100" b="1" dirty="0">
                <a:solidFill>
                  <a:schemeClr val="accent1"/>
                </a:solidFill>
                <a:latin typeface="Quattrocento Sans"/>
              </a:rPr>
              <a:t> </a:t>
            </a:r>
            <a:r>
              <a:rPr lang="es-ES_tradnl" sz="1100" dirty="0">
                <a:solidFill>
                  <a:schemeClr val="accent1"/>
                </a:solidFill>
                <a:latin typeface="Quattrocento Sans"/>
              </a:rPr>
              <a:t>Antigüedad del vehículo en años, calculada en 2025.</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make</a:t>
            </a:r>
            <a:r>
              <a:rPr lang="es-ES_tradnl" sz="1100" b="1" dirty="0">
                <a:solidFill>
                  <a:schemeClr val="accent1"/>
                </a:solidFill>
                <a:latin typeface="Consolas" panose="020B0609020204030204" pitchFamily="49" charset="0"/>
              </a:rPr>
              <a:t>: </a:t>
            </a:r>
            <a:r>
              <a:rPr lang="es-ES_tradnl" sz="1100" dirty="0">
                <a:solidFill>
                  <a:schemeClr val="accent1"/>
                </a:solidFill>
                <a:latin typeface="Quattrocento Sans"/>
              </a:rPr>
              <a:t>Marca del vehículo.</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model</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Modelo del vehículo.</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mileage</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Kilometraje del vehículo, expresado en millas. </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interior_color</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Color del interior del vehículo, en lenguaje natural.</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exterior_color</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Color del exterior del vehículo, en lenguaje natural.</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drive_train</a:t>
            </a:r>
            <a:r>
              <a:rPr lang="es-ES_tradnl" sz="1100" b="1" dirty="0">
                <a:solidFill>
                  <a:schemeClr val="accent1"/>
                </a:solidFill>
                <a:latin typeface="Consolas" panose="020B0609020204030204" pitchFamily="49" charset="0"/>
              </a:rPr>
              <a:t>: </a:t>
            </a:r>
            <a:r>
              <a:rPr lang="es-ES_tradnl" sz="1100" dirty="0">
                <a:solidFill>
                  <a:schemeClr val="accent1"/>
                </a:solidFill>
                <a:latin typeface="Quattrocento Sans"/>
              </a:rPr>
              <a:t>Tipo de tracción del vehículo (delantera, trasera, cuatro ruedas).</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mpg</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Consumo de combustible, expresado en millas por galón. Puede incluir información sobre la diferencia entre el consumo en ciudad y en carretera.</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fuel_type</a:t>
            </a:r>
            <a:r>
              <a:rPr lang="es-ES_tradnl" sz="1100" b="1" dirty="0">
                <a:solidFill>
                  <a:schemeClr val="accent1"/>
                </a:solidFill>
                <a:latin typeface="Consolas" panose="020B0609020204030204" pitchFamily="49" charset="0"/>
              </a:rPr>
              <a:t>: </a:t>
            </a:r>
            <a:r>
              <a:rPr lang="es-ES_tradnl" sz="1100" dirty="0">
                <a:solidFill>
                  <a:schemeClr val="accent1"/>
                </a:solidFill>
                <a:latin typeface="Quattrocento Sans"/>
              </a:rPr>
              <a:t>Tipo de motorización (diésel, gasolina, híbrido, eléctrico...).</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transmission</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Tipo de transmisión. Cadena de texto que indica si es manual o automática y el número de marchas.</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engine</a:t>
            </a:r>
            <a:r>
              <a:rPr lang="es-ES_tradnl" sz="1100" b="1" dirty="0">
                <a:solidFill>
                  <a:schemeClr val="accent1"/>
                </a:solidFill>
                <a:latin typeface="Consolas" panose="020B0609020204030204" pitchFamily="49" charset="0"/>
              </a:rPr>
              <a:t>:</a:t>
            </a:r>
            <a:r>
              <a:rPr lang="es-ES_tradnl" sz="1100" dirty="0">
                <a:solidFill>
                  <a:schemeClr val="accent1"/>
                </a:solidFill>
                <a:latin typeface="Quattrocento Sans"/>
              </a:rPr>
              <a:t> Cadena de caracteres que describe el motor en lenguaje natural. Puede incluir información sobre la cilindrada, el volumen o los caballos.</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original_price</a:t>
            </a:r>
            <a:r>
              <a:rPr lang="es-ES_tradnl" sz="1100" b="1" dirty="0">
                <a:solidFill>
                  <a:schemeClr val="accent1"/>
                </a:solidFill>
                <a:latin typeface="Consolas" panose="020B0609020204030204" pitchFamily="49" charset="0"/>
              </a:rPr>
              <a:t>: </a:t>
            </a:r>
            <a:r>
              <a:rPr lang="es-ES_tradnl" sz="1100" dirty="0">
                <a:solidFill>
                  <a:schemeClr val="accent1"/>
                </a:solidFill>
                <a:latin typeface="Quattrocento Sans"/>
              </a:rPr>
              <a:t>Precio, en USD, de adquisición del vehículo en origen, es decir, precio original de un vehículo nuevo de estas características.</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err="1">
                <a:solidFill>
                  <a:schemeClr val="accent1"/>
                </a:solidFill>
                <a:latin typeface="Consolas" panose="020B0609020204030204" pitchFamily="49" charset="0"/>
              </a:rPr>
              <a:t>price_USD</a:t>
            </a:r>
            <a:r>
              <a:rPr lang="es-ES_tradnl" sz="1100" b="1" dirty="0">
                <a:solidFill>
                  <a:schemeClr val="accent1"/>
                </a:solidFill>
                <a:latin typeface="Consolas" panose="020B0609020204030204" pitchFamily="49" charset="0"/>
              </a:rPr>
              <a:t>: </a:t>
            </a:r>
            <a:r>
              <a:rPr lang="es-ES_tradnl" sz="1100" dirty="0">
                <a:solidFill>
                  <a:schemeClr val="accent1"/>
                </a:solidFill>
                <a:latin typeface="Quattrocento Sans"/>
              </a:rPr>
              <a:t>Precio de venta del vehículo a la fecha de extracción de datos, expresado en dólares estadounidenses. Es la </a:t>
            </a:r>
            <a:r>
              <a:rPr lang="es-ES_tradnl" sz="1100" b="1" dirty="0">
                <a:solidFill>
                  <a:schemeClr val="accent1"/>
                </a:solidFill>
                <a:latin typeface="Quattrocento Sans"/>
              </a:rPr>
              <a:t>variable objetivo.</a:t>
            </a:r>
          </a:p>
          <a:p>
            <a:pPr marL="297180" indent="-285750" algn="just">
              <a:spcBef>
                <a:spcPts val="40"/>
              </a:spcBef>
              <a:spcAft>
                <a:spcPts val="40"/>
              </a:spcAft>
              <a:buClr>
                <a:schemeClr val="dk2"/>
              </a:buClr>
              <a:buSzPts val="1000"/>
              <a:buFont typeface="Arial" panose="020B0604020202020204" pitchFamily="34" charset="0"/>
              <a:buChar char="•"/>
            </a:pPr>
            <a:r>
              <a:rPr lang="es-ES_tradnl" sz="1100" b="1" dirty="0">
                <a:solidFill>
                  <a:schemeClr val="accent1"/>
                </a:solidFill>
                <a:latin typeface="Consolas" panose="020B0609020204030204" pitchFamily="49" charset="0"/>
              </a:rPr>
              <a:t>url:</a:t>
            </a:r>
            <a:r>
              <a:rPr lang="es-ES_tradnl" sz="1100" dirty="0">
                <a:solidFill>
                  <a:schemeClr val="accent1"/>
                </a:solidFill>
                <a:latin typeface="Quattrocento Sans"/>
              </a:rPr>
              <a:t> Dirección web de donde se ha extraído la información. </a:t>
            </a:r>
            <a:r>
              <a:rPr lang="es-ES_tradnl" sz="1100">
                <a:solidFill>
                  <a:schemeClr val="accent1"/>
                </a:solidFill>
                <a:latin typeface="Quattrocento Sans"/>
              </a:rPr>
              <a:t>Garantiza</a:t>
            </a:r>
            <a:r>
              <a:rPr lang="es-ES_tradnl" sz="1100" dirty="0">
                <a:solidFill>
                  <a:schemeClr val="accent1"/>
                </a:solidFill>
                <a:latin typeface="Quattrocento Sans"/>
              </a:rPr>
              <a:t> la trazabilidad de los datos.</a:t>
            </a:r>
          </a:p>
        </p:txBody>
      </p:sp>
      <p:sp>
        <p:nvSpPr>
          <p:cNvPr id="41" name="TextBox 40">
            <a:extLst>
              <a:ext uri="{FF2B5EF4-FFF2-40B4-BE49-F238E27FC236}">
                <a16:creationId xmlns:a16="http://schemas.microsoft.com/office/drawing/2014/main" id="{342113F6-1DF4-5780-6261-0D59FD3D9E7B}"/>
              </a:ext>
            </a:extLst>
          </p:cNvPr>
          <p:cNvSpPr txBox="1"/>
          <p:nvPr/>
        </p:nvSpPr>
        <p:spPr>
          <a:xfrm>
            <a:off x="599544" y="1444626"/>
            <a:ext cx="4969500" cy="276999"/>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Análisis de las variables</a:t>
            </a:r>
          </a:p>
        </p:txBody>
      </p:sp>
      <p:sp>
        <p:nvSpPr>
          <p:cNvPr id="42" name="TextBox 41">
            <a:extLst>
              <a:ext uri="{FF2B5EF4-FFF2-40B4-BE49-F238E27FC236}">
                <a16:creationId xmlns:a16="http://schemas.microsoft.com/office/drawing/2014/main" id="{A44F17CD-0833-A2CD-CEB5-5C3A632E0E45}"/>
              </a:ext>
            </a:extLst>
          </p:cNvPr>
          <p:cNvSpPr txBox="1"/>
          <p:nvPr/>
        </p:nvSpPr>
        <p:spPr>
          <a:xfrm>
            <a:off x="5930549" y="1739740"/>
            <a:ext cx="5661906" cy="646331"/>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11430" algn="just">
              <a:spcBef>
                <a:spcPts val="30"/>
              </a:spcBef>
              <a:spcAft>
                <a:spcPts val="30"/>
              </a:spcAft>
              <a:buClr>
                <a:schemeClr val="dk2"/>
              </a:buClr>
              <a:buSzPts val="1000"/>
            </a:pPr>
            <a:r>
              <a:rPr lang="es-ES_tradnl" sz="1200" dirty="0">
                <a:solidFill>
                  <a:srgbClr val="002260"/>
                </a:solidFill>
                <a:effectLst/>
                <a:latin typeface="Quattrocento Sans" panose="020B0502050000020003" pitchFamily="34" charset="0"/>
                <a:ea typeface="Times New Roman" panose="02020603050405020304" pitchFamily="18" charset="0"/>
              </a:rPr>
              <a:t>Seguidamente, se realiza un proceso de eliminación de registros duplicados. También, se eliminan los registros en los que la variable objetivo presenta un valor faltante, dado que </a:t>
            </a:r>
            <a:r>
              <a:rPr lang="es-ES_tradnl" sz="1200" b="1" dirty="0">
                <a:solidFill>
                  <a:srgbClr val="002260"/>
                </a:solidFill>
                <a:effectLst/>
                <a:latin typeface="Quattrocento Sans" panose="020B0502050000020003" pitchFamily="34" charset="0"/>
                <a:ea typeface="Times New Roman" panose="02020603050405020304" pitchFamily="18" charset="0"/>
              </a:rPr>
              <a:t>suponen menos de un 0,01% del total de la muestra.</a:t>
            </a:r>
          </a:p>
        </p:txBody>
      </p:sp>
      <p:sp>
        <p:nvSpPr>
          <p:cNvPr id="43" name="TextBox 42">
            <a:extLst>
              <a:ext uri="{FF2B5EF4-FFF2-40B4-BE49-F238E27FC236}">
                <a16:creationId xmlns:a16="http://schemas.microsoft.com/office/drawing/2014/main" id="{114864E9-B265-D74E-2291-6A4BB258381C}"/>
              </a:ext>
            </a:extLst>
          </p:cNvPr>
          <p:cNvSpPr txBox="1"/>
          <p:nvPr/>
        </p:nvSpPr>
        <p:spPr>
          <a:xfrm>
            <a:off x="5930549" y="1441228"/>
            <a:ext cx="5661906" cy="280396"/>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Eliminación de duplicados</a:t>
            </a:r>
          </a:p>
        </p:txBody>
      </p:sp>
      <p:sp>
        <p:nvSpPr>
          <p:cNvPr id="44" name="TextBox 43">
            <a:extLst>
              <a:ext uri="{FF2B5EF4-FFF2-40B4-BE49-F238E27FC236}">
                <a16:creationId xmlns:a16="http://schemas.microsoft.com/office/drawing/2014/main" id="{0F43E7E6-00C3-03A0-BBA2-DDC3C7383AF9}"/>
              </a:ext>
            </a:extLst>
          </p:cNvPr>
          <p:cNvSpPr txBox="1"/>
          <p:nvPr/>
        </p:nvSpPr>
        <p:spPr>
          <a:xfrm>
            <a:off x="5930549" y="2891175"/>
            <a:ext cx="5661906" cy="3554819"/>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11430" algn="just">
              <a:spcBef>
                <a:spcPts val="30"/>
              </a:spcBef>
              <a:spcAft>
                <a:spcPts val="30"/>
              </a:spcAft>
              <a:buClr>
                <a:schemeClr val="dk2"/>
              </a:buClr>
              <a:buSzPts val="1000"/>
            </a:pPr>
            <a:r>
              <a:rPr lang="es-ES_tradnl" sz="1200">
                <a:solidFill>
                  <a:schemeClr val="accent1"/>
                </a:solidFill>
                <a:latin typeface="Quattrocento Sans"/>
              </a:rPr>
              <a:t>Para concluir esta fase, se procede a realizar el Data </a:t>
            </a:r>
            <a:r>
              <a:rPr lang="es-ES_tradnl" sz="1200" err="1">
                <a:solidFill>
                  <a:schemeClr val="accent1"/>
                </a:solidFill>
                <a:latin typeface="Quattrocento Sans"/>
              </a:rPr>
              <a:t>cleansing</a:t>
            </a:r>
            <a:r>
              <a:rPr lang="es-ES_tradnl" sz="1200">
                <a:solidFill>
                  <a:schemeClr val="accent1"/>
                </a:solidFill>
                <a:latin typeface="Quattrocento Sans"/>
              </a:rPr>
              <a:t>, para </a:t>
            </a:r>
            <a:r>
              <a:rPr lang="es-ES_tradnl" sz="1200" b="1">
                <a:solidFill>
                  <a:schemeClr val="accent1"/>
                </a:solidFill>
                <a:latin typeface="Quattrocento Sans"/>
              </a:rPr>
              <a:t>detectar y corregir errores o inconsistencias en los </a:t>
            </a:r>
            <a:r>
              <a:rPr lang="es-ES_tradnl" sz="1200">
                <a:solidFill>
                  <a:schemeClr val="accent1"/>
                </a:solidFill>
                <a:latin typeface="Quattrocento Sans"/>
              </a:rPr>
              <a:t>datos y mejorar su calidad, y el </a:t>
            </a:r>
            <a:r>
              <a:rPr lang="es-ES_tradnl" sz="1200" err="1">
                <a:solidFill>
                  <a:schemeClr val="accent1"/>
                </a:solidFill>
                <a:latin typeface="Quattrocento Sans"/>
              </a:rPr>
              <a:t>Feature</a:t>
            </a:r>
            <a:r>
              <a:rPr lang="es-ES_tradnl" sz="1200">
                <a:solidFill>
                  <a:schemeClr val="accent1"/>
                </a:solidFill>
                <a:latin typeface="Quattrocento Sans"/>
              </a:rPr>
              <a:t> </a:t>
            </a:r>
            <a:r>
              <a:rPr lang="es-ES_tradnl" sz="1200" err="1">
                <a:solidFill>
                  <a:schemeClr val="accent1"/>
                </a:solidFill>
                <a:latin typeface="Quattrocento Sans"/>
              </a:rPr>
              <a:t>engineering</a:t>
            </a:r>
            <a:r>
              <a:rPr lang="es-ES_tradnl" sz="1200">
                <a:solidFill>
                  <a:schemeClr val="accent1"/>
                </a:solidFill>
                <a:latin typeface="Quattrocento Sans"/>
              </a:rPr>
              <a:t>, en el que </a:t>
            </a:r>
            <a:r>
              <a:rPr lang="es-ES_tradnl" sz="1200" b="1">
                <a:solidFill>
                  <a:schemeClr val="accent1"/>
                </a:solidFill>
                <a:latin typeface="Quattrocento Sans"/>
              </a:rPr>
              <a:t>se crean y transforman variables</a:t>
            </a:r>
            <a:r>
              <a:rPr lang="es-ES_tradnl" sz="1200">
                <a:solidFill>
                  <a:schemeClr val="accent1"/>
                </a:solidFill>
                <a:latin typeface="Quattrocento Sans"/>
              </a:rPr>
              <a:t> relevantes que mejoren el rendimiento de los modelos de Machine </a:t>
            </a:r>
            <a:r>
              <a:rPr lang="es-ES_tradnl" sz="1200" err="1">
                <a:solidFill>
                  <a:schemeClr val="accent1"/>
                </a:solidFill>
                <a:latin typeface="Quattrocento Sans"/>
              </a:rPr>
              <a:t>Learning</a:t>
            </a:r>
            <a:r>
              <a:rPr lang="es-ES_tradnl" sz="1200">
                <a:solidFill>
                  <a:schemeClr val="accent1"/>
                </a:solidFill>
                <a:latin typeface="Quattrocento Sans"/>
              </a:rPr>
              <a:t>. Caben destacar las siguientes transformaciones:</a:t>
            </a:r>
          </a:p>
          <a:p>
            <a:pPr marL="182880" indent="-171450" algn="just">
              <a:spcBef>
                <a:spcPts val="30"/>
              </a:spcBef>
              <a:spcAft>
                <a:spcPts val="30"/>
              </a:spcAft>
              <a:buClr>
                <a:schemeClr val="dk2"/>
              </a:buClr>
              <a:buSzPts val="1000"/>
              <a:buFont typeface="Arial" panose="020B0604020202020204" pitchFamily="34" charset="0"/>
              <a:buChar char="•"/>
            </a:pPr>
            <a:r>
              <a:rPr lang="es-ES_tradnl" sz="1100" b="1" err="1">
                <a:solidFill>
                  <a:schemeClr val="accent1"/>
                </a:solidFill>
                <a:latin typeface="Consolas" panose="020B0609020204030204" pitchFamily="49" charset="0"/>
              </a:rPr>
              <a:t>model</a:t>
            </a:r>
            <a:r>
              <a:rPr lang="es-ES_tradnl" sz="1100">
                <a:solidFill>
                  <a:schemeClr val="accent1"/>
                </a:solidFill>
                <a:latin typeface="Quattrocento Sans"/>
                <a:cs typeface="Times New Roman" panose="02020603050405020304" pitchFamily="18" charset="0"/>
              </a:rPr>
              <a:t> → A</a:t>
            </a:r>
            <a:r>
              <a:rPr lang="es-ES_tradnl" sz="1100">
                <a:solidFill>
                  <a:schemeClr val="accent1"/>
                </a:solidFill>
                <a:latin typeface="Quattrocento Sans"/>
              </a:rPr>
              <a:t>grupación en un conjunto predefinido de modelos por marca y derivación del tipo de vehículo (subcompacto, compacto, mediano, grande, deportivo, SUV, furgoneta y camioneta) según modelo y marca.</a:t>
            </a:r>
          </a:p>
          <a:p>
            <a:pPr marL="182880" indent="-171450" algn="just">
              <a:spcBef>
                <a:spcPts val="30"/>
              </a:spcBef>
              <a:spcAft>
                <a:spcPts val="30"/>
              </a:spcAft>
              <a:buClr>
                <a:schemeClr val="dk2"/>
              </a:buClr>
              <a:buSzPts val="1000"/>
              <a:buFont typeface="Arial" panose="020B0604020202020204" pitchFamily="34" charset="0"/>
              <a:buChar char="•"/>
            </a:pPr>
            <a:r>
              <a:rPr lang="es-ES_tradnl" sz="1100" b="1" err="1">
                <a:solidFill>
                  <a:schemeClr val="accent1"/>
                </a:solidFill>
                <a:latin typeface="Consolas" panose="020B0609020204030204" pitchFamily="49" charset="0"/>
              </a:rPr>
              <a:t>mpg</a:t>
            </a:r>
            <a:r>
              <a:rPr lang="es-ES_tradnl" sz="1100">
                <a:solidFill>
                  <a:schemeClr val="accent1"/>
                </a:solidFill>
                <a:latin typeface="Quattrocento Sans"/>
                <a:cs typeface="Times New Roman" panose="02020603050405020304" pitchFamily="18" charset="0"/>
              </a:rPr>
              <a:t> → </a:t>
            </a:r>
            <a:r>
              <a:rPr lang="es-ES_tradnl" sz="1100">
                <a:solidFill>
                  <a:schemeClr val="accent1"/>
                </a:solidFill>
                <a:latin typeface="Quattrocento Sans"/>
              </a:rPr>
              <a:t>De la variable de consumo de combustible se derivan las variables de consumo en ciudad (</a:t>
            </a:r>
            <a:r>
              <a:rPr lang="es-ES_tradnl" sz="1100" err="1">
                <a:solidFill>
                  <a:schemeClr val="accent1"/>
                </a:solidFill>
                <a:latin typeface="Consolas" panose="020B0609020204030204" pitchFamily="49" charset="0"/>
              </a:rPr>
              <a:t>mpg_city</a:t>
            </a:r>
            <a:r>
              <a:rPr lang="es-ES_tradnl" sz="1100">
                <a:solidFill>
                  <a:schemeClr val="accent1"/>
                </a:solidFill>
                <a:latin typeface="Quattrocento Sans"/>
              </a:rPr>
              <a:t>) y consumo en carretera (</a:t>
            </a:r>
            <a:r>
              <a:rPr lang="es-ES_tradnl" sz="1100" err="1">
                <a:solidFill>
                  <a:schemeClr val="accent1"/>
                </a:solidFill>
                <a:latin typeface="Consolas" panose="020B0609020204030204" pitchFamily="49" charset="0"/>
              </a:rPr>
              <a:t>mpg_highway</a:t>
            </a:r>
            <a:r>
              <a:rPr lang="es-ES_tradnl" sz="1100">
                <a:solidFill>
                  <a:schemeClr val="accent1"/>
                </a:solidFill>
                <a:latin typeface="Quattrocento Sans"/>
              </a:rPr>
              <a:t>).</a:t>
            </a:r>
          </a:p>
          <a:p>
            <a:pPr marL="182880" indent="-171450" algn="just">
              <a:spcBef>
                <a:spcPts val="30"/>
              </a:spcBef>
              <a:spcAft>
                <a:spcPts val="30"/>
              </a:spcAft>
              <a:buClr>
                <a:schemeClr val="dk2"/>
              </a:buClr>
              <a:buSzPts val="1000"/>
              <a:buFont typeface="Arial" panose="020B0604020202020204" pitchFamily="34" charset="0"/>
              <a:buChar char="•"/>
            </a:pPr>
            <a:r>
              <a:rPr lang="es-ES_tradnl" sz="1100" b="1" err="1">
                <a:solidFill>
                  <a:schemeClr val="accent1"/>
                </a:solidFill>
                <a:latin typeface="Consolas" panose="020B0609020204030204" pitchFamily="49" charset="0"/>
              </a:rPr>
              <a:t>transmission</a:t>
            </a:r>
            <a:r>
              <a:rPr lang="es-ES_tradnl" sz="1100" b="1">
                <a:solidFill>
                  <a:schemeClr val="accent1"/>
                </a:solidFill>
                <a:latin typeface="Quattrocento Sans"/>
              </a:rPr>
              <a:t> </a:t>
            </a:r>
            <a:r>
              <a:rPr lang="es-ES_tradnl" sz="1100">
                <a:solidFill>
                  <a:schemeClr val="accent1"/>
                </a:solidFill>
                <a:latin typeface="Quattrocento Sans"/>
                <a:cs typeface="Times New Roman" panose="02020603050405020304" pitchFamily="18" charset="0"/>
              </a:rPr>
              <a:t>→ D</a:t>
            </a:r>
            <a:r>
              <a:rPr lang="es-ES_tradnl" sz="1100">
                <a:solidFill>
                  <a:schemeClr val="accent1"/>
                </a:solidFill>
                <a:latin typeface="Quattrocento Sans"/>
              </a:rPr>
              <a:t>e la variable transmisión derivamos el tipo de transmisión (</a:t>
            </a:r>
            <a:r>
              <a:rPr lang="es-ES_tradnl" sz="1100" err="1">
                <a:solidFill>
                  <a:schemeClr val="accent1"/>
                </a:solidFill>
                <a:latin typeface="Consolas" panose="020B0609020204030204" pitchFamily="49" charset="0"/>
              </a:rPr>
              <a:t>transmission_type</a:t>
            </a:r>
            <a:r>
              <a:rPr lang="es-ES_tradnl" sz="1100">
                <a:solidFill>
                  <a:schemeClr val="accent1"/>
                </a:solidFill>
                <a:latin typeface="Quattrocento Sans"/>
              </a:rPr>
              <a:t>), es decir, automática, manual, </a:t>
            </a:r>
            <a:r>
              <a:rPr lang="es-ES_tradnl" sz="1100" err="1">
                <a:solidFill>
                  <a:schemeClr val="accent1"/>
                </a:solidFill>
                <a:latin typeface="Quattrocento Sans"/>
              </a:rPr>
              <a:t>manumática</a:t>
            </a:r>
            <a:r>
              <a:rPr lang="es-ES_tradnl" sz="1100">
                <a:solidFill>
                  <a:schemeClr val="accent1"/>
                </a:solidFill>
                <a:latin typeface="Quattrocento Sans"/>
              </a:rPr>
              <a:t>, variable o dual-</a:t>
            </a:r>
            <a:r>
              <a:rPr lang="es-ES_tradnl" sz="1100" err="1">
                <a:solidFill>
                  <a:schemeClr val="accent1"/>
                </a:solidFill>
                <a:latin typeface="Quattrocento Sans"/>
              </a:rPr>
              <a:t>clutch</a:t>
            </a:r>
            <a:r>
              <a:rPr lang="es-ES_tradnl" sz="1100">
                <a:solidFill>
                  <a:schemeClr val="accent1"/>
                </a:solidFill>
                <a:latin typeface="Quattrocento Sans"/>
              </a:rPr>
              <a:t> y el número de marchas del vehículo (</a:t>
            </a:r>
            <a:r>
              <a:rPr lang="es-ES_tradnl" sz="1100" err="1">
                <a:solidFill>
                  <a:schemeClr val="accent1"/>
                </a:solidFill>
                <a:latin typeface="Consolas" panose="020B0609020204030204" pitchFamily="49" charset="0"/>
              </a:rPr>
              <a:t>num_speeds</a:t>
            </a:r>
            <a:r>
              <a:rPr lang="es-ES_tradnl" sz="1100">
                <a:solidFill>
                  <a:schemeClr val="accent1"/>
                </a:solidFill>
                <a:latin typeface="Quattrocento Sans"/>
              </a:rPr>
              <a:t>).</a:t>
            </a:r>
          </a:p>
          <a:p>
            <a:pPr marL="182880" indent="-171450" algn="just">
              <a:spcBef>
                <a:spcPts val="30"/>
              </a:spcBef>
              <a:spcAft>
                <a:spcPts val="30"/>
              </a:spcAft>
              <a:buClr>
                <a:schemeClr val="dk2"/>
              </a:buClr>
              <a:buSzPts val="1000"/>
              <a:buFont typeface="Arial" panose="020B0604020202020204" pitchFamily="34" charset="0"/>
              <a:buChar char="•"/>
            </a:pPr>
            <a:r>
              <a:rPr lang="es-ES_tradnl" sz="1100" b="1" err="1">
                <a:solidFill>
                  <a:schemeClr val="accent1"/>
                </a:solidFill>
                <a:latin typeface="Consolas" panose="020B0609020204030204" pitchFamily="49" charset="0"/>
              </a:rPr>
              <a:t>engine</a:t>
            </a:r>
            <a:r>
              <a:rPr lang="es-ES_tradnl" sz="1100">
                <a:solidFill>
                  <a:schemeClr val="accent1"/>
                </a:solidFill>
                <a:latin typeface="Quattrocento Sans"/>
              </a:rPr>
              <a:t> </a:t>
            </a:r>
            <a:r>
              <a:rPr lang="es-ES_tradnl" sz="1100">
                <a:solidFill>
                  <a:schemeClr val="accent1"/>
                </a:solidFill>
                <a:latin typeface="Quattrocento Sans"/>
                <a:cs typeface="Times New Roman" panose="02020603050405020304" pitchFamily="18" charset="0"/>
              </a:rPr>
              <a:t>→ De la variable motor se extrae la cilindrada (</a:t>
            </a:r>
            <a:r>
              <a:rPr lang="es-ES_tradnl" sz="1100" err="1">
                <a:solidFill>
                  <a:schemeClr val="accent1"/>
                </a:solidFill>
                <a:latin typeface="Consolas" panose="020B0609020204030204" pitchFamily="49" charset="0"/>
              </a:rPr>
              <a:t>engine_displacement</a:t>
            </a:r>
            <a:r>
              <a:rPr lang="es-ES_tradnl" sz="1100">
                <a:solidFill>
                  <a:schemeClr val="accent1"/>
                </a:solidFill>
                <a:latin typeface="Quattrocento Sans"/>
              </a:rPr>
              <a:t>), el número de cilindros (</a:t>
            </a:r>
            <a:r>
              <a:rPr lang="es-ES_tradnl" sz="1100" err="1">
                <a:solidFill>
                  <a:schemeClr val="accent1"/>
                </a:solidFill>
                <a:latin typeface="Consolas" panose="020B0609020204030204" pitchFamily="49" charset="0"/>
              </a:rPr>
              <a:t>engine_cylinders</a:t>
            </a:r>
            <a:r>
              <a:rPr lang="es-ES_tradnl" sz="1100">
                <a:solidFill>
                  <a:schemeClr val="accent1"/>
                </a:solidFill>
                <a:latin typeface="Quattrocento Sans"/>
              </a:rPr>
              <a:t>) y la potencia en caballos de fuerza (</a:t>
            </a:r>
            <a:r>
              <a:rPr lang="es-ES_tradnl" sz="1100" err="1">
                <a:solidFill>
                  <a:schemeClr val="accent1"/>
                </a:solidFill>
                <a:latin typeface="Consolas" panose="020B0609020204030204" pitchFamily="49" charset="0"/>
              </a:rPr>
              <a:t>engine_HP</a:t>
            </a:r>
            <a:r>
              <a:rPr lang="es-ES_tradnl" sz="1100">
                <a:solidFill>
                  <a:schemeClr val="accent1"/>
                </a:solidFill>
                <a:latin typeface="Quattrocento Sans"/>
              </a:rPr>
              <a:t>).</a:t>
            </a:r>
          </a:p>
          <a:p>
            <a:pPr marL="182880" indent="-171450" algn="just">
              <a:spcBef>
                <a:spcPts val="30"/>
              </a:spcBef>
              <a:spcAft>
                <a:spcPts val="30"/>
              </a:spcAft>
              <a:buClr>
                <a:schemeClr val="dk2"/>
              </a:buClr>
              <a:buSzPts val="1000"/>
              <a:buFont typeface="Arial" panose="020B0604020202020204" pitchFamily="34" charset="0"/>
              <a:buChar char="•"/>
            </a:pPr>
            <a:r>
              <a:rPr lang="es-ES_tradnl" sz="1100" b="1" err="1">
                <a:solidFill>
                  <a:schemeClr val="accent1"/>
                </a:solidFill>
                <a:latin typeface="Consolas" panose="020B0609020204030204" pitchFamily="49" charset="0"/>
              </a:rPr>
              <a:t>exterior_color</a:t>
            </a:r>
            <a:r>
              <a:rPr lang="es-ES_tradnl" sz="1100" b="1">
                <a:solidFill>
                  <a:schemeClr val="accent1"/>
                </a:solidFill>
                <a:latin typeface="Quattrocento Sans"/>
              </a:rPr>
              <a:t> e  </a:t>
            </a:r>
            <a:r>
              <a:rPr lang="es-ES_tradnl" sz="1100" b="1" err="1">
                <a:solidFill>
                  <a:schemeClr val="accent1"/>
                </a:solidFill>
                <a:latin typeface="Consolas" panose="020B0609020204030204" pitchFamily="49" charset="0"/>
              </a:rPr>
              <a:t>interior_color</a:t>
            </a:r>
            <a:r>
              <a:rPr lang="es-ES_tradnl" sz="1100" b="1">
                <a:solidFill>
                  <a:schemeClr val="accent1"/>
                </a:solidFill>
                <a:latin typeface="Consolas" panose="020B0609020204030204" pitchFamily="49" charset="0"/>
              </a:rPr>
              <a:t> </a:t>
            </a:r>
            <a:r>
              <a:rPr lang="es-ES_tradnl" sz="1100">
                <a:solidFill>
                  <a:schemeClr val="accent1"/>
                </a:solidFill>
                <a:latin typeface="Quattrocento Sans"/>
                <a:cs typeface="Times New Roman" panose="02020603050405020304" pitchFamily="18" charset="0"/>
              </a:rPr>
              <a:t>→ Se transforma el </a:t>
            </a:r>
            <a:r>
              <a:rPr lang="es-ES_tradnl" sz="1100">
                <a:solidFill>
                  <a:schemeClr val="accent1"/>
                </a:solidFill>
                <a:latin typeface="Quattrocento Sans"/>
              </a:rPr>
              <a:t>color interior y exterior del vehículo de lenguaje natural a codificación RGB. </a:t>
            </a:r>
          </a:p>
          <a:p>
            <a:pPr marL="182880" indent="-171450" algn="just">
              <a:spcBef>
                <a:spcPts val="30"/>
              </a:spcBef>
              <a:spcAft>
                <a:spcPts val="30"/>
              </a:spcAft>
              <a:buClr>
                <a:schemeClr val="dk2"/>
              </a:buClr>
              <a:buSzPts val="1000"/>
              <a:buFont typeface="Arial" panose="020B0604020202020204" pitchFamily="34" charset="0"/>
              <a:buChar char="•"/>
            </a:pPr>
            <a:r>
              <a:rPr lang="es-ES_tradnl" sz="1100" b="1">
                <a:solidFill>
                  <a:schemeClr val="accent1"/>
                </a:solidFill>
                <a:latin typeface="Quattrocento Sans"/>
              </a:rPr>
              <a:t>Corrección de errores y homogenización en las variables </a:t>
            </a:r>
            <a:r>
              <a:rPr lang="es-ES_tradnl" sz="1100" b="1" err="1">
                <a:solidFill>
                  <a:schemeClr val="accent1"/>
                </a:solidFill>
                <a:latin typeface="Consolas" panose="020B0609020204030204" pitchFamily="49" charset="0"/>
              </a:rPr>
              <a:t>drive_train</a:t>
            </a:r>
            <a:r>
              <a:rPr lang="es-ES_tradnl" sz="1100" b="1">
                <a:solidFill>
                  <a:schemeClr val="accent1"/>
                </a:solidFill>
                <a:latin typeface="Quattrocento Sans"/>
              </a:rPr>
              <a:t> </a:t>
            </a:r>
            <a:r>
              <a:rPr lang="es-ES_tradnl" sz="1100">
                <a:solidFill>
                  <a:schemeClr val="accent1"/>
                </a:solidFill>
                <a:latin typeface="Quattrocento Sans"/>
              </a:rPr>
              <a:t>(tipo de tracción)</a:t>
            </a:r>
            <a:r>
              <a:rPr lang="es-ES_tradnl" sz="1100" b="1">
                <a:solidFill>
                  <a:schemeClr val="accent1"/>
                </a:solidFill>
                <a:latin typeface="Quattrocento Sans"/>
              </a:rPr>
              <a:t> y </a:t>
            </a:r>
            <a:r>
              <a:rPr lang="es-ES_tradnl" sz="1100" b="1" err="1">
                <a:solidFill>
                  <a:schemeClr val="accent1"/>
                </a:solidFill>
                <a:latin typeface="Consolas" panose="020B0609020204030204" pitchFamily="49" charset="0"/>
              </a:rPr>
              <a:t>fuel_type</a:t>
            </a:r>
            <a:r>
              <a:rPr lang="es-ES_tradnl" sz="1100" b="1">
                <a:solidFill>
                  <a:schemeClr val="accent1"/>
                </a:solidFill>
                <a:latin typeface="Consolas" panose="020B0609020204030204" pitchFamily="49" charset="0"/>
              </a:rPr>
              <a:t> </a:t>
            </a:r>
            <a:r>
              <a:rPr lang="es-ES_tradnl" sz="1100">
                <a:solidFill>
                  <a:schemeClr val="accent1"/>
                </a:solidFill>
                <a:latin typeface="Quattrocento Sans"/>
              </a:rPr>
              <a:t>(tipo de motorización).</a:t>
            </a:r>
          </a:p>
        </p:txBody>
      </p:sp>
      <p:sp>
        <p:nvSpPr>
          <p:cNvPr id="45" name="TextBox 44">
            <a:extLst>
              <a:ext uri="{FF2B5EF4-FFF2-40B4-BE49-F238E27FC236}">
                <a16:creationId xmlns:a16="http://schemas.microsoft.com/office/drawing/2014/main" id="{E9336F1F-500E-DC49-0F67-AF9CBD6063B6}"/>
              </a:ext>
            </a:extLst>
          </p:cNvPr>
          <p:cNvSpPr txBox="1"/>
          <p:nvPr/>
        </p:nvSpPr>
        <p:spPr>
          <a:xfrm>
            <a:off x="5930548" y="2571587"/>
            <a:ext cx="5661906" cy="276999"/>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Data </a:t>
            </a:r>
            <a:r>
              <a:rPr lang="es-ES_tradnl" sz="1200" b="1" err="1">
                <a:solidFill>
                  <a:schemeClr val="bg1"/>
                </a:solidFill>
                <a:latin typeface="Segoe Print" panose="02000600000000000000" pitchFamily="2" charset="0"/>
              </a:rPr>
              <a:t>Cleansing</a:t>
            </a:r>
            <a:r>
              <a:rPr lang="es-ES_tradnl" sz="1200" b="1">
                <a:solidFill>
                  <a:schemeClr val="bg1"/>
                </a:solidFill>
                <a:latin typeface="Segoe Print" panose="02000600000000000000" pitchFamily="2" charset="0"/>
              </a:rPr>
              <a:t> y </a:t>
            </a:r>
            <a:r>
              <a:rPr lang="es-ES_tradnl" sz="1200" b="1" err="1">
                <a:solidFill>
                  <a:schemeClr val="bg1"/>
                </a:solidFill>
                <a:latin typeface="Segoe Print" panose="02000600000000000000" pitchFamily="2" charset="0"/>
              </a:rPr>
              <a:t>Feature</a:t>
            </a:r>
            <a:r>
              <a:rPr lang="es-ES_tradnl" sz="1200" b="1">
                <a:solidFill>
                  <a:schemeClr val="bg1"/>
                </a:solidFill>
                <a:latin typeface="Segoe Print" panose="02000600000000000000" pitchFamily="2" charset="0"/>
              </a:rPr>
              <a:t> </a:t>
            </a:r>
            <a:r>
              <a:rPr lang="es-ES_tradnl" sz="1200" b="1" err="1">
                <a:solidFill>
                  <a:schemeClr val="bg1"/>
                </a:solidFill>
                <a:latin typeface="Segoe Print" panose="02000600000000000000" pitchFamily="2" charset="0"/>
              </a:rPr>
              <a:t>Engineering</a:t>
            </a:r>
            <a:endParaRPr lang="es-ES_tradnl" sz="1200" b="1">
              <a:solidFill>
                <a:schemeClr val="bg1"/>
              </a:solidFill>
              <a:latin typeface="Segoe Print" panose="02000600000000000000" pitchFamily="2" charset="0"/>
            </a:endParaRPr>
          </a:p>
        </p:txBody>
      </p:sp>
      <p:sp>
        <p:nvSpPr>
          <p:cNvPr id="47" name="Google Shape;1126;g3377905cc50_2_477">
            <a:extLst>
              <a:ext uri="{FF2B5EF4-FFF2-40B4-BE49-F238E27FC236}">
                <a16:creationId xmlns:a16="http://schemas.microsoft.com/office/drawing/2014/main" id="{864E0280-396B-F129-1249-4D96BAE456E3}"/>
              </a:ext>
            </a:extLst>
          </p:cNvPr>
          <p:cNvSpPr/>
          <p:nvPr/>
        </p:nvSpPr>
        <p:spPr>
          <a:xfrm>
            <a:off x="515600" y="1410412"/>
            <a:ext cx="315033" cy="345425"/>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noProof="0" dirty="0">
                <a:solidFill>
                  <a:schemeClr val="lt1"/>
                </a:solidFill>
                <a:latin typeface="Lato"/>
                <a:ea typeface="Lato"/>
                <a:cs typeface="Lato"/>
                <a:sym typeface="Lato"/>
              </a:rPr>
              <a:t>1</a:t>
            </a:r>
          </a:p>
        </p:txBody>
      </p:sp>
      <p:sp>
        <p:nvSpPr>
          <p:cNvPr id="48" name="Google Shape;1126;g3377905cc50_2_477">
            <a:extLst>
              <a:ext uri="{FF2B5EF4-FFF2-40B4-BE49-F238E27FC236}">
                <a16:creationId xmlns:a16="http://schemas.microsoft.com/office/drawing/2014/main" id="{126F5FD5-C290-CA8E-66FF-05F5970C899F}"/>
              </a:ext>
            </a:extLst>
          </p:cNvPr>
          <p:cNvSpPr/>
          <p:nvPr/>
        </p:nvSpPr>
        <p:spPr>
          <a:xfrm>
            <a:off x="5792893" y="1419893"/>
            <a:ext cx="315033" cy="345425"/>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a:solidFill>
                  <a:schemeClr val="lt1"/>
                </a:solidFill>
                <a:latin typeface="Lato"/>
                <a:ea typeface="Lato"/>
                <a:cs typeface="Lato"/>
                <a:sym typeface="Lato"/>
              </a:rPr>
              <a:t>2</a:t>
            </a:r>
            <a:endParaRPr lang="es-ES_tradnl" b="1" noProof="0">
              <a:solidFill>
                <a:schemeClr val="lt1"/>
              </a:solidFill>
              <a:latin typeface="Lato"/>
              <a:ea typeface="Lato"/>
              <a:cs typeface="Lato"/>
              <a:sym typeface="Lato"/>
            </a:endParaRPr>
          </a:p>
        </p:txBody>
      </p:sp>
      <p:sp>
        <p:nvSpPr>
          <p:cNvPr id="49" name="Google Shape;1126;g3377905cc50_2_477">
            <a:extLst>
              <a:ext uri="{FF2B5EF4-FFF2-40B4-BE49-F238E27FC236}">
                <a16:creationId xmlns:a16="http://schemas.microsoft.com/office/drawing/2014/main" id="{7A359347-A366-7078-80EA-34C09F1EDCE6}"/>
              </a:ext>
            </a:extLst>
          </p:cNvPr>
          <p:cNvSpPr/>
          <p:nvPr/>
        </p:nvSpPr>
        <p:spPr>
          <a:xfrm>
            <a:off x="5798144" y="2545750"/>
            <a:ext cx="315033" cy="345425"/>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a:solidFill>
                  <a:schemeClr val="lt1"/>
                </a:solidFill>
                <a:latin typeface="Lato"/>
                <a:ea typeface="Lato"/>
                <a:cs typeface="Lato"/>
                <a:sym typeface="Lato"/>
              </a:rPr>
              <a:t>3</a:t>
            </a:r>
            <a:endParaRPr lang="es-ES_tradnl" b="1" noProof="0">
              <a:solidFill>
                <a:schemeClr val="lt1"/>
              </a:solidFill>
              <a:latin typeface="Lato"/>
              <a:ea typeface="Lato"/>
              <a:cs typeface="Lato"/>
              <a:sym typeface="Lato"/>
            </a:endParaRPr>
          </a:p>
        </p:txBody>
      </p:sp>
    </p:spTree>
    <p:extLst>
      <p:ext uri="{BB962C8B-B14F-4D97-AF65-F5344CB8AC3E}">
        <p14:creationId xmlns:p14="http://schemas.microsoft.com/office/powerpoint/2010/main" val="7580347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B5C14-98F5-1BDC-B53C-3EED713AEE0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B2B800A-961A-51B3-3427-382D62CD3015}"/>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8C6F9129-F8CE-189B-A80E-65371EE15C88}"/>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Análisis exploratorio de datos</a:t>
            </a:r>
          </a:p>
        </p:txBody>
      </p:sp>
      <p:cxnSp>
        <p:nvCxnSpPr>
          <p:cNvPr id="3" name="Straight Connector 2">
            <a:extLst>
              <a:ext uri="{FF2B5EF4-FFF2-40B4-BE49-F238E27FC236}">
                <a16:creationId xmlns:a16="http://schemas.microsoft.com/office/drawing/2014/main" id="{5EC1C22B-89F7-60AB-3DE2-3A7241396EAC}"/>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050B2E0C-28D0-4674-9907-4501B9AC7F5A}"/>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8" name="Google Shape;978;p52">
            <a:extLst>
              <a:ext uri="{FF2B5EF4-FFF2-40B4-BE49-F238E27FC236}">
                <a16:creationId xmlns:a16="http://schemas.microsoft.com/office/drawing/2014/main" id="{9525983D-7796-155B-E049-BF3D3552C632}"/>
              </a:ext>
            </a:extLst>
          </p:cNvPr>
          <p:cNvSpPr/>
          <p:nvPr/>
        </p:nvSpPr>
        <p:spPr>
          <a:xfrm>
            <a:off x="1067469" y="1172039"/>
            <a:ext cx="10530974"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Este análisis permite comprender la estructura, la calidad y los patrones subyacentes de los datos antes de aplicar modelos predictivos. Su objetivo principal es identificar posibles anomalías, valores faltantes, relaciones entre variables y distribuciones estadísticas que puedan influir en el rendimiento de los algoritmos de aprendizaje automático.</a:t>
            </a:r>
          </a:p>
        </p:txBody>
      </p:sp>
      <p:sp>
        <p:nvSpPr>
          <p:cNvPr id="19" name="Freeform: Shape 18">
            <a:extLst>
              <a:ext uri="{FF2B5EF4-FFF2-40B4-BE49-F238E27FC236}">
                <a16:creationId xmlns:a16="http://schemas.microsoft.com/office/drawing/2014/main" id="{A932E880-22F0-9908-9E84-F11713F1EBD8}"/>
              </a:ext>
            </a:extLst>
          </p:cNvPr>
          <p:cNvSpPr/>
          <p:nvPr/>
        </p:nvSpPr>
        <p:spPr>
          <a:xfrm>
            <a:off x="9359841" y="2274979"/>
            <a:ext cx="2476500" cy="3410981"/>
          </a:xfrm>
          <a:custGeom>
            <a:avLst/>
            <a:gdLst>
              <a:gd name="connsiteX0" fmla="*/ 0 w 2476500"/>
              <a:gd name="connsiteY0" fmla="*/ 0 h 3779864"/>
              <a:gd name="connsiteX1" fmla="*/ 2476500 w 2476500"/>
              <a:gd name="connsiteY1" fmla="*/ 0 h 3779864"/>
              <a:gd name="connsiteX2" fmla="*/ 2476500 w 2476500"/>
              <a:gd name="connsiteY2" fmla="*/ 3779864 h 3779864"/>
              <a:gd name="connsiteX3" fmla="*/ 0 w 2476500"/>
              <a:gd name="connsiteY3" fmla="*/ 3779864 h 3779864"/>
              <a:gd name="connsiteX4" fmla="*/ 0 w 2476500"/>
              <a:gd name="connsiteY4" fmla="*/ 0 h 3779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0" h="3779864">
                <a:moveTo>
                  <a:pt x="0" y="0"/>
                </a:moveTo>
                <a:lnTo>
                  <a:pt x="2476500" y="0"/>
                </a:lnTo>
                <a:lnTo>
                  <a:pt x="2476500" y="3779864"/>
                </a:lnTo>
                <a:lnTo>
                  <a:pt x="0" y="3779864"/>
                </a:lnTo>
                <a:lnTo>
                  <a:pt x="0" y="0"/>
                </a:lnTo>
                <a:close/>
              </a:path>
            </a:pathLst>
          </a:custGeom>
          <a:solidFill>
            <a:schemeClr val="bg1">
              <a:lumMod val="95000"/>
              <a:alpha val="90000"/>
            </a:schemeClr>
          </a:solidFill>
          <a:effectLst>
            <a:outerShdw blurRad="50800" dist="38100" dir="2700000" algn="tl" rotWithShape="0">
              <a:prstClr val="black">
                <a:alpha val="40000"/>
              </a:prstClr>
            </a:outerShdw>
          </a:effectLst>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just" defTabSz="533400">
              <a:spcBef>
                <a:spcPct val="0"/>
              </a:spcBef>
              <a:spcAft>
                <a:spcPct val="15000"/>
              </a:spcAft>
              <a:buChar char="•"/>
            </a:pPr>
            <a:r>
              <a:rPr lang="es-ES" sz="1400" b="1" dirty="0">
                <a:solidFill>
                  <a:schemeClr val="accent1"/>
                </a:solidFill>
                <a:latin typeface="Quattrocento Sans"/>
              </a:rPr>
              <a:t>Variables numéricas: </a:t>
            </a:r>
            <a:r>
              <a:rPr lang="es-ES" sz="1400" dirty="0">
                <a:solidFill>
                  <a:schemeClr val="accent1"/>
                </a:solidFill>
                <a:latin typeface="Quattrocento Sans"/>
              </a:rPr>
              <a:t>matriz de correlación utilizando los coeficientes de correlación de Pearson, Spearman y Kendall y matriz de dispersión.</a:t>
            </a:r>
            <a:endParaRPr lang="es-ES_tradnl" sz="1400" dirty="0">
              <a:solidFill>
                <a:schemeClr val="accent1"/>
              </a:solidFill>
              <a:latin typeface="Quattrocento Sans"/>
            </a:endParaRPr>
          </a:p>
          <a:p>
            <a:pPr marL="114300" lvl="1" indent="-114300" algn="just" defTabSz="533400">
              <a:spcBef>
                <a:spcPct val="0"/>
              </a:spcBef>
              <a:spcAft>
                <a:spcPct val="15000"/>
              </a:spcAft>
              <a:buChar char="•"/>
            </a:pPr>
            <a:r>
              <a:rPr lang="es-ES" sz="1400" b="1" dirty="0">
                <a:solidFill>
                  <a:schemeClr val="accent1"/>
                </a:solidFill>
                <a:latin typeface="Quattrocento Sans"/>
              </a:rPr>
              <a:t>Variables categóricas:      </a:t>
            </a:r>
            <a:r>
              <a:rPr lang="es-ES" sz="1400" b="1" dirty="0">
                <a:solidFill>
                  <a:schemeClr val="bg1">
                    <a:lumMod val="95000"/>
                  </a:schemeClr>
                </a:solidFill>
                <a:latin typeface="Quattrocento Sans"/>
              </a:rPr>
              <a:t>.</a:t>
            </a:r>
            <a:r>
              <a:rPr lang="es-ES" sz="1400" b="1" dirty="0">
                <a:solidFill>
                  <a:schemeClr val="accent1"/>
                </a:solidFill>
                <a:latin typeface="Quattrocento Sans"/>
              </a:rPr>
              <a:t> </a:t>
            </a:r>
            <a:r>
              <a:rPr lang="es-ES" sz="1400" dirty="0">
                <a:solidFill>
                  <a:schemeClr val="accent1"/>
                </a:solidFill>
                <a:latin typeface="Quattrocento Sans"/>
              </a:rPr>
              <a:t>distribución de la variable objetivo por clase (incluyendo los diagramas de cajas y bigotes y los principales estadísticos) y correlación entre las variables categóricas (</a:t>
            </a:r>
            <a:r>
              <a:rPr lang="es-ES" sz="1400" dirty="0" err="1">
                <a:solidFill>
                  <a:schemeClr val="accent1"/>
                </a:solidFill>
                <a:latin typeface="Quattrocento Sans"/>
              </a:rPr>
              <a:t>v's</a:t>
            </a:r>
            <a:r>
              <a:rPr lang="es-ES" sz="1400" dirty="0">
                <a:solidFill>
                  <a:schemeClr val="accent1"/>
                </a:solidFill>
                <a:latin typeface="Quattrocento Sans"/>
              </a:rPr>
              <a:t> de </a:t>
            </a:r>
            <a:r>
              <a:rPr lang="es-ES" sz="1400" dirty="0" err="1">
                <a:solidFill>
                  <a:schemeClr val="accent1"/>
                </a:solidFill>
                <a:latin typeface="Quattrocento Sans"/>
              </a:rPr>
              <a:t>Cramér</a:t>
            </a:r>
            <a:r>
              <a:rPr lang="es-ES" sz="1400" dirty="0">
                <a:solidFill>
                  <a:schemeClr val="accent1"/>
                </a:solidFill>
                <a:latin typeface="Quattrocento Sans"/>
              </a:rPr>
              <a:t>).</a:t>
            </a:r>
          </a:p>
        </p:txBody>
      </p:sp>
      <p:sp>
        <p:nvSpPr>
          <p:cNvPr id="21" name="Freeform: Shape 20">
            <a:extLst>
              <a:ext uri="{FF2B5EF4-FFF2-40B4-BE49-F238E27FC236}">
                <a16:creationId xmlns:a16="http://schemas.microsoft.com/office/drawing/2014/main" id="{97C20B4A-7473-DB33-A5C6-F25306261E60}"/>
              </a:ext>
            </a:extLst>
          </p:cNvPr>
          <p:cNvSpPr/>
          <p:nvPr/>
        </p:nvSpPr>
        <p:spPr>
          <a:xfrm>
            <a:off x="221173" y="2274980"/>
            <a:ext cx="2698324" cy="3410982"/>
          </a:xfrm>
          <a:custGeom>
            <a:avLst/>
            <a:gdLst>
              <a:gd name="connsiteX0" fmla="*/ 0 w 2476500"/>
              <a:gd name="connsiteY0" fmla="*/ 0 h 3779864"/>
              <a:gd name="connsiteX1" fmla="*/ 2476500 w 2476500"/>
              <a:gd name="connsiteY1" fmla="*/ 0 h 3779864"/>
              <a:gd name="connsiteX2" fmla="*/ 2476500 w 2476500"/>
              <a:gd name="connsiteY2" fmla="*/ 3779864 h 3779864"/>
              <a:gd name="connsiteX3" fmla="*/ 0 w 2476500"/>
              <a:gd name="connsiteY3" fmla="*/ 3779864 h 3779864"/>
              <a:gd name="connsiteX4" fmla="*/ 0 w 2476500"/>
              <a:gd name="connsiteY4" fmla="*/ 0 h 3779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500" h="3779864">
                <a:moveTo>
                  <a:pt x="0" y="0"/>
                </a:moveTo>
                <a:lnTo>
                  <a:pt x="2476500" y="0"/>
                </a:lnTo>
                <a:lnTo>
                  <a:pt x="2476500" y="3779864"/>
                </a:lnTo>
                <a:lnTo>
                  <a:pt x="0" y="3779864"/>
                </a:lnTo>
                <a:lnTo>
                  <a:pt x="0" y="0"/>
                </a:lnTo>
                <a:close/>
              </a:path>
            </a:pathLst>
          </a:custGeom>
          <a:solidFill>
            <a:schemeClr val="bg1">
              <a:lumMod val="95000"/>
              <a:alpha val="90000"/>
            </a:schemeClr>
          </a:solidFill>
          <a:effectLst>
            <a:outerShdw blurRad="50800" dist="38100" dir="2700000" algn="tl" rotWithShape="0">
              <a:prstClr val="black">
                <a:alpha val="40000"/>
              </a:prstClr>
            </a:outerShdw>
          </a:effectLst>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just" defTabSz="533400">
              <a:lnSpc>
                <a:spcPct val="90000"/>
              </a:lnSpc>
              <a:spcBef>
                <a:spcPct val="0"/>
              </a:spcBef>
              <a:spcAft>
                <a:spcPct val="15000"/>
              </a:spcAft>
              <a:buChar char="•"/>
            </a:pPr>
            <a:r>
              <a:rPr lang="es-ES" sz="1300" b="1" dirty="0">
                <a:solidFill>
                  <a:schemeClr val="accent1"/>
                </a:solidFill>
                <a:latin typeface="Quattrocento Sans"/>
              </a:rPr>
              <a:t>Variables numéricas: </a:t>
            </a:r>
            <a:r>
              <a:rPr lang="es-ES" sz="1300" dirty="0">
                <a:solidFill>
                  <a:schemeClr val="accent1"/>
                </a:solidFill>
                <a:latin typeface="Quattrocento Sans"/>
              </a:rPr>
              <a:t>cálculo de los principales estadísticos (media, mediana, desviación estándar, máximo, mínimo, porcentaje de valores faltantes…) y gráficos de  distribución de cada variable, con y sin valores atípicos.</a:t>
            </a:r>
            <a:endParaRPr lang="es-ES_tradnl" sz="1300" dirty="0">
              <a:solidFill>
                <a:schemeClr val="accent1"/>
              </a:solidFill>
              <a:latin typeface="Quattrocento Sans"/>
            </a:endParaRPr>
          </a:p>
          <a:p>
            <a:pPr marL="114300" lvl="1" indent="-114300" algn="just" defTabSz="533400">
              <a:lnSpc>
                <a:spcPct val="90000"/>
              </a:lnSpc>
              <a:spcBef>
                <a:spcPct val="0"/>
              </a:spcBef>
              <a:spcAft>
                <a:spcPct val="15000"/>
              </a:spcAft>
              <a:buChar char="•"/>
            </a:pPr>
            <a:r>
              <a:rPr lang="es-ES" sz="1300" b="1" dirty="0">
                <a:solidFill>
                  <a:schemeClr val="accent1"/>
                </a:solidFill>
                <a:latin typeface="Quattrocento Sans"/>
              </a:rPr>
              <a:t>Variables categóricas: </a:t>
            </a:r>
            <a:r>
              <a:rPr lang="es-ES" sz="1300" dirty="0">
                <a:solidFill>
                  <a:schemeClr val="accent1"/>
                </a:solidFill>
                <a:latin typeface="Quattrocento Sans"/>
              </a:rPr>
              <a:t>cálculo de los principales estadísticos (recuento de valores, número de valores únicos, moda y frecuencia de la moda) y gráficos de barras de las variables. </a:t>
            </a:r>
          </a:p>
          <a:p>
            <a:pPr marL="0" lvl="1" algn="just" defTabSz="533400">
              <a:lnSpc>
                <a:spcPct val="90000"/>
              </a:lnSpc>
              <a:spcBef>
                <a:spcPct val="0"/>
              </a:spcBef>
              <a:spcAft>
                <a:spcPct val="15000"/>
              </a:spcAft>
            </a:pPr>
            <a:r>
              <a:rPr lang="es-ES" sz="1100" dirty="0">
                <a:solidFill>
                  <a:schemeClr val="accent1"/>
                </a:solidFill>
                <a:latin typeface="Quattrocento Sans"/>
              </a:rPr>
              <a:t>Dada la importancia de la variable </a:t>
            </a:r>
            <a:r>
              <a:rPr lang="es-ES" sz="1100" dirty="0" err="1">
                <a:solidFill>
                  <a:schemeClr val="accent1"/>
                </a:solidFill>
                <a:latin typeface="Quattrocento Sans"/>
              </a:rPr>
              <a:t>make</a:t>
            </a:r>
            <a:r>
              <a:rPr lang="es-ES" sz="1100" dirty="0">
                <a:solidFill>
                  <a:schemeClr val="accent1"/>
                </a:solidFill>
                <a:latin typeface="Quattrocento Sans"/>
              </a:rPr>
              <a:t>, se calculan los principales estadísticos de las variables numéricas y las distribuciones de las variables categóricas para cada una de las marcas.</a:t>
            </a:r>
          </a:p>
        </p:txBody>
      </p:sp>
      <p:pic>
        <p:nvPicPr>
          <p:cNvPr id="9218" name="Picture 2">
            <a:extLst>
              <a:ext uri="{FF2B5EF4-FFF2-40B4-BE49-F238E27FC236}">
                <a16:creationId xmlns:a16="http://schemas.microsoft.com/office/drawing/2014/main" id="{50C4B08B-FB48-4136-5AD2-5FB6C0FA81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3008589" y="4017993"/>
            <a:ext cx="2745732" cy="1638000"/>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a:extLst>
              <a:ext uri="{FF2B5EF4-FFF2-40B4-BE49-F238E27FC236}">
                <a16:creationId xmlns:a16="http://schemas.microsoft.com/office/drawing/2014/main" id="{1DADFAEF-6E7E-FA20-13A2-EAAF9DD5B8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7427" y="4012225"/>
            <a:ext cx="3301200" cy="1638106"/>
          </a:xfrm>
          <a:prstGeom prst="rect">
            <a:avLst/>
          </a:prstGeom>
          <a:noFill/>
          <a:extLst>
            <a:ext uri="{909E8E84-426E-40DD-AFC4-6F175D3DCCD1}">
              <a14:hiddenFill xmlns:a14="http://schemas.microsoft.com/office/drawing/2010/main">
                <a:solidFill>
                  <a:srgbClr val="FFFFFF"/>
                </a:solidFill>
              </a14:hiddenFill>
            </a:ext>
          </a:extLst>
        </p:spPr>
      </p:pic>
      <p:pic>
        <p:nvPicPr>
          <p:cNvPr id="9228" name="Picture 12">
            <a:extLst>
              <a:ext uri="{FF2B5EF4-FFF2-40B4-BE49-F238E27FC236}">
                <a16:creationId xmlns:a16="http://schemas.microsoft.com/office/drawing/2014/main" id="{212B2FC5-8551-0174-8362-DBBD354101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6622" y="2121092"/>
            <a:ext cx="3941164" cy="1638106"/>
          </a:xfrm>
          <a:prstGeom prst="rect">
            <a:avLst/>
          </a:prstGeom>
          <a:noFill/>
          <a:extLst>
            <a:ext uri="{909E8E84-426E-40DD-AFC4-6F175D3DCCD1}">
              <a14:hiddenFill xmlns:a14="http://schemas.microsoft.com/office/drawing/2010/main">
                <a:solidFill>
                  <a:srgbClr val="FFFFFF"/>
                </a:solidFill>
              </a14:hiddenFill>
            </a:ext>
          </a:extLst>
        </p:spPr>
      </p:pic>
      <p:pic>
        <p:nvPicPr>
          <p:cNvPr id="9230" name="Picture 14">
            <a:extLst>
              <a:ext uri="{FF2B5EF4-FFF2-40B4-BE49-F238E27FC236}">
                <a16:creationId xmlns:a16="http://schemas.microsoft.com/office/drawing/2014/main" id="{3E4BFCF7-CC0A-203A-BC74-DE7E6F5E16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57492" y="2142773"/>
            <a:ext cx="2321789" cy="16381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B76BD9F-A9E3-815C-68DA-8F6B40DFA948}"/>
              </a:ext>
            </a:extLst>
          </p:cNvPr>
          <p:cNvSpPr txBox="1"/>
          <p:nvPr/>
        </p:nvSpPr>
        <p:spPr>
          <a:xfrm>
            <a:off x="9359841" y="1967203"/>
            <a:ext cx="2519589"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dirty="0">
                <a:solidFill>
                  <a:schemeClr val="bg1"/>
                </a:solidFill>
                <a:latin typeface="Segoe Print" panose="02000600000000000000" pitchFamily="2" charset="0"/>
              </a:rPr>
              <a:t>Análisis Multivariable</a:t>
            </a:r>
          </a:p>
        </p:txBody>
      </p:sp>
      <p:sp>
        <p:nvSpPr>
          <p:cNvPr id="6" name="TextBox 5">
            <a:extLst>
              <a:ext uri="{FF2B5EF4-FFF2-40B4-BE49-F238E27FC236}">
                <a16:creationId xmlns:a16="http://schemas.microsoft.com/office/drawing/2014/main" id="{E11E6D07-8468-5BAC-CFC8-28685F4ED15E}"/>
              </a:ext>
            </a:extLst>
          </p:cNvPr>
          <p:cNvSpPr txBox="1"/>
          <p:nvPr/>
        </p:nvSpPr>
        <p:spPr>
          <a:xfrm>
            <a:off x="221173" y="1967205"/>
            <a:ext cx="2698324"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dirty="0">
                <a:solidFill>
                  <a:schemeClr val="bg1"/>
                </a:solidFill>
                <a:latin typeface="Segoe Print" panose="02000600000000000000" pitchFamily="2" charset="0"/>
              </a:rPr>
              <a:t>Análisis Univariante</a:t>
            </a:r>
          </a:p>
        </p:txBody>
      </p:sp>
      <p:sp>
        <p:nvSpPr>
          <p:cNvPr id="7" name="TextBox 6">
            <a:extLst>
              <a:ext uri="{FF2B5EF4-FFF2-40B4-BE49-F238E27FC236}">
                <a16:creationId xmlns:a16="http://schemas.microsoft.com/office/drawing/2014/main" id="{6F9CCA4B-DA74-10F4-86A8-B2CADD7A9D2E}"/>
              </a:ext>
            </a:extLst>
          </p:cNvPr>
          <p:cNvSpPr txBox="1"/>
          <p:nvPr/>
        </p:nvSpPr>
        <p:spPr>
          <a:xfrm>
            <a:off x="513346" y="5844338"/>
            <a:ext cx="11165307" cy="715089"/>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just"/>
            <a:r>
              <a:rPr lang="es-ES_tradnl" sz="1200" b="1" dirty="0">
                <a:solidFill>
                  <a:schemeClr val="accent1"/>
                </a:solidFill>
                <a:latin typeface="Quattrocento Sans" panose="020B0502050000020003" pitchFamily="34" charset="0"/>
              </a:rPr>
              <a:t>Dada la finalidad del modelo de estimación del precio de vehículos de segunda mano como componente de un modelo de cálculo del valor residual para financiación de vehículos, y con el objetivo de minimizar el ruido en lo datos, se eliminan los registros que presentan valores atípicos extremos en las variables </a:t>
            </a:r>
            <a:r>
              <a:rPr lang="es-ES_tradnl" sz="1200" b="1" dirty="0" err="1">
                <a:solidFill>
                  <a:schemeClr val="accent1"/>
                </a:solidFill>
                <a:latin typeface="Quattrocento Sans" panose="020B0502050000020003" pitchFamily="34" charset="0"/>
              </a:rPr>
              <a:t>year_manufacture</a:t>
            </a:r>
            <a:r>
              <a:rPr lang="es-ES_tradnl" sz="1200" b="1" dirty="0">
                <a:solidFill>
                  <a:schemeClr val="accent1"/>
                </a:solidFill>
                <a:latin typeface="Quattrocento Sans" panose="020B0502050000020003" pitchFamily="34" charset="0"/>
              </a:rPr>
              <a:t>, </a:t>
            </a:r>
            <a:r>
              <a:rPr lang="es-ES_tradnl" sz="1200" b="1" dirty="0" err="1">
                <a:solidFill>
                  <a:schemeClr val="accent1"/>
                </a:solidFill>
                <a:latin typeface="Quattrocento Sans" panose="020B0502050000020003" pitchFamily="34" charset="0"/>
              </a:rPr>
              <a:t>mileage</a:t>
            </a:r>
            <a:r>
              <a:rPr lang="es-ES_tradnl" sz="1200" b="1" dirty="0">
                <a:solidFill>
                  <a:schemeClr val="accent1"/>
                </a:solidFill>
                <a:latin typeface="Quattrocento Sans" panose="020B0502050000020003" pitchFamily="34" charset="0"/>
              </a:rPr>
              <a:t> y </a:t>
            </a:r>
            <a:r>
              <a:rPr lang="es-ES_tradnl" sz="1200" b="1" dirty="0" err="1">
                <a:solidFill>
                  <a:schemeClr val="accent1"/>
                </a:solidFill>
                <a:latin typeface="Quattrocento Sans" panose="020B0502050000020003" pitchFamily="34" charset="0"/>
              </a:rPr>
              <a:t>original_price</a:t>
            </a:r>
            <a:r>
              <a:rPr lang="es-ES_tradnl" sz="1200" b="1" dirty="0">
                <a:solidFill>
                  <a:schemeClr val="accent1"/>
                </a:solidFill>
                <a:latin typeface="Quattrocento Sans" panose="020B0502050000020003" pitchFamily="34" charset="0"/>
              </a:rPr>
              <a:t>.  Las variables más correlacionadas con la variable objetivo son el kilometraje, la antigüedad del vehículo y el precio original. </a:t>
            </a:r>
          </a:p>
        </p:txBody>
      </p:sp>
    </p:spTree>
    <p:extLst>
      <p:ext uri="{BB962C8B-B14F-4D97-AF65-F5344CB8AC3E}">
        <p14:creationId xmlns:p14="http://schemas.microsoft.com/office/powerpoint/2010/main" val="408008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1EB5E-89C7-AA17-7EF8-8EE0107D42F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6AC0B5A-DE26-E9AF-C735-EC6995AFD9B8}"/>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4FCE74C7-1BE1-3B14-CFBE-37BA5FCAE808}"/>
              </a:ext>
            </a:extLst>
          </p:cNvPr>
          <p:cNvSpPr>
            <a:spLocks noChangeArrowheads="1"/>
          </p:cNvSpPr>
          <p:nvPr/>
        </p:nvSpPr>
        <p:spPr bwMode="gray">
          <a:xfrm>
            <a:off x="1067468" y="455495"/>
            <a:ext cx="9968391"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Muestras de entrenamiento y test y preprocesamiento de la muestra de entrenamiento</a:t>
            </a:r>
          </a:p>
        </p:txBody>
      </p:sp>
      <p:cxnSp>
        <p:nvCxnSpPr>
          <p:cNvPr id="3" name="Straight Connector 2">
            <a:extLst>
              <a:ext uri="{FF2B5EF4-FFF2-40B4-BE49-F238E27FC236}">
                <a16:creationId xmlns:a16="http://schemas.microsoft.com/office/drawing/2014/main" id="{D5DD0CA5-7C10-5DF7-E9D2-6695D364C676}"/>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467F66C9-923D-ED6A-E0BC-E64530463B8C}"/>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8" name="Google Shape;978;p52">
            <a:extLst>
              <a:ext uri="{FF2B5EF4-FFF2-40B4-BE49-F238E27FC236}">
                <a16:creationId xmlns:a16="http://schemas.microsoft.com/office/drawing/2014/main" id="{9B19222C-6E1E-EBBC-BBFE-C46151508DFB}"/>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Tras una reordenación aleatoria se define una partición del conjunto original en dos subconjuntos: uno de entrenamiento (80%) y otro de prueba (20%). Posteriormente, se imputan los valores faltantes, se codifican las variables categóricas, se estandarizan o normalizan las variables numéricas y, si aplica, se eliminan variables altamente correlacionadas y se reduce la dimensionalidad</a:t>
            </a:r>
          </a:p>
        </p:txBody>
      </p:sp>
      <p:sp>
        <p:nvSpPr>
          <p:cNvPr id="5" name="TextBox 4">
            <a:extLst>
              <a:ext uri="{FF2B5EF4-FFF2-40B4-BE49-F238E27FC236}">
                <a16:creationId xmlns:a16="http://schemas.microsoft.com/office/drawing/2014/main" id="{E8BFD86E-A785-D79B-8D8C-5489DFB4C6A0}"/>
              </a:ext>
            </a:extLst>
          </p:cNvPr>
          <p:cNvSpPr txBox="1"/>
          <p:nvPr/>
        </p:nvSpPr>
        <p:spPr>
          <a:xfrm>
            <a:off x="4074160" y="6530259"/>
            <a:ext cx="7380802" cy="230832"/>
          </a:xfrm>
          <a:prstGeom prst="rect">
            <a:avLst/>
          </a:prstGeom>
          <a:noFill/>
        </p:spPr>
        <p:txBody>
          <a:bodyPr wrap="square" rtlCol="0">
            <a:spAutoFit/>
          </a:bodyPr>
          <a:lstStyle/>
          <a:p>
            <a:r>
              <a:rPr lang="es-ES_tradnl" sz="900" i="1" dirty="0">
                <a:latin typeface="Quattrocento Sans" panose="020B0502050000020003" pitchFamily="34" charset="0"/>
              </a:rPr>
              <a:t>1. S</a:t>
            </a:r>
            <a:r>
              <a:rPr lang="es-ES_tradnl" sz="900" dirty="0">
                <a:latin typeface="Quattrocento Sans" panose="020B0502050000020003" pitchFamily="34" charset="0"/>
              </a:rPr>
              <a:t>i siguen quedando valores faltantes tras la primera imputación</a:t>
            </a:r>
            <a:r>
              <a:rPr lang="es-ES" sz="900" i="1" dirty="0">
                <a:effectLst/>
                <a:latin typeface="Quattrocento Sans" panose="020B0502050000020003" pitchFamily="34" charset="0"/>
                <a:ea typeface="Aptos" panose="020B0004020202020204" pitchFamily="34" charset="0"/>
              </a:rPr>
              <a:t>.</a:t>
            </a:r>
            <a:endParaRPr lang="es-ES_tradnl" sz="900" i="1" dirty="0">
              <a:latin typeface="Quattrocento Sans" panose="020B0502050000020003" pitchFamily="34" charset="0"/>
            </a:endParaRPr>
          </a:p>
        </p:txBody>
      </p:sp>
      <p:sp>
        <p:nvSpPr>
          <p:cNvPr id="6" name="Rectangle 5">
            <a:extLst>
              <a:ext uri="{FF2B5EF4-FFF2-40B4-BE49-F238E27FC236}">
                <a16:creationId xmlns:a16="http://schemas.microsoft.com/office/drawing/2014/main" id="{4297E170-BD69-477D-620A-DD7169597C64}"/>
              </a:ext>
            </a:extLst>
          </p:cNvPr>
          <p:cNvSpPr/>
          <p:nvPr/>
        </p:nvSpPr>
        <p:spPr bwMode="auto">
          <a:xfrm>
            <a:off x="783515" y="1967089"/>
            <a:ext cx="3017520" cy="2112487"/>
          </a:xfrm>
          <a:prstGeom prst="rect">
            <a:avLst/>
          </a:prstGeom>
          <a:solidFill>
            <a:srgbClr val="FFFFFF"/>
          </a:solidFill>
          <a:ln w="12700" cap="flat" cmpd="sng" algn="ctr">
            <a:solidFill>
              <a:schemeClr val="accent3">
                <a:lumMod val="40000"/>
                <a:lumOff val="60000"/>
              </a:schemeClr>
            </a:solidFill>
            <a:prstDash val="solid"/>
            <a:headEnd/>
            <a:tailEnd/>
          </a:ln>
          <a:effectLst>
            <a:outerShdw blurRad="50800" dist="38100" dir="2700000" algn="tl" rotWithShape="0">
              <a:prstClr val="black">
                <a:alpha val="40000"/>
              </a:prstClr>
            </a:outerShdw>
          </a:effectLst>
        </p:spPr>
        <p:txBody>
          <a:bodyPr wrap="square" tIns="90000" rtlCol="0" anchor="ctr"/>
          <a:lstStyle/>
          <a:p>
            <a:pPr algn="just"/>
            <a:r>
              <a:rPr lang="es-ES_tradnl" sz="1200" dirty="0">
                <a:solidFill>
                  <a:schemeClr val="accent1"/>
                </a:solidFill>
                <a:latin typeface="Quattrocento Sans" panose="020B0502050000020003" pitchFamily="34" charset="0"/>
              </a:rPr>
              <a:t>La  </a:t>
            </a:r>
            <a:r>
              <a:rPr lang="es-ES_tradnl" sz="1200" b="1" dirty="0">
                <a:solidFill>
                  <a:schemeClr val="accent1"/>
                </a:solidFill>
                <a:latin typeface="Quattrocento Sans" panose="020B0502050000020003" pitchFamily="34" charset="0"/>
              </a:rPr>
              <a:t>reordenación aleatoria</a:t>
            </a:r>
            <a:r>
              <a:rPr lang="es-ES_tradnl" sz="1200" dirty="0">
                <a:solidFill>
                  <a:schemeClr val="accent1"/>
                </a:solidFill>
                <a:latin typeface="Quattrocento Sans" panose="020B0502050000020003" pitchFamily="34" charset="0"/>
              </a:rPr>
              <a:t> se realiza para evitar cualquier sesgo asociado al orden en que fue extraída la información, y la partición es estratificada por la variable </a:t>
            </a:r>
            <a:r>
              <a:rPr lang="es-ES_tradnl" sz="1200" b="1" dirty="0" err="1">
                <a:solidFill>
                  <a:schemeClr val="accent1"/>
                </a:solidFill>
                <a:latin typeface="Quattrocento Sans" panose="020B0502050000020003" pitchFamily="34" charset="0"/>
              </a:rPr>
              <a:t>make</a:t>
            </a:r>
            <a:r>
              <a:rPr lang="es-ES_tradnl" sz="1200" dirty="0">
                <a:solidFill>
                  <a:schemeClr val="accent1"/>
                </a:solidFill>
                <a:latin typeface="Quattrocento Sans" panose="020B0502050000020003" pitchFamily="34" charset="0"/>
              </a:rPr>
              <a:t> para garantizar que se preserva la distribución de la misma en los conjuntos de entrenamiento y prueba. </a:t>
            </a:r>
            <a:r>
              <a:rPr lang="es-ES_tradnl" sz="1200" b="1" dirty="0">
                <a:solidFill>
                  <a:schemeClr val="accent1"/>
                </a:solidFill>
                <a:latin typeface="Quattrocento Sans" panose="020B0502050000020003" pitchFamily="34" charset="0"/>
              </a:rPr>
              <a:t>A partir de este punto, el conjunto de prueba no será utilizado, salvo para la evaluación del rendimiento final del modelo.</a:t>
            </a:r>
          </a:p>
        </p:txBody>
      </p:sp>
      <p:sp>
        <p:nvSpPr>
          <p:cNvPr id="11" name="Rectangle 10">
            <a:extLst>
              <a:ext uri="{FF2B5EF4-FFF2-40B4-BE49-F238E27FC236}">
                <a16:creationId xmlns:a16="http://schemas.microsoft.com/office/drawing/2014/main" id="{7E6C73FD-E53A-D643-322C-11E1C7D54833}"/>
              </a:ext>
            </a:extLst>
          </p:cNvPr>
          <p:cNvSpPr/>
          <p:nvPr/>
        </p:nvSpPr>
        <p:spPr bwMode="auto">
          <a:xfrm>
            <a:off x="783515" y="4354901"/>
            <a:ext cx="3017520" cy="2156108"/>
          </a:xfrm>
          <a:prstGeom prst="rect">
            <a:avLst/>
          </a:prstGeom>
          <a:solidFill>
            <a:srgbClr val="FFFFFF"/>
          </a:solidFill>
          <a:ln w="12700" cap="flat" cmpd="sng" algn="ctr">
            <a:solidFill>
              <a:schemeClr val="accent3">
                <a:lumMod val="60000"/>
                <a:lumOff val="40000"/>
              </a:schemeClr>
            </a:solidFill>
            <a:prstDash val="solid"/>
            <a:headEnd/>
            <a:tailEnd/>
          </a:ln>
          <a:effectLst>
            <a:outerShdw blurRad="50800" dist="38100" dir="2700000" algn="tl" rotWithShape="0">
              <a:prstClr val="black">
                <a:alpha val="40000"/>
              </a:prstClr>
            </a:outerShdw>
          </a:effectLst>
        </p:spPr>
        <p:txBody>
          <a:bodyPr wrap="square" tIns="90000" rtlCol="0" anchor="t"/>
          <a:lstStyle/>
          <a:p>
            <a:pPr>
              <a:spcBef>
                <a:spcPts val="600"/>
              </a:spcBef>
            </a:pPr>
            <a:endParaRPr lang="es-ES_tradnl" sz="100" dirty="0"/>
          </a:p>
          <a:p>
            <a:pPr algn="just">
              <a:spcBef>
                <a:spcPts val="600"/>
              </a:spcBef>
            </a:pPr>
            <a:r>
              <a:rPr lang="es-ES_tradnl" sz="1200" dirty="0">
                <a:solidFill>
                  <a:schemeClr val="accent1"/>
                </a:solidFill>
                <a:latin typeface="Quattrocento Sans" panose="020B0502050000020003" pitchFamily="34" charset="0"/>
              </a:rPr>
              <a:t>Las </a:t>
            </a:r>
            <a:r>
              <a:rPr lang="es-ES_tradnl" sz="1200" b="1" dirty="0">
                <a:solidFill>
                  <a:schemeClr val="accent1"/>
                </a:solidFill>
                <a:latin typeface="Quattrocento Sans" panose="020B0502050000020003" pitchFamily="34" charset="0"/>
              </a:rPr>
              <a:t>variables</a:t>
            </a:r>
            <a:r>
              <a:rPr lang="es-ES_tradnl" sz="1200" dirty="0">
                <a:solidFill>
                  <a:schemeClr val="accent1"/>
                </a:solidFill>
                <a:latin typeface="Quattrocento Sans" panose="020B0502050000020003" pitchFamily="34" charset="0"/>
              </a:rPr>
              <a:t> </a:t>
            </a:r>
            <a:r>
              <a:rPr lang="es-ES_tradnl" sz="1200" b="1" dirty="0">
                <a:solidFill>
                  <a:schemeClr val="accent1"/>
                </a:solidFill>
                <a:latin typeface="Quattrocento Sans" panose="020B0502050000020003" pitchFamily="34" charset="0"/>
              </a:rPr>
              <a:t>categóricas</a:t>
            </a:r>
            <a:r>
              <a:rPr lang="es-ES_tradnl" sz="1200" dirty="0">
                <a:solidFill>
                  <a:schemeClr val="accent1"/>
                </a:solidFill>
                <a:latin typeface="Quattrocento Sans" panose="020B0502050000020003" pitchFamily="34" charset="0"/>
              </a:rPr>
              <a:t> que tienen un número de clases pequeño (tipo de transmisión, tipo de tracción, tipo de vehículo y tipo de motorización) se codifican con un </a:t>
            </a:r>
            <a:r>
              <a:rPr lang="es-ES_tradnl" sz="1200" b="1" dirty="0" err="1">
                <a:solidFill>
                  <a:schemeClr val="accent1"/>
                </a:solidFill>
                <a:latin typeface="Quattrocento Sans" panose="020B0502050000020003" pitchFamily="34" charset="0"/>
              </a:rPr>
              <a:t>One-hot</a:t>
            </a:r>
            <a:r>
              <a:rPr lang="es-ES_tradnl" sz="1200" b="1" dirty="0">
                <a:solidFill>
                  <a:schemeClr val="accent1"/>
                </a:solidFill>
                <a:latin typeface="Quattrocento Sans" panose="020B0502050000020003" pitchFamily="34" charset="0"/>
              </a:rPr>
              <a:t> </a:t>
            </a:r>
            <a:r>
              <a:rPr lang="es-ES_tradnl" sz="1200" b="1" dirty="0" err="1">
                <a:solidFill>
                  <a:schemeClr val="accent1"/>
                </a:solidFill>
                <a:latin typeface="Quattrocento Sans" panose="020B0502050000020003" pitchFamily="34" charset="0"/>
              </a:rPr>
              <a:t>encoder</a:t>
            </a:r>
            <a:r>
              <a:rPr lang="es-ES_tradnl" sz="1200" b="1" dirty="0">
                <a:solidFill>
                  <a:schemeClr val="accent1"/>
                </a:solidFill>
                <a:latin typeface="Quattrocento Sans" panose="020B0502050000020003" pitchFamily="34" charset="0"/>
              </a:rPr>
              <a:t>, </a:t>
            </a:r>
            <a:r>
              <a:rPr lang="es-ES_tradnl" sz="1200" dirty="0">
                <a:solidFill>
                  <a:schemeClr val="accent1"/>
                </a:solidFill>
                <a:latin typeface="Quattrocento Sans" panose="020B0502050000020003" pitchFamily="34" charset="0"/>
              </a:rPr>
              <a:t>mientras que para el resto (marca y modelo) se realiza una </a:t>
            </a:r>
            <a:r>
              <a:rPr lang="es-ES_tradnl" sz="1200" b="1" dirty="0">
                <a:solidFill>
                  <a:schemeClr val="accent1"/>
                </a:solidFill>
                <a:latin typeface="Quattrocento Sans" panose="020B0502050000020003" pitchFamily="34" charset="0"/>
              </a:rPr>
              <a:t>codificación por objetivo</a:t>
            </a:r>
            <a:r>
              <a:rPr lang="es-ES_tradnl" sz="1200" dirty="0">
                <a:solidFill>
                  <a:schemeClr val="accent1"/>
                </a:solidFill>
                <a:latin typeface="Quattrocento Sans" panose="020B0502050000020003" pitchFamily="34" charset="0"/>
              </a:rPr>
              <a:t> con </a:t>
            </a:r>
            <a:r>
              <a:rPr lang="es-ES_tradnl" sz="1200" b="1" dirty="0">
                <a:solidFill>
                  <a:schemeClr val="accent1"/>
                </a:solidFill>
                <a:latin typeface="Quattrocento Sans" panose="020B0502050000020003" pitchFamily="34" charset="0"/>
              </a:rPr>
              <a:t>validación cruzada K-</a:t>
            </a:r>
            <a:r>
              <a:rPr lang="es-ES_tradnl" sz="1200" b="1" dirty="0" err="1">
                <a:solidFill>
                  <a:schemeClr val="accent1"/>
                </a:solidFill>
                <a:latin typeface="Quattrocento Sans" panose="020B0502050000020003" pitchFamily="34" charset="0"/>
              </a:rPr>
              <a:t>fold</a:t>
            </a:r>
            <a:r>
              <a:rPr lang="es-ES_tradnl" sz="1200" b="1" dirty="0">
                <a:solidFill>
                  <a:schemeClr val="accent1"/>
                </a:solidFill>
                <a:latin typeface="Quattrocento Sans" panose="020B0502050000020003" pitchFamily="34" charset="0"/>
              </a:rPr>
              <a:t> </a:t>
            </a:r>
            <a:r>
              <a:rPr lang="es-ES_tradnl" sz="1200" dirty="0">
                <a:solidFill>
                  <a:schemeClr val="accent1"/>
                </a:solidFill>
                <a:latin typeface="Quattrocento Sans" panose="020B0502050000020003" pitchFamily="34" charset="0"/>
              </a:rPr>
              <a:t>sobre el conjunto de entrenamiento, que se aplica seguidamente en el de prueba.</a:t>
            </a:r>
          </a:p>
        </p:txBody>
      </p:sp>
      <p:sp>
        <p:nvSpPr>
          <p:cNvPr id="14" name="Rectangle 13">
            <a:extLst>
              <a:ext uri="{FF2B5EF4-FFF2-40B4-BE49-F238E27FC236}">
                <a16:creationId xmlns:a16="http://schemas.microsoft.com/office/drawing/2014/main" id="{DFB9BEB9-9FE3-3E17-A81F-D7C75553CC02}"/>
              </a:ext>
            </a:extLst>
          </p:cNvPr>
          <p:cNvSpPr/>
          <p:nvPr/>
        </p:nvSpPr>
        <p:spPr bwMode="auto">
          <a:xfrm>
            <a:off x="4074160" y="5806024"/>
            <a:ext cx="7457440" cy="704985"/>
          </a:xfrm>
          <a:prstGeom prst="rect">
            <a:avLst/>
          </a:prstGeom>
          <a:solidFill>
            <a:srgbClr val="FFFFFF"/>
          </a:solidFill>
          <a:ln w="12700" cap="flat" cmpd="sng" algn="ctr">
            <a:solidFill>
              <a:schemeClr val="accent3">
                <a:lumMod val="50000"/>
              </a:schemeClr>
            </a:solidFill>
            <a:prstDash val="solid"/>
            <a:headEnd/>
            <a:tailEnd/>
          </a:ln>
          <a:effectLst>
            <a:outerShdw blurRad="50800" dist="38100" dir="2700000" algn="tl" rotWithShape="0">
              <a:prstClr val="black">
                <a:alpha val="40000"/>
              </a:prstClr>
            </a:outerShdw>
          </a:effectLst>
        </p:spPr>
        <p:txBody>
          <a:bodyPr wrap="square" tIns="90000" rtlCol="0" anchor="ctr"/>
          <a:lstStyle/>
          <a:p>
            <a:pPr>
              <a:spcBef>
                <a:spcPts val="600"/>
              </a:spcBef>
            </a:pPr>
            <a:r>
              <a:rPr lang="es-ES_tradnl" sz="1200" dirty="0">
                <a:solidFill>
                  <a:schemeClr val="accent1"/>
                </a:solidFill>
                <a:latin typeface="Quattrocento Sans" panose="020B0502050000020003" pitchFamily="34" charset="0"/>
              </a:rPr>
              <a:t>En función del tipo de modelo se realiza</a:t>
            </a:r>
            <a:r>
              <a:rPr lang="es-ES_tradnl" sz="1200">
                <a:solidFill>
                  <a:schemeClr val="accent1"/>
                </a:solidFill>
                <a:latin typeface="Quattrocento Sans" panose="020B0502050000020003" pitchFamily="34" charset="0"/>
              </a:rPr>
              <a:t>,</a:t>
            </a:r>
            <a:r>
              <a:rPr lang="es-ES_tradnl" sz="1200" dirty="0">
                <a:solidFill>
                  <a:schemeClr val="accent1"/>
                </a:solidFill>
                <a:latin typeface="Quattrocento Sans" panose="020B0502050000020003" pitchFamily="34" charset="0"/>
              </a:rPr>
              <a:t> si procede</a:t>
            </a:r>
            <a:r>
              <a:rPr lang="es-ES_tradnl" sz="1200">
                <a:solidFill>
                  <a:schemeClr val="accent1"/>
                </a:solidFill>
                <a:latin typeface="Quattrocento Sans" panose="020B0502050000020003" pitchFamily="34" charset="0"/>
              </a:rPr>
              <a:t>,</a:t>
            </a:r>
            <a:r>
              <a:rPr lang="es-ES_tradnl" sz="1200" dirty="0">
                <a:solidFill>
                  <a:schemeClr val="accent1"/>
                </a:solidFill>
                <a:latin typeface="Quattrocento Sans" panose="020B0502050000020003" pitchFamily="34" charset="0"/>
              </a:rPr>
              <a:t> la </a:t>
            </a:r>
            <a:r>
              <a:rPr lang="es-ES_tradnl" sz="1200" b="1" dirty="0">
                <a:solidFill>
                  <a:schemeClr val="accent1"/>
                </a:solidFill>
                <a:latin typeface="Quattrocento Sans" panose="020B0502050000020003" pitchFamily="34" charset="0"/>
              </a:rPr>
              <a:t>normalización o estandarización </a:t>
            </a:r>
            <a:r>
              <a:rPr lang="es-ES_tradnl" sz="1200" dirty="0">
                <a:solidFill>
                  <a:schemeClr val="accent1"/>
                </a:solidFill>
                <a:latin typeface="Quattrocento Sans" panose="020B0502050000020003" pitchFamily="34" charset="0"/>
              </a:rPr>
              <a:t>de variables antes de proceder al entrenamiento. A continuación se presentan seis modelos alternativos.</a:t>
            </a:r>
          </a:p>
        </p:txBody>
      </p:sp>
      <p:sp>
        <p:nvSpPr>
          <p:cNvPr id="15" name="Rectangle 14">
            <a:extLst>
              <a:ext uri="{FF2B5EF4-FFF2-40B4-BE49-F238E27FC236}">
                <a16:creationId xmlns:a16="http://schemas.microsoft.com/office/drawing/2014/main" id="{7FFA3351-9D0F-083B-C50D-91C1A1CAE245}"/>
              </a:ext>
            </a:extLst>
          </p:cNvPr>
          <p:cNvSpPr/>
          <p:nvPr/>
        </p:nvSpPr>
        <p:spPr bwMode="auto">
          <a:xfrm>
            <a:off x="4074160" y="1967088"/>
            <a:ext cx="7457440" cy="3718178"/>
          </a:xfrm>
          <a:prstGeom prst="rect">
            <a:avLst/>
          </a:prstGeom>
          <a:solidFill>
            <a:srgbClr val="FFFFFF"/>
          </a:solidFill>
          <a:ln w="12700" cap="flat" cmpd="sng" algn="ctr">
            <a:solidFill>
              <a:schemeClr val="accent3">
                <a:lumMod val="75000"/>
              </a:schemeClr>
            </a:solidFill>
            <a:prstDash val="solid"/>
            <a:headEnd/>
            <a:tailEnd/>
          </a:ln>
          <a:effectLst>
            <a:outerShdw blurRad="50800" dist="38100" dir="2700000" algn="tl" rotWithShape="0">
              <a:prstClr val="black">
                <a:alpha val="40000"/>
              </a:prstClr>
            </a:outerShdw>
          </a:effectLst>
        </p:spPr>
        <p:txBody>
          <a:bodyPr wrap="square" lIns="72000" tIns="72000" rIns="144000" rtlCol="0" anchor="ctr"/>
          <a:lstStyle/>
          <a:p>
            <a:pPr algn="just"/>
            <a:endParaRPr lang="es-ES_tradnl" sz="1200" dirty="0"/>
          </a:p>
          <a:p>
            <a:pPr algn="just"/>
            <a:r>
              <a:rPr lang="es-ES_tradnl" sz="1200" dirty="0">
                <a:solidFill>
                  <a:schemeClr val="accent1"/>
                </a:solidFill>
                <a:latin typeface="Quattrocento Sans" panose="020B0502050000020003" pitchFamily="34" charset="0"/>
              </a:rPr>
              <a:t>La</a:t>
            </a:r>
            <a:r>
              <a:rPr lang="es-ES_tradnl" sz="1200" b="1" dirty="0">
                <a:solidFill>
                  <a:schemeClr val="accent1"/>
                </a:solidFill>
                <a:latin typeface="Quattrocento Sans" panose="020B0502050000020003" pitchFamily="34" charset="0"/>
              </a:rPr>
              <a:t> imputación de valores faltantes</a:t>
            </a:r>
            <a:r>
              <a:rPr lang="es-ES_tradnl" sz="1200" dirty="0">
                <a:solidFill>
                  <a:schemeClr val="accent1"/>
                </a:solidFill>
                <a:latin typeface="Quattrocento Sans" panose="020B0502050000020003" pitchFamily="34" charset="0"/>
              </a:rPr>
              <a:t> se realiza a partir del conjunto de entrenamiento y posteriormente se aplica tanto al conjunto de entrenamiento como al de prueba.</a:t>
            </a:r>
          </a:p>
          <a:p>
            <a:pPr marL="742950" lvl="1" indent="-285750" algn="just">
              <a:buFont typeface="Arial" panose="020B0604020202020204" pitchFamily="34" charset="0"/>
              <a:buChar char="•"/>
            </a:pPr>
            <a:r>
              <a:rPr lang="es-ES_tradnl" sz="1200" dirty="0">
                <a:solidFill>
                  <a:schemeClr val="accent1"/>
                </a:solidFill>
                <a:latin typeface="Quattrocento Sans" panose="020B0502050000020003" pitchFamily="34" charset="0"/>
              </a:rPr>
              <a:t>Para las variables tipo de motorización, tipo de tracción y tipo de transmisión, se imputan los valores faltantes por la </a:t>
            </a:r>
            <a:r>
              <a:rPr lang="es-ES_tradnl" sz="1200" b="1" dirty="0">
                <a:solidFill>
                  <a:schemeClr val="accent1"/>
                </a:solidFill>
                <a:latin typeface="Quattrocento Sans" panose="020B0502050000020003" pitchFamily="34" charset="0"/>
              </a:rPr>
              <a:t>moda</a:t>
            </a:r>
            <a:r>
              <a:rPr lang="es-ES_tradnl" sz="1200" dirty="0">
                <a:solidFill>
                  <a:schemeClr val="accent1"/>
                </a:solidFill>
                <a:latin typeface="Quattrocento Sans" panose="020B0502050000020003" pitchFamily="34" charset="0"/>
              </a:rPr>
              <a:t> agrupando por marca y modelo (o marca y tipo de vehículo</a:t>
            </a:r>
            <a:r>
              <a:rPr lang="es-ES_tradnl" sz="1200" baseline="30000" dirty="0">
                <a:solidFill>
                  <a:schemeClr val="accent1"/>
                </a:solidFill>
                <a:latin typeface="Quattrocento Sans" panose="020B0502050000020003" pitchFamily="34" charset="0"/>
              </a:rPr>
              <a:t> 1</a:t>
            </a:r>
            <a:r>
              <a:rPr lang="es-ES_tradnl" sz="1200" dirty="0">
                <a:solidFill>
                  <a:schemeClr val="accent1"/>
                </a:solidFill>
                <a:latin typeface="Quattrocento Sans" panose="020B0502050000020003" pitchFamily="34" charset="0"/>
              </a:rPr>
              <a:t>)</a:t>
            </a:r>
          </a:p>
          <a:p>
            <a:pPr marL="742950" lvl="1" indent="-285750" algn="just">
              <a:buFont typeface="Arial" panose="020B0604020202020204" pitchFamily="34" charset="0"/>
              <a:buChar char="•"/>
            </a:pPr>
            <a:r>
              <a:rPr lang="es-ES_tradnl" sz="1200" dirty="0">
                <a:solidFill>
                  <a:schemeClr val="accent1"/>
                </a:solidFill>
                <a:latin typeface="Quattrocento Sans" panose="020B0502050000020003" pitchFamily="34" charset="0"/>
              </a:rPr>
              <a:t>Para las variables de consumo de combustible en ciudad y carretera, se asigna el valor </a:t>
            </a:r>
            <a:r>
              <a:rPr lang="es-ES_tradnl" sz="1200">
                <a:solidFill>
                  <a:schemeClr val="accent1"/>
                </a:solidFill>
                <a:latin typeface="Quattrocento Sans" panose="020B0502050000020003" pitchFamily="34" charset="0"/>
              </a:rPr>
              <a:t>cero</a:t>
            </a:r>
            <a:r>
              <a:rPr lang="es-ES_tradnl" sz="1200" dirty="0">
                <a:solidFill>
                  <a:schemeClr val="accent1"/>
                </a:solidFill>
                <a:latin typeface="Quattrocento Sans" panose="020B0502050000020003" pitchFamily="34" charset="0"/>
              </a:rPr>
              <a:t> para los vehículos eléctricos y para el resto se imputa por la </a:t>
            </a:r>
            <a:r>
              <a:rPr lang="es-ES_tradnl" sz="1200" b="1" dirty="0">
                <a:solidFill>
                  <a:schemeClr val="accent1"/>
                </a:solidFill>
                <a:latin typeface="Quattrocento Sans" panose="020B0502050000020003" pitchFamily="34" charset="0"/>
              </a:rPr>
              <a:t>mediana</a:t>
            </a:r>
            <a:r>
              <a:rPr lang="es-ES_tradnl" sz="1200" dirty="0">
                <a:solidFill>
                  <a:schemeClr val="accent1"/>
                </a:solidFill>
                <a:latin typeface="Quattrocento Sans" panose="020B0502050000020003" pitchFamily="34" charset="0"/>
              </a:rPr>
              <a:t> agrupando por marca, modelo y motorización, (o marca, tipo de vehículo y motorización</a:t>
            </a:r>
            <a:r>
              <a:rPr lang="es-ES_tradnl" sz="1200" baseline="30000" dirty="0">
                <a:solidFill>
                  <a:schemeClr val="accent1"/>
                </a:solidFill>
                <a:latin typeface="Quattrocento Sans" panose="020B0502050000020003" pitchFamily="34" charset="0"/>
              </a:rPr>
              <a:t>1</a:t>
            </a:r>
            <a:r>
              <a:rPr lang="es-ES_tradnl" sz="1200" dirty="0">
                <a:solidFill>
                  <a:schemeClr val="accent1"/>
                </a:solidFill>
                <a:latin typeface="Quattrocento Sans" panose="020B0502050000020003" pitchFamily="34" charset="0"/>
              </a:rPr>
              <a:t>). </a:t>
            </a:r>
          </a:p>
          <a:p>
            <a:pPr marL="742950" lvl="1" indent="-285750" algn="just">
              <a:buFont typeface="Arial" panose="020B0604020202020204" pitchFamily="34" charset="0"/>
              <a:buChar char="•"/>
            </a:pPr>
            <a:r>
              <a:rPr lang="es-ES_tradnl" sz="1200" dirty="0">
                <a:solidFill>
                  <a:schemeClr val="accent1"/>
                </a:solidFill>
                <a:latin typeface="Quattrocento Sans" panose="020B0502050000020003" pitchFamily="34" charset="0"/>
              </a:rPr>
              <a:t>Para la variable de precio en origen, se asigna la </a:t>
            </a:r>
            <a:r>
              <a:rPr lang="es-ES_tradnl" sz="1200" b="1" dirty="0">
                <a:solidFill>
                  <a:schemeClr val="accent1"/>
                </a:solidFill>
                <a:latin typeface="Quattrocento Sans" panose="020B0502050000020003" pitchFamily="34" charset="0"/>
              </a:rPr>
              <a:t>mediana</a:t>
            </a:r>
            <a:r>
              <a:rPr lang="es-ES_tradnl" sz="1200" dirty="0">
                <a:solidFill>
                  <a:schemeClr val="accent1"/>
                </a:solidFill>
                <a:latin typeface="Quattrocento Sans" panose="020B0502050000020003" pitchFamily="34" charset="0"/>
              </a:rPr>
              <a:t> agrupando por año, marca y modelo (o año, marca y tipo de vehículo</a:t>
            </a:r>
            <a:r>
              <a:rPr lang="es-ES_tradnl" sz="1200" baseline="30000" dirty="0">
                <a:solidFill>
                  <a:schemeClr val="accent1"/>
                </a:solidFill>
                <a:latin typeface="Quattrocento Sans" panose="020B0502050000020003" pitchFamily="34" charset="0"/>
              </a:rPr>
              <a:t>1</a:t>
            </a:r>
            <a:r>
              <a:rPr lang="es-ES_tradnl" sz="1200" dirty="0">
                <a:solidFill>
                  <a:schemeClr val="accent1"/>
                </a:solidFill>
                <a:latin typeface="Quattrocento Sans" panose="020B0502050000020003" pitchFamily="34" charset="0"/>
              </a:rPr>
              <a:t>) a aquellos </a:t>
            </a:r>
            <a:r>
              <a:rPr lang="es-ES_tradnl" sz="1200">
                <a:solidFill>
                  <a:schemeClr val="accent1"/>
                </a:solidFill>
                <a:latin typeface="Quattrocento Sans" panose="020B0502050000020003" pitchFamily="34" charset="0"/>
              </a:rPr>
              <a:t>vehículos </a:t>
            </a:r>
            <a:r>
              <a:rPr lang="es-ES_tradnl" sz="1200" dirty="0">
                <a:solidFill>
                  <a:schemeClr val="accent1"/>
                </a:solidFill>
                <a:latin typeface="Quattrocento Sans" panose="020B0502050000020003" pitchFamily="34" charset="0"/>
              </a:rPr>
              <a:t>de los cuales no se ha podido recuperar el valor de mercado.</a:t>
            </a:r>
          </a:p>
          <a:p>
            <a:pPr marL="742950" lvl="1" indent="-285750" algn="just">
              <a:buFont typeface="Arial" panose="020B0604020202020204" pitchFamily="34" charset="0"/>
              <a:buChar char="•"/>
            </a:pPr>
            <a:r>
              <a:rPr lang="es-ES_tradnl" sz="1200" dirty="0">
                <a:solidFill>
                  <a:schemeClr val="accent1"/>
                </a:solidFill>
                <a:latin typeface="Quattrocento Sans" panose="020B0502050000020003" pitchFamily="34" charset="0"/>
              </a:rPr>
              <a:t>Para las variables de cilindrada y número de cilindros, se asigna el valor </a:t>
            </a:r>
            <a:r>
              <a:rPr lang="es-ES_tradnl" sz="1200" b="1" dirty="0">
                <a:solidFill>
                  <a:schemeClr val="accent1"/>
                </a:solidFill>
                <a:latin typeface="Quattrocento Sans" panose="020B0502050000020003" pitchFamily="34" charset="0"/>
              </a:rPr>
              <a:t>cero</a:t>
            </a:r>
            <a:r>
              <a:rPr lang="es-ES_tradnl" sz="1200" dirty="0">
                <a:solidFill>
                  <a:schemeClr val="accent1"/>
                </a:solidFill>
                <a:latin typeface="Quattrocento Sans" panose="020B0502050000020003" pitchFamily="34" charset="0"/>
              </a:rPr>
              <a:t> para los vehículos eléctricos independientemente de si presentan o no valores faltantes. Para el resto de vehículos, la imputación se realiza utilizando la </a:t>
            </a:r>
            <a:r>
              <a:rPr lang="es-ES_tradnl" sz="1200" b="1" dirty="0">
                <a:solidFill>
                  <a:schemeClr val="accent1"/>
                </a:solidFill>
                <a:latin typeface="Quattrocento Sans" panose="020B0502050000020003" pitchFamily="34" charset="0"/>
              </a:rPr>
              <a:t>mediana</a:t>
            </a:r>
            <a:r>
              <a:rPr lang="es-ES_tradnl" sz="1200" dirty="0">
                <a:solidFill>
                  <a:schemeClr val="accent1"/>
                </a:solidFill>
                <a:latin typeface="Quattrocento Sans" panose="020B0502050000020003" pitchFamily="34" charset="0"/>
              </a:rPr>
              <a:t>, agrupando por variables como marca, modelo (o tipo de vehículo) y tipo de combustible o combinaciones de ellas.</a:t>
            </a:r>
          </a:p>
          <a:p>
            <a:pPr marL="742950" lvl="1" indent="-285750" algn="just">
              <a:buFont typeface="Arial" panose="020B0604020202020204" pitchFamily="34" charset="0"/>
              <a:buChar char="•"/>
            </a:pPr>
            <a:r>
              <a:rPr lang="es-ES_tradnl" sz="1200" dirty="0">
                <a:solidFill>
                  <a:schemeClr val="accent1"/>
                </a:solidFill>
                <a:latin typeface="Quattrocento Sans" panose="020B0502050000020003" pitchFamily="34" charset="0"/>
              </a:rPr>
              <a:t>Para la variable número de marchas, se asigna un valor fijo </a:t>
            </a:r>
            <a:r>
              <a:rPr lang="es-ES_tradnl" sz="1200" b="1" dirty="0">
                <a:solidFill>
                  <a:schemeClr val="accent1"/>
                </a:solidFill>
                <a:latin typeface="Quattrocento Sans" panose="020B0502050000020003" pitchFamily="34" charset="0"/>
              </a:rPr>
              <a:t>cero</a:t>
            </a:r>
            <a:r>
              <a:rPr lang="es-ES_tradnl" sz="1200" dirty="0">
                <a:solidFill>
                  <a:schemeClr val="accent1"/>
                </a:solidFill>
                <a:latin typeface="Quattrocento Sans" panose="020B0502050000020003" pitchFamily="34" charset="0"/>
              </a:rPr>
              <a:t> para todos los vehículos automáticos y CVT. Para el resto de tipos de transmisión, los valores faltantes de </a:t>
            </a:r>
            <a:r>
              <a:rPr lang="es-ES_tradnl" sz="1200" dirty="0" err="1">
                <a:solidFill>
                  <a:schemeClr val="accent1"/>
                </a:solidFill>
                <a:latin typeface="Quattrocento Sans" panose="020B0502050000020003" pitchFamily="34" charset="0"/>
              </a:rPr>
              <a:t>num_speeds</a:t>
            </a:r>
            <a:r>
              <a:rPr lang="es-ES_tradnl" sz="1200" dirty="0">
                <a:solidFill>
                  <a:schemeClr val="accent1"/>
                </a:solidFill>
                <a:latin typeface="Quattrocento Sans" panose="020B0502050000020003" pitchFamily="34" charset="0"/>
              </a:rPr>
              <a:t> se imputarán utilizando la </a:t>
            </a:r>
            <a:r>
              <a:rPr lang="es-ES_tradnl" sz="1200" b="1" dirty="0">
                <a:solidFill>
                  <a:schemeClr val="accent1"/>
                </a:solidFill>
                <a:latin typeface="Quattrocento Sans" panose="020B0502050000020003" pitchFamily="34" charset="0"/>
              </a:rPr>
              <a:t>mediana</a:t>
            </a:r>
            <a:r>
              <a:rPr lang="es-ES_tradnl" sz="1200" dirty="0">
                <a:solidFill>
                  <a:schemeClr val="accent1"/>
                </a:solidFill>
                <a:latin typeface="Quattrocento Sans" panose="020B0502050000020003" pitchFamily="34" charset="0"/>
              </a:rPr>
              <a:t> por agrupaciones con sentido de negocio. </a:t>
            </a:r>
          </a:p>
          <a:p>
            <a:pPr marL="742950" lvl="1" indent="-285750" algn="just">
              <a:buFont typeface="Arial" panose="020B0604020202020204" pitchFamily="34" charset="0"/>
              <a:buChar char="•"/>
            </a:pPr>
            <a:r>
              <a:rPr lang="es-ES_tradnl" sz="1200" dirty="0">
                <a:solidFill>
                  <a:schemeClr val="accent1"/>
                </a:solidFill>
                <a:latin typeface="Quattrocento Sans" panose="020B0502050000020003" pitchFamily="34" charset="0"/>
              </a:rPr>
              <a:t>Para el color interior y exterior del vehículo (codificado en RGB), se imputa por la </a:t>
            </a:r>
            <a:r>
              <a:rPr lang="es-ES_tradnl" sz="1200" b="1" dirty="0">
                <a:solidFill>
                  <a:schemeClr val="accent1"/>
                </a:solidFill>
                <a:latin typeface="Quattrocento Sans" panose="020B0502050000020003" pitchFamily="34" charset="0"/>
              </a:rPr>
              <a:t>media</a:t>
            </a:r>
            <a:r>
              <a:rPr lang="es-ES_tradnl" sz="1200" dirty="0">
                <a:solidFill>
                  <a:schemeClr val="accent1"/>
                </a:solidFill>
                <a:latin typeface="Quattrocento Sans" panose="020B0502050000020003" pitchFamily="34" charset="0"/>
              </a:rPr>
              <a:t> a nivel conjunto de entrenamiento</a:t>
            </a:r>
            <a:r>
              <a:rPr lang="es-ES_tradnl" sz="1200">
                <a:solidFill>
                  <a:schemeClr val="accent1"/>
                </a:solidFill>
                <a:latin typeface="Quattrocento Sans" panose="020B0502050000020003" pitchFamily="34" charset="0"/>
              </a:rPr>
              <a:t>.</a:t>
            </a:r>
            <a:endParaRPr lang="es-ES_tradnl" sz="1200" dirty="0">
              <a:solidFill>
                <a:schemeClr val="accent1"/>
              </a:solidFill>
              <a:latin typeface="Quattrocento Sans" panose="020B0502050000020003" pitchFamily="34" charset="0"/>
            </a:endParaRPr>
          </a:p>
        </p:txBody>
      </p:sp>
      <p:sp>
        <p:nvSpPr>
          <p:cNvPr id="7" name="Google Shape;1126;g3377905cc50_2_477">
            <a:extLst>
              <a:ext uri="{FF2B5EF4-FFF2-40B4-BE49-F238E27FC236}">
                <a16:creationId xmlns:a16="http://schemas.microsoft.com/office/drawing/2014/main" id="{0F29C71E-8D3C-901F-C7D9-567874535EAB}"/>
              </a:ext>
            </a:extLst>
          </p:cNvPr>
          <p:cNvSpPr/>
          <p:nvPr/>
        </p:nvSpPr>
        <p:spPr>
          <a:xfrm>
            <a:off x="625997" y="1853328"/>
            <a:ext cx="345600" cy="345425"/>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noProof="0">
                <a:solidFill>
                  <a:schemeClr val="lt1"/>
                </a:solidFill>
                <a:latin typeface="Lato"/>
                <a:ea typeface="Lato"/>
                <a:cs typeface="Lato"/>
                <a:sym typeface="Lato"/>
              </a:rPr>
              <a:t>1</a:t>
            </a:r>
          </a:p>
        </p:txBody>
      </p:sp>
      <p:sp>
        <p:nvSpPr>
          <p:cNvPr id="12" name="Google Shape;1126;g3377905cc50_2_477">
            <a:extLst>
              <a:ext uri="{FF2B5EF4-FFF2-40B4-BE49-F238E27FC236}">
                <a16:creationId xmlns:a16="http://schemas.microsoft.com/office/drawing/2014/main" id="{EEB0FF59-59EC-26E8-1E27-7F38934DB513}"/>
              </a:ext>
            </a:extLst>
          </p:cNvPr>
          <p:cNvSpPr/>
          <p:nvPr/>
        </p:nvSpPr>
        <p:spPr>
          <a:xfrm>
            <a:off x="3958551" y="1832308"/>
            <a:ext cx="345600" cy="345425"/>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a:solidFill>
                  <a:schemeClr val="lt1"/>
                </a:solidFill>
                <a:latin typeface="Lato"/>
                <a:ea typeface="Lato"/>
                <a:cs typeface="Lato"/>
                <a:sym typeface="Lato"/>
              </a:rPr>
              <a:t>2</a:t>
            </a:r>
            <a:endParaRPr lang="es-ES_tradnl" b="1" noProof="0">
              <a:solidFill>
                <a:schemeClr val="lt1"/>
              </a:solidFill>
              <a:latin typeface="Lato"/>
              <a:ea typeface="Lato"/>
              <a:cs typeface="Lato"/>
              <a:sym typeface="Lato"/>
            </a:endParaRPr>
          </a:p>
        </p:txBody>
      </p:sp>
      <p:sp>
        <p:nvSpPr>
          <p:cNvPr id="16" name="Google Shape;1126;g3377905cc50_2_477">
            <a:extLst>
              <a:ext uri="{FF2B5EF4-FFF2-40B4-BE49-F238E27FC236}">
                <a16:creationId xmlns:a16="http://schemas.microsoft.com/office/drawing/2014/main" id="{70122747-3BF6-6767-F85A-5656FA343121}"/>
              </a:ext>
            </a:extLst>
          </p:cNvPr>
          <p:cNvSpPr/>
          <p:nvPr/>
        </p:nvSpPr>
        <p:spPr>
          <a:xfrm>
            <a:off x="625997" y="4182189"/>
            <a:ext cx="345600" cy="373004"/>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a:solidFill>
                  <a:schemeClr val="lt1"/>
                </a:solidFill>
                <a:latin typeface="Lato"/>
                <a:ea typeface="Lato"/>
                <a:cs typeface="Lato"/>
                <a:sym typeface="Lato"/>
              </a:rPr>
              <a:t>3</a:t>
            </a:r>
            <a:endParaRPr lang="es-ES_tradnl" b="1" noProof="0">
              <a:solidFill>
                <a:schemeClr val="lt1"/>
              </a:solidFill>
              <a:latin typeface="Lato"/>
              <a:ea typeface="Lato"/>
              <a:cs typeface="Lato"/>
              <a:sym typeface="Lato"/>
            </a:endParaRPr>
          </a:p>
        </p:txBody>
      </p:sp>
      <p:sp>
        <p:nvSpPr>
          <p:cNvPr id="17" name="Google Shape;1126;g3377905cc50_2_477">
            <a:extLst>
              <a:ext uri="{FF2B5EF4-FFF2-40B4-BE49-F238E27FC236}">
                <a16:creationId xmlns:a16="http://schemas.microsoft.com/office/drawing/2014/main" id="{0CD0E732-A490-43F0-5771-4A44688A2A4E}"/>
              </a:ext>
            </a:extLst>
          </p:cNvPr>
          <p:cNvSpPr/>
          <p:nvPr/>
        </p:nvSpPr>
        <p:spPr>
          <a:xfrm>
            <a:off x="3958551" y="5640379"/>
            <a:ext cx="345600" cy="345425"/>
          </a:xfrm>
          <a:prstGeom prst="ellipse">
            <a:avLst/>
          </a:prstGeom>
          <a:solidFill>
            <a:schemeClr val="tx2">
              <a:lumMod val="90000"/>
              <a:lumOff val="10000"/>
            </a:schemeClr>
          </a:solidFill>
          <a:ln w="9525" cap="flat" cmpd="sng">
            <a:solidFill>
              <a:schemeClr val="tx2">
                <a:lumMod val="90000"/>
                <a:lumOff val="10000"/>
              </a:schemeClr>
            </a:solidFill>
            <a:prstDash val="solid"/>
            <a:round/>
            <a:headEnd type="none" w="sm" len="sm"/>
            <a:tailEnd type="none" w="sm" len="sm"/>
          </a:ln>
          <a:effectLst>
            <a:outerShdw blurRad="50800" dist="38100" dir="13500000" algn="br" rotWithShape="0">
              <a:prstClr val="black">
                <a:alpha val="40000"/>
              </a:prstClr>
            </a:outerShdw>
          </a:effectLst>
        </p:spPr>
        <p:txBody>
          <a:bodyPr spcFirstLastPara="1" wrap="square" lIns="0" tIns="0" rIns="0" bIns="0" anchor="ctr" anchorCtr="0">
            <a:noAutofit/>
          </a:bodyPr>
          <a:lstStyle/>
          <a:p>
            <a:pPr marL="0" lvl="0" indent="0" algn="ctr" rtl="0">
              <a:spcBef>
                <a:spcPts val="0"/>
              </a:spcBef>
              <a:spcAft>
                <a:spcPts val="0"/>
              </a:spcAft>
              <a:buNone/>
            </a:pPr>
            <a:r>
              <a:rPr lang="es-ES_tradnl" b="1">
                <a:solidFill>
                  <a:schemeClr val="lt1"/>
                </a:solidFill>
                <a:latin typeface="Lato"/>
                <a:ea typeface="Lato"/>
                <a:cs typeface="Lato"/>
                <a:sym typeface="Lato"/>
              </a:rPr>
              <a:t>4</a:t>
            </a:r>
            <a:endParaRPr lang="es-ES_tradnl" b="1" noProof="0">
              <a:solidFill>
                <a:schemeClr val="lt1"/>
              </a:solidFill>
              <a:latin typeface="Lato"/>
              <a:ea typeface="Lato"/>
              <a:cs typeface="Lato"/>
              <a:sym typeface="Lato"/>
            </a:endParaRPr>
          </a:p>
        </p:txBody>
      </p:sp>
    </p:spTree>
    <p:extLst>
      <p:ext uri="{BB962C8B-B14F-4D97-AF65-F5344CB8AC3E}">
        <p14:creationId xmlns:p14="http://schemas.microsoft.com/office/powerpoint/2010/main" val="28584005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CDBF0-C230-0C9E-B9E7-783ED565ABC1}"/>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593FDAE5-7F4E-4963-6EB6-619E56E9053F}"/>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4" name="Rectangle 3">
            <a:extLst>
              <a:ext uri="{FF2B5EF4-FFF2-40B4-BE49-F238E27FC236}">
                <a16:creationId xmlns:a16="http://schemas.microsoft.com/office/drawing/2014/main" id="{1D4BF9B4-63C7-4829-1A7B-AEAFAE07519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1" name="Rectangle: Rounded Corners 10">
            <a:extLst>
              <a:ext uri="{FF2B5EF4-FFF2-40B4-BE49-F238E27FC236}">
                <a16:creationId xmlns:a16="http://schemas.microsoft.com/office/drawing/2014/main" id="{18D76940-0922-43F5-B46C-91C22C490790}"/>
              </a:ext>
            </a:extLst>
          </p:cNvPr>
          <p:cNvSpPr/>
          <p:nvPr/>
        </p:nvSpPr>
        <p:spPr bwMode="auto">
          <a:xfrm>
            <a:off x="5178392" y="5425097"/>
            <a:ext cx="6678645" cy="1146663"/>
          </a:xfrm>
          <a:prstGeom prst="roundRect">
            <a:avLst/>
          </a:prstGeom>
          <a:solidFill>
            <a:schemeClr val="bg1">
              <a:lumMod val="9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graphicFrame>
        <p:nvGraphicFramePr>
          <p:cNvPr id="10" name="Tabla 3">
            <a:extLst>
              <a:ext uri="{FF2B5EF4-FFF2-40B4-BE49-F238E27FC236}">
                <a16:creationId xmlns:a16="http://schemas.microsoft.com/office/drawing/2014/main" id="{EB928B14-879B-490C-5E00-B725FBB8D199}"/>
              </a:ext>
            </a:extLst>
          </p:cNvPr>
          <p:cNvGraphicFramePr>
            <a:graphicFrameLocks noGrp="1"/>
          </p:cNvGraphicFramePr>
          <p:nvPr>
            <p:extLst>
              <p:ext uri="{D42A27DB-BD31-4B8C-83A1-F6EECF244321}">
                <p14:modId xmlns:p14="http://schemas.microsoft.com/office/powerpoint/2010/main" val="3296123270"/>
              </p:ext>
            </p:extLst>
          </p:nvPr>
        </p:nvGraphicFramePr>
        <p:xfrm>
          <a:off x="6346227" y="3404327"/>
          <a:ext cx="5076000" cy="1950720"/>
        </p:xfrm>
        <a:graphic>
          <a:graphicData uri="http://schemas.openxmlformats.org/drawingml/2006/table">
            <a:tbl>
              <a:tblPr firstRow="1" bandRow="1"/>
              <a:tblGrid>
                <a:gridCol w="2484000">
                  <a:extLst>
                    <a:ext uri="{9D8B030D-6E8A-4147-A177-3AD203B41FA5}">
                      <a16:colId xmlns:a16="http://schemas.microsoft.com/office/drawing/2014/main" val="2942279896"/>
                    </a:ext>
                  </a:extLst>
                </a:gridCol>
                <a:gridCol w="1296000">
                  <a:extLst>
                    <a:ext uri="{9D8B030D-6E8A-4147-A177-3AD203B41FA5}">
                      <a16:colId xmlns:a16="http://schemas.microsoft.com/office/drawing/2014/main" val="2057909389"/>
                    </a:ext>
                  </a:extLst>
                </a:gridCol>
                <a:gridCol w="1296000">
                  <a:extLst>
                    <a:ext uri="{9D8B030D-6E8A-4147-A177-3AD203B41FA5}">
                      <a16:colId xmlns:a16="http://schemas.microsoft.com/office/drawing/2014/main" val="3655022523"/>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endParaRPr lang="es-ES" sz="1200" dirty="0">
                        <a:solidFill>
                          <a:schemeClr val="accent1"/>
                        </a:solidFill>
                        <a:latin typeface="Calibri (Body)"/>
                      </a:endParaRPr>
                    </a:p>
                  </a:txBody>
                  <a:tcP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a:solidFill>
                            <a:schemeClr val="accent1"/>
                          </a:solidFill>
                          <a:latin typeface="Calibri (Body)"/>
                        </a:rPr>
                        <a:t>Entrenamiento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chemeClr val="accent1"/>
                          </a:solidFill>
                          <a:latin typeface="Calibri (Body)"/>
                        </a:rPr>
                        <a:t>Test</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892092"/>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b="0">
                          <a:solidFill>
                            <a:schemeClr val="tx1"/>
                          </a:solidFill>
                          <a:latin typeface="Calibri (Body)"/>
                        </a:rPr>
                        <a:t>Error medio</a:t>
                      </a:r>
                    </a:p>
                  </a:txBody>
                  <a:tcP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solidFill>
                            <a:schemeClr val="tx1"/>
                          </a:solidFill>
                          <a:latin typeface="Calibri (Body)"/>
                        </a:rPr>
                        <a:t>0 $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solidFill>
                            <a:schemeClr val="tx1"/>
                          </a:solidFill>
                          <a:latin typeface="Calibri (Body)"/>
                        </a:rPr>
                        <a:t>-5 $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9558559"/>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b="0" dirty="0">
                          <a:solidFill>
                            <a:schemeClr val="tx1"/>
                          </a:solidFill>
                          <a:latin typeface="Calibri (Body)"/>
                        </a:rPr>
                        <a:t>Error absoluto medio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dirty="0">
                          <a:solidFill>
                            <a:schemeClr val="tx1"/>
                          </a:solidFill>
                          <a:latin typeface="Calibri (Body)"/>
                        </a:rPr>
                        <a:t>4,992 $</a:t>
                      </a:r>
                      <a:endParaRPr lang="es-ES" sz="1200" dirty="0">
                        <a:solidFill>
                          <a:schemeClr val="tx1"/>
                        </a:solidFill>
                        <a:latin typeface="Calibri (Body)"/>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solidFill>
                            <a:schemeClr val="tx1"/>
                          </a:solidFill>
                          <a:latin typeface="Calibri (Body)"/>
                        </a:rPr>
                        <a:t>5,002 $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113177"/>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dirty="0">
                          <a:solidFill>
                            <a:schemeClr val="tx1"/>
                          </a:solidFill>
                          <a:latin typeface="Calibri (Body)"/>
                        </a:rPr>
                        <a:t>Error relativo medio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dirty="0">
                          <a:solidFill>
                            <a:schemeClr val="tx1"/>
                          </a:solidFill>
                          <a:latin typeface="Calibri (Body)"/>
                        </a:rPr>
                        <a:t>23.7 %</a:t>
                      </a:r>
                      <a:endParaRPr lang="es-ES" sz="1200" dirty="0">
                        <a:solidFill>
                          <a:schemeClr val="tx1"/>
                        </a:solidFill>
                        <a:latin typeface="Calibri (Body)"/>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solidFill>
                            <a:schemeClr val="tx1"/>
                          </a:solidFill>
                          <a:latin typeface="Calibri (Body)"/>
                        </a:rPr>
                        <a:t>23.4%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76493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dirty="0">
                          <a:solidFill>
                            <a:schemeClr val="tx1"/>
                          </a:solidFill>
                          <a:latin typeface="Calibri (Body)"/>
                        </a:rPr>
                        <a:t>Error relativo medio ponderado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solidFill>
                            <a:schemeClr val="tx1"/>
                          </a:solidFill>
                          <a:latin typeface="Calibri (Body)"/>
                        </a:rPr>
                        <a:t>17.6%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dirty="0">
                          <a:solidFill>
                            <a:schemeClr val="tx1"/>
                          </a:solidFill>
                          <a:latin typeface="Calibri (Body)"/>
                        </a:rPr>
                        <a:t>17.6%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2352976"/>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dirty="0">
                          <a:solidFill>
                            <a:schemeClr val="tx1"/>
                          </a:solidFill>
                          <a:latin typeface="Calibri (Body)"/>
                        </a:rPr>
                        <a:t>Desviación estándar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solidFill>
                            <a:schemeClr val="tx1"/>
                          </a:solidFill>
                          <a:latin typeface="Calibri (Body)"/>
                        </a:rPr>
                        <a:t>5,371 $</a:t>
                      </a:r>
                      <a:endParaRPr lang="es-ES" sz="1200">
                        <a:solidFill>
                          <a:schemeClr val="tx1"/>
                        </a:solidFill>
                        <a:latin typeface="Calibri (Body)"/>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solidFill>
                            <a:schemeClr val="tx1"/>
                          </a:solidFill>
                          <a:latin typeface="Calibri (Body)"/>
                        </a:rPr>
                        <a:t>5,487 $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0884510"/>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dirty="0">
                          <a:solidFill>
                            <a:schemeClr val="tx1"/>
                          </a:solidFill>
                          <a:effectLst/>
                          <a:latin typeface="Calibri (Body)"/>
                          <a:ea typeface="+mn-ea"/>
                          <a:cs typeface="+mn-cs"/>
                        </a:rPr>
                        <a:t>Raíz del error cuadrático medio</a:t>
                      </a:r>
                      <a:endParaRPr lang="es-ES" sz="1200" b="0" dirty="0">
                        <a:solidFill>
                          <a:schemeClr val="tx1"/>
                        </a:solidFill>
                        <a:latin typeface="Calibri (Body)"/>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kern="1200">
                          <a:solidFill>
                            <a:schemeClr val="tx1"/>
                          </a:solidFill>
                          <a:latin typeface="Calibri (Body)"/>
                          <a:ea typeface="+mn-ea"/>
                          <a:cs typeface="+mn-cs"/>
                        </a:rPr>
                        <a:t>7,332 $</a:t>
                      </a:r>
                      <a:endParaRPr lang="es-ES" sz="1200" kern="1200">
                        <a:solidFill>
                          <a:schemeClr val="tx1"/>
                        </a:solidFill>
                        <a:latin typeface="Calibri (Body)"/>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solidFill>
                            <a:schemeClr val="tx1"/>
                          </a:solidFill>
                          <a:latin typeface="Calibri (Body)"/>
                        </a:rPr>
                        <a:t>7,425 $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9010"/>
                  </a:ext>
                </a:extLst>
              </a:tr>
            </a:tbl>
          </a:graphicData>
        </a:graphic>
      </p:graphicFrame>
      <p:sp>
        <p:nvSpPr>
          <p:cNvPr id="2" name="Rectangle 17">
            <a:extLst>
              <a:ext uri="{FF2B5EF4-FFF2-40B4-BE49-F238E27FC236}">
                <a16:creationId xmlns:a16="http://schemas.microsoft.com/office/drawing/2014/main" id="{94E3E126-9DD4-4B09-B2A3-AC2491781EE3}"/>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de Regresión Lineal</a:t>
            </a:r>
          </a:p>
        </p:txBody>
      </p:sp>
      <p:grpSp>
        <p:nvGrpSpPr>
          <p:cNvPr id="7" name="Group 6">
            <a:extLst>
              <a:ext uri="{FF2B5EF4-FFF2-40B4-BE49-F238E27FC236}">
                <a16:creationId xmlns:a16="http://schemas.microsoft.com/office/drawing/2014/main" id="{2D0D642B-9132-2862-1711-C30C5D209B2C}"/>
              </a:ext>
            </a:extLst>
          </p:cNvPr>
          <p:cNvGrpSpPr/>
          <p:nvPr/>
        </p:nvGrpSpPr>
        <p:grpSpPr>
          <a:xfrm>
            <a:off x="11042133" y="408886"/>
            <a:ext cx="720000" cy="720000"/>
            <a:chOff x="11042133" y="408886"/>
            <a:chExt cx="972000" cy="972000"/>
          </a:xfrm>
        </p:grpSpPr>
        <p:sp>
          <p:nvSpPr>
            <p:cNvPr id="9" name="Flowchart: Connector 8">
              <a:extLst>
                <a:ext uri="{FF2B5EF4-FFF2-40B4-BE49-F238E27FC236}">
                  <a16:creationId xmlns:a16="http://schemas.microsoft.com/office/drawing/2014/main" id="{5C4D1430-08AC-0C08-CED4-B3A3E7E4EB25}"/>
                </a:ext>
              </a:extLst>
            </p:cNvPr>
            <p:cNvSpPr/>
            <p:nvPr/>
          </p:nvSpPr>
          <p:spPr bwMode="auto">
            <a:xfrm>
              <a:off x="11042133" y="408886"/>
              <a:ext cx="972000" cy="972000"/>
            </a:xfrm>
            <a:prstGeom prst="flowChartConnector">
              <a:avLst/>
            </a:prstGeom>
            <a:solidFill>
              <a:srgbClr val="FFFFFF"/>
            </a:solidFill>
            <a:ln w="28575" cap="flat" cmpd="sng" algn="ctr">
              <a:solidFill>
                <a:srgbClr val="2E4A7E"/>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026" name="Picture 2" descr="Regresión lineal - Iconos gratis de flechas">
              <a:extLst>
                <a:ext uri="{FF2B5EF4-FFF2-40B4-BE49-F238E27FC236}">
                  <a16:creationId xmlns:a16="http://schemas.microsoft.com/office/drawing/2014/main" id="{44BF8B6F-272F-20F7-60E9-788274C8729C}"/>
                </a:ext>
              </a:extLst>
            </p:cNvPr>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208123" y="587317"/>
              <a:ext cx="659005" cy="659005"/>
            </a:xfrm>
            <a:prstGeom prst="rect">
              <a:avLst/>
            </a:prstGeom>
            <a:noFill/>
            <a:extLst>
              <a:ext uri="{909E8E84-426E-40DD-AFC4-6F175D3DCCD1}">
                <a14:hiddenFill xmlns:a14="http://schemas.microsoft.com/office/drawing/2010/main">
                  <a:solidFill>
                    <a:srgbClr val="FFFFFF"/>
                  </a:solidFill>
                </a14:hiddenFill>
              </a:ext>
            </a:extLst>
          </p:spPr>
        </p:pic>
      </p:grpSp>
      <p:sp>
        <p:nvSpPr>
          <p:cNvPr id="30" name="Freeform: Shape 29">
            <a:extLst>
              <a:ext uri="{FF2B5EF4-FFF2-40B4-BE49-F238E27FC236}">
                <a16:creationId xmlns:a16="http://schemas.microsoft.com/office/drawing/2014/main" id="{1DF66B58-CEF3-C1F3-0360-0567DA0A51F9}"/>
              </a:ext>
            </a:extLst>
          </p:cNvPr>
          <p:cNvSpPr/>
          <p:nvPr/>
        </p:nvSpPr>
        <p:spPr>
          <a:xfrm>
            <a:off x="484311" y="1219669"/>
            <a:ext cx="5398834" cy="1508866"/>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Por la sensibilidad del modelo de regresión lineal a la escala de las variables, se decide transformar las variables numéricas. La decisión de estandarizar o normalizar se toma atendiendo a la distribución de cada variable y a si esta está acotada o no.  </a:t>
            </a:r>
            <a:r>
              <a:rPr lang="es-ES_tradnl" sz="1400" dirty="0">
                <a:solidFill>
                  <a:schemeClr val="accent1"/>
                </a:solidFill>
                <a:latin typeface="Quattrocento Sans" panose="020B0502050000020003" pitchFamily="34" charset="0"/>
              </a:rPr>
              <a:t>En los gráficos se muestra la </a:t>
            </a:r>
            <a:r>
              <a:rPr lang="es-ES_tradnl" sz="1400" b="1" dirty="0">
                <a:solidFill>
                  <a:schemeClr val="accent1"/>
                </a:solidFill>
                <a:latin typeface="Quattrocento Sans" panose="020B0502050000020003" pitchFamily="34" charset="0"/>
              </a:rPr>
              <a:t>distribución del error</a:t>
            </a:r>
            <a:r>
              <a:rPr lang="es-ES_tradnl" sz="1400" dirty="0">
                <a:solidFill>
                  <a:schemeClr val="accent1"/>
                </a:solidFill>
                <a:latin typeface="Quattrocento Sans" panose="020B0502050000020003" pitchFamily="34" charset="0"/>
              </a:rPr>
              <a:t>, el gráfico de dispersión del </a:t>
            </a:r>
            <a:r>
              <a:rPr lang="es-ES_tradnl" sz="1400" b="1" dirty="0">
                <a:solidFill>
                  <a:schemeClr val="accent1"/>
                </a:solidFill>
                <a:latin typeface="Quattrocento Sans" panose="020B0502050000020003" pitchFamily="34" charset="0"/>
              </a:rPr>
              <a:t>precio real vs predicho</a:t>
            </a:r>
            <a:r>
              <a:rPr lang="es-ES_tradnl" sz="1400" dirty="0">
                <a:solidFill>
                  <a:schemeClr val="accent1"/>
                </a:solidFill>
                <a:latin typeface="Quattrocento Sans" panose="020B0502050000020003" pitchFamily="34" charset="0"/>
              </a:rPr>
              <a:t> y las </a:t>
            </a:r>
            <a:r>
              <a:rPr lang="es-ES_tradnl" sz="1400" b="1" dirty="0">
                <a:solidFill>
                  <a:schemeClr val="accent1"/>
                </a:solidFill>
                <a:latin typeface="Quattrocento Sans" panose="020B0502050000020003" pitchFamily="34" charset="0"/>
              </a:rPr>
              <a:t>métricas del error</a:t>
            </a:r>
            <a:r>
              <a:rPr lang="es-ES_tradnl" sz="1400" dirty="0">
                <a:solidFill>
                  <a:schemeClr val="accent1"/>
                </a:solidFill>
                <a:latin typeface="Quattrocento Sans" panose="020B0502050000020003" pitchFamily="34" charset="0"/>
              </a:rPr>
              <a:t> en las muestras de entrenamiento y test.</a:t>
            </a:r>
            <a:endParaRPr lang="es-ES_tradnl" sz="1400" kern="1200" dirty="0">
              <a:solidFill>
                <a:schemeClr val="accent1"/>
              </a:solidFill>
              <a:latin typeface="Quattrocento Sans" panose="020B0502050000020003" pitchFamily="34" charset="0"/>
            </a:endParaRPr>
          </a:p>
        </p:txBody>
      </p:sp>
      <p:pic>
        <p:nvPicPr>
          <p:cNvPr id="2050" name="Picture 2">
            <a:extLst>
              <a:ext uri="{FF2B5EF4-FFF2-40B4-BE49-F238E27FC236}">
                <a16:creationId xmlns:a16="http://schemas.microsoft.com/office/drawing/2014/main" id="{E7951806-F379-9BB8-B7CD-8AB98DF4BA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836088" y="528884"/>
            <a:ext cx="3905565" cy="29088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4C632D0-9DCA-4DC8-BB3B-C71F874D24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1267355" y="4179968"/>
            <a:ext cx="3370150" cy="25046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988E9252-1A1B-1E65-12D3-662B2AC1F0FF}"/>
              </a:ext>
            </a:extLst>
          </p:cNvPr>
          <p:cNvGraphicFramePr>
            <a:graphicFrameLocks noGrp="1"/>
          </p:cNvGraphicFramePr>
          <p:nvPr>
            <p:extLst>
              <p:ext uri="{D42A27DB-BD31-4B8C-83A1-F6EECF244321}">
                <p14:modId xmlns:p14="http://schemas.microsoft.com/office/powerpoint/2010/main" val="1725980123"/>
              </p:ext>
            </p:extLst>
          </p:nvPr>
        </p:nvGraphicFramePr>
        <p:xfrm>
          <a:off x="782465" y="2766453"/>
          <a:ext cx="4802525" cy="1310640"/>
        </p:xfrm>
        <a:graphic>
          <a:graphicData uri="http://schemas.openxmlformats.org/drawingml/2006/table">
            <a:tbl>
              <a:tblPr/>
              <a:tblGrid>
                <a:gridCol w="1548000">
                  <a:extLst>
                    <a:ext uri="{9D8B030D-6E8A-4147-A177-3AD203B41FA5}">
                      <a16:colId xmlns:a16="http://schemas.microsoft.com/office/drawing/2014/main" val="3629689280"/>
                    </a:ext>
                  </a:extLst>
                </a:gridCol>
                <a:gridCol w="1296000">
                  <a:extLst>
                    <a:ext uri="{9D8B030D-6E8A-4147-A177-3AD203B41FA5}">
                      <a16:colId xmlns:a16="http://schemas.microsoft.com/office/drawing/2014/main" val="1016359527"/>
                    </a:ext>
                  </a:extLst>
                </a:gridCol>
                <a:gridCol w="1958525">
                  <a:extLst>
                    <a:ext uri="{9D8B030D-6E8A-4147-A177-3AD203B41FA5}">
                      <a16:colId xmlns:a16="http://schemas.microsoft.com/office/drawing/2014/main" val="2374508308"/>
                    </a:ext>
                  </a:extLst>
                </a:gridCol>
              </a:tblGrid>
              <a:tr h="0">
                <a:tc gridSpan="2">
                  <a:txBody>
                    <a:bodyPr/>
                    <a:lstStyle/>
                    <a:p>
                      <a:pPr algn="ctr" fontAlgn="ctr"/>
                      <a:r>
                        <a:rPr lang="es-ES_tradnl" sz="1400" b="1" dirty="0">
                          <a:solidFill>
                            <a:schemeClr val="accent1"/>
                          </a:solidFill>
                          <a:effectLst/>
                          <a:latin typeface="Calibri (Body)"/>
                        </a:rPr>
                        <a:t>Variables estandarizadas</a:t>
                      </a:r>
                    </a:p>
                  </a:txBody>
                  <a:tcPr anchor="ctr">
                    <a:lnL>
                      <a:noFill/>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hMerge="1">
                  <a:txBody>
                    <a:bodyPr/>
                    <a:lstStyle/>
                    <a:p>
                      <a:pPr algn="ctr" fontAlgn="ctr"/>
                      <a:endParaRPr lang="es-ES_tradnl" sz="1200" b="1">
                        <a:solidFill>
                          <a:schemeClr val="accent2">
                            <a:lumMod val="75000"/>
                          </a:schemeClr>
                        </a:solidFill>
                        <a:effectLst/>
                        <a:latin typeface="+mn-lt"/>
                      </a:endParaRPr>
                    </a:p>
                  </a:txBody>
                  <a:tcPr anchor="ctr">
                    <a:lnL>
                      <a:noFill/>
                    </a:lnL>
                    <a:lnR>
                      <a:noFill/>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dirty="0">
                          <a:solidFill>
                            <a:schemeClr val="accent1"/>
                          </a:solidFill>
                          <a:latin typeface="Calibri (Body)"/>
                        </a:rPr>
                        <a:t>Variables normalizadas</a:t>
                      </a:r>
                    </a:p>
                  </a:txBody>
                  <a:tcPr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extLst>
                  <a:ext uri="{0D108BD9-81ED-4DB2-BD59-A6C34878D82A}">
                    <a16:rowId xmlns:a16="http://schemas.microsoft.com/office/drawing/2014/main" val="724421254"/>
                  </a:ext>
                </a:extLst>
              </a:tr>
              <a:tr h="972000">
                <a:tc>
                  <a:txBody>
                    <a:bodyPr/>
                    <a:lstStyle/>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years</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original_price</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mileage</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mpg_city</a:t>
                      </a:r>
                    </a:p>
                    <a:p>
                      <a:pPr marL="171450" indent="-171450" algn="l" fontAlgn="ctr">
                        <a:buFont typeface="Arial" panose="020B0604020202020204" pitchFamily="34" charset="0"/>
                        <a:buChar char="•"/>
                      </a:pPr>
                      <a:endParaRPr lang="es-ES_tradnl" sz="1200">
                        <a:solidFill>
                          <a:schemeClr val="tx1"/>
                        </a:solidFill>
                        <a:effectLst/>
                        <a:latin typeface="Consolas" panose="020B0609020204030204" pitchFamily="49" charset="0"/>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mpg_highway</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make_encod</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model_encod</a:t>
                      </a:r>
                    </a:p>
                    <a:p>
                      <a:pPr marL="171450" indent="-171450" algn="l" fontAlgn="ctr">
                        <a:buFont typeface="Arial" panose="020B0604020202020204" pitchFamily="34" charset="0"/>
                        <a:buChar char="•"/>
                      </a:pPr>
                      <a:r>
                        <a:rPr lang="en-US" sz="1200" b="1">
                          <a:solidFill>
                            <a:schemeClr val="tx1"/>
                          </a:solidFill>
                          <a:latin typeface="Consolas" panose="020B0609020204030204" pitchFamily="49" charset="0"/>
                        </a:rPr>
                        <a:t>price_usd</a:t>
                      </a:r>
                    </a:p>
                    <a:p>
                      <a:pPr marL="171450" indent="-171450" algn="l" fontAlgn="ctr">
                        <a:buFont typeface="Arial" panose="020B0604020202020204" pitchFamily="34" charset="0"/>
                        <a:buChar char="•"/>
                      </a:pPr>
                      <a:endParaRPr lang="es-ES_tradnl" sz="1200">
                        <a:solidFill>
                          <a:schemeClr val="tx1"/>
                        </a:solidFill>
                        <a:effectLst/>
                        <a:latin typeface="Consolas" panose="020B0609020204030204" pitchFamily="49" charset="0"/>
                      </a:endParaRPr>
                    </a:p>
                  </a:txBody>
                  <a:tcPr anchor="ctr">
                    <a:lnL>
                      <a:noFill/>
                    </a:lnL>
                    <a:lnR w="12700" cap="flat" cmpd="sng" algn="ctr">
                      <a:solidFill>
                        <a:schemeClr val="tx1"/>
                      </a:solidFill>
                      <a:prstDash val="solid"/>
                      <a:round/>
                      <a:headEnd type="none" w="med" len="med"/>
                      <a:tailEnd type="none" w="med" len="med"/>
                    </a:lnR>
                    <a:lnT w="28575" cap="flat" cmpd="sng" algn="ctr">
                      <a:solidFill>
                        <a:srgbClr val="2E4A7E"/>
                      </a:solidFill>
                      <a:prstDash val="solid"/>
                      <a:round/>
                      <a:headEnd type="none" w="med" len="med"/>
                      <a:tailEnd type="none" w="med" len="med"/>
                    </a:lnT>
                    <a:lnB>
                      <a:noFill/>
                    </a:lnB>
                    <a:noFill/>
                  </a:tcPr>
                </a:tc>
                <a:tc>
                  <a:txBody>
                    <a:bodyPr/>
                    <a:lstStyle/>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num_speeds</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engine_displacem</a:t>
                      </a:r>
                    </a:p>
                    <a:p>
                      <a:pPr marL="171450" indent="-171450" algn="l" fontAlgn="ctr">
                        <a:buFont typeface="Arial" panose="020B0604020202020204" pitchFamily="34" charset="0"/>
                        <a:buChar char="•"/>
                      </a:pPr>
                      <a:r>
                        <a:rPr lang="en-US" sz="1200">
                          <a:solidFill>
                            <a:schemeClr val="tx1"/>
                          </a:solidFill>
                          <a:latin typeface="Consolas" panose="020B0609020204030204" pitchFamily="49" charset="0"/>
                        </a:rPr>
                        <a:t>engine_cylinders</a:t>
                      </a:r>
                    </a:p>
                    <a:p>
                      <a:pPr marL="171450" indent="-171450" algn="l" fontAlgn="ctr">
                        <a:buFont typeface="Arial" panose="020B0604020202020204" pitchFamily="34" charset="0"/>
                        <a:buChar char="•"/>
                      </a:pPr>
                      <a:r>
                        <a:rPr lang="en-US" sz="1200">
                          <a:solidFill>
                            <a:schemeClr val="tx1"/>
                          </a:solidFill>
                          <a:effectLst/>
                          <a:latin typeface="Consolas" panose="020B0609020204030204" pitchFamily="49" charset="0"/>
                        </a:rPr>
                        <a:t>interior_color</a:t>
                      </a:r>
                    </a:p>
                    <a:p>
                      <a:pPr marL="171450" indent="-171450" algn="l" fontAlgn="ctr">
                        <a:buFont typeface="Arial" panose="020B0604020202020204" pitchFamily="34" charset="0"/>
                        <a:buChar char="•"/>
                      </a:pPr>
                      <a:r>
                        <a:rPr lang="en-US" sz="1200">
                          <a:solidFill>
                            <a:schemeClr val="tx1"/>
                          </a:solidFill>
                          <a:effectLst/>
                          <a:latin typeface="Consolas" panose="020B0609020204030204" pitchFamily="49" charset="0"/>
                        </a:rPr>
                        <a:t>exterior_color</a:t>
                      </a:r>
                      <a:endParaRPr lang="es-ES_tradnl" sz="1200">
                        <a:solidFill>
                          <a:schemeClr val="tx1"/>
                        </a:solidFill>
                        <a:effectLst/>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a:noFill/>
                    </a:lnR>
                    <a:lnT w="28575" cap="flat" cmpd="sng" algn="ctr">
                      <a:solidFill>
                        <a:srgbClr val="2E4A7E"/>
                      </a:solidFill>
                      <a:prstDash val="solid"/>
                      <a:round/>
                      <a:headEnd type="none" w="med" len="med"/>
                      <a:tailEnd type="none" w="med" len="med"/>
                    </a:lnT>
                    <a:lnB>
                      <a:noFill/>
                    </a:lnB>
                    <a:noFill/>
                  </a:tcPr>
                </a:tc>
                <a:extLst>
                  <a:ext uri="{0D108BD9-81ED-4DB2-BD59-A6C34878D82A}">
                    <a16:rowId xmlns:a16="http://schemas.microsoft.com/office/drawing/2014/main" val="2724565842"/>
                  </a:ext>
                </a:extLst>
              </a:tr>
            </a:tbl>
          </a:graphicData>
        </a:graphic>
      </p:graphicFrame>
      <p:sp>
        <p:nvSpPr>
          <p:cNvPr id="8" name="Freeform: Shape 7">
            <a:extLst>
              <a:ext uri="{FF2B5EF4-FFF2-40B4-BE49-F238E27FC236}">
                <a16:creationId xmlns:a16="http://schemas.microsoft.com/office/drawing/2014/main" id="{94A9B554-A3F0-82B8-0342-63E70F004B91}"/>
              </a:ext>
            </a:extLst>
          </p:cNvPr>
          <p:cNvSpPr/>
          <p:nvPr/>
        </p:nvSpPr>
        <p:spPr>
          <a:xfrm>
            <a:off x="5095875" y="5451302"/>
            <a:ext cx="6918258" cy="114666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El análisis del error muestra que el modelo no presenta síntomas de </a:t>
            </a:r>
            <a:r>
              <a:rPr lang="es-ES_tradnl" sz="1400" kern="1200" dirty="0" err="1">
                <a:solidFill>
                  <a:schemeClr val="accent1"/>
                </a:solidFill>
                <a:latin typeface="Quattrocento Sans" panose="020B0502050000020003" pitchFamily="34" charset="0"/>
              </a:rPr>
              <a:t>overfitting</a:t>
            </a:r>
            <a:r>
              <a:rPr lang="es-ES_tradnl" sz="1400" kern="1200" dirty="0">
                <a:solidFill>
                  <a:schemeClr val="accent1"/>
                </a:solidFill>
                <a:latin typeface="Quattrocento Sans" panose="020B0502050000020003" pitchFamily="34" charset="0"/>
              </a:rPr>
              <a:t>, pero el </a:t>
            </a:r>
            <a:r>
              <a:rPr lang="es-ES_tradnl" sz="1400" b="1" kern="1200">
                <a:solidFill>
                  <a:schemeClr val="accent1"/>
                </a:solidFill>
                <a:latin typeface="Quattrocento Sans" panose="020B0502050000020003" pitchFamily="34" charset="0"/>
              </a:rPr>
              <a:t>error</a:t>
            </a:r>
            <a:r>
              <a:rPr lang="es-ES_tradnl" sz="1400" kern="1200" dirty="0">
                <a:solidFill>
                  <a:schemeClr val="accent1"/>
                </a:solidFill>
                <a:latin typeface="Quattrocento Sans" panose="020B0502050000020003" pitchFamily="34" charset="0"/>
              </a:rPr>
              <a:t> que se comete es </a:t>
            </a:r>
            <a:r>
              <a:rPr lang="es-ES_tradnl" sz="1400" b="1" kern="1200">
                <a:solidFill>
                  <a:schemeClr val="accent1"/>
                </a:solidFill>
                <a:latin typeface="Quattrocento Sans" panose="020B0502050000020003" pitchFamily="34" charset="0"/>
              </a:rPr>
              <a:t>demasiado elevado</a:t>
            </a:r>
            <a:r>
              <a:rPr lang="es-ES_tradnl" sz="1400" kern="1200" dirty="0">
                <a:solidFill>
                  <a:schemeClr val="accent1"/>
                </a:solidFill>
                <a:latin typeface="Quattrocento Sans" panose="020B0502050000020003" pitchFamily="34" charset="0"/>
              </a:rPr>
              <a:t>. Dada la sensibilidad de este modelo al número de variables, podrían mejorarse los resultados reduciendo el número de variables. Sin embargo, dada la simplicidad del mismo, se opta por explorar otros modelos alternativos más complejos que capturen relaciones no lineales.</a:t>
            </a:r>
          </a:p>
        </p:txBody>
      </p:sp>
      <p:sp>
        <p:nvSpPr>
          <p:cNvPr id="48" name="Rectangle 47">
            <a:extLst>
              <a:ext uri="{FF2B5EF4-FFF2-40B4-BE49-F238E27FC236}">
                <a16:creationId xmlns:a16="http://schemas.microsoft.com/office/drawing/2014/main" id="{CAB83956-3F6E-4021-5303-74E98189BF56}"/>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cxnSp>
        <p:nvCxnSpPr>
          <p:cNvPr id="3" name="Straight Connector 2">
            <a:extLst>
              <a:ext uri="{FF2B5EF4-FFF2-40B4-BE49-F238E27FC236}">
                <a16:creationId xmlns:a16="http://schemas.microsoft.com/office/drawing/2014/main" id="{F8E49D7D-6C74-9CD5-60D9-DA84FA7C0CBB}"/>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8750830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F47C9-86DE-FFB7-B298-D89DFE394F44}"/>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B9E0BB44-8997-E588-A52D-E961522F3697}"/>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8" name="Rectangle 7">
            <a:extLst>
              <a:ext uri="{FF2B5EF4-FFF2-40B4-BE49-F238E27FC236}">
                <a16:creationId xmlns:a16="http://schemas.microsoft.com/office/drawing/2014/main" id="{4B839110-1000-F19C-CF1D-6061AF7C16D6}"/>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0" name="Rectangle: Rounded Corners 9">
            <a:extLst>
              <a:ext uri="{FF2B5EF4-FFF2-40B4-BE49-F238E27FC236}">
                <a16:creationId xmlns:a16="http://schemas.microsoft.com/office/drawing/2014/main" id="{B2DD1956-DCF9-B5F8-C0C5-98D3F0EC4B61}"/>
              </a:ext>
            </a:extLst>
          </p:cNvPr>
          <p:cNvSpPr/>
          <p:nvPr/>
        </p:nvSpPr>
        <p:spPr bwMode="auto">
          <a:xfrm>
            <a:off x="5178392" y="5444347"/>
            <a:ext cx="6678645" cy="1146663"/>
          </a:xfrm>
          <a:prstGeom prst="roundRect">
            <a:avLst/>
          </a:prstGeom>
          <a:solidFill>
            <a:schemeClr val="bg1">
              <a:lumMod val="9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pic>
        <p:nvPicPr>
          <p:cNvPr id="7" name="Picture 2">
            <a:extLst>
              <a:ext uri="{FF2B5EF4-FFF2-40B4-BE49-F238E27FC236}">
                <a16:creationId xmlns:a16="http://schemas.microsoft.com/office/drawing/2014/main" id="{661B782C-2E1D-CD8F-BA0F-745E626B6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835342" y="528328"/>
            <a:ext cx="3906311" cy="29093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3947D044-8BCC-B5D5-EA03-4BC8935E3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25580" y="4132260"/>
            <a:ext cx="3523271" cy="26184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7">
            <a:extLst>
              <a:ext uri="{FF2B5EF4-FFF2-40B4-BE49-F238E27FC236}">
                <a16:creationId xmlns:a16="http://schemas.microsoft.com/office/drawing/2014/main" id="{8476AF24-749F-9143-71DF-D6D6A2900007}"/>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Perceptrón Multicapa (MLP)</a:t>
            </a:r>
          </a:p>
        </p:txBody>
      </p:sp>
      <p:sp>
        <p:nvSpPr>
          <p:cNvPr id="3" name="Rectangle 2">
            <a:extLst>
              <a:ext uri="{FF2B5EF4-FFF2-40B4-BE49-F238E27FC236}">
                <a16:creationId xmlns:a16="http://schemas.microsoft.com/office/drawing/2014/main" id="{1BB21BE4-D226-1B9E-26DF-04236F210739}"/>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0" name="Freeform: Shape 29">
            <a:extLst>
              <a:ext uri="{FF2B5EF4-FFF2-40B4-BE49-F238E27FC236}">
                <a16:creationId xmlns:a16="http://schemas.microsoft.com/office/drawing/2014/main" id="{32E66DEB-8D73-1997-A226-57BAABDC3D18}"/>
              </a:ext>
            </a:extLst>
          </p:cNvPr>
          <p:cNvSpPr/>
          <p:nvPr/>
        </p:nvSpPr>
        <p:spPr>
          <a:xfrm>
            <a:off x="484311" y="1219669"/>
            <a:ext cx="5398834" cy="1508866"/>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algn="just" defTabSz="1066800">
              <a:lnSpc>
                <a:spcPct val="90000"/>
              </a:lnSpc>
              <a:spcBef>
                <a:spcPct val="0"/>
              </a:spcBef>
              <a:spcAft>
                <a:spcPct val="35000"/>
              </a:spcAft>
            </a:pPr>
            <a:r>
              <a:rPr lang="es-ES_tradnl" sz="1400" kern="1200" dirty="0">
                <a:solidFill>
                  <a:schemeClr val="accent1"/>
                </a:solidFill>
                <a:latin typeface="Quattrocento Sans" panose="020B0502050000020003" pitchFamily="34" charset="0"/>
              </a:rPr>
              <a:t>Para reducir el tiempo de convergencia del algoritmo, se decide realizar el mismo escalado de variables descrito para el modelo de regresión lineal. La estructura de la red neuronal es de </a:t>
            </a:r>
            <a:r>
              <a:rPr lang="es-ES_tradnl" sz="1400" b="1" dirty="0">
                <a:solidFill>
                  <a:schemeClr val="accent1"/>
                </a:solidFill>
                <a:latin typeface="Quattrocento Sans" panose="020B0502050000020003" pitchFamily="34" charset="0"/>
              </a:rPr>
              <a:t>3 capas</a:t>
            </a:r>
            <a:r>
              <a:rPr lang="es-ES_tradnl" sz="1400" dirty="0">
                <a:solidFill>
                  <a:schemeClr val="accent1"/>
                </a:solidFill>
                <a:latin typeface="Quattrocento Sans" panose="020B0502050000020003" pitchFamily="34" charset="0"/>
              </a:rPr>
              <a:t> con </a:t>
            </a:r>
            <a:r>
              <a:rPr lang="es-ES_tradnl" sz="1400" b="1" dirty="0">
                <a:solidFill>
                  <a:schemeClr val="accent1"/>
                </a:solidFill>
                <a:latin typeface="Quattrocento Sans" panose="020B0502050000020003" pitchFamily="34" charset="0"/>
              </a:rPr>
              <a:t>100 neuronas </a:t>
            </a:r>
            <a:r>
              <a:rPr lang="es-ES_tradnl" sz="1400" dirty="0">
                <a:solidFill>
                  <a:schemeClr val="accent1"/>
                </a:solidFill>
                <a:latin typeface="Quattrocento Sans" panose="020B0502050000020003" pitchFamily="34" charset="0"/>
              </a:rPr>
              <a:t>en</a:t>
            </a:r>
            <a:r>
              <a:rPr lang="es-ES_tradnl" sz="1400" b="1" dirty="0">
                <a:solidFill>
                  <a:schemeClr val="accent1"/>
                </a:solidFill>
                <a:latin typeface="Quattrocento Sans" panose="020B0502050000020003" pitchFamily="34" charset="0"/>
              </a:rPr>
              <a:t> </a:t>
            </a:r>
            <a:r>
              <a:rPr lang="es-ES_tradnl" sz="1400" dirty="0">
                <a:solidFill>
                  <a:schemeClr val="accent1"/>
                </a:solidFill>
                <a:latin typeface="Quattrocento Sans" panose="020B0502050000020003" pitchFamily="34" charset="0"/>
              </a:rPr>
              <a:t>cada una. Otros parámetros que se han configurado son la aplicación de aprendizaje adaptativo</a:t>
            </a:r>
            <a:r>
              <a:rPr lang="es-ES_tradnl" sz="1400">
                <a:solidFill>
                  <a:schemeClr val="accent1"/>
                </a:solidFill>
                <a:latin typeface="Quattrocento Sans" panose="020B0502050000020003" pitchFamily="34" charset="0"/>
              </a:rPr>
              <a:t> t</a:t>
            </a:r>
            <a:r>
              <a:rPr lang="es-ES_tradnl" sz="1400" dirty="0">
                <a:solidFill>
                  <a:schemeClr val="accent1"/>
                </a:solidFill>
                <a:latin typeface="Quattrocento Sans" panose="020B0502050000020003" pitchFamily="34" charset="0"/>
              </a:rPr>
              <a:t> funciones de activación </a:t>
            </a:r>
            <a:r>
              <a:rPr lang="es-ES_tradnl" sz="1400" dirty="0" err="1">
                <a:solidFill>
                  <a:schemeClr val="accent1"/>
                </a:solidFill>
                <a:latin typeface="Quattrocento Sans" panose="020B0502050000020003" pitchFamily="34" charset="0"/>
              </a:rPr>
              <a:t>ReLU</a:t>
            </a:r>
            <a:r>
              <a:rPr lang="es-ES_tradnl" sz="1400" dirty="0">
                <a:solidFill>
                  <a:schemeClr val="accent1"/>
                </a:solidFill>
                <a:latin typeface="Quattrocento Sans" panose="020B0502050000020003" pitchFamily="34" charset="0"/>
              </a:rPr>
              <a:t> (</a:t>
            </a:r>
            <a:r>
              <a:rPr lang="es-ES_tradnl" sz="1400" dirty="0" err="1">
                <a:solidFill>
                  <a:schemeClr val="accent1"/>
                </a:solidFill>
                <a:latin typeface="Quattrocento Sans" panose="020B0502050000020003" pitchFamily="34" charset="0"/>
              </a:rPr>
              <a:t>Rectified</a:t>
            </a:r>
            <a:r>
              <a:rPr lang="es-ES_tradnl" sz="1400" dirty="0">
                <a:solidFill>
                  <a:schemeClr val="accent1"/>
                </a:solidFill>
                <a:latin typeface="Quattrocento Sans" panose="020B0502050000020003" pitchFamily="34" charset="0"/>
              </a:rPr>
              <a:t> Linear </a:t>
            </a:r>
            <a:r>
              <a:rPr lang="es-ES_tradnl" sz="1400" dirty="0" err="1">
                <a:solidFill>
                  <a:schemeClr val="accent1"/>
                </a:solidFill>
                <a:latin typeface="Quattrocento Sans" panose="020B0502050000020003" pitchFamily="34" charset="0"/>
              </a:rPr>
              <a:t>Unit</a:t>
            </a:r>
            <a:r>
              <a:rPr lang="es-ES_tradnl" sz="1400" dirty="0">
                <a:solidFill>
                  <a:schemeClr val="accent1"/>
                </a:solidFill>
                <a:latin typeface="Quattrocento Sans" panose="020B0502050000020003" pitchFamily="34" charset="0"/>
              </a:rPr>
              <a:t>).</a:t>
            </a:r>
            <a:endParaRPr lang="es-ES_tradnl" sz="1400" kern="1200" dirty="0">
              <a:solidFill>
                <a:schemeClr val="accent1"/>
              </a:solidFill>
              <a:latin typeface="Quattrocento Sans" panose="020B0502050000020003" pitchFamily="34" charset="0"/>
            </a:endParaRPr>
          </a:p>
        </p:txBody>
      </p:sp>
      <p:graphicFrame>
        <p:nvGraphicFramePr>
          <p:cNvPr id="40" name="Tabla 3">
            <a:extLst>
              <a:ext uri="{FF2B5EF4-FFF2-40B4-BE49-F238E27FC236}">
                <a16:creationId xmlns:a16="http://schemas.microsoft.com/office/drawing/2014/main" id="{B8FB3B9C-2A80-DFB6-06FA-DF6F5E512FA6}"/>
              </a:ext>
            </a:extLst>
          </p:cNvPr>
          <p:cNvGraphicFramePr>
            <a:graphicFrameLocks noGrp="1"/>
          </p:cNvGraphicFramePr>
          <p:nvPr>
            <p:extLst>
              <p:ext uri="{D42A27DB-BD31-4B8C-83A1-F6EECF244321}">
                <p14:modId xmlns:p14="http://schemas.microsoft.com/office/powerpoint/2010/main" val="303772546"/>
              </p:ext>
            </p:extLst>
          </p:nvPr>
        </p:nvGraphicFramePr>
        <p:xfrm>
          <a:off x="6346227" y="3404327"/>
          <a:ext cx="5076000" cy="1950720"/>
        </p:xfrm>
        <a:graphic>
          <a:graphicData uri="http://schemas.openxmlformats.org/drawingml/2006/table">
            <a:tbl>
              <a:tblPr firstRow="1" bandRow="1"/>
              <a:tblGrid>
                <a:gridCol w="2484000">
                  <a:extLst>
                    <a:ext uri="{9D8B030D-6E8A-4147-A177-3AD203B41FA5}">
                      <a16:colId xmlns:a16="http://schemas.microsoft.com/office/drawing/2014/main" val="2942279896"/>
                    </a:ext>
                  </a:extLst>
                </a:gridCol>
                <a:gridCol w="1296000">
                  <a:extLst>
                    <a:ext uri="{9D8B030D-6E8A-4147-A177-3AD203B41FA5}">
                      <a16:colId xmlns:a16="http://schemas.microsoft.com/office/drawing/2014/main" val="2057909389"/>
                    </a:ext>
                  </a:extLst>
                </a:gridCol>
                <a:gridCol w="1296000">
                  <a:extLst>
                    <a:ext uri="{9D8B030D-6E8A-4147-A177-3AD203B41FA5}">
                      <a16:colId xmlns:a16="http://schemas.microsoft.com/office/drawing/2014/main" val="3655022523"/>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endParaRPr lang="es-ES" sz="1400" dirty="0">
                        <a:latin typeface="+mn-lt"/>
                      </a:endParaRPr>
                    </a:p>
                  </a:txBody>
                  <a:tcP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Entrenamiento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Test</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892092"/>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dirty="0">
                          <a:latin typeface="+mn-lt"/>
                        </a:rPr>
                        <a:t>Error medio</a:t>
                      </a:r>
                    </a:p>
                  </a:txBody>
                  <a:tcP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-255 $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-253 $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9558559"/>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a:latin typeface="+mn-lt"/>
                        </a:rPr>
                        <a:t>Error absoluto medio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dirty="0">
                          <a:latin typeface="+mn-lt"/>
                        </a:rPr>
                        <a:t>1,862 $</a:t>
                      </a:r>
                      <a:endParaRPr lang="es-ES" sz="1200" dirty="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2,097 $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113177"/>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dirty="0">
                          <a:latin typeface="+mn-lt"/>
                        </a:rPr>
                        <a:t>8.2 %</a:t>
                      </a:r>
                      <a:endParaRPr lang="es-ES" sz="1200" dirty="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8.9%</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76493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ponderado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6.6%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7.4%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2352976"/>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Desviación estándar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1,849 $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2,412 $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0884510"/>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a:solidFill>
                            <a:schemeClr val="dk1"/>
                          </a:solidFill>
                          <a:effectLst/>
                          <a:latin typeface="+mn-lt"/>
                          <a:ea typeface="+mn-ea"/>
                          <a:cs typeface="+mn-cs"/>
                        </a:rPr>
                        <a:t>Raíz del error cuadrático medio</a:t>
                      </a:r>
                      <a:endParaRPr lang="es-ES" sz="120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kern="1200">
                          <a:solidFill>
                            <a:schemeClr val="dk1"/>
                          </a:solidFill>
                          <a:latin typeface="+mn-lt"/>
                          <a:ea typeface="+mn-ea"/>
                          <a:cs typeface="+mn-cs"/>
                        </a:rPr>
                        <a:t>2,642 $</a:t>
                      </a:r>
                      <a:endParaRPr lang="es-ES" sz="1200" kern="120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3,196 $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9010"/>
                  </a:ext>
                </a:extLst>
              </a:tr>
            </a:tbl>
          </a:graphicData>
        </a:graphic>
      </p:graphicFrame>
      <p:graphicFrame>
        <p:nvGraphicFramePr>
          <p:cNvPr id="5" name="Table 4">
            <a:extLst>
              <a:ext uri="{FF2B5EF4-FFF2-40B4-BE49-F238E27FC236}">
                <a16:creationId xmlns:a16="http://schemas.microsoft.com/office/drawing/2014/main" id="{CB8FA8E8-0F73-9CC0-6000-304B21C6E1C0}"/>
              </a:ext>
            </a:extLst>
          </p:cNvPr>
          <p:cNvGraphicFramePr>
            <a:graphicFrameLocks noGrp="1"/>
          </p:cNvGraphicFramePr>
          <p:nvPr>
            <p:extLst>
              <p:ext uri="{D42A27DB-BD31-4B8C-83A1-F6EECF244321}">
                <p14:modId xmlns:p14="http://schemas.microsoft.com/office/powerpoint/2010/main" val="1458016556"/>
              </p:ext>
            </p:extLst>
          </p:nvPr>
        </p:nvGraphicFramePr>
        <p:xfrm>
          <a:off x="782465" y="2766453"/>
          <a:ext cx="4802525" cy="1310640"/>
        </p:xfrm>
        <a:graphic>
          <a:graphicData uri="http://schemas.openxmlformats.org/drawingml/2006/table">
            <a:tbl>
              <a:tblPr/>
              <a:tblGrid>
                <a:gridCol w="1548000">
                  <a:extLst>
                    <a:ext uri="{9D8B030D-6E8A-4147-A177-3AD203B41FA5}">
                      <a16:colId xmlns:a16="http://schemas.microsoft.com/office/drawing/2014/main" val="3629689280"/>
                    </a:ext>
                  </a:extLst>
                </a:gridCol>
                <a:gridCol w="1296000">
                  <a:extLst>
                    <a:ext uri="{9D8B030D-6E8A-4147-A177-3AD203B41FA5}">
                      <a16:colId xmlns:a16="http://schemas.microsoft.com/office/drawing/2014/main" val="1016359527"/>
                    </a:ext>
                  </a:extLst>
                </a:gridCol>
                <a:gridCol w="1958525">
                  <a:extLst>
                    <a:ext uri="{9D8B030D-6E8A-4147-A177-3AD203B41FA5}">
                      <a16:colId xmlns:a16="http://schemas.microsoft.com/office/drawing/2014/main" val="2374508308"/>
                    </a:ext>
                  </a:extLst>
                </a:gridCol>
              </a:tblGrid>
              <a:tr h="0">
                <a:tc gridSpan="2">
                  <a:txBody>
                    <a:bodyPr/>
                    <a:lstStyle/>
                    <a:p>
                      <a:pPr algn="ctr" fontAlgn="ctr"/>
                      <a:r>
                        <a:rPr lang="es-ES_tradnl" sz="1400" b="1" dirty="0">
                          <a:solidFill>
                            <a:schemeClr val="accent2">
                              <a:lumMod val="75000"/>
                            </a:schemeClr>
                          </a:solidFill>
                          <a:effectLst/>
                          <a:latin typeface="+mn-lt"/>
                        </a:rPr>
                        <a:t>Variables estandarizadas</a:t>
                      </a:r>
                    </a:p>
                  </a:txBody>
                  <a:tcPr anchor="ctr">
                    <a:lnL>
                      <a:noFill/>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hMerge="1">
                  <a:txBody>
                    <a:bodyPr/>
                    <a:lstStyle/>
                    <a:p>
                      <a:pPr algn="ctr" fontAlgn="ctr"/>
                      <a:endParaRPr lang="es-ES_tradnl" sz="1200" b="1">
                        <a:solidFill>
                          <a:schemeClr val="accent2">
                            <a:lumMod val="75000"/>
                          </a:schemeClr>
                        </a:solidFill>
                        <a:effectLst/>
                        <a:latin typeface="+mn-lt"/>
                      </a:endParaRPr>
                    </a:p>
                  </a:txBody>
                  <a:tcPr anchor="ctr">
                    <a:lnL>
                      <a:noFill/>
                    </a:lnL>
                    <a:lnR>
                      <a:noFill/>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dirty="0">
                          <a:solidFill>
                            <a:schemeClr val="accent2">
                              <a:lumMod val="75000"/>
                            </a:schemeClr>
                          </a:solidFill>
                          <a:latin typeface="+mn-lt"/>
                        </a:rPr>
                        <a:t>Variables normalizadas</a:t>
                      </a:r>
                    </a:p>
                  </a:txBody>
                  <a:tcPr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extLst>
                  <a:ext uri="{0D108BD9-81ED-4DB2-BD59-A6C34878D82A}">
                    <a16:rowId xmlns:a16="http://schemas.microsoft.com/office/drawing/2014/main" val="724421254"/>
                  </a:ext>
                </a:extLst>
              </a:tr>
              <a:tr h="972000">
                <a:tc>
                  <a:txBody>
                    <a:bodyPr/>
                    <a:lstStyle/>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years</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original_price</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mileage</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mpg_city</a:t>
                      </a:r>
                    </a:p>
                    <a:p>
                      <a:pPr marL="171450" indent="-171450" algn="l" fontAlgn="ctr">
                        <a:buFont typeface="Arial" panose="020B0604020202020204" pitchFamily="34" charset="0"/>
                        <a:buChar char="•"/>
                      </a:pPr>
                      <a:endParaRPr lang="es-ES_tradnl" sz="1200">
                        <a:effectLst/>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mpg_highway</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make_encod</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model_encod</a:t>
                      </a:r>
                    </a:p>
                    <a:p>
                      <a:pPr marL="171450" indent="-171450" algn="l" fontAlgn="ctr">
                        <a:buFont typeface="Arial" panose="020B0604020202020204" pitchFamily="34" charset="0"/>
                        <a:buChar char="•"/>
                      </a:pPr>
                      <a:r>
                        <a:rPr lang="en-US" sz="1200" b="1">
                          <a:solidFill>
                            <a:sysClr val="windowText" lastClr="000000"/>
                          </a:solidFill>
                          <a:latin typeface="Consolas" panose="020B0609020204030204" pitchFamily="49" charset="0"/>
                        </a:rPr>
                        <a:t>price_usd</a:t>
                      </a:r>
                    </a:p>
                    <a:p>
                      <a:pPr marL="171450" indent="-171450" algn="l" fontAlgn="ctr">
                        <a:buFont typeface="Arial" panose="020B0604020202020204" pitchFamily="34" charset="0"/>
                        <a:buChar char="•"/>
                      </a:pPr>
                      <a:endParaRPr lang="es-ES_tradnl" sz="1200">
                        <a:effectLst/>
                      </a:endParaRPr>
                    </a:p>
                  </a:txBody>
                  <a:tcPr anchor="ctr">
                    <a:lnL>
                      <a:noFill/>
                    </a:lnL>
                    <a:lnR w="12700" cap="flat" cmpd="sng" algn="ctr">
                      <a:solidFill>
                        <a:schemeClr val="tx1"/>
                      </a:solidFill>
                      <a:prstDash val="solid"/>
                      <a:round/>
                      <a:headEnd type="none" w="med" len="med"/>
                      <a:tailEnd type="none" w="med" len="med"/>
                    </a:lnR>
                    <a:lnT w="28575" cap="flat" cmpd="sng" algn="ctr">
                      <a:solidFill>
                        <a:srgbClr val="2E4A7E"/>
                      </a:solidFill>
                      <a:prstDash val="solid"/>
                      <a:round/>
                      <a:headEnd type="none" w="med" len="med"/>
                      <a:tailEnd type="none" w="med" len="med"/>
                    </a:lnT>
                    <a:lnB>
                      <a:noFill/>
                    </a:lnB>
                    <a:noFill/>
                  </a:tcPr>
                </a:tc>
                <a:tc>
                  <a:txBody>
                    <a:bodyPr/>
                    <a:lstStyle/>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num_speeds</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engine_displacem</a:t>
                      </a:r>
                    </a:p>
                    <a:p>
                      <a:pPr marL="171450" indent="-171450" algn="l" fontAlgn="ctr">
                        <a:buFont typeface="Arial" panose="020B0604020202020204" pitchFamily="34" charset="0"/>
                        <a:buChar char="•"/>
                      </a:pPr>
                      <a:r>
                        <a:rPr lang="en-US" sz="1200">
                          <a:solidFill>
                            <a:sysClr val="windowText" lastClr="000000"/>
                          </a:solidFill>
                          <a:latin typeface="Consolas" panose="020B0609020204030204" pitchFamily="49" charset="0"/>
                        </a:rPr>
                        <a:t>engine_cylinders</a:t>
                      </a:r>
                    </a:p>
                    <a:p>
                      <a:pPr marL="171450" indent="-171450" algn="l" fontAlgn="ctr">
                        <a:buFont typeface="Arial" panose="020B0604020202020204" pitchFamily="34" charset="0"/>
                        <a:buChar char="•"/>
                      </a:pPr>
                      <a:r>
                        <a:rPr lang="en-US" sz="1200">
                          <a:solidFill>
                            <a:sysClr val="windowText" lastClr="000000"/>
                          </a:solidFill>
                          <a:effectLst/>
                          <a:latin typeface="Consolas" panose="020B0609020204030204" pitchFamily="49" charset="0"/>
                        </a:rPr>
                        <a:t>interior_color</a:t>
                      </a:r>
                    </a:p>
                    <a:p>
                      <a:pPr marL="171450" indent="-171450" algn="l" fontAlgn="ctr">
                        <a:buFont typeface="Arial" panose="020B0604020202020204" pitchFamily="34" charset="0"/>
                        <a:buChar char="•"/>
                      </a:pPr>
                      <a:r>
                        <a:rPr lang="en-US" sz="1200">
                          <a:solidFill>
                            <a:sysClr val="windowText" lastClr="000000"/>
                          </a:solidFill>
                          <a:effectLst/>
                          <a:latin typeface="Consolas" panose="020B0609020204030204" pitchFamily="49" charset="0"/>
                        </a:rPr>
                        <a:t>exterior_color</a:t>
                      </a:r>
                      <a:endParaRPr lang="es-ES_tradnl" sz="1200">
                        <a:effectLst/>
                      </a:endParaRPr>
                    </a:p>
                  </a:txBody>
                  <a:tcPr anchor="ctr">
                    <a:lnL w="12700" cap="flat" cmpd="sng" algn="ctr">
                      <a:solidFill>
                        <a:schemeClr val="tx1"/>
                      </a:solidFill>
                      <a:prstDash val="solid"/>
                      <a:round/>
                      <a:headEnd type="none" w="med" len="med"/>
                      <a:tailEnd type="none" w="med" len="med"/>
                    </a:lnL>
                    <a:lnR>
                      <a:noFill/>
                    </a:lnR>
                    <a:lnT w="28575" cap="flat" cmpd="sng" algn="ctr">
                      <a:solidFill>
                        <a:srgbClr val="2E4A7E"/>
                      </a:solidFill>
                      <a:prstDash val="solid"/>
                      <a:round/>
                      <a:headEnd type="none" w="med" len="med"/>
                      <a:tailEnd type="none" w="med" len="med"/>
                    </a:lnT>
                    <a:lnB>
                      <a:noFill/>
                    </a:lnB>
                    <a:noFill/>
                  </a:tcPr>
                </a:tc>
                <a:extLst>
                  <a:ext uri="{0D108BD9-81ED-4DB2-BD59-A6C34878D82A}">
                    <a16:rowId xmlns:a16="http://schemas.microsoft.com/office/drawing/2014/main" val="2724565842"/>
                  </a:ext>
                </a:extLst>
              </a:tr>
            </a:tbl>
          </a:graphicData>
        </a:graphic>
      </p:graphicFrame>
      <p:sp>
        <p:nvSpPr>
          <p:cNvPr id="6" name="Freeform: Shape 5">
            <a:extLst>
              <a:ext uri="{FF2B5EF4-FFF2-40B4-BE49-F238E27FC236}">
                <a16:creationId xmlns:a16="http://schemas.microsoft.com/office/drawing/2014/main" id="{ECA431FD-2703-54D8-3AB8-48A4436DE96E}"/>
              </a:ext>
            </a:extLst>
          </p:cNvPr>
          <p:cNvSpPr/>
          <p:nvPr/>
        </p:nvSpPr>
        <p:spPr>
          <a:xfrm>
            <a:off x="5095875" y="5451302"/>
            <a:ext cx="6918258" cy="114666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El error en entrenamiento es ligeramente superior al error sobre el conjunto de prueba. Esto es un indicio de que el modelo está </a:t>
            </a:r>
            <a:r>
              <a:rPr lang="es-ES_tradnl" sz="1400" kern="1200" dirty="0" err="1">
                <a:solidFill>
                  <a:schemeClr val="accent1"/>
                </a:solidFill>
                <a:latin typeface="Quattrocento Sans" panose="020B0502050000020003" pitchFamily="34" charset="0"/>
              </a:rPr>
              <a:t>sobreaprendiendo</a:t>
            </a:r>
            <a:r>
              <a:rPr lang="es-ES_tradnl" sz="1400" kern="1200" dirty="0">
                <a:solidFill>
                  <a:schemeClr val="accent1"/>
                </a:solidFill>
                <a:latin typeface="Quattrocento Sans" panose="020B0502050000020003" pitchFamily="34" charset="0"/>
              </a:rPr>
              <a:t>. Sin embargo, los </a:t>
            </a:r>
            <a:r>
              <a:rPr lang="es-ES_tradnl" sz="1400" b="1" kern="1200" dirty="0">
                <a:solidFill>
                  <a:schemeClr val="accent1"/>
                </a:solidFill>
                <a:latin typeface="Quattrocento Sans" panose="020B0502050000020003" pitchFamily="34" charset="0"/>
              </a:rPr>
              <a:t>resultados son considerablemente mejores</a:t>
            </a:r>
            <a:r>
              <a:rPr lang="es-ES_tradnl" sz="1400" kern="1200" dirty="0">
                <a:solidFill>
                  <a:schemeClr val="accent1"/>
                </a:solidFill>
                <a:latin typeface="Quattrocento Sans" panose="020B0502050000020003" pitchFamily="34" charset="0"/>
              </a:rPr>
              <a:t> que los del modelo lineal. Como trabajo futuro se podrían explorar configuraciones de </a:t>
            </a:r>
            <a:r>
              <a:rPr lang="es-ES_tradnl" sz="1400" kern="1200" dirty="0" err="1">
                <a:solidFill>
                  <a:schemeClr val="accent1"/>
                </a:solidFill>
                <a:latin typeface="Quattrocento Sans" panose="020B0502050000020003" pitchFamily="34" charset="0"/>
              </a:rPr>
              <a:t>hiperparámetros</a:t>
            </a:r>
            <a:r>
              <a:rPr lang="es-ES_tradnl" sz="1400" kern="1200" dirty="0">
                <a:solidFill>
                  <a:schemeClr val="accent1"/>
                </a:solidFill>
                <a:latin typeface="Quattrocento Sans" panose="020B0502050000020003" pitchFamily="34" charset="0"/>
              </a:rPr>
              <a:t> que aumentaran los coeficientes de regularización sin empeorar el poder predictivo.</a:t>
            </a:r>
          </a:p>
        </p:txBody>
      </p:sp>
      <p:grpSp>
        <p:nvGrpSpPr>
          <p:cNvPr id="11" name="Group 10">
            <a:extLst>
              <a:ext uri="{FF2B5EF4-FFF2-40B4-BE49-F238E27FC236}">
                <a16:creationId xmlns:a16="http://schemas.microsoft.com/office/drawing/2014/main" id="{925B9B70-2D54-8450-D84A-118014DB6E49}"/>
              </a:ext>
            </a:extLst>
          </p:cNvPr>
          <p:cNvGrpSpPr/>
          <p:nvPr/>
        </p:nvGrpSpPr>
        <p:grpSpPr>
          <a:xfrm>
            <a:off x="11042133" y="408886"/>
            <a:ext cx="720000" cy="720000"/>
            <a:chOff x="11042133" y="408886"/>
            <a:chExt cx="972000" cy="972000"/>
          </a:xfrm>
        </p:grpSpPr>
        <p:sp>
          <p:nvSpPr>
            <p:cNvPr id="17" name="Flowchart: Connector 16">
              <a:extLst>
                <a:ext uri="{FF2B5EF4-FFF2-40B4-BE49-F238E27FC236}">
                  <a16:creationId xmlns:a16="http://schemas.microsoft.com/office/drawing/2014/main" id="{409A8262-8547-6931-81FB-3D287BF9D020}"/>
                </a:ext>
              </a:extLst>
            </p:cNvPr>
            <p:cNvSpPr/>
            <p:nvPr/>
          </p:nvSpPr>
          <p:spPr bwMode="auto">
            <a:xfrm>
              <a:off x="11042133" y="408886"/>
              <a:ext cx="972000" cy="972000"/>
            </a:xfrm>
            <a:prstGeom prst="flowChartConnector">
              <a:avLst/>
            </a:prstGeom>
            <a:solidFill>
              <a:srgbClr val="FFFFFF"/>
            </a:solidFill>
            <a:ln w="28575" cap="flat" cmpd="sng" algn="ctr">
              <a:solidFill>
                <a:srgbClr val="2E4A7E"/>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9" name="Picture 2">
              <a:extLst>
                <a:ext uri="{FF2B5EF4-FFF2-40B4-BE49-F238E27FC236}">
                  <a16:creationId xmlns:a16="http://schemas.microsoft.com/office/drawing/2014/main" id="{AAF397AA-96D6-DB9D-7F06-452759294DBD}"/>
                </a:ext>
              </a:extLst>
            </p:cNvPr>
            <p:cNvPicPr>
              <a:picLocks noChangeAspect="1" noChangeArrowheads="1"/>
            </p:cNvPicPr>
            <p:nvPr/>
          </p:nvPicPr>
          <p:blipFill rotWithShape="1">
            <a:blip r:embed="rId4" cstate="print">
              <a:clrChange>
                <a:clrFrom>
                  <a:srgbClr val="FFFFFF"/>
                </a:clrFrom>
                <a:clrTo>
                  <a:srgbClr val="FFFFF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b="8502"/>
            <a:stretch/>
          </p:blipFill>
          <p:spPr bwMode="auto">
            <a:xfrm>
              <a:off x="11124531" y="476748"/>
              <a:ext cx="812162" cy="802558"/>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3" name="Straight Connector 12">
            <a:extLst>
              <a:ext uri="{FF2B5EF4-FFF2-40B4-BE49-F238E27FC236}">
                <a16:creationId xmlns:a16="http://schemas.microsoft.com/office/drawing/2014/main" id="{26C2542E-3D21-9166-0E76-7FC714BF0A4C}"/>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420790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70E3B-C12F-CFEC-2F9D-B343D39C636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FA48563-5ADD-D358-1D45-A32535DE8F99}"/>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9" name="Rectangle 8">
            <a:extLst>
              <a:ext uri="{FF2B5EF4-FFF2-40B4-BE49-F238E27FC236}">
                <a16:creationId xmlns:a16="http://schemas.microsoft.com/office/drawing/2014/main" id="{C5D5632D-27E5-7F56-0914-A7353D8767B7}"/>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0" name="Rectangle: Rounded Corners 9">
            <a:extLst>
              <a:ext uri="{FF2B5EF4-FFF2-40B4-BE49-F238E27FC236}">
                <a16:creationId xmlns:a16="http://schemas.microsoft.com/office/drawing/2014/main" id="{5FBFCBDF-DAA3-4A47-6893-A28A4E836AF7}"/>
              </a:ext>
            </a:extLst>
          </p:cNvPr>
          <p:cNvSpPr/>
          <p:nvPr/>
        </p:nvSpPr>
        <p:spPr bwMode="auto">
          <a:xfrm>
            <a:off x="5178392" y="5434722"/>
            <a:ext cx="6678645" cy="1146663"/>
          </a:xfrm>
          <a:prstGeom prst="roundRect">
            <a:avLst/>
          </a:prstGeom>
          <a:solidFill>
            <a:schemeClr val="bg1">
              <a:lumMod val="9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pic>
        <p:nvPicPr>
          <p:cNvPr id="8" name="Picture 2">
            <a:extLst>
              <a:ext uri="{FF2B5EF4-FFF2-40B4-BE49-F238E27FC236}">
                <a16:creationId xmlns:a16="http://schemas.microsoft.com/office/drawing/2014/main" id="{082BFAE9-FC8D-7E2F-7726-1A674DCFD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811205" y="528328"/>
            <a:ext cx="3932707" cy="292901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35CBD093-B44E-DF1B-608A-BD3A6221A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25582" y="4128997"/>
            <a:ext cx="3523269" cy="26184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7">
            <a:extLst>
              <a:ext uri="{FF2B5EF4-FFF2-40B4-BE49-F238E27FC236}">
                <a16:creationId xmlns:a16="http://schemas.microsoft.com/office/drawing/2014/main" id="{F5AD6569-31EA-6AF9-5CE0-01A8FC8B6197}"/>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K-</a:t>
            </a:r>
            <a:r>
              <a:rPr lang="es-ES_tradnl" sz="2000" err="1">
                <a:solidFill>
                  <a:srgbClr val="BFA13E"/>
                </a:solidFill>
                <a:latin typeface="Segoe UI" panose="020B0502040204020203" pitchFamily="34" charset="0"/>
                <a:cs typeface="Segoe UI" panose="020B0502040204020203" pitchFamily="34" charset="0"/>
                <a:sym typeface="Trebuchet MS"/>
              </a:rPr>
              <a:t>Nearest</a:t>
            </a:r>
            <a:r>
              <a:rPr lang="es-ES_tradnl" sz="2000">
                <a:solidFill>
                  <a:srgbClr val="BFA13E"/>
                </a:solidFill>
                <a:latin typeface="Segoe UI" panose="020B0502040204020203" pitchFamily="34" charset="0"/>
                <a:cs typeface="Segoe UI" panose="020B0502040204020203" pitchFamily="34" charset="0"/>
                <a:sym typeface="Trebuchet MS"/>
              </a:rPr>
              <a:t> </a:t>
            </a:r>
            <a:r>
              <a:rPr lang="es-ES_tradnl" sz="2000" err="1">
                <a:solidFill>
                  <a:srgbClr val="BFA13E"/>
                </a:solidFill>
                <a:latin typeface="Segoe UI" panose="020B0502040204020203" pitchFamily="34" charset="0"/>
                <a:cs typeface="Segoe UI" panose="020B0502040204020203" pitchFamily="34" charset="0"/>
                <a:sym typeface="Trebuchet MS"/>
              </a:rPr>
              <a:t>Neighbors</a:t>
            </a:r>
            <a:r>
              <a:rPr lang="es-ES_tradnl" sz="2000">
                <a:solidFill>
                  <a:srgbClr val="BFA13E"/>
                </a:solidFill>
                <a:latin typeface="Segoe UI" panose="020B0502040204020203" pitchFamily="34" charset="0"/>
                <a:cs typeface="Segoe UI" panose="020B0502040204020203" pitchFamily="34" charset="0"/>
                <a:sym typeface="Trebuchet MS"/>
              </a:rPr>
              <a:t> (KNN)</a:t>
            </a:r>
          </a:p>
        </p:txBody>
      </p:sp>
      <p:sp>
        <p:nvSpPr>
          <p:cNvPr id="3" name="Rectangle 2">
            <a:extLst>
              <a:ext uri="{FF2B5EF4-FFF2-40B4-BE49-F238E27FC236}">
                <a16:creationId xmlns:a16="http://schemas.microsoft.com/office/drawing/2014/main" id="{3EB9DF90-8303-6BAC-7CA7-E3104932050A}"/>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0" name="Freeform: Shape 29">
            <a:extLst>
              <a:ext uri="{FF2B5EF4-FFF2-40B4-BE49-F238E27FC236}">
                <a16:creationId xmlns:a16="http://schemas.microsoft.com/office/drawing/2014/main" id="{5DBB15F4-F0B8-D8CF-6253-CF71AEE33D76}"/>
              </a:ext>
            </a:extLst>
          </p:cNvPr>
          <p:cNvSpPr/>
          <p:nvPr/>
        </p:nvSpPr>
        <p:spPr>
          <a:xfrm>
            <a:off x="484311" y="1219669"/>
            <a:ext cx="5398834" cy="1508866"/>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Como en el caso de la regresión lineal, por la sensibilidad del modelo a la escala de las variables (al estar basado en distancias), se decide transformar las variables numéricas. </a:t>
            </a:r>
            <a:r>
              <a:rPr lang="es-ES_tradnl" sz="1400" dirty="0">
                <a:solidFill>
                  <a:schemeClr val="accent1"/>
                </a:solidFill>
                <a:latin typeface="Quattrocento Sans" panose="020B0502050000020003" pitchFamily="34" charset="0"/>
              </a:rPr>
              <a:t>Sin embargo, en este algoritmo no es necesario escalar la variable objetivo. Para la parametrización del modelo se ha definido el número de vecinos como </a:t>
            </a:r>
            <a:r>
              <a:rPr lang="es-ES_tradnl" sz="1400" b="1" dirty="0">
                <a:solidFill>
                  <a:schemeClr val="accent1"/>
                </a:solidFill>
                <a:latin typeface="Quattrocento Sans" panose="020B0502050000020003" pitchFamily="34" charset="0"/>
              </a:rPr>
              <a:t>k=10.</a:t>
            </a:r>
            <a:endParaRPr lang="es-ES_tradnl" sz="1400" kern="1200" dirty="0">
              <a:solidFill>
                <a:schemeClr val="accent1"/>
              </a:solidFill>
              <a:latin typeface="Quattrocento Sans" panose="020B0502050000020003" pitchFamily="34" charset="0"/>
            </a:endParaRPr>
          </a:p>
        </p:txBody>
      </p:sp>
      <p:graphicFrame>
        <p:nvGraphicFramePr>
          <p:cNvPr id="40" name="Tabla 3">
            <a:extLst>
              <a:ext uri="{FF2B5EF4-FFF2-40B4-BE49-F238E27FC236}">
                <a16:creationId xmlns:a16="http://schemas.microsoft.com/office/drawing/2014/main" id="{25CCBD90-6E71-FC16-9A14-08F6AA3FC117}"/>
              </a:ext>
            </a:extLst>
          </p:cNvPr>
          <p:cNvGraphicFramePr>
            <a:graphicFrameLocks noGrp="1"/>
          </p:cNvGraphicFramePr>
          <p:nvPr>
            <p:extLst>
              <p:ext uri="{D42A27DB-BD31-4B8C-83A1-F6EECF244321}">
                <p14:modId xmlns:p14="http://schemas.microsoft.com/office/powerpoint/2010/main" val="4019472718"/>
              </p:ext>
            </p:extLst>
          </p:nvPr>
        </p:nvGraphicFramePr>
        <p:xfrm>
          <a:off x="6346227" y="3404327"/>
          <a:ext cx="5076000" cy="1950720"/>
        </p:xfrm>
        <a:graphic>
          <a:graphicData uri="http://schemas.openxmlformats.org/drawingml/2006/table">
            <a:tbl>
              <a:tblPr firstRow="1" bandRow="1"/>
              <a:tblGrid>
                <a:gridCol w="2484000">
                  <a:extLst>
                    <a:ext uri="{9D8B030D-6E8A-4147-A177-3AD203B41FA5}">
                      <a16:colId xmlns:a16="http://schemas.microsoft.com/office/drawing/2014/main" val="2942279896"/>
                    </a:ext>
                  </a:extLst>
                </a:gridCol>
                <a:gridCol w="1296000">
                  <a:extLst>
                    <a:ext uri="{9D8B030D-6E8A-4147-A177-3AD203B41FA5}">
                      <a16:colId xmlns:a16="http://schemas.microsoft.com/office/drawing/2014/main" val="2057909389"/>
                    </a:ext>
                  </a:extLst>
                </a:gridCol>
                <a:gridCol w="1296000">
                  <a:extLst>
                    <a:ext uri="{9D8B030D-6E8A-4147-A177-3AD203B41FA5}">
                      <a16:colId xmlns:a16="http://schemas.microsoft.com/office/drawing/2014/main" val="3655022523"/>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endParaRPr lang="es-ES" sz="1200" dirty="0">
                        <a:latin typeface="+mn-lt"/>
                      </a:endParaRPr>
                    </a:p>
                  </a:txBody>
                  <a:tcP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a:solidFill>
                            <a:srgbClr val="2E4A7E"/>
                          </a:solidFill>
                          <a:latin typeface="+mn-lt"/>
                        </a:rPr>
                        <a:t>Entrenamiento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Test</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892092"/>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a:latin typeface="+mn-lt"/>
                        </a:rPr>
                        <a:t>Error medio</a:t>
                      </a:r>
                    </a:p>
                  </a:txBody>
                  <a:tcP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-107 $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-95 $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9558559"/>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dirty="0">
                          <a:latin typeface="+mn-lt"/>
                        </a:rPr>
                        <a:t>Error absoluto medio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3,024 $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3,372 $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113177"/>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dirty="0">
                          <a:latin typeface="+mn-lt"/>
                        </a:rPr>
                        <a:t>12.2%</a:t>
                      </a:r>
                      <a:endParaRPr lang="es-ES" sz="1200" dirty="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13.5%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76493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ponderado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10.7%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11.9%</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2352976"/>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Desviación estándar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3,575 $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4,174 $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0884510"/>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a:solidFill>
                            <a:schemeClr val="dk1"/>
                          </a:solidFill>
                          <a:effectLst/>
                          <a:latin typeface="+mn-lt"/>
                          <a:ea typeface="+mn-ea"/>
                          <a:cs typeface="+mn-cs"/>
                        </a:rPr>
                        <a:t>Raíz del error cuadrático medio</a:t>
                      </a:r>
                      <a:endParaRPr lang="es-ES" sz="120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kern="1200">
                          <a:solidFill>
                            <a:schemeClr val="dk1"/>
                          </a:solidFill>
                          <a:latin typeface="+mn-lt"/>
                          <a:ea typeface="+mn-ea"/>
                          <a:cs typeface="+mn-cs"/>
                        </a:rPr>
                        <a:t>4,682 $</a:t>
                      </a:r>
                      <a:endParaRPr lang="es-ES" sz="1200" kern="120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5,366 $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9010"/>
                  </a:ext>
                </a:extLst>
              </a:tr>
            </a:tbl>
          </a:graphicData>
        </a:graphic>
      </p:graphicFrame>
      <p:graphicFrame>
        <p:nvGraphicFramePr>
          <p:cNvPr id="5" name="Table 4">
            <a:extLst>
              <a:ext uri="{FF2B5EF4-FFF2-40B4-BE49-F238E27FC236}">
                <a16:creationId xmlns:a16="http://schemas.microsoft.com/office/drawing/2014/main" id="{F3789395-F575-15C3-1BB5-8FFBB2382751}"/>
              </a:ext>
            </a:extLst>
          </p:cNvPr>
          <p:cNvGraphicFramePr>
            <a:graphicFrameLocks noGrp="1"/>
          </p:cNvGraphicFramePr>
          <p:nvPr>
            <p:extLst>
              <p:ext uri="{D42A27DB-BD31-4B8C-83A1-F6EECF244321}">
                <p14:modId xmlns:p14="http://schemas.microsoft.com/office/powerpoint/2010/main" val="418398007"/>
              </p:ext>
            </p:extLst>
          </p:nvPr>
        </p:nvGraphicFramePr>
        <p:xfrm>
          <a:off x="782465" y="2766453"/>
          <a:ext cx="4802525" cy="1310640"/>
        </p:xfrm>
        <a:graphic>
          <a:graphicData uri="http://schemas.openxmlformats.org/drawingml/2006/table">
            <a:tbl>
              <a:tblPr/>
              <a:tblGrid>
                <a:gridCol w="1548000">
                  <a:extLst>
                    <a:ext uri="{9D8B030D-6E8A-4147-A177-3AD203B41FA5}">
                      <a16:colId xmlns:a16="http://schemas.microsoft.com/office/drawing/2014/main" val="3629689280"/>
                    </a:ext>
                  </a:extLst>
                </a:gridCol>
                <a:gridCol w="1296000">
                  <a:extLst>
                    <a:ext uri="{9D8B030D-6E8A-4147-A177-3AD203B41FA5}">
                      <a16:colId xmlns:a16="http://schemas.microsoft.com/office/drawing/2014/main" val="1016359527"/>
                    </a:ext>
                  </a:extLst>
                </a:gridCol>
                <a:gridCol w="1958525">
                  <a:extLst>
                    <a:ext uri="{9D8B030D-6E8A-4147-A177-3AD203B41FA5}">
                      <a16:colId xmlns:a16="http://schemas.microsoft.com/office/drawing/2014/main" val="2374508308"/>
                    </a:ext>
                  </a:extLst>
                </a:gridCol>
              </a:tblGrid>
              <a:tr h="0">
                <a:tc gridSpan="2">
                  <a:txBody>
                    <a:bodyPr/>
                    <a:lstStyle/>
                    <a:p>
                      <a:pPr algn="ctr" fontAlgn="ctr"/>
                      <a:r>
                        <a:rPr lang="es-ES_tradnl" sz="1400" b="1" dirty="0">
                          <a:solidFill>
                            <a:schemeClr val="accent2">
                              <a:lumMod val="75000"/>
                            </a:schemeClr>
                          </a:solidFill>
                          <a:effectLst/>
                          <a:latin typeface="+mn-lt"/>
                        </a:rPr>
                        <a:t>Variables estandarizadas</a:t>
                      </a:r>
                    </a:p>
                  </a:txBody>
                  <a:tcPr anchor="ctr">
                    <a:lnL>
                      <a:noFill/>
                    </a:lnL>
                    <a:lnR w="12700"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hMerge="1">
                  <a:txBody>
                    <a:bodyPr/>
                    <a:lstStyle/>
                    <a:p>
                      <a:pPr algn="ctr" fontAlgn="ctr"/>
                      <a:endParaRPr lang="es-ES_tradnl" sz="1200" b="1">
                        <a:solidFill>
                          <a:schemeClr val="accent2">
                            <a:lumMod val="75000"/>
                          </a:schemeClr>
                        </a:solidFill>
                        <a:effectLst/>
                        <a:latin typeface="+mn-lt"/>
                      </a:endParaRPr>
                    </a:p>
                  </a:txBody>
                  <a:tcPr anchor="ctr">
                    <a:lnL>
                      <a:noFill/>
                    </a:lnL>
                    <a:lnR>
                      <a:noFill/>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dirty="0">
                          <a:solidFill>
                            <a:schemeClr val="accent2">
                              <a:lumMod val="75000"/>
                            </a:schemeClr>
                          </a:solidFill>
                          <a:latin typeface="+mn-lt"/>
                        </a:rPr>
                        <a:t>Variables normalizadas</a:t>
                      </a:r>
                    </a:p>
                  </a:txBody>
                  <a:tcPr anchor="ctr">
                    <a:lnL w="1270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extLst>
                  <a:ext uri="{0D108BD9-81ED-4DB2-BD59-A6C34878D82A}">
                    <a16:rowId xmlns:a16="http://schemas.microsoft.com/office/drawing/2014/main" val="724421254"/>
                  </a:ext>
                </a:extLst>
              </a:tr>
              <a:tr h="972000">
                <a:tc>
                  <a:txBody>
                    <a:bodyPr/>
                    <a:lstStyle/>
                    <a:p>
                      <a:pPr marL="171450" indent="-171450" algn="l" fontAlgn="ctr">
                        <a:buFont typeface="Arial" panose="020B0604020202020204" pitchFamily="34" charset="0"/>
                        <a:buChar char="•"/>
                      </a:pPr>
                      <a:r>
                        <a:rPr lang="en-US" sz="1200" dirty="0">
                          <a:solidFill>
                            <a:sysClr val="windowText" lastClr="000000"/>
                          </a:solidFill>
                          <a:latin typeface="Consolas" panose="020B0609020204030204" pitchFamily="49" charset="0"/>
                        </a:rPr>
                        <a:t>years</a:t>
                      </a:r>
                    </a:p>
                    <a:p>
                      <a:pPr marL="171450" indent="-171450" algn="l" fontAlgn="ctr">
                        <a:buFont typeface="Arial" panose="020B0604020202020204" pitchFamily="34" charset="0"/>
                        <a:buChar char="•"/>
                      </a:pPr>
                      <a:r>
                        <a:rPr lang="en-US" sz="1200" dirty="0" err="1">
                          <a:solidFill>
                            <a:sysClr val="windowText" lastClr="000000"/>
                          </a:solidFill>
                          <a:latin typeface="Consolas" panose="020B0609020204030204" pitchFamily="49" charset="0"/>
                        </a:rPr>
                        <a:t>original_price</a:t>
                      </a:r>
                      <a:endParaRPr lang="en-US" sz="1200" dirty="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r>
                        <a:rPr lang="en-US" sz="1200" dirty="0">
                          <a:solidFill>
                            <a:sysClr val="windowText" lastClr="000000"/>
                          </a:solidFill>
                          <a:latin typeface="Consolas" panose="020B0609020204030204" pitchFamily="49" charset="0"/>
                        </a:rPr>
                        <a:t>mileage</a:t>
                      </a:r>
                    </a:p>
                    <a:p>
                      <a:pPr marL="171450" indent="-171450" algn="l" fontAlgn="ctr">
                        <a:buFont typeface="Arial" panose="020B0604020202020204" pitchFamily="34" charset="0"/>
                        <a:buChar char="•"/>
                      </a:pPr>
                      <a:r>
                        <a:rPr lang="en-US" sz="1200" dirty="0" err="1">
                          <a:solidFill>
                            <a:sysClr val="windowText" lastClr="000000"/>
                          </a:solidFill>
                          <a:latin typeface="Consolas" panose="020B0609020204030204" pitchFamily="49" charset="0"/>
                        </a:rPr>
                        <a:t>mpg_city</a:t>
                      </a:r>
                      <a:endParaRPr lang="en-US" sz="1200" dirty="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endParaRPr lang="es-ES_tradnl" sz="1200" dirty="0">
                        <a:effectLst/>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171450" indent="-171450" algn="l" fontAlgn="ctr">
                        <a:buFont typeface="Arial" panose="020B0604020202020204" pitchFamily="34" charset="0"/>
                        <a:buChar char="•"/>
                      </a:pPr>
                      <a:r>
                        <a:rPr lang="en-US" sz="1200" err="1">
                          <a:solidFill>
                            <a:sysClr val="windowText" lastClr="000000"/>
                          </a:solidFill>
                          <a:latin typeface="Consolas" panose="020B0609020204030204" pitchFamily="49" charset="0"/>
                        </a:rPr>
                        <a:t>mpg_highway</a:t>
                      </a:r>
                      <a:endParaRPr lang="en-US" sz="120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r>
                        <a:rPr lang="en-US" sz="1200" err="1">
                          <a:solidFill>
                            <a:sysClr val="windowText" lastClr="000000"/>
                          </a:solidFill>
                          <a:latin typeface="Consolas" panose="020B0609020204030204" pitchFamily="49" charset="0"/>
                        </a:rPr>
                        <a:t>make_encod</a:t>
                      </a:r>
                      <a:endParaRPr lang="en-US" sz="120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r>
                        <a:rPr lang="en-US" sz="1200" err="1">
                          <a:solidFill>
                            <a:sysClr val="windowText" lastClr="000000"/>
                          </a:solidFill>
                          <a:latin typeface="Consolas" panose="020B0609020204030204" pitchFamily="49" charset="0"/>
                        </a:rPr>
                        <a:t>model_encod</a:t>
                      </a:r>
                      <a:endParaRPr lang="en-US" sz="1200">
                        <a:solidFill>
                          <a:sysClr val="windowText" lastClr="000000"/>
                        </a:solidFill>
                        <a:latin typeface="Consolas" panose="020B0609020204030204" pitchFamily="49" charset="0"/>
                      </a:endParaRPr>
                    </a:p>
                    <a:p>
                      <a:pPr marL="0" indent="0" algn="l" fontAlgn="ctr">
                        <a:buFont typeface="Arial" panose="020B0604020202020204" pitchFamily="34" charset="0"/>
                        <a:buNone/>
                      </a:pPr>
                      <a:endParaRPr lang="en-US" sz="1200" b="1">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endParaRPr lang="es-ES_tradnl" sz="1200">
                        <a:effectLst/>
                      </a:endParaRPr>
                    </a:p>
                  </a:txBody>
                  <a:tcPr anchor="ctr">
                    <a:lnL>
                      <a:noFill/>
                    </a:lnL>
                    <a:lnR w="12700" cap="flat" cmpd="sng" algn="ctr">
                      <a:solidFill>
                        <a:schemeClr val="tx1"/>
                      </a:solidFill>
                      <a:prstDash val="solid"/>
                      <a:round/>
                      <a:headEnd type="none" w="med" len="med"/>
                      <a:tailEnd type="none" w="med" len="med"/>
                    </a:lnR>
                    <a:lnT w="28575" cap="flat" cmpd="sng" algn="ctr">
                      <a:solidFill>
                        <a:srgbClr val="2E4A7E"/>
                      </a:solidFill>
                      <a:prstDash val="solid"/>
                      <a:round/>
                      <a:headEnd type="none" w="med" len="med"/>
                      <a:tailEnd type="none" w="med" len="med"/>
                    </a:lnT>
                    <a:lnB>
                      <a:noFill/>
                    </a:lnB>
                    <a:noFill/>
                  </a:tcPr>
                </a:tc>
                <a:tc>
                  <a:txBody>
                    <a:bodyPr/>
                    <a:lstStyle/>
                    <a:p>
                      <a:pPr marL="171450" indent="-171450" algn="l" fontAlgn="ctr">
                        <a:buFont typeface="Arial" panose="020B0604020202020204" pitchFamily="34" charset="0"/>
                        <a:buChar char="•"/>
                      </a:pPr>
                      <a:r>
                        <a:rPr lang="en-US" sz="1200" dirty="0" err="1">
                          <a:solidFill>
                            <a:sysClr val="windowText" lastClr="000000"/>
                          </a:solidFill>
                          <a:latin typeface="Consolas" panose="020B0609020204030204" pitchFamily="49" charset="0"/>
                        </a:rPr>
                        <a:t>num_speeds</a:t>
                      </a:r>
                      <a:endParaRPr lang="en-US" sz="1200" dirty="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r>
                        <a:rPr lang="en-US" sz="1200" dirty="0" err="1">
                          <a:solidFill>
                            <a:sysClr val="windowText" lastClr="000000"/>
                          </a:solidFill>
                          <a:latin typeface="Consolas" panose="020B0609020204030204" pitchFamily="49" charset="0"/>
                        </a:rPr>
                        <a:t>engine_displacem</a:t>
                      </a:r>
                      <a:endParaRPr lang="en-US" sz="1200" dirty="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r>
                        <a:rPr lang="en-US" sz="1200" dirty="0" err="1">
                          <a:solidFill>
                            <a:sysClr val="windowText" lastClr="000000"/>
                          </a:solidFill>
                          <a:latin typeface="Consolas" panose="020B0609020204030204" pitchFamily="49" charset="0"/>
                        </a:rPr>
                        <a:t>engine_cylinders</a:t>
                      </a:r>
                      <a:endParaRPr lang="en-US" sz="1200" dirty="0">
                        <a:solidFill>
                          <a:sysClr val="windowText" lastClr="000000"/>
                        </a:solidFill>
                        <a:latin typeface="Consolas" panose="020B0609020204030204" pitchFamily="49" charset="0"/>
                      </a:endParaRPr>
                    </a:p>
                    <a:p>
                      <a:pPr marL="171450" indent="-171450" algn="l" fontAlgn="ctr">
                        <a:buFont typeface="Arial" panose="020B0604020202020204" pitchFamily="34" charset="0"/>
                        <a:buChar char="•"/>
                      </a:pPr>
                      <a:r>
                        <a:rPr lang="en-US" sz="1200" dirty="0" err="1">
                          <a:solidFill>
                            <a:sysClr val="windowText" lastClr="000000"/>
                          </a:solidFill>
                          <a:effectLst/>
                          <a:latin typeface="Consolas" panose="020B0609020204030204" pitchFamily="49" charset="0"/>
                        </a:rPr>
                        <a:t>interior_color</a:t>
                      </a:r>
                      <a:endParaRPr lang="en-US" sz="1200" dirty="0">
                        <a:solidFill>
                          <a:sysClr val="windowText" lastClr="000000"/>
                        </a:solidFill>
                        <a:effectLst/>
                        <a:latin typeface="Consolas" panose="020B0609020204030204" pitchFamily="49" charset="0"/>
                      </a:endParaRPr>
                    </a:p>
                    <a:p>
                      <a:pPr marL="171450" indent="-171450" algn="l" fontAlgn="ctr">
                        <a:buFont typeface="Arial" panose="020B0604020202020204" pitchFamily="34" charset="0"/>
                        <a:buChar char="•"/>
                      </a:pPr>
                      <a:r>
                        <a:rPr lang="en-US" sz="1200" dirty="0" err="1">
                          <a:solidFill>
                            <a:sysClr val="windowText" lastClr="000000"/>
                          </a:solidFill>
                          <a:effectLst/>
                          <a:latin typeface="Consolas" panose="020B0609020204030204" pitchFamily="49" charset="0"/>
                        </a:rPr>
                        <a:t>exterior_color</a:t>
                      </a:r>
                      <a:endParaRPr lang="es-ES_tradnl" sz="1200" dirty="0">
                        <a:effectLst/>
                      </a:endParaRPr>
                    </a:p>
                  </a:txBody>
                  <a:tcPr anchor="ctr">
                    <a:lnL w="12700" cap="flat" cmpd="sng" algn="ctr">
                      <a:solidFill>
                        <a:schemeClr val="tx1"/>
                      </a:solidFill>
                      <a:prstDash val="solid"/>
                      <a:round/>
                      <a:headEnd type="none" w="med" len="med"/>
                      <a:tailEnd type="none" w="med" len="med"/>
                    </a:lnL>
                    <a:lnR>
                      <a:noFill/>
                    </a:lnR>
                    <a:lnT w="28575" cap="flat" cmpd="sng" algn="ctr">
                      <a:solidFill>
                        <a:srgbClr val="2E4A7E"/>
                      </a:solidFill>
                      <a:prstDash val="solid"/>
                      <a:round/>
                      <a:headEnd type="none" w="med" len="med"/>
                      <a:tailEnd type="none" w="med" len="med"/>
                    </a:lnT>
                    <a:lnB>
                      <a:noFill/>
                    </a:lnB>
                    <a:noFill/>
                  </a:tcPr>
                </a:tc>
                <a:extLst>
                  <a:ext uri="{0D108BD9-81ED-4DB2-BD59-A6C34878D82A}">
                    <a16:rowId xmlns:a16="http://schemas.microsoft.com/office/drawing/2014/main" val="2724565842"/>
                  </a:ext>
                </a:extLst>
              </a:tr>
            </a:tbl>
          </a:graphicData>
        </a:graphic>
      </p:graphicFrame>
      <p:sp>
        <p:nvSpPr>
          <p:cNvPr id="6" name="Freeform: Shape 5">
            <a:extLst>
              <a:ext uri="{FF2B5EF4-FFF2-40B4-BE49-F238E27FC236}">
                <a16:creationId xmlns:a16="http://schemas.microsoft.com/office/drawing/2014/main" id="{6858D8E2-9A99-E326-9DB1-FD8CC5B9CCC8}"/>
              </a:ext>
            </a:extLst>
          </p:cNvPr>
          <p:cNvSpPr/>
          <p:nvPr/>
        </p:nvSpPr>
        <p:spPr>
          <a:xfrm>
            <a:off x="5095875" y="5470552"/>
            <a:ext cx="6918258" cy="114666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El </a:t>
            </a:r>
            <a:r>
              <a:rPr lang="es-ES_tradnl" sz="1400" kern="1200">
                <a:solidFill>
                  <a:schemeClr val="accent1"/>
                </a:solidFill>
                <a:latin typeface="Quattrocento Sans" panose="020B0502050000020003" pitchFamily="34" charset="0"/>
              </a:rPr>
              <a:t>modelo </a:t>
            </a:r>
            <a:r>
              <a:rPr lang="es-ES_tradnl" sz="1400" kern="1200" dirty="0">
                <a:solidFill>
                  <a:schemeClr val="accent1"/>
                </a:solidFill>
                <a:latin typeface="Quattrocento Sans" panose="020B0502050000020003" pitchFamily="34" charset="0"/>
              </a:rPr>
              <a:t>presenta ligeros síntomas de </a:t>
            </a:r>
            <a:r>
              <a:rPr lang="es-ES_tradnl" sz="1400" kern="1200" dirty="0" err="1">
                <a:solidFill>
                  <a:schemeClr val="accent1"/>
                </a:solidFill>
                <a:latin typeface="Quattrocento Sans" panose="020B0502050000020003" pitchFamily="34" charset="0"/>
              </a:rPr>
              <a:t>overfitting</a:t>
            </a:r>
            <a:r>
              <a:rPr lang="es-ES_tradnl" sz="1400" kern="1200" dirty="0">
                <a:solidFill>
                  <a:schemeClr val="accent1"/>
                </a:solidFill>
                <a:latin typeface="Quattrocento Sans" panose="020B0502050000020003" pitchFamily="34" charset="0"/>
              </a:rPr>
              <a:t>, pero el error que se comete es demasiado elevado. </a:t>
            </a:r>
            <a:r>
              <a:rPr lang="es-ES_tradnl" sz="1400" dirty="0">
                <a:solidFill>
                  <a:schemeClr val="accent1"/>
                </a:solidFill>
                <a:latin typeface="Quattrocento Sans" panose="020B0502050000020003" pitchFamily="34" charset="0"/>
              </a:rPr>
              <a:t>Como trabajo futuro se propone realizar un estudio exhaustivo para elegir el </a:t>
            </a:r>
            <a:r>
              <a:rPr lang="es-ES_tradnl" sz="1400">
                <a:solidFill>
                  <a:schemeClr val="accent1"/>
                </a:solidFill>
                <a:latin typeface="Quattrocento Sans" panose="020B0502050000020003" pitchFamily="34" charset="0"/>
              </a:rPr>
              <a:t>hiperparámetro</a:t>
            </a:r>
            <a:r>
              <a:rPr lang="es-ES_tradnl" sz="1400" dirty="0">
                <a:solidFill>
                  <a:schemeClr val="accent1"/>
                </a:solidFill>
                <a:latin typeface="Quattrocento Sans" panose="020B0502050000020003" pitchFamily="34" charset="0"/>
              </a:rPr>
              <a:t> </a:t>
            </a:r>
            <a:r>
              <a:rPr lang="es-ES_tradnl" sz="1400" b="1" dirty="0">
                <a:solidFill>
                  <a:schemeClr val="accent1"/>
                </a:solidFill>
                <a:latin typeface="Quattrocento Sans" panose="020B0502050000020003" pitchFamily="34" charset="0"/>
              </a:rPr>
              <a:t>k </a:t>
            </a:r>
            <a:r>
              <a:rPr lang="es-ES_tradnl" sz="1400" dirty="0">
                <a:solidFill>
                  <a:schemeClr val="accent1"/>
                </a:solidFill>
                <a:latin typeface="Quattrocento Sans" panose="020B0502050000020003" pitchFamily="34" charset="0"/>
              </a:rPr>
              <a:t>óptimo. Sin embargo, los resultados en comparación con otros modelos no son alentadores, ya que este modelo no consigue generalizar bien.</a:t>
            </a:r>
            <a:endParaRPr lang="es-ES_tradnl" sz="1400" kern="1200" dirty="0">
              <a:solidFill>
                <a:schemeClr val="accent1"/>
              </a:solidFill>
              <a:latin typeface="Quattrocento Sans" panose="020B0502050000020003" pitchFamily="34" charset="0"/>
            </a:endParaRPr>
          </a:p>
        </p:txBody>
      </p:sp>
      <p:grpSp>
        <p:nvGrpSpPr>
          <p:cNvPr id="11" name="Group 10">
            <a:extLst>
              <a:ext uri="{FF2B5EF4-FFF2-40B4-BE49-F238E27FC236}">
                <a16:creationId xmlns:a16="http://schemas.microsoft.com/office/drawing/2014/main" id="{855CA62B-3975-F42F-C83C-4C46FC5C1597}"/>
              </a:ext>
            </a:extLst>
          </p:cNvPr>
          <p:cNvGrpSpPr/>
          <p:nvPr/>
        </p:nvGrpSpPr>
        <p:grpSpPr>
          <a:xfrm>
            <a:off x="11042133" y="408886"/>
            <a:ext cx="720000" cy="720000"/>
            <a:chOff x="11042133" y="408886"/>
            <a:chExt cx="972000" cy="972000"/>
          </a:xfrm>
        </p:grpSpPr>
        <p:sp>
          <p:nvSpPr>
            <p:cNvPr id="17" name="Flowchart: Connector 16">
              <a:extLst>
                <a:ext uri="{FF2B5EF4-FFF2-40B4-BE49-F238E27FC236}">
                  <a16:creationId xmlns:a16="http://schemas.microsoft.com/office/drawing/2014/main" id="{CCF1C344-DE9A-5484-13BC-2BDB946798A4}"/>
                </a:ext>
              </a:extLst>
            </p:cNvPr>
            <p:cNvSpPr/>
            <p:nvPr/>
          </p:nvSpPr>
          <p:spPr bwMode="auto">
            <a:xfrm>
              <a:off x="11042133" y="408886"/>
              <a:ext cx="972000" cy="972000"/>
            </a:xfrm>
            <a:prstGeom prst="flowChartConnector">
              <a:avLst/>
            </a:prstGeom>
            <a:solidFill>
              <a:srgbClr val="FFFFFF"/>
            </a:solidFill>
            <a:ln w="28575" cap="flat" cmpd="sng" algn="ctr">
              <a:solidFill>
                <a:srgbClr val="2E4A7E"/>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7" name="Picture 2">
              <a:extLst>
                <a:ext uri="{FF2B5EF4-FFF2-40B4-BE49-F238E27FC236}">
                  <a16:creationId xmlns:a16="http://schemas.microsoft.com/office/drawing/2014/main" id="{7693C5E0-B24D-B802-33B1-64826656B065}"/>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t="591" b="591"/>
            <a:stretch/>
          </p:blipFill>
          <p:spPr bwMode="auto">
            <a:xfrm>
              <a:off x="11124531" y="476748"/>
              <a:ext cx="812162" cy="802558"/>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3" name="Straight Connector 12">
            <a:extLst>
              <a:ext uri="{FF2B5EF4-FFF2-40B4-BE49-F238E27FC236}">
                <a16:creationId xmlns:a16="http://schemas.microsoft.com/office/drawing/2014/main" id="{AE080C48-DF6A-2B8B-FC15-92D24F4A680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863037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B3023-F3B8-FDD1-35CA-C1CBBA5CB53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62A17F2-EAB5-8D12-0E2F-FC8F32AE88CA}"/>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4" name="Rectangle 3">
            <a:extLst>
              <a:ext uri="{FF2B5EF4-FFF2-40B4-BE49-F238E27FC236}">
                <a16:creationId xmlns:a16="http://schemas.microsoft.com/office/drawing/2014/main" id="{03AF0204-0760-FBEA-6BD5-D1AB0FBD89A8}"/>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Rectangle: Rounded Corners 4">
            <a:extLst>
              <a:ext uri="{FF2B5EF4-FFF2-40B4-BE49-F238E27FC236}">
                <a16:creationId xmlns:a16="http://schemas.microsoft.com/office/drawing/2014/main" id="{CDF342BB-F6AF-7952-D949-F390B7237EF5}"/>
              </a:ext>
            </a:extLst>
          </p:cNvPr>
          <p:cNvSpPr/>
          <p:nvPr/>
        </p:nvSpPr>
        <p:spPr bwMode="auto">
          <a:xfrm>
            <a:off x="5178392" y="5434722"/>
            <a:ext cx="6678645" cy="1146663"/>
          </a:xfrm>
          <a:prstGeom prst="roundRect">
            <a:avLst/>
          </a:prstGeom>
          <a:solidFill>
            <a:schemeClr val="bg1">
              <a:lumMod val="9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pic>
        <p:nvPicPr>
          <p:cNvPr id="12" name="Picture 2">
            <a:extLst>
              <a:ext uri="{FF2B5EF4-FFF2-40B4-BE49-F238E27FC236}">
                <a16:creationId xmlns:a16="http://schemas.microsoft.com/office/drawing/2014/main" id="{136C5EDA-0586-DD60-09A9-7662A737AB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804419" y="523565"/>
            <a:ext cx="3932707" cy="290107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1A96DA94-2D09-2A20-8FCD-69242C360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25582" y="4132261"/>
            <a:ext cx="3523269" cy="261841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7">
            <a:extLst>
              <a:ext uri="{FF2B5EF4-FFF2-40B4-BE49-F238E27FC236}">
                <a16:creationId xmlns:a16="http://schemas.microsoft.com/office/drawing/2014/main" id="{5B86A345-5E51-E7D1-000D-AA22DA4437C4}"/>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de Árbol de Decisión</a:t>
            </a:r>
          </a:p>
        </p:txBody>
      </p:sp>
      <p:sp>
        <p:nvSpPr>
          <p:cNvPr id="3" name="Rectangle 2">
            <a:extLst>
              <a:ext uri="{FF2B5EF4-FFF2-40B4-BE49-F238E27FC236}">
                <a16:creationId xmlns:a16="http://schemas.microsoft.com/office/drawing/2014/main" id="{DC73BB87-A7A5-1A88-5B19-6B305B435F0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0" name="Freeform: Shape 29">
            <a:extLst>
              <a:ext uri="{FF2B5EF4-FFF2-40B4-BE49-F238E27FC236}">
                <a16:creationId xmlns:a16="http://schemas.microsoft.com/office/drawing/2014/main" id="{52DDBE2A-80C9-97A9-EEE9-78BF13488DB9}"/>
              </a:ext>
            </a:extLst>
          </p:cNvPr>
          <p:cNvSpPr/>
          <p:nvPr/>
        </p:nvSpPr>
        <p:spPr>
          <a:xfrm>
            <a:off x="484311" y="1219669"/>
            <a:ext cx="5398834" cy="1508866"/>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algn="just" defTabSz="1066800">
              <a:lnSpc>
                <a:spcPct val="90000"/>
              </a:lnSpc>
              <a:spcBef>
                <a:spcPct val="0"/>
              </a:spcBef>
              <a:spcAft>
                <a:spcPct val="35000"/>
              </a:spcAft>
            </a:pPr>
            <a:r>
              <a:rPr lang="es-ES_tradnl" sz="1400" kern="1200" dirty="0">
                <a:solidFill>
                  <a:schemeClr val="accent1"/>
                </a:solidFill>
                <a:latin typeface="Quattrocento Sans" panose="020B0502050000020003" pitchFamily="34" charset="0"/>
              </a:rPr>
              <a:t>Para este modelo no es necesario el escalado de las variables. </a:t>
            </a:r>
            <a:r>
              <a:rPr lang="es-ES_tradnl" sz="1400" dirty="0">
                <a:solidFill>
                  <a:schemeClr val="accent1"/>
                </a:solidFill>
                <a:latin typeface="Quattrocento Sans" panose="020B0502050000020003" pitchFamily="34" charset="0"/>
              </a:rPr>
              <a:t>Para la parametrización del árbol de decisión, no se ha fijado una profundidad máxima, pero sí se ha definido un mínimo de </a:t>
            </a:r>
            <a:r>
              <a:rPr lang="es-ES_tradnl" sz="1400" b="1" dirty="0">
                <a:solidFill>
                  <a:schemeClr val="accent1"/>
                </a:solidFill>
                <a:latin typeface="Quattrocento Sans" panose="020B0502050000020003" pitchFamily="34" charset="0"/>
              </a:rPr>
              <a:t>20</a:t>
            </a:r>
            <a:r>
              <a:rPr lang="es-ES_tradnl" sz="1400" dirty="0">
                <a:solidFill>
                  <a:schemeClr val="accent1"/>
                </a:solidFill>
                <a:latin typeface="Quattrocento Sans" panose="020B0502050000020003" pitchFamily="34" charset="0"/>
              </a:rPr>
              <a:t> muestras en los nodos hijos y un mínimo de </a:t>
            </a:r>
            <a:r>
              <a:rPr lang="es-ES_tradnl" sz="1400" b="1" dirty="0">
                <a:solidFill>
                  <a:schemeClr val="accent1"/>
                </a:solidFill>
                <a:latin typeface="Quattrocento Sans" panose="020B0502050000020003" pitchFamily="34" charset="0"/>
              </a:rPr>
              <a:t>50</a:t>
            </a:r>
            <a:r>
              <a:rPr lang="es-ES_tradnl" sz="1400" dirty="0">
                <a:solidFill>
                  <a:schemeClr val="accent1"/>
                </a:solidFill>
                <a:latin typeface="Quattrocento Sans" panose="020B0502050000020003" pitchFamily="34" charset="0"/>
              </a:rPr>
              <a:t> muestras para dividir un nodo, con el fin de evitar el </a:t>
            </a:r>
            <a:r>
              <a:rPr lang="es-ES_tradnl" sz="1400" dirty="0" err="1">
                <a:solidFill>
                  <a:schemeClr val="accent1"/>
                </a:solidFill>
                <a:latin typeface="Quattrocento Sans" panose="020B0502050000020003" pitchFamily="34" charset="0"/>
              </a:rPr>
              <a:t>overfitting</a:t>
            </a:r>
            <a:r>
              <a:rPr lang="es-ES_tradnl" sz="1400" dirty="0">
                <a:solidFill>
                  <a:schemeClr val="accent1"/>
                </a:solidFill>
                <a:latin typeface="Quattrocento Sans" panose="020B0502050000020003" pitchFamily="34" charset="0"/>
              </a:rPr>
              <a:t>.</a:t>
            </a:r>
            <a:r>
              <a:rPr lang="es-ES_tradnl" sz="1400" kern="1200" dirty="0">
                <a:solidFill>
                  <a:schemeClr val="accent1"/>
                </a:solidFill>
                <a:latin typeface="Quattrocento Sans" panose="020B0502050000020003" pitchFamily="34" charset="0"/>
              </a:rPr>
              <a:t> Una vez ejecutado el algoritmo, se ha observado que la importancia de las variables es acorde a las expectativas teóricas y al sentido de negocio. </a:t>
            </a:r>
          </a:p>
        </p:txBody>
      </p:sp>
      <p:graphicFrame>
        <p:nvGraphicFramePr>
          <p:cNvPr id="40" name="Tabla 3">
            <a:extLst>
              <a:ext uri="{FF2B5EF4-FFF2-40B4-BE49-F238E27FC236}">
                <a16:creationId xmlns:a16="http://schemas.microsoft.com/office/drawing/2014/main" id="{229A54C0-94E0-A330-75C0-751EA0A482C3}"/>
              </a:ext>
            </a:extLst>
          </p:cNvPr>
          <p:cNvGraphicFramePr>
            <a:graphicFrameLocks noGrp="1"/>
          </p:cNvGraphicFramePr>
          <p:nvPr>
            <p:extLst>
              <p:ext uri="{D42A27DB-BD31-4B8C-83A1-F6EECF244321}">
                <p14:modId xmlns:p14="http://schemas.microsoft.com/office/powerpoint/2010/main" val="3900467139"/>
              </p:ext>
            </p:extLst>
          </p:nvPr>
        </p:nvGraphicFramePr>
        <p:xfrm>
          <a:off x="6346227" y="3404327"/>
          <a:ext cx="5076000" cy="1950720"/>
        </p:xfrm>
        <a:graphic>
          <a:graphicData uri="http://schemas.openxmlformats.org/drawingml/2006/table">
            <a:tbl>
              <a:tblPr firstRow="1" bandRow="1"/>
              <a:tblGrid>
                <a:gridCol w="2484000">
                  <a:extLst>
                    <a:ext uri="{9D8B030D-6E8A-4147-A177-3AD203B41FA5}">
                      <a16:colId xmlns:a16="http://schemas.microsoft.com/office/drawing/2014/main" val="2942279896"/>
                    </a:ext>
                  </a:extLst>
                </a:gridCol>
                <a:gridCol w="1296000">
                  <a:extLst>
                    <a:ext uri="{9D8B030D-6E8A-4147-A177-3AD203B41FA5}">
                      <a16:colId xmlns:a16="http://schemas.microsoft.com/office/drawing/2014/main" val="2057909389"/>
                    </a:ext>
                  </a:extLst>
                </a:gridCol>
                <a:gridCol w="1296000">
                  <a:extLst>
                    <a:ext uri="{9D8B030D-6E8A-4147-A177-3AD203B41FA5}">
                      <a16:colId xmlns:a16="http://schemas.microsoft.com/office/drawing/2014/main" val="3655022523"/>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endParaRPr lang="es-ES" sz="1200">
                        <a:latin typeface="+mn-lt"/>
                      </a:endParaRPr>
                    </a:p>
                  </a:txBody>
                  <a:tcP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Entrenamiento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Test</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892092"/>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a:latin typeface="+mn-lt"/>
                        </a:rPr>
                        <a:t>Error medio</a:t>
                      </a:r>
                    </a:p>
                  </a:txBody>
                  <a:tcP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0 $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-20 $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9558559"/>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dirty="0">
                          <a:latin typeface="+mn-lt"/>
                        </a:rPr>
                        <a:t>Error absoluto medio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2,348 $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2,679 $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113177"/>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9.8%</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11.1%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76493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ponderado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8.3%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9.4%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2352976"/>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Desviación estándar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2,943 $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3,355 $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0884510"/>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a:solidFill>
                            <a:schemeClr val="dk1"/>
                          </a:solidFill>
                          <a:effectLst/>
                          <a:latin typeface="+mn-lt"/>
                          <a:ea typeface="+mn-ea"/>
                          <a:cs typeface="+mn-cs"/>
                        </a:rPr>
                        <a:t>Raíz del error cuadrático medio</a:t>
                      </a:r>
                      <a:endParaRPr lang="es-ES" sz="120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kern="1200">
                          <a:solidFill>
                            <a:schemeClr val="dk1"/>
                          </a:solidFill>
                          <a:latin typeface="+mn-lt"/>
                          <a:ea typeface="+mn-ea"/>
                          <a:cs typeface="+mn-cs"/>
                        </a:rPr>
                        <a:t>3,765 $</a:t>
                      </a:r>
                      <a:endParaRPr lang="es-ES" sz="1200" kern="120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4,294 $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9010"/>
                  </a:ext>
                </a:extLst>
              </a:tr>
            </a:tbl>
          </a:graphicData>
        </a:graphic>
      </p:graphicFrame>
      <p:sp>
        <p:nvSpPr>
          <p:cNvPr id="6" name="Freeform: Shape 5">
            <a:extLst>
              <a:ext uri="{FF2B5EF4-FFF2-40B4-BE49-F238E27FC236}">
                <a16:creationId xmlns:a16="http://schemas.microsoft.com/office/drawing/2014/main" id="{B228B189-62C8-E5F3-79FD-DCE26E162969}"/>
              </a:ext>
            </a:extLst>
          </p:cNvPr>
          <p:cNvSpPr/>
          <p:nvPr/>
        </p:nvSpPr>
        <p:spPr>
          <a:xfrm>
            <a:off x="5095875" y="5451302"/>
            <a:ext cx="6918258" cy="114666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Este modelo destaca po</a:t>
            </a:r>
            <a:r>
              <a:rPr lang="es-ES_tradnl" sz="1400" dirty="0">
                <a:solidFill>
                  <a:schemeClr val="accent1"/>
                </a:solidFill>
                <a:latin typeface="Quattrocento Sans" panose="020B0502050000020003" pitchFamily="34" charset="0"/>
              </a:rPr>
              <a:t>r su alta interpretabilidad. Se puede comprobar como las variables, de precio original del vehículo, kilometraje, antigüedad del vehículo, marca y modelo, son las más importantes de cara a predecir el valor residual de un vehículo. Sin embargo, los resultados en cuanto a error son ligeramente inferiores a los del modelo MLP. </a:t>
            </a:r>
            <a:endParaRPr lang="es-ES_tradnl" sz="1400" kern="1200" dirty="0">
              <a:solidFill>
                <a:schemeClr val="accent1"/>
              </a:solidFill>
              <a:latin typeface="Quattrocento Sans" panose="020B0502050000020003" pitchFamily="34" charset="0"/>
            </a:endParaRPr>
          </a:p>
        </p:txBody>
      </p:sp>
      <p:grpSp>
        <p:nvGrpSpPr>
          <p:cNvPr id="7" name="Group 6">
            <a:extLst>
              <a:ext uri="{FF2B5EF4-FFF2-40B4-BE49-F238E27FC236}">
                <a16:creationId xmlns:a16="http://schemas.microsoft.com/office/drawing/2014/main" id="{98134B97-B58A-9531-8FEE-F6B4B3C9964A}"/>
              </a:ext>
            </a:extLst>
          </p:cNvPr>
          <p:cNvGrpSpPr/>
          <p:nvPr/>
        </p:nvGrpSpPr>
        <p:grpSpPr>
          <a:xfrm>
            <a:off x="11042133" y="408886"/>
            <a:ext cx="720000" cy="720000"/>
            <a:chOff x="11042133" y="408886"/>
            <a:chExt cx="972000" cy="972000"/>
          </a:xfrm>
        </p:grpSpPr>
        <p:sp>
          <p:nvSpPr>
            <p:cNvPr id="17" name="Flowchart: Connector 16">
              <a:extLst>
                <a:ext uri="{FF2B5EF4-FFF2-40B4-BE49-F238E27FC236}">
                  <a16:creationId xmlns:a16="http://schemas.microsoft.com/office/drawing/2014/main" id="{E22A0A6F-19DA-F1B4-E84D-95CB19762EDC}"/>
                </a:ext>
              </a:extLst>
            </p:cNvPr>
            <p:cNvSpPr/>
            <p:nvPr/>
          </p:nvSpPr>
          <p:spPr bwMode="auto">
            <a:xfrm>
              <a:off x="11042133" y="408886"/>
              <a:ext cx="972000" cy="972000"/>
            </a:xfrm>
            <a:prstGeom prst="flowChartConnector">
              <a:avLst/>
            </a:prstGeom>
            <a:solidFill>
              <a:srgbClr val="FFFFFF"/>
            </a:solidFill>
            <a:ln w="28575" cap="flat" cmpd="sng" algn="ctr">
              <a:solidFill>
                <a:srgbClr val="2E4A7E"/>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9" name="Picture 2">
              <a:extLst>
                <a:ext uri="{FF2B5EF4-FFF2-40B4-BE49-F238E27FC236}">
                  <a16:creationId xmlns:a16="http://schemas.microsoft.com/office/drawing/2014/main" id="{C70A3728-5139-E159-5D4C-C60FEF66D62A}"/>
                </a:ext>
              </a:extLst>
            </p:cNvPr>
            <p:cNvPicPr>
              <a:picLocks noChangeAspect="1" noChangeArrowheads="1"/>
            </p:cNvPicPr>
            <p:nvPr/>
          </p:nvPicPr>
          <p:blipFill>
            <a:blip r:embed="rId4"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t="591" b="591"/>
            <a:stretch/>
          </p:blipFill>
          <p:spPr bwMode="auto">
            <a:xfrm rot="5400000">
              <a:off x="11124531" y="476748"/>
              <a:ext cx="812162" cy="802558"/>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0" name="Table 9">
            <a:extLst>
              <a:ext uri="{FF2B5EF4-FFF2-40B4-BE49-F238E27FC236}">
                <a16:creationId xmlns:a16="http://schemas.microsoft.com/office/drawing/2014/main" id="{DB4A4B55-2E16-BE17-37E6-ED6202B2AB06}"/>
              </a:ext>
            </a:extLst>
          </p:cNvPr>
          <p:cNvGraphicFramePr>
            <a:graphicFrameLocks noGrp="1"/>
          </p:cNvGraphicFramePr>
          <p:nvPr>
            <p:extLst>
              <p:ext uri="{D42A27DB-BD31-4B8C-83A1-F6EECF244321}">
                <p14:modId xmlns:p14="http://schemas.microsoft.com/office/powerpoint/2010/main" val="4201394873"/>
              </p:ext>
            </p:extLst>
          </p:nvPr>
        </p:nvGraphicFramePr>
        <p:xfrm>
          <a:off x="782464" y="2766453"/>
          <a:ext cx="4900482" cy="1127760"/>
        </p:xfrm>
        <a:graphic>
          <a:graphicData uri="http://schemas.openxmlformats.org/drawingml/2006/table">
            <a:tbl>
              <a:tblPr/>
              <a:tblGrid>
                <a:gridCol w="1368000">
                  <a:extLst>
                    <a:ext uri="{9D8B030D-6E8A-4147-A177-3AD203B41FA5}">
                      <a16:colId xmlns:a16="http://schemas.microsoft.com/office/drawing/2014/main" val="3629689280"/>
                    </a:ext>
                  </a:extLst>
                </a:gridCol>
                <a:gridCol w="1133753">
                  <a:extLst>
                    <a:ext uri="{9D8B030D-6E8A-4147-A177-3AD203B41FA5}">
                      <a16:colId xmlns:a16="http://schemas.microsoft.com/office/drawing/2014/main" val="2374508308"/>
                    </a:ext>
                  </a:extLst>
                </a:gridCol>
                <a:gridCol w="1281413">
                  <a:extLst>
                    <a:ext uri="{9D8B030D-6E8A-4147-A177-3AD203B41FA5}">
                      <a16:colId xmlns:a16="http://schemas.microsoft.com/office/drawing/2014/main" val="4132610233"/>
                    </a:ext>
                  </a:extLst>
                </a:gridCol>
                <a:gridCol w="1117316">
                  <a:extLst>
                    <a:ext uri="{9D8B030D-6E8A-4147-A177-3AD203B41FA5}">
                      <a16:colId xmlns:a16="http://schemas.microsoft.com/office/drawing/2014/main" val="3347110327"/>
                    </a:ext>
                  </a:extLst>
                </a:gridCol>
              </a:tblGrid>
              <a:tr h="288000">
                <a:tc>
                  <a:txBody>
                    <a:bodyPr/>
                    <a:lstStyle/>
                    <a:p>
                      <a:pPr algn="ctr" fontAlgn="ctr"/>
                      <a:r>
                        <a:rPr lang="es-ES_tradnl" sz="1400" b="1" kern="1200" dirty="0">
                          <a:solidFill>
                            <a:schemeClr val="accent2">
                              <a:lumMod val="75000"/>
                            </a:schemeClr>
                          </a:solidFill>
                          <a:effectLst/>
                          <a:latin typeface="+mn-lt"/>
                          <a:ea typeface="+mn-ea"/>
                          <a:cs typeface="+mn-cs"/>
                        </a:rPr>
                        <a:t>Variable</a:t>
                      </a:r>
                    </a:p>
                  </a:txBody>
                  <a:tcPr anchor="ctr">
                    <a:lnL>
                      <a:noFill/>
                    </a:lnL>
                    <a:lnR>
                      <a:noFill/>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kern="1200" dirty="0">
                          <a:solidFill>
                            <a:schemeClr val="accent2">
                              <a:lumMod val="75000"/>
                            </a:schemeClr>
                          </a:solidFill>
                          <a:effectLst/>
                          <a:latin typeface="+mn-lt"/>
                          <a:ea typeface="+mn-ea"/>
                          <a:cs typeface="+mn-cs"/>
                        </a:rPr>
                        <a:t>Importancia</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fontAlgn="ctr"/>
                      <a:r>
                        <a:rPr lang="es-ES_tradnl" sz="1400" b="1" kern="1200" dirty="0">
                          <a:solidFill>
                            <a:schemeClr val="accent2">
                              <a:lumMod val="75000"/>
                            </a:schemeClr>
                          </a:solidFill>
                          <a:effectLst/>
                          <a:latin typeface="+mn-lt"/>
                          <a:ea typeface="+mn-ea"/>
                          <a:cs typeface="+mn-cs"/>
                        </a:rPr>
                        <a:t>Variable</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kern="1200" dirty="0">
                          <a:solidFill>
                            <a:schemeClr val="accent2">
                              <a:lumMod val="75000"/>
                            </a:schemeClr>
                          </a:solidFill>
                          <a:effectLst/>
                          <a:latin typeface="+mn-lt"/>
                          <a:ea typeface="+mn-ea"/>
                          <a:cs typeface="+mn-cs"/>
                        </a:rPr>
                        <a:t>Importancia</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extLst>
                  <a:ext uri="{0D108BD9-81ED-4DB2-BD59-A6C34878D82A}">
                    <a16:rowId xmlns:a16="http://schemas.microsoft.com/office/drawing/2014/main" val="724421254"/>
                  </a:ext>
                </a:extLst>
              </a:tr>
              <a:tr h="0">
                <a:tc>
                  <a:txBody>
                    <a:bodyPr/>
                    <a:lstStyle/>
                    <a:p>
                      <a:pPr algn="ctr" fontAlgn="ctr"/>
                      <a:r>
                        <a:rPr lang="es-ES_tradnl" sz="1200" kern="1200" dirty="0" err="1">
                          <a:solidFill>
                            <a:sysClr val="windowText" lastClr="000000"/>
                          </a:solidFill>
                          <a:latin typeface="Consolas" panose="020B0609020204030204" pitchFamily="49" charset="0"/>
                          <a:ea typeface="+mn-ea"/>
                          <a:cs typeface="+mn-cs"/>
                        </a:rPr>
                        <a:t>original_price</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algn="ctr" fontAlgn="ctr"/>
                      <a:r>
                        <a:rPr lang="es-ES_tradnl" sz="1200" dirty="0">
                          <a:effectLst/>
                          <a:latin typeface="Consolas" panose="020B0609020204030204" pitchFamily="49" charset="0"/>
                        </a:rPr>
                        <a:t>53.9%</a:t>
                      </a: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algn="ctr" fontAlgn="ctr"/>
                      <a:r>
                        <a:rPr lang="es-ES_tradnl" sz="1200" kern="1200" dirty="0" err="1">
                          <a:solidFill>
                            <a:sysClr val="windowText" lastClr="000000"/>
                          </a:solidFill>
                          <a:latin typeface="Consolas" panose="020B0609020204030204" pitchFamily="49" charset="0"/>
                          <a:ea typeface="+mn-ea"/>
                          <a:cs typeface="+mn-cs"/>
                        </a:rPr>
                        <a:t>model</a:t>
                      </a:r>
                      <a:r>
                        <a:rPr lang="es-ES_tradnl" sz="1200" kern="1200" dirty="0">
                          <a:solidFill>
                            <a:sysClr val="windowText" lastClr="000000"/>
                          </a:solidFill>
                          <a:latin typeface="Consolas" panose="020B0609020204030204" pitchFamily="49" charset="0"/>
                          <a:ea typeface="+mn-ea"/>
                          <a:cs typeface="+mn-cs"/>
                        </a:rPr>
                        <a:t>_</a:t>
                      </a:r>
                      <a:r>
                        <a:rPr lang="en-US" sz="1200" dirty="0" err="1">
                          <a:solidFill>
                            <a:sysClr val="windowText" lastClr="000000"/>
                          </a:solidFill>
                          <a:latin typeface="Consolas" panose="020B0609020204030204" pitchFamily="49" charset="0"/>
                        </a:rPr>
                        <a:t>encod</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algn="ctr" fontAlgn="ctr"/>
                      <a:r>
                        <a:rPr lang="es-ES_tradnl" sz="1200">
                          <a:effectLst/>
                          <a:latin typeface="Consolas" panose="020B0609020204030204" pitchFamily="49" charset="0"/>
                        </a:rPr>
                        <a:t>5.2%</a:t>
                      </a:r>
                    </a:p>
                  </a:txBody>
                  <a:tcPr anchor="ctr">
                    <a:lnL>
                      <a:noFill/>
                    </a:lnL>
                    <a:lnR>
                      <a:noFill/>
                    </a:lnR>
                    <a:lnT w="28575" cap="flat" cmpd="sng" algn="ctr">
                      <a:solidFill>
                        <a:srgbClr val="2E4A7E"/>
                      </a:solidFill>
                      <a:prstDash val="solid"/>
                      <a:round/>
                      <a:headEnd type="none" w="med" len="med"/>
                      <a:tailEnd type="none" w="med" len="med"/>
                    </a:lnT>
                    <a:lnB>
                      <a:noFill/>
                    </a:lnB>
                    <a:noFill/>
                  </a:tcPr>
                </a:tc>
                <a:extLst>
                  <a:ext uri="{0D108BD9-81ED-4DB2-BD59-A6C34878D82A}">
                    <a16:rowId xmlns:a16="http://schemas.microsoft.com/office/drawing/2014/main" val="2724565842"/>
                  </a:ext>
                </a:extLst>
              </a:tr>
              <a:tr h="0">
                <a:tc>
                  <a:txBody>
                    <a:bodyPr/>
                    <a:lstStyle/>
                    <a:p>
                      <a:pPr algn="ctr" fontAlgn="ctr"/>
                      <a:r>
                        <a:rPr lang="es-ES_tradnl" sz="1200" kern="1200" dirty="0" err="1">
                          <a:solidFill>
                            <a:sysClr val="windowText" lastClr="000000"/>
                          </a:solidFill>
                          <a:latin typeface="Consolas" panose="020B0609020204030204" pitchFamily="49" charset="0"/>
                          <a:ea typeface="+mn-ea"/>
                          <a:cs typeface="+mn-cs"/>
                        </a:rPr>
                        <a:t>mileage</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algn="ctr" fontAlgn="ctr"/>
                      <a:r>
                        <a:rPr lang="es-ES_tradnl" sz="1200">
                          <a:effectLst/>
                          <a:latin typeface="Consolas" panose="020B0609020204030204" pitchFamily="49" charset="0"/>
                        </a:rPr>
                        <a:t>19.7%</a:t>
                      </a:r>
                    </a:p>
                  </a:txBody>
                  <a:tcPr anchor="ctr">
                    <a:lnL>
                      <a:noFill/>
                    </a:lnL>
                    <a:lnR>
                      <a:noFill/>
                    </a:lnR>
                    <a:lnT>
                      <a:noFill/>
                    </a:lnT>
                    <a:lnB>
                      <a:noFill/>
                    </a:lnB>
                    <a:noFill/>
                  </a:tcPr>
                </a:tc>
                <a:tc>
                  <a:txBody>
                    <a:bodyPr/>
                    <a:lstStyle/>
                    <a:p>
                      <a:pPr algn="ctr" fontAlgn="ctr"/>
                      <a:r>
                        <a:rPr lang="es-ES_tradnl" sz="1200" kern="1200" dirty="0" err="1">
                          <a:solidFill>
                            <a:sysClr val="windowText" lastClr="000000"/>
                          </a:solidFill>
                          <a:latin typeface="Consolas" panose="020B0609020204030204" pitchFamily="49" charset="0"/>
                          <a:ea typeface="+mn-ea"/>
                          <a:cs typeface="+mn-cs"/>
                        </a:rPr>
                        <a:t>engine_displa</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algn="ctr" fontAlgn="ctr"/>
                      <a:r>
                        <a:rPr lang="es-ES_tradnl" sz="1200">
                          <a:effectLst/>
                          <a:latin typeface="Consolas" panose="020B0609020204030204" pitchFamily="49" charset="0"/>
                        </a:rPr>
                        <a:t>1.3%</a:t>
                      </a:r>
                    </a:p>
                  </a:txBody>
                  <a:tcPr anchor="ctr">
                    <a:lnL>
                      <a:noFill/>
                    </a:lnL>
                    <a:lnR>
                      <a:noFill/>
                    </a:lnR>
                    <a:lnT>
                      <a:noFill/>
                    </a:lnT>
                    <a:lnB>
                      <a:noFill/>
                    </a:lnB>
                    <a:noFill/>
                  </a:tcPr>
                </a:tc>
                <a:extLst>
                  <a:ext uri="{0D108BD9-81ED-4DB2-BD59-A6C34878D82A}">
                    <a16:rowId xmlns:a16="http://schemas.microsoft.com/office/drawing/2014/main" val="814631510"/>
                  </a:ext>
                </a:extLst>
              </a:tr>
              <a:tr h="0">
                <a:tc>
                  <a:txBody>
                    <a:bodyPr/>
                    <a:lstStyle/>
                    <a:p>
                      <a:pPr algn="ctr" fontAlgn="ctr"/>
                      <a:r>
                        <a:rPr lang="es-ES_tradnl" sz="1200" kern="1200" err="1">
                          <a:solidFill>
                            <a:sysClr val="windowText" lastClr="000000"/>
                          </a:solidFill>
                          <a:latin typeface="Consolas" panose="020B0609020204030204" pitchFamily="49" charset="0"/>
                          <a:ea typeface="+mn-ea"/>
                          <a:cs typeface="+mn-cs"/>
                        </a:rPr>
                        <a:t>years</a:t>
                      </a:r>
                      <a:endParaRPr lang="es-ES_tradnl" sz="1200" kern="120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algn="ctr" fontAlgn="ctr"/>
                      <a:r>
                        <a:rPr lang="es-ES_tradnl" sz="1200" b="0" i="0" kern="1200">
                          <a:solidFill>
                            <a:schemeClr val="tx1"/>
                          </a:solidFill>
                          <a:effectLst/>
                          <a:latin typeface="Consolas" panose="020B0609020204030204" pitchFamily="49" charset="0"/>
                          <a:ea typeface="+mn-ea"/>
                          <a:cs typeface="+mn-cs"/>
                        </a:rPr>
                        <a:t>17.7%</a:t>
                      </a:r>
                      <a:endParaRPr lang="es-ES_tradnl" sz="1200">
                        <a:effectLst/>
                        <a:latin typeface="Consolas" panose="020B0609020204030204" pitchFamily="49" charset="0"/>
                      </a:endParaRPr>
                    </a:p>
                  </a:txBody>
                  <a:tcPr anchor="ctr">
                    <a:lnL>
                      <a:noFill/>
                    </a:lnL>
                    <a:lnR>
                      <a:noFill/>
                    </a:lnR>
                    <a:lnT>
                      <a:noFill/>
                    </a:lnT>
                    <a:lnB>
                      <a:noFill/>
                    </a:lnB>
                    <a:noFill/>
                  </a:tcPr>
                </a:tc>
                <a:tc>
                  <a:txBody>
                    <a:bodyPr/>
                    <a:lstStyle/>
                    <a:p>
                      <a:pPr algn="ctr" fontAlgn="ctr"/>
                      <a:r>
                        <a:rPr lang="es-ES_tradnl" sz="1200" kern="1200" dirty="0" err="1">
                          <a:solidFill>
                            <a:sysClr val="windowText" lastClr="000000"/>
                          </a:solidFill>
                          <a:latin typeface="Consolas" panose="020B0609020204030204" pitchFamily="49" charset="0"/>
                          <a:ea typeface="+mn-ea"/>
                          <a:cs typeface="+mn-cs"/>
                        </a:rPr>
                        <a:t>make</a:t>
                      </a:r>
                      <a:r>
                        <a:rPr lang="es-ES_tradnl" sz="1200" kern="1200" dirty="0">
                          <a:solidFill>
                            <a:sysClr val="windowText" lastClr="000000"/>
                          </a:solidFill>
                          <a:latin typeface="Consolas" panose="020B0609020204030204" pitchFamily="49" charset="0"/>
                          <a:ea typeface="+mn-ea"/>
                          <a:cs typeface="+mn-cs"/>
                        </a:rPr>
                        <a:t>_</a:t>
                      </a:r>
                      <a:r>
                        <a:rPr lang="en-US" sz="1200" dirty="0" err="1">
                          <a:solidFill>
                            <a:sysClr val="windowText" lastClr="000000"/>
                          </a:solidFill>
                          <a:latin typeface="Consolas" panose="020B0609020204030204" pitchFamily="49" charset="0"/>
                        </a:rPr>
                        <a:t>encod</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algn="ctr" fontAlgn="ctr"/>
                      <a:r>
                        <a:rPr lang="es-ES_tradnl" sz="1200" dirty="0">
                          <a:effectLst/>
                          <a:latin typeface="Consolas" panose="020B0609020204030204" pitchFamily="49" charset="0"/>
                        </a:rPr>
                        <a:t>0.8%</a:t>
                      </a:r>
                    </a:p>
                  </a:txBody>
                  <a:tcPr anchor="ctr">
                    <a:lnL>
                      <a:noFill/>
                    </a:lnL>
                    <a:lnR>
                      <a:noFill/>
                    </a:lnR>
                    <a:lnT>
                      <a:noFill/>
                    </a:lnT>
                    <a:lnB>
                      <a:noFill/>
                    </a:lnB>
                    <a:noFill/>
                  </a:tcPr>
                </a:tc>
                <a:extLst>
                  <a:ext uri="{0D108BD9-81ED-4DB2-BD59-A6C34878D82A}">
                    <a16:rowId xmlns:a16="http://schemas.microsoft.com/office/drawing/2014/main" val="2468893274"/>
                  </a:ext>
                </a:extLst>
              </a:tr>
            </a:tbl>
          </a:graphicData>
        </a:graphic>
      </p:graphicFrame>
      <p:cxnSp>
        <p:nvCxnSpPr>
          <p:cNvPr id="13" name="Straight Connector 12">
            <a:extLst>
              <a:ext uri="{FF2B5EF4-FFF2-40B4-BE49-F238E27FC236}">
                <a16:creationId xmlns:a16="http://schemas.microsoft.com/office/drawing/2014/main" id="{092EB3E6-783C-B36E-14FC-581CA6C788DE}"/>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7560569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B137-7FD2-4C71-2758-D09E6709A50C}"/>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5DF9B1E-4809-6150-6D41-4EF47380F539}"/>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8" name="Rectangle 7">
            <a:extLst>
              <a:ext uri="{FF2B5EF4-FFF2-40B4-BE49-F238E27FC236}">
                <a16:creationId xmlns:a16="http://schemas.microsoft.com/office/drawing/2014/main" id="{B4AD0B0B-D2C4-5851-CCEB-4B1C7E9FF6B6}"/>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9" name="Rectangle: Rounded Corners 8">
            <a:extLst>
              <a:ext uri="{FF2B5EF4-FFF2-40B4-BE49-F238E27FC236}">
                <a16:creationId xmlns:a16="http://schemas.microsoft.com/office/drawing/2014/main" id="{61FDA57A-2255-00E1-C931-D50BF37F29B5}"/>
              </a:ext>
            </a:extLst>
          </p:cNvPr>
          <p:cNvSpPr/>
          <p:nvPr/>
        </p:nvSpPr>
        <p:spPr bwMode="auto">
          <a:xfrm>
            <a:off x="5178392" y="5444347"/>
            <a:ext cx="6678645" cy="1146663"/>
          </a:xfrm>
          <a:prstGeom prst="roundRect">
            <a:avLst/>
          </a:prstGeom>
          <a:solidFill>
            <a:schemeClr val="bg1">
              <a:lumMod val="9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pic>
        <p:nvPicPr>
          <p:cNvPr id="7" name="Picture 2">
            <a:extLst>
              <a:ext uri="{FF2B5EF4-FFF2-40B4-BE49-F238E27FC236}">
                <a16:creationId xmlns:a16="http://schemas.microsoft.com/office/drawing/2014/main" id="{A8FD8CDC-E644-52DB-BCAC-15DB8ED57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797732" y="523565"/>
            <a:ext cx="3944531" cy="29097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B28064E-B00A-EF27-248E-FAFDB1588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25581" y="4132261"/>
            <a:ext cx="3523269" cy="26184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7">
            <a:extLst>
              <a:ext uri="{FF2B5EF4-FFF2-40B4-BE49-F238E27FC236}">
                <a16:creationId xmlns:a16="http://schemas.microsoft.com/office/drawing/2014/main" id="{AA3271BA-063F-9CA6-02BF-24C56A44DCA3}"/>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a:t>
            </a:r>
            <a:r>
              <a:rPr lang="es-ES_tradnl" sz="2000" err="1">
                <a:solidFill>
                  <a:srgbClr val="BFA13E"/>
                </a:solidFill>
                <a:latin typeface="Segoe UI" panose="020B0502040204020203" pitchFamily="34" charset="0"/>
                <a:cs typeface="Segoe UI" panose="020B0502040204020203" pitchFamily="34" charset="0"/>
                <a:sym typeface="Trebuchet MS"/>
              </a:rPr>
              <a:t>Random</a:t>
            </a:r>
            <a:r>
              <a:rPr lang="es-ES_tradnl" sz="2000">
                <a:solidFill>
                  <a:srgbClr val="BFA13E"/>
                </a:solidFill>
                <a:latin typeface="Segoe UI" panose="020B0502040204020203" pitchFamily="34" charset="0"/>
                <a:cs typeface="Segoe UI" panose="020B0502040204020203" pitchFamily="34" charset="0"/>
                <a:sym typeface="Trebuchet MS"/>
              </a:rPr>
              <a:t> Forest</a:t>
            </a:r>
          </a:p>
        </p:txBody>
      </p:sp>
      <p:sp>
        <p:nvSpPr>
          <p:cNvPr id="3" name="Rectangle 2">
            <a:extLst>
              <a:ext uri="{FF2B5EF4-FFF2-40B4-BE49-F238E27FC236}">
                <a16:creationId xmlns:a16="http://schemas.microsoft.com/office/drawing/2014/main" id="{A62E9B7A-18AF-B821-D654-570322849606}"/>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0" name="Freeform: Shape 29">
            <a:extLst>
              <a:ext uri="{FF2B5EF4-FFF2-40B4-BE49-F238E27FC236}">
                <a16:creationId xmlns:a16="http://schemas.microsoft.com/office/drawing/2014/main" id="{2AA7D80C-B58B-E40F-B7AF-E81AF557F7A5}"/>
              </a:ext>
            </a:extLst>
          </p:cNvPr>
          <p:cNvSpPr/>
          <p:nvPr/>
        </p:nvSpPr>
        <p:spPr>
          <a:xfrm>
            <a:off x="484311" y="1219669"/>
            <a:ext cx="5861916" cy="1508866"/>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algn="just" defTabSz="1066800">
              <a:lnSpc>
                <a:spcPct val="90000"/>
              </a:lnSpc>
              <a:spcBef>
                <a:spcPct val="0"/>
              </a:spcBef>
              <a:spcAft>
                <a:spcPct val="35000"/>
              </a:spcAft>
            </a:pPr>
            <a:r>
              <a:rPr lang="es-ES_tradnl" sz="1400" kern="1200" dirty="0">
                <a:solidFill>
                  <a:schemeClr val="accent1"/>
                </a:solidFill>
                <a:latin typeface="Quattrocento Sans" panose="020B0502050000020003" pitchFamily="34" charset="0"/>
              </a:rPr>
              <a:t>Para este modelo tampoco es necesario el escalado de las variables. </a:t>
            </a:r>
            <a:r>
              <a:rPr lang="es-ES_tradnl" sz="1400" dirty="0">
                <a:solidFill>
                  <a:schemeClr val="accent1"/>
                </a:solidFill>
                <a:latin typeface="Quattrocento Sans" panose="020B0502050000020003" pitchFamily="34" charset="0"/>
              </a:rPr>
              <a:t>Para la parametrización del modelo, se ha definido una </a:t>
            </a:r>
            <a:r>
              <a:rPr lang="es-ES_tradnl" sz="1400" b="1" dirty="0">
                <a:solidFill>
                  <a:schemeClr val="accent1"/>
                </a:solidFill>
                <a:latin typeface="Quattrocento Sans" panose="020B0502050000020003" pitchFamily="34" charset="0"/>
              </a:rPr>
              <a:t>profundidad</a:t>
            </a:r>
            <a:r>
              <a:rPr lang="es-ES_tradnl" sz="1400" dirty="0">
                <a:solidFill>
                  <a:schemeClr val="accent1"/>
                </a:solidFill>
                <a:latin typeface="Quattrocento Sans" panose="020B0502050000020003" pitchFamily="34" charset="0"/>
              </a:rPr>
              <a:t> </a:t>
            </a:r>
            <a:r>
              <a:rPr lang="es-ES_tradnl" sz="1400" b="1" dirty="0">
                <a:solidFill>
                  <a:schemeClr val="accent1"/>
                </a:solidFill>
                <a:latin typeface="Quattrocento Sans" panose="020B0502050000020003" pitchFamily="34" charset="0"/>
              </a:rPr>
              <a:t>máxima de 20</a:t>
            </a:r>
            <a:r>
              <a:rPr lang="es-ES_tradnl" sz="1400" dirty="0">
                <a:solidFill>
                  <a:schemeClr val="accent1"/>
                </a:solidFill>
                <a:latin typeface="Quattrocento Sans" panose="020B0502050000020003" pitchFamily="34" charset="0"/>
              </a:rPr>
              <a:t>, y </a:t>
            </a:r>
            <a:r>
              <a:rPr lang="es-ES_tradnl" sz="1400" b="1" dirty="0">
                <a:solidFill>
                  <a:schemeClr val="accent1"/>
                </a:solidFill>
                <a:latin typeface="Quattrocento Sans" panose="020B0502050000020003" pitchFamily="34" charset="0"/>
              </a:rPr>
              <a:t>400 estimadores</a:t>
            </a:r>
            <a:r>
              <a:rPr lang="es-ES_tradnl" sz="1400" dirty="0">
                <a:solidFill>
                  <a:schemeClr val="accent1"/>
                </a:solidFill>
                <a:latin typeface="Quattrocento Sans" panose="020B0502050000020003" pitchFamily="34" charset="0"/>
              </a:rPr>
              <a:t>. La muestra de cada estimador se selecciona con la técnica de </a:t>
            </a:r>
            <a:r>
              <a:rPr lang="es-ES_tradnl" sz="1400" b="1" dirty="0" err="1">
                <a:solidFill>
                  <a:schemeClr val="accent1"/>
                </a:solidFill>
                <a:latin typeface="Quattrocento Sans" panose="020B0502050000020003" pitchFamily="34" charset="0"/>
              </a:rPr>
              <a:t>bootstrapping</a:t>
            </a:r>
            <a:r>
              <a:rPr lang="es-ES_tradnl" sz="1400" dirty="0">
                <a:solidFill>
                  <a:schemeClr val="accent1"/>
                </a:solidFill>
                <a:latin typeface="Quattrocento Sans" panose="020B0502050000020003" pitchFamily="34" charset="0"/>
              </a:rPr>
              <a:t> y </a:t>
            </a:r>
            <a:r>
              <a:rPr lang="es-ES_tradnl" sz="1400" b="1" dirty="0">
                <a:solidFill>
                  <a:schemeClr val="accent1"/>
                </a:solidFill>
                <a:latin typeface="Quattrocento Sans" panose="020B0502050000020003" pitchFamily="34" charset="0"/>
              </a:rPr>
              <a:t> </a:t>
            </a:r>
            <a:r>
              <a:rPr lang="es-ES_tradnl" sz="1400" dirty="0">
                <a:solidFill>
                  <a:schemeClr val="accent1"/>
                </a:solidFill>
                <a:latin typeface="Quattrocento Sans" panose="020B0502050000020003" pitchFamily="34" charset="0"/>
              </a:rPr>
              <a:t>el máximo de variables que utiliza cada estimador viene dado por la </a:t>
            </a:r>
            <a:r>
              <a:rPr lang="es-ES_tradnl" sz="1400" b="1" dirty="0">
                <a:solidFill>
                  <a:schemeClr val="accent1"/>
                </a:solidFill>
                <a:latin typeface="Quattrocento Sans" panose="020B0502050000020003" pitchFamily="34" charset="0"/>
              </a:rPr>
              <a:t>raíz cuadrada </a:t>
            </a:r>
            <a:r>
              <a:rPr lang="es-ES_tradnl" sz="1400" dirty="0">
                <a:solidFill>
                  <a:schemeClr val="accent1"/>
                </a:solidFill>
                <a:latin typeface="Quattrocento Sans" panose="020B0502050000020003" pitchFamily="34" charset="0"/>
              </a:rPr>
              <a:t>del número de variables.</a:t>
            </a:r>
            <a:r>
              <a:rPr lang="es-ES_tradnl" sz="1400" kern="1200" dirty="0">
                <a:solidFill>
                  <a:schemeClr val="accent1"/>
                </a:solidFill>
                <a:latin typeface="Quattrocento Sans" panose="020B0502050000020003" pitchFamily="34" charset="0"/>
              </a:rPr>
              <a:t> Una vez ejecutado el algoritmo, se ha comprobado que la importancia de las variables es acorde a las expectativas teóricas y al sentido de negocio. </a:t>
            </a:r>
          </a:p>
        </p:txBody>
      </p:sp>
      <p:graphicFrame>
        <p:nvGraphicFramePr>
          <p:cNvPr id="40" name="Tabla 3">
            <a:extLst>
              <a:ext uri="{FF2B5EF4-FFF2-40B4-BE49-F238E27FC236}">
                <a16:creationId xmlns:a16="http://schemas.microsoft.com/office/drawing/2014/main" id="{54972B17-505D-7BE3-08DD-4C11D0AE174D}"/>
              </a:ext>
            </a:extLst>
          </p:cNvPr>
          <p:cNvGraphicFramePr>
            <a:graphicFrameLocks noGrp="1"/>
          </p:cNvGraphicFramePr>
          <p:nvPr>
            <p:extLst>
              <p:ext uri="{D42A27DB-BD31-4B8C-83A1-F6EECF244321}">
                <p14:modId xmlns:p14="http://schemas.microsoft.com/office/powerpoint/2010/main" val="2712980151"/>
              </p:ext>
            </p:extLst>
          </p:nvPr>
        </p:nvGraphicFramePr>
        <p:xfrm>
          <a:off x="6346227" y="3404327"/>
          <a:ext cx="5076000" cy="1950720"/>
        </p:xfrm>
        <a:graphic>
          <a:graphicData uri="http://schemas.openxmlformats.org/drawingml/2006/table">
            <a:tbl>
              <a:tblPr firstRow="1" bandRow="1"/>
              <a:tblGrid>
                <a:gridCol w="2484000">
                  <a:extLst>
                    <a:ext uri="{9D8B030D-6E8A-4147-A177-3AD203B41FA5}">
                      <a16:colId xmlns:a16="http://schemas.microsoft.com/office/drawing/2014/main" val="2942279896"/>
                    </a:ext>
                  </a:extLst>
                </a:gridCol>
                <a:gridCol w="1296000">
                  <a:extLst>
                    <a:ext uri="{9D8B030D-6E8A-4147-A177-3AD203B41FA5}">
                      <a16:colId xmlns:a16="http://schemas.microsoft.com/office/drawing/2014/main" val="2057909389"/>
                    </a:ext>
                  </a:extLst>
                </a:gridCol>
                <a:gridCol w="1296000">
                  <a:extLst>
                    <a:ext uri="{9D8B030D-6E8A-4147-A177-3AD203B41FA5}">
                      <a16:colId xmlns:a16="http://schemas.microsoft.com/office/drawing/2014/main" val="3655022523"/>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endParaRPr lang="es-ES" sz="1200">
                        <a:latin typeface="+mn-lt"/>
                      </a:endParaRPr>
                    </a:p>
                  </a:txBody>
                  <a:tcP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Entrenamiento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Test</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892092"/>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a:latin typeface="+mn-lt"/>
                        </a:rPr>
                        <a:t>Error medio</a:t>
                      </a:r>
                    </a:p>
                  </a:txBody>
                  <a:tcP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-9 $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-25 $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9558559"/>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dirty="0">
                          <a:latin typeface="+mn-lt"/>
                        </a:rPr>
                        <a:t>Error absoluto medio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1,629 $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2,154 $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113177"/>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dirty="0">
                          <a:latin typeface="+mn-lt"/>
                        </a:rPr>
                        <a:t>7.1%</a:t>
                      </a:r>
                      <a:endParaRPr lang="es-ES" sz="1200" dirty="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9.4%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76493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ponderado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5.7%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7.6%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2352976"/>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Desviación estándar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1,895 $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2,679 $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0884510"/>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a:solidFill>
                            <a:schemeClr val="dk1"/>
                          </a:solidFill>
                          <a:effectLst/>
                          <a:latin typeface="+mn-lt"/>
                          <a:ea typeface="+mn-ea"/>
                          <a:cs typeface="+mn-cs"/>
                        </a:rPr>
                        <a:t>Raíz del error cuadrático medio</a:t>
                      </a:r>
                      <a:endParaRPr lang="es-ES" sz="120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kern="1200">
                          <a:solidFill>
                            <a:schemeClr val="dk1"/>
                          </a:solidFill>
                          <a:latin typeface="+mn-lt"/>
                          <a:ea typeface="+mn-ea"/>
                          <a:cs typeface="+mn-cs"/>
                        </a:rPr>
                        <a:t>2,499 $</a:t>
                      </a:r>
                      <a:endParaRPr lang="es-ES" sz="1200" kern="120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3,437 $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9010"/>
                  </a:ext>
                </a:extLst>
              </a:tr>
            </a:tbl>
          </a:graphicData>
        </a:graphic>
      </p:graphicFrame>
      <p:sp>
        <p:nvSpPr>
          <p:cNvPr id="6" name="Freeform: Shape 5">
            <a:extLst>
              <a:ext uri="{FF2B5EF4-FFF2-40B4-BE49-F238E27FC236}">
                <a16:creationId xmlns:a16="http://schemas.microsoft.com/office/drawing/2014/main" id="{A97AD50E-DC88-F028-AAE2-B12B22238245}"/>
              </a:ext>
            </a:extLst>
          </p:cNvPr>
          <p:cNvSpPr/>
          <p:nvPr/>
        </p:nvSpPr>
        <p:spPr>
          <a:xfrm>
            <a:off x="5095875" y="5470552"/>
            <a:ext cx="6918258" cy="114666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Al igual que el modelo MLP, este modelo tiene buenos resultados aunque peca de </a:t>
            </a:r>
            <a:r>
              <a:rPr lang="es-ES_tradnl" sz="1400" kern="1200" dirty="0" err="1">
                <a:solidFill>
                  <a:schemeClr val="accent1"/>
                </a:solidFill>
                <a:latin typeface="Quattrocento Sans" panose="020B0502050000020003" pitchFamily="34" charset="0"/>
              </a:rPr>
              <a:t>overfitting</a:t>
            </a:r>
            <a:r>
              <a:rPr lang="es-ES_tradnl" sz="1400" kern="1200" dirty="0">
                <a:solidFill>
                  <a:schemeClr val="accent1"/>
                </a:solidFill>
                <a:latin typeface="Quattrocento Sans" panose="020B0502050000020003" pitchFamily="34" charset="0"/>
              </a:rPr>
              <a:t>. En la comparativa del precio real frente al predicho, se puede comprobar como para precios reales relativamente bajos, el modelo tiende a sobreestimar el precio. </a:t>
            </a:r>
          </a:p>
        </p:txBody>
      </p:sp>
      <p:graphicFrame>
        <p:nvGraphicFramePr>
          <p:cNvPr id="10" name="Table 9">
            <a:extLst>
              <a:ext uri="{FF2B5EF4-FFF2-40B4-BE49-F238E27FC236}">
                <a16:creationId xmlns:a16="http://schemas.microsoft.com/office/drawing/2014/main" id="{3E26617B-B429-62AC-CCEF-6B505B3FCCAF}"/>
              </a:ext>
            </a:extLst>
          </p:cNvPr>
          <p:cNvGraphicFramePr>
            <a:graphicFrameLocks noGrp="1"/>
          </p:cNvGraphicFramePr>
          <p:nvPr>
            <p:extLst>
              <p:ext uri="{D42A27DB-BD31-4B8C-83A1-F6EECF244321}">
                <p14:modId xmlns:p14="http://schemas.microsoft.com/office/powerpoint/2010/main" val="3335837126"/>
              </p:ext>
            </p:extLst>
          </p:nvPr>
        </p:nvGraphicFramePr>
        <p:xfrm>
          <a:off x="782464" y="2766453"/>
          <a:ext cx="4900482" cy="1127760"/>
        </p:xfrm>
        <a:graphic>
          <a:graphicData uri="http://schemas.openxmlformats.org/drawingml/2006/table">
            <a:tbl>
              <a:tblPr/>
              <a:tblGrid>
                <a:gridCol w="1368000">
                  <a:extLst>
                    <a:ext uri="{9D8B030D-6E8A-4147-A177-3AD203B41FA5}">
                      <a16:colId xmlns:a16="http://schemas.microsoft.com/office/drawing/2014/main" val="3629689280"/>
                    </a:ext>
                  </a:extLst>
                </a:gridCol>
                <a:gridCol w="1133753">
                  <a:extLst>
                    <a:ext uri="{9D8B030D-6E8A-4147-A177-3AD203B41FA5}">
                      <a16:colId xmlns:a16="http://schemas.microsoft.com/office/drawing/2014/main" val="2374508308"/>
                    </a:ext>
                  </a:extLst>
                </a:gridCol>
                <a:gridCol w="1281413">
                  <a:extLst>
                    <a:ext uri="{9D8B030D-6E8A-4147-A177-3AD203B41FA5}">
                      <a16:colId xmlns:a16="http://schemas.microsoft.com/office/drawing/2014/main" val="4132610233"/>
                    </a:ext>
                  </a:extLst>
                </a:gridCol>
                <a:gridCol w="1117316">
                  <a:extLst>
                    <a:ext uri="{9D8B030D-6E8A-4147-A177-3AD203B41FA5}">
                      <a16:colId xmlns:a16="http://schemas.microsoft.com/office/drawing/2014/main" val="3347110327"/>
                    </a:ext>
                  </a:extLst>
                </a:gridCol>
              </a:tblGrid>
              <a:tr h="288000">
                <a:tc>
                  <a:txBody>
                    <a:bodyPr/>
                    <a:lstStyle/>
                    <a:p>
                      <a:pPr algn="ctr" fontAlgn="ctr"/>
                      <a:r>
                        <a:rPr lang="es-ES_tradnl" sz="1400" b="1" kern="1200" dirty="0">
                          <a:solidFill>
                            <a:schemeClr val="accent2">
                              <a:lumMod val="75000"/>
                            </a:schemeClr>
                          </a:solidFill>
                          <a:effectLst/>
                          <a:latin typeface="+mn-lt"/>
                          <a:ea typeface="+mn-ea"/>
                          <a:cs typeface="+mn-cs"/>
                        </a:rPr>
                        <a:t>Variable</a:t>
                      </a:r>
                    </a:p>
                  </a:txBody>
                  <a:tcPr anchor="ctr">
                    <a:lnL>
                      <a:noFill/>
                    </a:lnL>
                    <a:lnR>
                      <a:noFill/>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kern="1200" dirty="0">
                          <a:solidFill>
                            <a:schemeClr val="accent2">
                              <a:lumMod val="75000"/>
                            </a:schemeClr>
                          </a:solidFill>
                          <a:effectLst/>
                          <a:latin typeface="+mn-lt"/>
                          <a:ea typeface="+mn-ea"/>
                          <a:cs typeface="+mn-cs"/>
                        </a:rPr>
                        <a:t>Importancia</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fontAlgn="ctr"/>
                      <a:r>
                        <a:rPr lang="es-ES_tradnl" sz="1400" b="1" kern="1200">
                          <a:solidFill>
                            <a:schemeClr val="accent2">
                              <a:lumMod val="75000"/>
                            </a:schemeClr>
                          </a:solidFill>
                          <a:effectLst/>
                          <a:latin typeface="+mn-lt"/>
                          <a:ea typeface="+mn-ea"/>
                          <a:cs typeface="+mn-cs"/>
                        </a:rPr>
                        <a:t>Variable</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kern="1200">
                          <a:solidFill>
                            <a:schemeClr val="accent2">
                              <a:lumMod val="75000"/>
                            </a:schemeClr>
                          </a:solidFill>
                          <a:effectLst/>
                          <a:latin typeface="+mn-lt"/>
                          <a:ea typeface="+mn-ea"/>
                          <a:cs typeface="+mn-cs"/>
                        </a:rPr>
                        <a:t>Importancia</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extLst>
                  <a:ext uri="{0D108BD9-81ED-4DB2-BD59-A6C34878D82A}">
                    <a16:rowId xmlns:a16="http://schemas.microsoft.com/office/drawing/2014/main" val="724421254"/>
                  </a:ext>
                </a:extLst>
              </a:tr>
              <a:tr h="0">
                <a:tc>
                  <a:txBody>
                    <a:bodyPr/>
                    <a:lstStyle/>
                    <a:p>
                      <a:pPr marL="0" algn="ctr" defTabSz="914400" rtl="0" eaLnBrk="1" fontAlgn="ctr" latinLnBrk="0" hangingPunct="1"/>
                      <a:r>
                        <a:rPr lang="es-ES_tradnl" sz="1200" kern="1200" dirty="0" err="1">
                          <a:solidFill>
                            <a:sysClr val="windowText" lastClr="000000"/>
                          </a:solidFill>
                          <a:latin typeface="Consolas" panose="020B0609020204030204" pitchFamily="49" charset="0"/>
                          <a:ea typeface="+mn-ea"/>
                          <a:cs typeface="+mn-cs"/>
                        </a:rPr>
                        <a:t>original_price</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23.5%</a:t>
                      </a: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years</a:t>
                      </a: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15.8%</a:t>
                      </a:r>
                    </a:p>
                  </a:txBody>
                  <a:tcPr anchor="ctr">
                    <a:lnL>
                      <a:noFill/>
                    </a:lnL>
                    <a:lnR>
                      <a:noFill/>
                    </a:lnR>
                    <a:lnT w="28575" cap="flat" cmpd="sng" algn="ctr">
                      <a:solidFill>
                        <a:srgbClr val="2E4A7E"/>
                      </a:solidFill>
                      <a:prstDash val="solid"/>
                      <a:round/>
                      <a:headEnd type="none" w="med" len="med"/>
                      <a:tailEnd type="none" w="med" len="med"/>
                    </a:lnT>
                    <a:lnB>
                      <a:noFill/>
                    </a:lnB>
                    <a:noFill/>
                  </a:tcPr>
                </a:tc>
                <a:extLst>
                  <a:ext uri="{0D108BD9-81ED-4DB2-BD59-A6C34878D82A}">
                    <a16:rowId xmlns:a16="http://schemas.microsoft.com/office/drawing/2014/main" val="2724565842"/>
                  </a:ext>
                </a:extLst>
              </a:tr>
              <a:tr h="0">
                <a:tc>
                  <a:txBody>
                    <a:bodyPr/>
                    <a:lstStyle/>
                    <a:p>
                      <a:pPr marL="0" algn="ctr" defTabSz="914400" rtl="0" eaLnBrk="1" fontAlgn="ctr" latinLnBrk="0" hangingPunct="1"/>
                      <a:r>
                        <a:rPr lang="es-ES_tradnl" sz="1200" kern="1200" dirty="0" err="1">
                          <a:solidFill>
                            <a:sysClr val="windowText" lastClr="000000"/>
                          </a:solidFill>
                          <a:latin typeface="Consolas" panose="020B0609020204030204" pitchFamily="49" charset="0"/>
                          <a:ea typeface="+mn-ea"/>
                          <a:cs typeface="+mn-cs"/>
                        </a:rPr>
                        <a:t>model</a:t>
                      </a:r>
                      <a:r>
                        <a:rPr lang="es-ES_tradnl" sz="1200" kern="1200" dirty="0">
                          <a:solidFill>
                            <a:sysClr val="windowText" lastClr="000000"/>
                          </a:solidFill>
                          <a:latin typeface="Consolas" panose="020B0609020204030204" pitchFamily="49" charset="0"/>
                          <a:ea typeface="+mn-ea"/>
                          <a:cs typeface="+mn-cs"/>
                        </a:rPr>
                        <a:t>_</a:t>
                      </a:r>
                      <a:r>
                        <a:rPr lang="en-US" sz="1200" kern="1200" dirty="0" err="1">
                          <a:solidFill>
                            <a:sysClr val="windowText" lastClr="000000"/>
                          </a:solidFill>
                          <a:latin typeface="Consolas" panose="020B0609020204030204" pitchFamily="49" charset="0"/>
                          <a:ea typeface="+mn-ea"/>
                          <a:cs typeface="+mn-cs"/>
                        </a:rPr>
                        <a:t>encod</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marL="0" algn="ctr" defTabSz="914400" rtl="0" eaLnBrk="1" fontAlgn="ctr" latinLnBrk="0" hangingPunct="1"/>
                      <a:r>
                        <a:rPr lang="es-ES_tradnl" sz="1200" kern="1200" dirty="0">
                          <a:solidFill>
                            <a:sysClr val="windowText" lastClr="000000"/>
                          </a:solidFill>
                          <a:latin typeface="Consolas" panose="020B0609020204030204" pitchFamily="49" charset="0"/>
                          <a:ea typeface="+mn-ea"/>
                          <a:cs typeface="+mn-cs"/>
                        </a:rPr>
                        <a:t>18.0%</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err="1">
                          <a:solidFill>
                            <a:sysClr val="windowText" lastClr="000000"/>
                          </a:solidFill>
                          <a:latin typeface="Consolas" panose="020B0609020204030204" pitchFamily="49" charset="0"/>
                          <a:ea typeface="+mn-ea"/>
                          <a:cs typeface="+mn-cs"/>
                        </a:rPr>
                        <a:t>make_te</a:t>
                      </a:r>
                      <a:endParaRPr lang="es-ES_tradnl" sz="1200" kern="120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5.7%</a:t>
                      </a:r>
                    </a:p>
                  </a:txBody>
                  <a:tcPr anchor="ctr">
                    <a:lnL>
                      <a:noFill/>
                    </a:lnL>
                    <a:lnR>
                      <a:noFill/>
                    </a:lnR>
                    <a:lnT>
                      <a:noFill/>
                    </a:lnT>
                    <a:lnB>
                      <a:noFill/>
                    </a:lnB>
                    <a:noFill/>
                  </a:tcPr>
                </a:tc>
                <a:extLst>
                  <a:ext uri="{0D108BD9-81ED-4DB2-BD59-A6C34878D82A}">
                    <a16:rowId xmlns:a16="http://schemas.microsoft.com/office/drawing/2014/main" val="814631510"/>
                  </a:ext>
                </a:extLst>
              </a:tr>
              <a:tr h="0">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mileage</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18.0%</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err="1">
                          <a:solidFill>
                            <a:sysClr val="windowText" lastClr="000000"/>
                          </a:solidFill>
                          <a:latin typeface="Consolas" panose="020B0609020204030204" pitchFamily="49" charset="0"/>
                          <a:ea typeface="+mn-ea"/>
                          <a:cs typeface="+mn-cs"/>
                        </a:rPr>
                        <a:t>mpg_highway</a:t>
                      </a:r>
                      <a:endParaRPr lang="es-ES_tradnl" sz="1200" kern="120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marL="0" algn="ctr" defTabSz="914400" rtl="0" eaLnBrk="1" fontAlgn="ctr" latinLnBrk="0" hangingPunct="1"/>
                      <a:r>
                        <a:rPr lang="es-ES_tradnl" sz="1200" kern="1200" dirty="0">
                          <a:solidFill>
                            <a:sysClr val="windowText" lastClr="000000"/>
                          </a:solidFill>
                          <a:latin typeface="Consolas" panose="020B0609020204030204" pitchFamily="49" charset="0"/>
                          <a:ea typeface="+mn-ea"/>
                          <a:cs typeface="+mn-cs"/>
                        </a:rPr>
                        <a:t>3.5%</a:t>
                      </a:r>
                    </a:p>
                  </a:txBody>
                  <a:tcPr anchor="ctr">
                    <a:lnL>
                      <a:noFill/>
                    </a:lnL>
                    <a:lnR>
                      <a:noFill/>
                    </a:lnR>
                    <a:lnT>
                      <a:noFill/>
                    </a:lnT>
                    <a:lnB>
                      <a:noFill/>
                    </a:lnB>
                    <a:noFill/>
                  </a:tcPr>
                </a:tc>
                <a:extLst>
                  <a:ext uri="{0D108BD9-81ED-4DB2-BD59-A6C34878D82A}">
                    <a16:rowId xmlns:a16="http://schemas.microsoft.com/office/drawing/2014/main" val="2468893274"/>
                  </a:ext>
                </a:extLst>
              </a:tr>
            </a:tbl>
          </a:graphicData>
        </a:graphic>
      </p:graphicFrame>
      <p:grpSp>
        <p:nvGrpSpPr>
          <p:cNvPr id="11" name="Group 10">
            <a:extLst>
              <a:ext uri="{FF2B5EF4-FFF2-40B4-BE49-F238E27FC236}">
                <a16:creationId xmlns:a16="http://schemas.microsoft.com/office/drawing/2014/main" id="{3DC8BE2D-B062-B666-15BA-0B29F5FFA0C5}"/>
              </a:ext>
            </a:extLst>
          </p:cNvPr>
          <p:cNvGrpSpPr/>
          <p:nvPr/>
        </p:nvGrpSpPr>
        <p:grpSpPr>
          <a:xfrm>
            <a:off x="11042133" y="408886"/>
            <a:ext cx="720000" cy="720000"/>
            <a:chOff x="11042133" y="408886"/>
            <a:chExt cx="972000" cy="972000"/>
          </a:xfrm>
        </p:grpSpPr>
        <p:sp>
          <p:nvSpPr>
            <p:cNvPr id="17" name="Flowchart: Connector 16">
              <a:extLst>
                <a:ext uri="{FF2B5EF4-FFF2-40B4-BE49-F238E27FC236}">
                  <a16:creationId xmlns:a16="http://schemas.microsoft.com/office/drawing/2014/main" id="{C30F6769-BD51-D51E-AF38-D027B6B5E573}"/>
                </a:ext>
              </a:extLst>
            </p:cNvPr>
            <p:cNvSpPr/>
            <p:nvPr/>
          </p:nvSpPr>
          <p:spPr bwMode="auto">
            <a:xfrm>
              <a:off x="11042133" y="408886"/>
              <a:ext cx="972000" cy="972000"/>
            </a:xfrm>
            <a:prstGeom prst="flowChartConnector">
              <a:avLst/>
            </a:prstGeom>
            <a:solidFill>
              <a:srgbClr val="FFFFFF"/>
            </a:solidFill>
            <a:ln w="28575" cap="flat" cmpd="sng" algn="ctr">
              <a:solidFill>
                <a:srgbClr val="2E4A7E"/>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4" name="Picture 2">
              <a:extLst>
                <a:ext uri="{FF2B5EF4-FFF2-40B4-BE49-F238E27FC236}">
                  <a16:creationId xmlns:a16="http://schemas.microsoft.com/office/drawing/2014/main" id="{D2C1E57E-AD10-3F4A-89C2-44A3CADE9568}"/>
                </a:ext>
              </a:extLst>
            </p:cNvPr>
            <p:cNvPicPr>
              <a:picLocks noChangeAspect="1" noChangeArrowheads="1"/>
            </p:cNvPicPr>
            <p:nvPr/>
          </p:nvPicPr>
          <p:blipFill>
            <a:blip r:embed="rId4"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t="591" b="591"/>
            <a:stretch/>
          </p:blipFill>
          <p:spPr bwMode="auto">
            <a:xfrm>
              <a:off x="11124531" y="476748"/>
              <a:ext cx="812162" cy="802558"/>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3" name="Straight Connector 12">
            <a:extLst>
              <a:ext uri="{FF2B5EF4-FFF2-40B4-BE49-F238E27FC236}">
                <a16:creationId xmlns:a16="http://schemas.microsoft.com/office/drawing/2014/main" id="{191FF8C1-271E-76D7-92B1-FC6BC266644F}"/>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33077822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09EE7-7AE1-FE21-5A6E-CCCEA1A2363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9768145-8789-EA5D-66E5-EEABF80C8F64}"/>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4" name="Rectangle 3">
            <a:extLst>
              <a:ext uri="{FF2B5EF4-FFF2-40B4-BE49-F238E27FC236}">
                <a16:creationId xmlns:a16="http://schemas.microsoft.com/office/drawing/2014/main" id="{2CED44E1-35DF-B3C1-04C6-045AA5F9E0AF}"/>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Rectangle: Rounded Corners 4">
            <a:extLst>
              <a:ext uri="{FF2B5EF4-FFF2-40B4-BE49-F238E27FC236}">
                <a16:creationId xmlns:a16="http://schemas.microsoft.com/office/drawing/2014/main" id="{B22A2612-BA85-9105-7018-23B98FFD0F00}"/>
              </a:ext>
            </a:extLst>
          </p:cNvPr>
          <p:cNvSpPr/>
          <p:nvPr/>
        </p:nvSpPr>
        <p:spPr bwMode="auto">
          <a:xfrm>
            <a:off x="5178392" y="5434722"/>
            <a:ext cx="6678645" cy="1182840"/>
          </a:xfrm>
          <a:prstGeom prst="roundRect">
            <a:avLst/>
          </a:prstGeom>
          <a:solidFill>
            <a:schemeClr val="bg1">
              <a:lumMod val="9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dirty="0">
              <a:solidFill>
                <a:srgbClr val="000000"/>
              </a:solidFill>
              <a:cs typeface="Arial" pitchFamily="34" charset="0"/>
            </a:endParaRPr>
          </a:p>
        </p:txBody>
      </p:sp>
      <p:pic>
        <p:nvPicPr>
          <p:cNvPr id="12" name="Picture 2">
            <a:extLst>
              <a:ext uri="{FF2B5EF4-FFF2-40B4-BE49-F238E27FC236}">
                <a16:creationId xmlns:a16="http://schemas.microsoft.com/office/drawing/2014/main" id="{486E139D-FE4D-4BE3-1A25-F1635DD0F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792595" y="521585"/>
            <a:ext cx="3944531" cy="293782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F01E073D-7B86-B724-CA3C-919B172A1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25580" y="4132261"/>
            <a:ext cx="3523270" cy="26184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7">
            <a:extLst>
              <a:ext uri="{FF2B5EF4-FFF2-40B4-BE49-F238E27FC236}">
                <a16:creationId xmlns:a16="http://schemas.microsoft.com/office/drawing/2014/main" id="{3D656CB7-90E7-27CA-DACB-DDF57BCF0BDE}"/>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a:t>
            </a:r>
            <a:r>
              <a:rPr lang="es-ES_tradnl" sz="2000" err="1">
                <a:solidFill>
                  <a:srgbClr val="BFA13E"/>
                </a:solidFill>
                <a:latin typeface="Segoe UI" panose="020B0502040204020203" pitchFamily="34" charset="0"/>
                <a:cs typeface="Segoe UI" panose="020B0502040204020203" pitchFamily="34" charset="0"/>
                <a:sym typeface="Trebuchet MS"/>
              </a:rPr>
              <a:t>XGBoost</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ABEF9E25-B40F-B75F-938A-3CCED47780AA}"/>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0" name="Freeform: Shape 29">
            <a:extLst>
              <a:ext uri="{FF2B5EF4-FFF2-40B4-BE49-F238E27FC236}">
                <a16:creationId xmlns:a16="http://schemas.microsoft.com/office/drawing/2014/main" id="{7528C4A2-D05B-A6FB-8BD9-6870039C45B7}"/>
              </a:ext>
            </a:extLst>
          </p:cNvPr>
          <p:cNvSpPr/>
          <p:nvPr/>
        </p:nvSpPr>
        <p:spPr>
          <a:xfrm>
            <a:off x="484311" y="1219669"/>
            <a:ext cx="5398834" cy="1508866"/>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algn="just" defTabSz="1066800">
              <a:lnSpc>
                <a:spcPct val="90000"/>
              </a:lnSpc>
              <a:spcBef>
                <a:spcPct val="0"/>
              </a:spcBef>
              <a:spcAft>
                <a:spcPct val="35000"/>
              </a:spcAft>
            </a:pPr>
            <a:r>
              <a:rPr lang="es-ES_tradnl" sz="1400" kern="1200" dirty="0">
                <a:solidFill>
                  <a:schemeClr val="accent1"/>
                </a:solidFill>
                <a:latin typeface="Quattrocento Sans" panose="020B0502050000020003" pitchFamily="34" charset="0"/>
              </a:rPr>
              <a:t>Para este modelo tampoco es necesario el escalado de las variables. </a:t>
            </a:r>
            <a:r>
              <a:rPr lang="es-ES_tradnl" sz="1400" dirty="0">
                <a:solidFill>
                  <a:schemeClr val="accent1"/>
                </a:solidFill>
                <a:latin typeface="Quattrocento Sans" panose="020B0502050000020003" pitchFamily="34" charset="0"/>
              </a:rPr>
              <a:t>Para la parametrización del modelo se ha establecido una </a:t>
            </a:r>
            <a:r>
              <a:rPr lang="es-ES_tradnl" sz="1400" b="1" dirty="0">
                <a:solidFill>
                  <a:schemeClr val="accent1"/>
                </a:solidFill>
                <a:latin typeface="Quattrocento Sans" panose="020B0502050000020003" pitchFamily="34" charset="0"/>
              </a:rPr>
              <a:t>profundidad máxima de 7 </a:t>
            </a:r>
            <a:r>
              <a:rPr lang="es-ES_tradnl" sz="1400" dirty="0">
                <a:solidFill>
                  <a:schemeClr val="accent1"/>
                </a:solidFill>
                <a:latin typeface="Quattrocento Sans" panose="020B0502050000020003" pitchFamily="34" charset="0"/>
              </a:rPr>
              <a:t>con </a:t>
            </a:r>
            <a:r>
              <a:rPr lang="es-ES_tradnl" sz="1400" b="1" dirty="0">
                <a:solidFill>
                  <a:schemeClr val="accent1"/>
                </a:solidFill>
                <a:latin typeface="Quattrocento Sans" panose="020B0502050000020003" pitchFamily="34" charset="0"/>
              </a:rPr>
              <a:t>1500 estimadores</a:t>
            </a:r>
            <a:r>
              <a:rPr lang="es-ES_tradnl" sz="1400" dirty="0">
                <a:solidFill>
                  <a:schemeClr val="accent1"/>
                </a:solidFill>
                <a:latin typeface="Quattrocento Sans" panose="020B0502050000020003" pitchFamily="34" charset="0"/>
              </a:rPr>
              <a:t>. Nuevamente, se ha </a:t>
            </a:r>
            <a:r>
              <a:rPr lang="es-ES_tradnl" sz="1400" kern="1200" dirty="0">
                <a:solidFill>
                  <a:schemeClr val="accent1"/>
                </a:solidFill>
                <a:latin typeface="Quattrocento Sans" panose="020B0502050000020003" pitchFamily="34" charset="0"/>
              </a:rPr>
              <a:t>comprobado que la importancia de las variables es acorde a las expectativas de negocio. </a:t>
            </a:r>
          </a:p>
        </p:txBody>
      </p:sp>
      <p:graphicFrame>
        <p:nvGraphicFramePr>
          <p:cNvPr id="40" name="Tabla 3">
            <a:extLst>
              <a:ext uri="{FF2B5EF4-FFF2-40B4-BE49-F238E27FC236}">
                <a16:creationId xmlns:a16="http://schemas.microsoft.com/office/drawing/2014/main" id="{82662B4D-EF45-85D4-2068-96A433E97FC4}"/>
              </a:ext>
            </a:extLst>
          </p:cNvPr>
          <p:cNvGraphicFramePr>
            <a:graphicFrameLocks noGrp="1"/>
          </p:cNvGraphicFramePr>
          <p:nvPr>
            <p:extLst>
              <p:ext uri="{D42A27DB-BD31-4B8C-83A1-F6EECF244321}">
                <p14:modId xmlns:p14="http://schemas.microsoft.com/office/powerpoint/2010/main" val="4144123079"/>
              </p:ext>
            </p:extLst>
          </p:nvPr>
        </p:nvGraphicFramePr>
        <p:xfrm>
          <a:off x="6346227" y="3404327"/>
          <a:ext cx="5076000" cy="1950720"/>
        </p:xfrm>
        <a:graphic>
          <a:graphicData uri="http://schemas.openxmlformats.org/drawingml/2006/table">
            <a:tbl>
              <a:tblPr firstRow="1" bandRow="1"/>
              <a:tblGrid>
                <a:gridCol w="2484000">
                  <a:extLst>
                    <a:ext uri="{9D8B030D-6E8A-4147-A177-3AD203B41FA5}">
                      <a16:colId xmlns:a16="http://schemas.microsoft.com/office/drawing/2014/main" val="2942279896"/>
                    </a:ext>
                  </a:extLst>
                </a:gridCol>
                <a:gridCol w="1296000">
                  <a:extLst>
                    <a:ext uri="{9D8B030D-6E8A-4147-A177-3AD203B41FA5}">
                      <a16:colId xmlns:a16="http://schemas.microsoft.com/office/drawing/2014/main" val="2057909389"/>
                    </a:ext>
                  </a:extLst>
                </a:gridCol>
                <a:gridCol w="1296000">
                  <a:extLst>
                    <a:ext uri="{9D8B030D-6E8A-4147-A177-3AD203B41FA5}">
                      <a16:colId xmlns:a16="http://schemas.microsoft.com/office/drawing/2014/main" val="3655022523"/>
                    </a:ext>
                  </a:extLst>
                </a:gridCol>
              </a:tblGrid>
              <a:tr h="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endParaRPr lang="es-ES" sz="1200">
                        <a:latin typeface="+mn-lt"/>
                      </a:endParaRPr>
                    </a:p>
                  </a:txBody>
                  <a:tcP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Entrenamiento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s-ES" sz="1400" b="1" dirty="0">
                          <a:solidFill>
                            <a:srgbClr val="2E4A7E"/>
                          </a:solidFill>
                          <a:latin typeface="+mn-lt"/>
                        </a:rPr>
                        <a:t>Test</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892092"/>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a:latin typeface="+mn-lt"/>
                        </a:rPr>
                        <a:t>Error medio</a:t>
                      </a:r>
                    </a:p>
                  </a:txBody>
                  <a:tcP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0 $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-10 $</a:t>
                      </a:r>
                    </a:p>
                  </a:txBody>
                  <a:tcPr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9558559"/>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r>
                        <a:rPr lang="es-ES" sz="1200">
                          <a:latin typeface="+mn-lt"/>
                        </a:rPr>
                        <a:t>Error absoluto medio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1,590 $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1,880 $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113177"/>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7.1%</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8.0%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576493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Error relativo medio ponderado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dirty="0">
                          <a:latin typeface="+mn-lt"/>
                        </a:rPr>
                        <a:t>5.6%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 sz="1200">
                          <a:latin typeface="+mn-lt"/>
                        </a:rPr>
                        <a:t>6.6%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2352976"/>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a:latin typeface="+mn-lt"/>
                        </a:rPr>
                        <a:t>Desviación estándar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_tradnl" sz="1200">
                          <a:latin typeface="+mn-lt"/>
                        </a:rPr>
                        <a:t>1,490 $</a:t>
                      </a:r>
                      <a:endParaRPr lang="es-ES" sz="1200">
                        <a:latin typeface="+mn-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a:latin typeface="+mn-lt"/>
                        </a:rPr>
                        <a:t>2,154 $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90884510"/>
                  </a:ext>
                </a:extLst>
              </a:tr>
              <a:tr h="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0" i="0" kern="1200">
                          <a:solidFill>
                            <a:schemeClr val="dk1"/>
                          </a:solidFill>
                          <a:effectLst/>
                          <a:latin typeface="+mn-lt"/>
                          <a:ea typeface="+mn-ea"/>
                          <a:cs typeface="+mn-cs"/>
                        </a:rPr>
                        <a:t>Raíz del error cuadrático medio</a:t>
                      </a:r>
                      <a:endParaRPr lang="es-ES" sz="120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sz="1200" kern="1200">
                          <a:solidFill>
                            <a:schemeClr val="dk1"/>
                          </a:solidFill>
                          <a:latin typeface="+mn-lt"/>
                          <a:ea typeface="+mn-ea"/>
                          <a:cs typeface="+mn-cs"/>
                        </a:rPr>
                        <a:t>2,179 $</a:t>
                      </a:r>
                      <a:endParaRPr lang="es-ES" sz="1200" kern="1200">
                        <a:solidFill>
                          <a:schemeClr val="dk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s-ES" sz="1200" dirty="0">
                          <a:latin typeface="+mn-lt"/>
                        </a:rPr>
                        <a:t>2,860 $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4159010"/>
                  </a:ext>
                </a:extLst>
              </a:tr>
            </a:tbl>
          </a:graphicData>
        </a:graphic>
      </p:graphicFrame>
      <p:sp>
        <p:nvSpPr>
          <p:cNvPr id="6" name="Freeform: Shape 5">
            <a:extLst>
              <a:ext uri="{FF2B5EF4-FFF2-40B4-BE49-F238E27FC236}">
                <a16:creationId xmlns:a16="http://schemas.microsoft.com/office/drawing/2014/main" id="{BBD65A6E-C632-16C9-660A-5EED6186C976}"/>
              </a:ext>
            </a:extLst>
          </p:cNvPr>
          <p:cNvSpPr/>
          <p:nvPr/>
        </p:nvSpPr>
        <p:spPr>
          <a:xfrm>
            <a:off x="5095875" y="5499428"/>
            <a:ext cx="6918258" cy="1110598"/>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0499" tIns="230499" rIns="230499" bIns="230499" numCol="1" spcCol="1270" anchor="ctr" anchorCtr="0">
            <a:noAutofit/>
          </a:bodyPr>
          <a:lstStyle/>
          <a:p>
            <a:pPr marL="0" lvl="0" indent="0" algn="just" defTabSz="1066800">
              <a:lnSpc>
                <a:spcPct val="90000"/>
              </a:lnSpc>
              <a:spcBef>
                <a:spcPct val="0"/>
              </a:spcBef>
              <a:spcAft>
                <a:spcPct val="35000"/>
              </a:spcAft>
              <a:buNone/>
            </a:pPr>
            <a:r>
              <a:rPr lang="es-ES_tradnl" sz="1400" kern="1200" dirty="0">
                <a:solidFill>
                  <a:schemeClr val="accent1"/>
                </a:solidFill>
                <a:latin typeface="Quattrocento Sans" panose="020B0502050000020003" pitchFamily="34" charset="0"/>
              </a:rPr>
              <a:t>Este modelo es el que mejor estima según sus métricas de error, cometiendo de media, un error inferior a 1,900 $, lo que corresponde a un </a:t>
            </a:r>
            <a:r>
              <a:rPr lang="es-ES_tradnl" sz="1400" b="1" kern="1200">
                <a:solidFill>
                  <a:schemeClr val="accent1"/>
                </a:solidFill>
                <a:latin typeface="Quattrocento Sans" panose="020B0502050000020003" pitchFamily="34" charset="0"/>
              </a:rPr>
              <a:t>8% de error relativo </a:t>
            </a:r>
            <a:r>
              <a:rPr lang="es-ES_tradnl" sz="1400" kern="1200" dirty="0">
                <a:solidFill>
                  <a:schemeClr val="accent1"/>
                </a:solidFill>
                <a:latin typeface="Quattrocento Sans" panose="020B0502050000020003" pitchFamily="34" charset="0"/>
              </a:rPr>
              <a:t>y un </a:t>
            </a:r>
            <a:r>
              <a:rPr lang="es-ES_tradnl" sz="1400" b="1" kern="1200">
                <a:solidFill>
                  <a:schemeClr val="accent1"/>
                </a:solidFill>
                <a:latin typeface="Quattrocento Sans" panose="020B0502050000020003" pitchFamily="34" charset="0"/>
              </a:rPr>
              <a:t>6.6% de error relativo ponderado</a:t>
            </a:r>
            <a:r>
              <a:rPr lang="es-ES_tradnl" sz="1400" kern="1200" dirty="0">
                <a:solidFill>
                  <a:schemeClr val="accent1"/>
                </a:solidFill>
                <a:latin typeface="Quattrocento Sans" panose="020B0502050000020003" pitchFamily="34" charset="0"/>
              </a:rPr>
              <a:t>. Son unos </a:t>
            </a:r>
            <a:r>
              <a:rPr lang="es-ES_tradnl" sz="1400" b="1" kern="1200">
                <a:solidFill>
                  <a:schemeClr val="accent1"/>
                </a:solidFill>
                <a:latin typeface="Quattrocento Sans" panose="020B0502050000020003" pitchFamily="34" charset="0"/>
              </a:rPr>
              <a:t>resultados</a:t>
            </a:r>
            <a:r>
              <a:rPr lang="es-ES_tradnl" sz="1400" kern="1200" dirty="0">
                <a:solidFill>
                  <a:schemeClr val="accent1"/>
                </a:solidFill>
                <a:latin typeface="Quattrocento Sans" panose="020B0502050000020003" pitchFamily="34" charset="0"/>
              </a:rPr>
              <a:t> que podemos definir como </a:t>
            </a:r>
            <a:r>
              <a:rPr lang="es-ES_tradnl" sz="1400" b="1" kern="1200">
                <a:solidFill>
                  <a:schemeClr val="accent1"/>
                </a:solidFill>
                <a:latin typeface="Quattrocento Sans" panose="020B0502050000020003" pitchFamily="34" charset="0"/>
              </a:rPr>
              <a:t>satisfactorios</a:t>
            </a:r>
            <a:r>
              <a:rPr lang="es-ES_tradnl" sz="1400" kern="1200" dirty="0">
                <a:solidFill>
                  <a:schemeClr val="accent1"/>
                </a:solidFill>
                <a:latin typeface="Quattrocento Sans" panose="020B0502050000020003" pitchFamily="34" charset="0"/>
              </a:rPr>
              <a:t>. </a:t>
            </a:r>
            <a:r>
              <a:rPr lang="es-ES_tradnl" sz="1400" dirty="0">
                <a:solidFill>
                  <a:schemeClr val="accent1"/>
                </a:solidFill>
                <a:latin typeface="Quattrocento Sans" panose="020B0502050000020003" pitchFamily="34" charset="0"/>
              </a:rPr>
              <a:t>Aún así, el modelo tiene </a:t>
            </a:r>
            <a:r>
              <a:rPr lang="es-ES_tradnl" sz="1400" b="1">
                <a:solidFill>
                  <a:schemeClr val="accent1"/>
                </a:solidFill>
                <a:latin typeface="Quattrocento Sans" panose="020B0502050000020003" pitchFamily="34" charset="0"/>
              </a:rPr>
              <a:t>margen de mejora </a:t>
            </a:r>
            <a:r>
              <a:rPr lang="es-ES_tradnl" sz="1400" dirty="0">
                <a:solidFill>
                  <a:schemeClr val="accent1"/>
                </a:solidFill>
                <a:latin typeface="Quattrocento Sans" panose="020B0502050000020003" pitchFamily="34" charset="0"/>
              </a:rPr>
              <a:t>por que tiende a </a:t>
            </a:r>
            <a:r>
              <a:rPr lang="es-ES_tradnl" sz="1400">
                <a:solidFill>
                  <a:schemeClr val="accent1"/>
                </a:solidFill>
                <a:latin typeface="Quattrocento Sans" panose="020B0502050000020003" pitchFamily="34" charset="0"/>
              </a:rPr>
              <a:t>sobreaprender</a:t>
            </a:r>
            <a:r>
              <a:rPr lang="es-ES_tradnl" sz="1400" dirty="0">
                <a:solidFill>
                  <a:schemeClr val="accent1"/>
                </a:solidFill>
                <a:latin typeface="Quattrocento Sans" panose="020B0502050000020003" pitchFamily="34" charset="0"/>
              </a:rPr>
              <a:t>. Una selección exhaustiva de los </a:t>
            </a:r>
            <a:r>
              <a:rPr lang="es-ES_tradnl" sz="1400">
                <a:solidFill>
                  <a:schemeClr val="accent1"/>
                </a:solidFill>
                <a:latin typeface="Quattrocento Sans" panose="020B0502050000020003" pitchFamily="34" charset="0"/>
              </a:rPr>
              <a:t>hiperparámetros</a:t>
            </a:r>
            <a:r>
              <a:rPr lang="es-ES_tradnl" sz="1400" dirty="0">
                <a:solidFill>
                  <a:schemeClr val="accent1"/>
                </a:solidFill>
                <a:latin typeface="Quattrocento Sans" panose="020B0502050000020003" pitchFamily="34" charset="0"/>
              </a:rPr>
              <a:t> podría ayudar a mejorar los resultados.</a:t>
            </a:r>
            <a:endParaRPr lang="es-ES_tradnl" sz="1400" kern="1200" dirty="0">
              <a:solidFill>
                <a:schemeClr val="accent1"/>
              </a:solidFill>
              <a:latin typeface="Quattrocento Sans" panose="020B0502050000020003" pitchFamily="34" charset="0"/>
            </a:endParaRPr>
          </a:p>
        </p:txBody>
      </p:sp>
      <p:graphicFrame>
        <p:nvGraphicFramePr>
          <p:cNvPr id="10" name="Table 9">
            <a:extLst>
              <a:ext uri="{FF2B5EF4-FFF2-40B4-BE49-F238E27FC236}">
                <a16:creationId xmlns:a16="http://schemas.microsoft.com/office/drawing/2014/main" id="{DBB868D7-F6BD-F969-9688-CD7076EB6AD5}"/>
              </a:ext>
            </a:extLst>
          </p:cNvPr>
          <p:cNvGraphicFramePr>
            <a:graphicFrameLocks noGrp="1"/>
          </p:cNvGraphicFramePr>
          <p:nvPr>
            <p:extLst>
              <p:ext uri="{D42A27DB-BD31-4B8C-83A1-F6EECF244321}">
                <p14:modId xmlns:p14="http://schemas.microsoft.com/office/powerpoint/2010/main" val="2831489531"/>
              </p:ext>
            </p:extLst>
          </p:nvPr>
        </p:nvGraphicFramePr>
        <p:xfrm>
          <a:off x="782464" y="2766453"/>
          <a:ext cx="4900482" cy="1127760"/>
        </p:xfrm>
        <a:graphic>
          <a:graphicData uri="http://schemas.openxmlformats.org/drawingml/2006/table">
            <a:tbl>
              <a:tblPr/>
              <a:tblGrid>
                <a:gridCol w="1368000">
                  <a:extLst>
                    <a:ext uri="{9D8B030D-6E8A-4147-A177-3AD203B41FA5}">
                      <a16:colId xmlns:a16="http://schemas.microsoft.com/office/drawing/2014/main" val="3629689280"/>
                    </a:ext>
                  </a:extLst>
                </a:gridCol>
                <a:gridCol w="1133753">
                  <a:extLst>
                    <a:ext uri="{9D8B030D-6E8A-4147-A177-3AD203B41FA5}">
                      <a16:colId xmlns:a16="http://schemas.microsoft.com/office/drawing/2014/main" val="2374508308"/>
                    </a:ext>
                  </a:extLst>
                </a:gridCol>
                <a:gridCol w="1281413">
                  <a:extLst>
                    <a:ext uri="{9D8B030D-6E8A-4147-A177-3AD203B41FA5}">
                      <a16:colId xmlns:a16="http://schemas.microsoft.com/office/drawing/2014/main" val="4132610233"/>
                    </a:ext>
                  </a:extLst>
                </a:gridCol>
                <a:gridCol w="1117316">
                  <a:extLst>
                    <a:ext uri="{9D8B030D-6E8A-4147-A177-3AD203B41FA5}">
                      <a16:colId xmlns:a16="http://schemas.microsoft.com/office/drawing/2014/main" val="3347110327"/>
                    </a:ext>
                  </a:extLst>
                </a:gridCol>
              </a:tblGrid>
              <a:tr h="288000">
                <a:tc>
                  <a:txBody>
                    <a:bodyPr/>
                    <a:lstStyle/>
                    <a:p>
                      <a:pPr algn="ctr" fontAlgn="ctr"/>
                      <a:r>
                        <a:rPr lang="es-ES_tradnl" sz="1400" b="1" kern="1200">
                          <a:solidFill>
                            <a:schemeClr val="accent2">
                              <a:lumMod val="75000"/>
                            </a:schemeClr>
                          </a:solidFill>
                          <a:effectLst/>
                          <a:latin typeface="+mn-lt"/>
                          <a:ea typeface="+mn-ea"/>
                          <a:cs typeface="+mn-cs"/>
                        </a:rPr>
                        <a:t>Variable</a:t>
                      </a:r>
                    </a:p>
                  </a:txBody>
                  <a:tcPr anchor="ctr">
                    <a:lnL>
                      <a:noFill/>
                    </a:lnL>
                    <a:lnR>
                      <a:noFill/>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kern="1200">
                          <a:solidFill>
                            <a:schemeClr val="accent2">
                              <a:lumMod val="75000"/>
                            </a:schemeClr>
                          </a:solidFill>
                          <a:effectLst/>
                          <a:latin typeface="+mn-lt"/>
                          <a:ea typeface="+mn-ea"/>
                          <a:cs typeface="+mn-cs"/>
                        </a:rPr>
                        <a:t>Importancia</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fontAlgn="ctr"/>
                      <a:r>
                        <a:rPr lang="es-ES_tradnl" sz="1400" b="1" kern="1200">
                          <a:solidFill>
                            <a:schemeClr val="accent2">
                              <a:lumMod val="75000"/>
                            </a:schemeClr>
                          </a:solidFill>
                          <a:effectLst/>
                          <a:latin typeface="+mn-lt"/>
                          <a:ea typeface="+mn-ea"/>
                          <a:cs typeface="+mn-cs"/>
                        </a:rPr>
                        <a:t>Variable</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tc>
                  <a:txBody>
                    <a:bodyPr/>
                    <a:lstStyle/>
                    <a:p>
                      <a:pPr algn="ctr"/>
                      <a:r>
                        <a:rPr lang="es-ES_tradnl" sz="1400" b="1" kern="1200">
                          <a:solidFill>
                            <a:schemeClr val="accent2">
                              <a:lumMod val="75000"/>
                            </a:schemeClr>
                          </a:solidFill>
                          <a:effectLst/>
                          <a:latin typeface="+mn-lt"/>
                          <a:ea typeface="+mn-ea"/>
                          <a:cs typeface="+mn-cs"/>
                        </a:rPr>
                        <a:t>Importancia</a:t>
                      </a:r>
                    </a:p>
                  </a:txBody>
                  <a:tcPr anchor="ctr">
                    <a:lnL>
                      <a:noFill/>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rgbClr val="2E4A7E"/>
                      </a:solidFill>
                      <a:prstDash val="solid"/>
                      <a:round/>
                      <a:headEnd type="none" w="med" len="med"/>
                      <a:tailEnd type="none" w="med" len="med"/>
                    </a:lnB>
                    <a:noFill/>
                  </a:tcPr>
                </a:tc>
                <a:extLst>
                  <a:ext uri="{0D108BD9-81ED-4DB2-BD59-A6C34878D82A}">
                    <a16:rowId xmlns:a16="http://schemas.microsoft.com/office/drawing/2014/main" val="724421254"/>
                  </a:ext>
                </a:extLst>
              </a:tr>
              <a:tr h="0">
                <a:tc>
                  <a:txBody>
                    <a:bodyPr/>
                    <a:lstStyle/>
                    <a:p>
                      <a:pPr marL="0" algn="ctr" defTabSz="914400" rtl="0" eaLnBrk="1" fontAlgn="ctr" latinLnBrk="0" hangingPunct="1"/>
                      <a:r>
                        <a:rPr lang="es-ES_tradnl" sz="1200" kern="1200" err="1">
                          <a:solidFill>
                            <a:sysClr val="windowText" lastClr="000000"/>
                          </a:solidFill>
                          <a:latin typeface="Consolas" panose="020B0609020204030204" pitchFamily="49" charset="0"/>
                          <a:ea typeface="+mn-ea"/>
                          <a:cs typeface="+mn-cs"/>
                        </a:rPr>
                        <a:t>original_price</a:t>
                      </a:r>
                      <a:endParaRPr lang="es-ES_tradnl" sz="1200" kern="1200">
                        <a:solidFill>
                          <a:sysClr val="windowText" lastClr="000000"/>
                        </a:solidFill>
                        <a:latin typeface="Consolas" panose="020B0609020204030204" pitchFamily="49" charset="0"/>
                        <a:ea typeface="+mn-ea"/>
                        <a:cs typeface="+mn-cs"/>
                      </a:endParaRP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22.8%</a:t>
                      </a: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model_te</a:t>
                      </a:r>
                    </a:p>
                  </a:txBody>
                  <a:tcPr anchor="ctr">
                    <a:lnL>
                      <a:noFill/>
                    </a:lnL>
                    <a:lnR>
                      <a:noFill/>
                    </a:lnR>
                    <a:lnT w="28575" cap="flat" cmpd="sng" algn="ctr">
                      <a:solidFill>
                        <a:srgbClr val="2E4A7E"/>
                      </a:solidFill>
                      <a:prstDash val="solid"/>
                      <a:round/>
                      <a:headEnd type="none" w="med" len="med"/>
                      <a:tailEnd type="none" w="med" len="med"/>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11.4%</a:t>
                      </a:r>
                    </a:p>
                  </a:txBody>
                  <a:tcPr anchor="ctr">
                    <a:lnL>
                      <a:noFill/>
                    </a:lnL>
                    <a:lnR>
                      <a:noFill/>
                    </a:lnR>
                    <a:lnT w="28575" cap="flat" cmpd="sng" algn="ctr">
                      <a:solidFill>
                        <a:srgbClr val="2E4A7E"/>
                      </a:solidFill>
                      <a:prstDash val="solid"/>
                      <a:round/>
                      <a:headEnd type="none" w="med" len="med"/>
                      <a:tailEnd type="none" w="med" len="med"/>
                    </a:lnT>
                    <a:lnB>
                      <a:noFill/>
                    </a:lnB>
                    <a:noFill/>
                  </a:tcPr>
                </a:tc>
                <a:extLst>
                  <a:ext uri="{0D108BD9-81ED-4DB2-BD59-A6C34878D82A}">
                    <a16:rowId xmlns:a16="http://schemas.microsoft.com/office/drawing/2014/main" val="2724565842"/>
                  </a:ext>
                </a:extLst>
              </a:tr>
              <a:tr h="0">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years</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12.7%</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dirty="0" err="1">
                          <a:solidFill>
                            <a:sysClr val="windowText" lastClr="000000"/>
                          </a:solidFill>
                          <a:latin typeface="Consolas" panose="020B0609020204030204" pitchFamily="49" charset="0"/>
                          <a:ea typeface="+mn-ea"/>
                          <a:cs typeface="+mn-cs"/>
                        </a:rPr>
                        <a:t>fuel_electric</a:t>
                      </a:r>
                      <a:endParaRPr lang="es-ES_tradnl" sz="1200" kern="1200" dirty="0">
                        <a:solidFill>
                          <a:sysClr val="windowText" lastClr="000000"/>
                        </a:solidFill>
                        <a:latin typeface="Consolas" panose="020B0609020204030204" pitchFamily="49" charset="0"/>
                        <a:ea typeface="+mn-ea"/>
                        <a:cs typeface="+mn-cs"/>
                      </a:endParaRPr>
                    </a:p>
                  </a:txBody>
                  <a:tcPr anchor="ctr">
                    <a:lnL>
                      <a:noFill/>
                    </a:lnL>
                    <a:lnR>
                      <a:noFill/>
                    </a:lnR>
                    <a:lnT>
                      <a:noFill/>
                    </a:lnT>
                    <a:lnB>
                      <a:noFill/>
                    </a:lnB>
                    <a:noFill/>
                  </a:tcPr>
                </a:tc>
                <a:tc>
                  <a:txBody>
                    <a:bodyPr/>
                    <a:lstStyle/>
                    <a:p>
                      <a:pPr marL="0" algn="ctr" defTabSz="914400" rtl="0" eaLnBrk="1" fontAlgn="ctr" latinLnBrk="0" hangingPunct="1"/>
                      <a:r>
                        <a:rPr lang="es-ES_tradnl" sz="1200" kern="1200" dirty="0">
                          <a:solidFill>
                            <a:sysClr val="windowText" lastClr="000000"/>
                          </a:solidFill>
                          <a:latin typeface="Consolas" panose="020B0609020204030204" pitchFamily="49" charset="0"/>
                          <a:ea typeface="+mn-ea"/>
                          <a:cs typeface="+mn-cs"/>
                        </a:rPr>
                        <a:t>5.3%</a:t>
                      </a:r>
                    </a:p>
                  </a:txBody>
                  <a:tcPr anchor="ctr">
                    <a:lnL>
                      <a:noFill/>
                    </a:lnL>
                    <a:lnR>
                      <a:noFill/>
                    </a:lnR>
                    <a:lnT>
                      <a:noFill/>
                    </a:lnT>
                    <a:lnB>
                      <a:noFill/>
                    </a:lnB>
                    <a:noFill/>
                  </a:tcPr>
                </a:tc>
                <a:extLst>
                  <a:ext uri="{0D108BD9-81ED-4DB2-BD59-A6C34878D82A}">
                    <a16:rowId xmlns:a16="http://schemas.microsoft.com/office/drawing/2014/main" val="814631510"/>
                  </a:ext>
                </a:extLst>
              </a:tr>
              <a:tr h="0">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mileage</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11.5%</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a:solidFill>
                            <a:sysClr val="windowText" lastClr="000000"/>
                          </a:solidFill>
                          <a:latin typeface="Consolas" panose="020B0609020204030204" pitchFamily="49" charset="0"/>
                          <a:ea typeface="+mn-ea"/>
                          <a:cs typeface="+mn-cs"/>
                        </a:rPr>
                        <a:t>sport-car</a:t>
                      </a:r>
                    </a:p>
                  </a:txBody>
                  <a:tcPr anchor="ctr">
                    <a:lnL>
                      <a:noFill/>
                    </a:lnL>
                    <a:lnR>
                      <a:noFill/>
                    </a:lnR>
                    <a:lnT>
                      <a:noFill/>
                    </a:lnT>
                    <a:lnB>
                      <a:noFill/>
                    </a:lnB>
                    <a:noFill/>
                  </a:tcPr>
                </a:tc>
                <a:tc>
                  <a:txBody>
                    <a:bodyPr/>
                    <a:lstStyle/>
                    <a:p>
                      <a:pPr marL="0" algn="ctr" defTabSz="914400" rtl="0" eaLnBrk="1" fontAlgn="ctr" latinLnBrk="0" hangingPunct="1"/>
                      <a:r>
                        <a:rPr lang="es-ES_tradnl" sz="1200" kern="1200" dirty="0">
                          <a:solidFill>
                            <a:sysClr val="windowText" lastClr="000000"/>
                          </a:solidFill>
                          <a:latin typeface="Consolas" panose="020B0609020204030204" pitchFamily="49" charset="0"/>
                          <a:ea typeface="+mn-ea"/>
                          <a:cs typeface="+mn-cs"/>
                        </a:rPr>
                        <a:t>4.0%</a:t>
                      </a:r>
                    </a:p>
                  </a:txBody>
                  <a:tcPr anchor="ctr">
                    <a:lnL>
                      <a:noFill/>
                    </a:lnL>
                    <a:lnR>
                      <a:noFill/>
                    </a:lnR>
                    <a:lnT>
                      <a:noFill/>
                    </a:lnT>
                    <a:lnB>
                      <a:noFill/>
                    </a:lnB>
                    <a:noFill/>
                  </a:tcPr>
                </a:tc>
                <a:extLst>
                  <a:ext uri="{0D108BD9-81ED-4DB2-BD59-A6C34878D82A}">
                    <a16:rowId xmlns:a16="http://schemas.microsoft.com/office/drawing/2014/main" val="2468893274"/>
                  </a:ext>
                </a:extLst>
              </a:tr>
            </a:tbl>
          </a:graphicData>
        </a:graphic>
      </p:graphicFrame>
      <p:grpSp>
        <p:nvGrpSpPr>
          <p:cNvPr id="7" name="Group 6">
            <a:extLst>
              <a:ext uri="{FF2B5EF4-FFF2-40B4-BE49-F238E27FC236}">
                <a16:creationId xmlns:a16="http://schemas.microsoft.com/office/drawing/2014/main" id="{305D7C33-5273-A363-9705-EF9F4D934A23}"/>
              </a:ext>
            </a:extLst>
          </p:cNvPr>
          <p:cNvGrpSpPr/>
          <p:nvPr/>
        </p:nvGrpSpPr>
        <p:grpSpPr>
          <a:xfrm>
            <a:off x="11042133" y="408886"/>
            <a:ext cx="720000" cy="720000"/>
            <a:chOff x="11042133" y="408886"/>
            <a:chExt cx="972000" cy="972000"/>
          </a:xfrm>
        </p:grpSpPr>
        <p:sp>
          <p:nvSpPr>
            <p:cNvPr id="17" name="Flowchart: Connector 16">
              <a:extLst>
                <a:ext uri="{FF2B5EF4-FFF2-40B4-BE49-F238E27FC236}">
                  <a16:creationId xmlns:a16="http://schemas.microsoft.com/office/drawing/2014/main" id="{9A4ED240-797A-57FF-75FE-D2978CBCA93F}"/>
                </a:ext>
              </a:extLst>
            </p:cNvPr>
            <p:cNvSpPr/>
            <p:nvPr/>
          </p:nvSpPr>
          <p:spPr bwMode="auto">
            <a:xfrm>
              <a:off x="11042133" y="408886"/>
              <a:ext cx="972000" cy="972000"/>
            </a:xfrm>
            <a:prstGeom prst="flowChartConnector">
              <a:avLst/>
            </a:prstGeom>
            <a:solidFill>
              <a:srgbClr val="FFFFFF"/>
            </a:solidFill>
            <a:ln w="28575" cap="flat" cmpd="sng" algn="ctr">
              <a:solidFill>
                <a:srgbClr val="2E4A7E"/>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9" name="Picture 2">
              <a:extLst>
                <a:ext uri="{FF2B5EF4-FFF2-40B4-BE49-F238E27FC236}">
                  <a16:creationId xmlns:a16="http://schemas.microsoft.com/office/drawing/2014/main" id="{369595CE-321A-FBB9-3EE0-62F2FEC6B830}"/>
                </a:ext>
              </a:extLst>
            </p:cNvPr>
            <p:cNvPicPr>
              <a:picLocks noChangeAspect="1" noChangeArrowheads="1"/>
            </p:cNvPicPr>
            <p:nvPr/>
          </p:nvPicPr>
          <p:blipFill rotWithShape="1">
            <a:blip r:embed="rId4"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23293" r="21613"/>
            <a:stretch/>
          </p:blipFill>
          <p:spPr bwMode="auto">
            <a:xfrm>
              <a:off x="11147444" y="456105"/>
              <a:ext cx="788159" cy="802558"/>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3" name="Straight Connector 12">
            <a:extLst>
              <a:ext uri="{FF2B5EF4-FFF2-40B4-BE49-F238E27FC236}">
                <a16:creationId xmlns:a16="http://schemas.microsoft.com/office/drawing/2014/main" id="{F6931C1D-5255-43D7-B92D-F3D7C787BAB1}"/>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172412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A3E69354-1A37-82AD-A63F-4932F7720B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3C8145-6739-2382-C2B2-E9B35EA53F03}"/>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A7C2BDEF-A86A-9C00-42E0-B71142EF8A68}"/>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C47E7D98-0CE1-E422-E245-84B12A8144E0}"/>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BB4D2B24-72E6-A68B-940E-34E9DCD62263}"/>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chemeClr val="bg1"/>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2C29D564-AD99-7248-9659-524D90FD205D}"/>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0297F621-DBA7-58E2-ACCD-7E5F595C9BB7}"/>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A3A4C5E6-926C-BFE9-B9CA-FDD5A9EE3BF7}"/>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77177AC9-99B7-595F-0F68-6337FE9135CB}"/>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D525D46F-E8FF-AAB5-20E2-009C3DF0A29F}"/>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C0869ED8-66D6-FE95-5F07-7C8869BC2073}"/>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279750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E8E35-3781-FA3C-076A-98FB07DFBA7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275F0C7-4486-F0BE-3028-38A4B20CF52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025839E4-A15B-D6F9-E1BC-6D1C8F790D5B}"/>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Resultados y conclusiones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Selección del mejor modelo</a:t>
            </a:r>
          </a:p>
        </p:txBody>
      </p:sp>
      <p:sp>
        <p:nvSpPr>
          <p:cNvPr id="3" name="Rectangle 2">
            <a:extLst>
              <a:ext uri="{FF2B5EF4-FFF2-40B4-BE49-F238E27FC236}">
                <a16:creationId xmlns:a16="http://schemas.microsoft.com/office/drawing/2014/main" id="{A3A5CB2D-1F11-3ADD-EDCB-3AD4A46235E6}"/>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Google Shape;978;p52">
            <a:extLst>
              <a:ext uri="{FF2B5EF4-FFF2-40B4-BE49-F238E27FC236}">
                <a16:creationId xmlns:a16="http://schemas.microsoft.com/office/drawing/2014/main" id="{6714A796-1EB7-6CD2-2ABE-CD8A250BC076}"/>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dirty="0">
                <a:solidFill>
                  <a:srgbClr val="073763"/>
                </a:solidFill>
                <a:latin typeface="Arial" panose="020B0604020202020204" pitchFamily="34" charset="0"/>
                <a:cs typeface="Arial" panose="020B0604020202020204" pitchFamily="34" charset="0"/>
                <a:sym typeface="Quattrocento Sans"/>
              </a:rPr>
              <a:t>Tras entrenar los diferentes modelos predictivos y analizar sus resultados, se ha </a:t>
            </a:r>
            <a:r>
              <a:rPr lang="es-ES_tradnl" sz="1400" b="1">
                <a:solidFill>
                  <a:srgbClr val="073763"/>
                </a:solidFill>
                <a:latin typeface="Arial" panose="020B0604020202020204" pitchFamily="34" charset="0"/>
                <a:cs typeface="Arial" panose="020B0604020202020204" pitchFamily="34" charset="0"/>
                <a:sym typeface="Quattrocento Sans"/>
              </a:rPr>
              <a:t>seleccionado </a:t>
            </a:r>
            <a:r>
              <a:rPr lang="es-ES_tradnl" sz="1400" b="1" dirty="0">
                <a:solidFill>
                  <a:srgbClr val="073763"/>
                </a:solidFill>
                <a:latin typeface="Arial" panose="020B0604020202020204" pitchFamily="34" charset="0"/>
                <a:cs typeface="Arial" panose="020B0604020202020204" pitchFamily="34" charset="0"/>
                <a:sym typeface="Quattrocento Sans"/>
              </a:rPr>
              <a:t>el modelo </a:t>
            </a:r>
            <a:r>
              <a:rPr lang="es-ES_tradnl" sz="1400" b="1" dirty="0" err="1">
                <a:solidFill>
                  <a:srgbClr val="073763"/>
                </a:solidFill>
                <a:latin typeface="Arial" panose="020B0604020202020204" pitchFamily="34" charset="0"/>
                <a:cs typeface="Arial" panose="020B0604020202020204" pitchFamily="34" charset="0"/>
                <a:sym typeface="Quattrocento Sans"/>
              </a:rPr>
              <a:t>XGBoost</a:t>
            </a:r>
            <a:r>
              <a:rPr lang="es-ES_tradnl" sz="1400" b="1" dirty="0">
                <a:solidFill>
                  <a:srgbClr val="073763"/>
                </a:solidFill>
                <a:latin typeface="Arial" panose="020B0604020202020204" pitchFamily="34" charset="0"/>
                <a:cs typeface="Arial" panose="020B0604020202020204" pitchFamily="34" charset="0"/>
                <a:sym typeface="Quattrocento Sans"/>
              </a:rPr>
              <a:t> como mejor modelo de predicción de precio de vehículos de segunda mano. De esta forma, será integrado como componente del  modelo de predicción del valor residual</a:t>
            </a:r>
            <a:r>
              <a:rPr lang="es-ES_tradnl" sz="1400" b="1">
                <a:solidFill>
                  <a:srgbClr val="073763"/>
                </a:solidFill>
                <a:latin typeface="Arial" panose="020B0604020202020204" pitchFamily="34" charset="0"/>
                <a:cs typeface="Arial" panose="020B0604020202020204" pitchFamily="34" charset="0"/>
                <a:sym typeface="Quattrocento Sans"/>
              </a:rPr>
              <a:t> según lo explicado.</a:t>
            </a:r>
            <a:endParaRPr lang="es-ES_tradnl" sz="1400" b="1" dirty="0">
              <a:solidFill>
                <a:srgbClr val="073763"/>
              </a:solidFill>
              <a:latin typeface="Arial" panose="020B0604020202020204" pitchFamily="34" charset="0"/>
              <a:cs typeface="Arial" panose="020B0604020202020204" pitchFamily="34" charset="0"/>
              <a:sym typeface="Quattrocento Sans"/>
            </a:endParaRPr>
          </a:p>
        </p:txBody>
      </p:sp>
      <p:sp>
        <p:nvSpPr>
          <p:cNvPr id="8" name="TextBox 7">
            <a:extLst>
              <a:ext uri="{FF2B5EF4-FFF2-40B4-BE49-F238E27FC236}">
                <a16:creationId xmlns:a16="http://schemas.microsoft.com/office/drawing/2014/main" id="{7D9AF8EF-015A-5F78-47A0-AB1F8E280A5F}"/>
              </a:ext>
            </a:extLst>
          </p:cNvPr>
          <p:cNvSpPr txBox="1"/>
          <p:nvPr/>
        </p:nvSpPr>
        <p:spPr>
          <a:xfrm>
            <a:off x="917526" y="2010280"/>
            <a:ext cx="2640875"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Métricas del error en test</a:t>
            </a:r>
          </a:p>
        </p:txBody>
      </p:sp>
      <p:sp>
        <p:nvSpPr>
          <p:cNvPr id="10" name="TextBox 9">
            <a:extLst>
              <a:ext uri="{FF2B5EF4-FFF2-40B4-BE49-F238E27FC236}">
                <a16:creationId xmlns:a16="http://schemas.microsoft.com/office/drawing/2014/main" id="{D992F921-8434-732E-66BE-EA80DCD2265B}"/>
              </a:ext>
            </a:extLst>
          </p:cNvPr>
          <p:cNvSpPr txBox="1"/>
          <p:nvPr/>
        </p:nvSpPr>
        <p:spPr>
          <a:xfrm>
            <a:off x="6423313" y="2010280"/>
            <a:ext cx="4273262"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Métricas del error en un subconjunto de test</a:t>
            </a:r>
          </a:p>
        </p:txBody>
      </p:sp>
      <p:sp>
        <p:nvSpPr>
          <p:cNvPr id="11" name="TextBox 10">
            <a:extLst>
              <a:ext uri="{FF2B5EF4-FFF2-40B4-BE49-F238E27FC236}">
                <a16:creationId xmlns:a16="http://schemas.microsoft.com/office/drawing/2014/main" id="{6916966B-2732-FF5D-62E9-E677A69096AB}"/>
              </a:ext>
            </a:extLst>
          </p:cNvPr>
          <p:cNvSpPr txBox="1"/>
          <p:nvPr/>
        </p:nvSpPr>
        <p:spPr>
          <a:xfrm>
            <a:off x="925550" y="4733102"/>
            <a:ext cx="10340899" cy="1601913"/>
          </a:xfrm>
          <a:prstGeom prst="roundRect">
            <a:avLst/>
          </a:pr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dirty="0">
                <a:solidFill>
                  <a:schemeClr val="accent1"/>
                </a:solidFill>
                <a:effectLst/>
                <a:latin typeface="Quattrocento Sans" panose="020B0502050000020003" pitchFamily="34" charset="0"/>
                <a:ea typeface="Aptos" panose="020B0004020202020204" pitchFamily="34" charset="0"/>
              </a:rPr>
              <a:t>Como el modelo de predicción del precio de vehículos de segunda mano se pretende utilizar como componente </a:t>
            </a:r>
            <a:r>
              <a:rPr lang="es-ES_tradnl" sz="1400" dirty="0">
                <a:solidFill>
                  <a:schemeClr val="accent1"/>
                </a:solidFill>
                <a:latin typeface="Quattrocento Sans" panose="020B0502050000020003" pitchFamily="34" charset="0"/>
                <a:ea typeface="Aptos" panose="020B0004020202020204" pitchFamily="34" charset="0"/>
              </a:rPr>
              <a:t>de un modelo de cálculo del valor residual, </a:t>
            </a:r>
            <a:r>
              <a:rPr lang="es-ES_tradnl" sz="1400" dirty="0">
                <a:solidFill>
                  <a:schemeClr val="accent1"/>
                </a:solidFill>
                <a:effectLst/>
                <a:latin typeface="Quattrocento Sans" panose="020B0502050000020003" pitchFamily="34" charset="0"/>
                <a:ea typeface="Aptos" panose="020B0004020202020204" pitchFamily="34" charset="0"/>
              </a:rPr>
              <a:t>es particularmente interesante estudiar el error en un subconjunto del conjunto de test que se asemeja lo más posible a los valores de entrada que tend</a:t>
            </a:r>
            <a:r>
              <a:rPr lang="es-ES_tradnl" sz="1400" dirty="0">
                <a:solidFill>
                  <a:schemeClr val="accent1"/>
                </a:solidFill>
                <a:latin typeface="Quattrocento Sans" panose="020B0502050000020003" pitchFamily="34" charset="0"/>
                <a:ea typeface="Aptos" panose="020B0004020202020204" pitchFamily="34" charset="0"/>
              </a:rPr>
              <a:t>rá el modelo en producción. Por las características de los préstamos de leasing, renting y </a:t>
            </a:r>
            <a:r>
              <a:rPr lang="es-ES_tradnl" sz="1400" dirty="0" err="1">
                <a:solidFill>
                  <a:schemeClr val="accent1"/>
                </a:solidFill>
                <a:latin typeface="Quattrocento Sans" panose="020B0502050000020003" pitchFamily="34" charset="0"/>
                <a:ea typeface="Aptos" panose="020B0004020202020204" pitchFamily="34" charset="0"/>
              </a:rPr>
              <a:t>multiopción</a:t>
            </a:r>
            <a:r>
              <a:rPr lang="es-ES_tradnl" sz="1400" dirty="0">
                <a:solidFill>
                  <a:schemeClr val="accent1"/>
                </a:solidFill>
                <a:latin typeface="Quattrocento Sans" panose="020B0502050000020003" pitchFamily="34" charset="0"/>
                <a:ea typeface="Aptos" panose="020B0004020202020204" pitchFamily="34" charset="0"/>
              </a:rPr>
              <a:t>, la duración del contrato se suele encontrar </a:t>
            </a:r>
            <a:r>
              <a:rPr lang="es-ES_tradnl" sz="1400" b="1" dirty="0">
                <a:solidFill>
                  <a:schemeClr val="accent1"/>
                </a:solidFill>
                <a:latin typeface="Quattrocento Sans" panose="020B0502050000020003" pitchFamily="34" charset="0"/>
                <a:ea typeface="Aptos" panose="020B0004020202020204" pitchFamily="34" charset="0"/>
              </a:rPr>
              <a:t>entre 2 y 6 años</a:t>
            </a:r>
            <a:r>
              <a:rPr lang="es-ES_tradnl" sz="1400" dirty="0">
                <a:solidFill>
                  <a:schemeClr val="accent1"/>
                </a:solidFill>
                <a:latin typeface="Quattrocento Sans" panose="020B0502050000020003" pitchFamily="34" charset="0"/>
                <a:ea typeface="Aptos" panose="020B0004020202020204" pitchFamily="34" charset="0"/>
              </a:rPr>
              <a:t>, y la gran mayoría de los importes financiados se encuentran </a:t>
            </a:r>
            <a:r>
              <a:rPr lang="es-ES_tradnl" sz="1400" b="1" dirty="0">
                <a:solidFill>
                  <a:schemeClr val="accent1"/>
                </a:solidFill>
                <a:latin typeface="Quattrocento Sans" panose="020B0502050000020003" pitchFamily="34" charset="0"/>
                <a:ea typeface="Aptos" panose="020B0004020202020204" pitchFamily="34" charset="0"/>
              </a:rPr>
              <a:t>entre 10,000 $ y 50,000 $</a:t>
            </a:r>
            <a:r>
              <a:rPr lang="es-ES_tradnl" sz="1400" dirty="0">
                <a:solidFill>
                  <a:schemeClr val="accent1"/>
                </a:solidFill>
                <a:latin typeface="Quattrocento Sans" panose="020B0502050000020003" pitchFamily="34" charset="0"/>
                <a:ea typeface="Aptos" panose="020B0004020202020204" pitchFamily="34" charset="0"/>
              </a:rPr>
              <a:t>. Para este subconjunto de datos, </a:t>
            </a:r>
            <a:r>
              <a:rPr lang="es-ES_tradnl" sz="1400" b="1" dirty="0">
                <a:solidFill>
                  <a:schemeClr val="accent1"/>
                </a:solidFill>
                <a:latin typeface="Quattrocento Sans" panose="020B0502050000020003" pitchFamily="34" charset="0"/>
                <a:ea typeface="Aptos" panose="020B0004020202020204" pitchFamily="34" charset="0"/>
              </a:rPr>
              <a:t>el modelo predice todavía mejor</a:t>
            </a:r>
            <a:r>
              <a:rPr lang="es-ES_tradnl" sz="1400" dirty="0">
                <a:solidFill>
                  <a:schemeClr val="accent1"/>
                </a:solidFill>
                <a:latin typeface="Quattrocento Sans" panose="020B0502050000020003" pitchFamily="34" charset="0"/>
                <a:ea typeface="Aptos" panose="020B0004020202020204" pitchFamily="34" charset="0"/>
              </a:rPr>
              <a:t>. Esto se debe a que el mayor error que comete el modelo es en los extremos del espectro de precios.</a:t>
            </a:r>
            <a:endParaRPr lang="es-ES_tradnl" sz="1400" dirty="0">
              <a:solidFill>
                <a:schemeClr val="accent1"/>
              </a:solidFill>
              <a:latin typeface="Quattrocento Sans" panose="020B0502050000020003" pitchFamily="34" charset="0"/>
            </a:endParaRPr>
          </a:p>
        </p:txBody>
      </p:sp>
      <p:pic>
        <p:nvPicPr>
          <p:cNvPr id="12" name="Picture 11">
            <a:extLst>
              <a:ext uri="{FF2B5EF4-FFF2-40B4-BE49-F238E27FC236}">
                <a16:creationId xmlns:a16="http://schemas.microsoft.com/office/drawing/2014/main" id="{F57D64A4-2B04-FC7D-841A-3591ED63A88A}"/>
              </a:ext>
            </a:extLst>
          </p:cNvPr>
          <p:cNvPicPr>
            <a:picLocks noChangeAspect="1"/>
          </p:cNvPicPr>
          <p:nvPr/>
        </p:nvPicPr>
        <p:blipFill>
          <a:blip r:embed="rId2"/>
          <a:stretch>
            <a:fillRect/>
          </a:stretch>
        </p:blipFill>
        <p:spPr>
          <a:xfrm>
            <a:off x="917526" y="2318399"/>
            <a:ext cx="5286629" cy="2280193"/>
          </a:xfrm>
          <a:prstGeom prst="rect">
            <a:avLst/>
          </a:prstGeom>
        </p:spPr>
      </p:pic>
      <p:pic>
        <p:nvPicPr>
          <p:cNvPr id="22" name="Picture 21">
            <a:extLst>
              <a:ext uri="{FF2B5EF4-FFF2-40B4-BE49-F238E27FC236}">
                <a16:creationId xmlns:a16="http://schemas.microsoft.com/office/drawing/2014/main" id="{6A6C0461-DD07-1675-AF06-62BDAC2934A6}"/>
              </a:ext>
            </a:extLst>
          </p:cNvPr>
          <p:cNvPicPr>
            <a:picLocks noChangeAspect="1"/>
          </p:cNvPicPr>
          <p:nvPr/>
        </p:nvPicPr>
        <p:blipFill>
          <a:blip r:embed="rId3"/>
          <a:stretch>
            <a:fillRect/>
          </a:stretch>
        </p:blipFill>
        <p:spPr>
          <a:xfrm>
            <a:off x="6423313" y="2318399"/>
            <a:ext cx="4835111" cy="2278800"/>
          </a:xfrm>
          <a:prstGeom prst="rect">
            <a:avLst/>
          </a:prstGeom>
        </p:spPr>
      </p:pic>
      <p:cxnSp>
        <p:nvCxnSpPr>
          <p:cNvPr id="24" name="Straight Connector 23">
            <a:extLst>
              <a:ext uri="{FF2B5EF4-FFF2-40B4-BE49-F238E27FC236}">
                <a16:creationId xmlns:a16="http://schemas.microsoft.com/office/drawing/2014/main" id="{70106F81-C881-A44C-A441-45D1E9AFC9A6}"/>
              </a:ext>
            </a:extLst>
          </p:cNvPr>
          <p:cNvCxnSpPr/>
          <p:nvPr/>
        </p:nvCxnSpPr>
        <p:spPr>
          <a:xfrm>
            <a:off x="6325386" y="2667789"/>
            <a:ext cx="0" cy="1944000"/>
          </a:xfrm>
          <a:prstGeom prst="line">
            <a:avLst/>
          </a:prstGeom>
          <a:ln w="19050">
            <a:solidFill>
              <a:srgbClr val="314C80"/>
            </a:solidFill>
            <a:prstDash val="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7BB528F-DF28-DE56-DE05-8FE924C00BE7}"/>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4131125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64A7-CB90-3266-AE18-FAE429F057E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5B8E636-84CA-9B6E-2320-611ECD2E7D71}"/>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231D05DF-D15C-8C70-1AF9-3EBB522E35AC}"/>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Resultados y conclusiones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Selección del mejor modelo con foco en vehículos eléctricos</a:t>
            </a:r>
          </a:p>
        </p:txBody>
      </p:sp>
      <p:sp>
        <p:nvSpPr>
          <p:cNvPr id="3" name="Rectangle 2">
            <a:extLst>
              <a:ext uri="{FF2B5EF4-FFF2-40B4-BE49-F238E27FC236}">
                <a16:creationId xmlns:a16="http://schemas.microsoft.com/office/drawing/2014/main" id="{9A27328F-1EE6-A6D7-60EA-79DA241F7343}"/>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Google Shape;978;p52">
            <a:extLst>
              <a:ext uri="{FF2B5EF4-FFF2-40B4-BE49-F238E27FC236}">
                <a16:creationId xmlns:a16="http://schemas.microsoft.com/office/drawing/2014/main" id="{42901E07-566F-EA2F-EDD8-A10FE2C989D7}"/>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Si se evalúa el error de los modelos alternativos en el subconjunto de vehículos eléctricos, las conclusiones son muy similares. El mejor modelo de predicción en cuanto a performance sigue siendo el modelo </a:t>
            </a:r>
            <a:r>
              <a:rPr lang="es-ES_tradnl" sz="1400" b="1" err="1">
                <a:solidFill>
                  <a:srgbClr val="073763"/>
                </a:solidFill>
                <a:latin typeface="Arial" panose="020B0604020202020204" pitchFamily="34" charset="0"/>
                <a:cs typeface="Arial" panose="020B0604020202020204" pitchFamily="34" charset="0"/>
                <a:sym typeface="Quattrocento Sans"/>
              </a:rPr>
              <a:t>XGBoost</a:t>
            </a:r>
            <a:r>
              <a:rPr lang="es-ES_tradnl" sz="1400" b="1">
                <a:solidFill>
                  <a:srgbClr val="073763"/>
                </a:solidFill>
                <a:latin typeface="Arial" panose="020B0604020202020204" pitchFamily="34" charset="0"/>
                <a:cs typeface="Arial" panose="020B0604020202020204" pitchFamily="34" charset="0"/>
                <a:sym typeface="Quattrocento Sans"/>
              </a:rPr>
              <a:t>. Los resultados son análogos a aquellos obtenidos para el total de vehículos </a:t>
            </a:r>
          </a:p>
        </p:txBody>
      </p:sp>
      <p:pic>
        <p:nvPicPr>
          <p:cNvPr id="13" name="Picture 12">
            <a:extLst>
              <a:ext uri="{FF2B5EF4-FFF2-40B4-BE49-F238E27FC236}">
                <a16:creationId xmlns:a16="http://schemas.microsoft.com/office/drawing/2014/main" id="{05EB5CB7-DE7C-37C4-BE63-874CBD951A24}"/>
              </a:ext>
            </a:extLst>
          </p:cNvPr>
          <p:cNvPicPr>
            <a:picLocks noChangeAspect="1"/>
          </p:cNvPicPr>
          <p:nvPr/>
        </p:nvPicPr>
        <p:blipFill>
          <a:blip r:embed="rId2"/>
          <a:stretch>
            <a:fillRect/>
          </a:stretch>
        </p:blipFill>
        <p:spPr>
          <a:xfrm>
            <a:off x="7887196" y="4385237"/>
            <a:ext cx="2905360" cy="2163862"/>
          </a:xfrm>
          <a:prstGeom prst="rect">
            <a:avLst/>
          </a:prstGeom>
          <a:ln w="57150">
            <a:solidFill>
              <a:schemeClr val="bg1"/>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C232E9E1-4DFF-799F-98D2-79E21547EF9E}"/>
              </a:ext>
            </a:extLst>
          </p:cNvPr>
          <p:cNvPicPr>
            <a:picLocks noChangeAspect="1"/>
          </p:cNvPicPr>
          <p:nvPr/>
        </p:nvPicPr>
        <p:blipFill>
          <a:blip r:embed="rId3"/>
          <a:stretch>
            <a:fillRect/>
          </a:stretch>
        </p:blipFill>
        <p:spPr>
          <a:xfrm>
            <a:off x="7887196" y="2064153"/>
            <a:ext cx="2905360" cy="2159200"/>
          </a:xfrm>
          <a:prstGeom prst="rect">
            <a:avLst/>
          </a:prstGeom>
          <a:ln w="57150">
            <a:solidFill>
              <a:schemeClr val="bg1"/>
            </a:solid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35B0AFB5-0161-2146-DE94-54C70FE47E60}"/>
              </a:ext>
            </a:extLst>
          </p:cNvPr>
          <p:cNvSpPr txBox="1"/>
          <p:nvPr/>
        </p:nvSpPr>
        <p:spPr>
          <a:xfrm>
            <a:off x="864827" y="1969674"/>
            <a:ext cx="6249952"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Métricas del error en test para el subconjunto de coches eléctricos</a:t>
            </a:r>
          </a:p>
        </p:txBody>
      </p:sp>
      <p:sp>
        <p:nvSpPr>
          <p:cNvPr id="5" name="Freeform: Shape 4">
            <a:extLst>
              <a:ext uri="{FF2B5EF4-FFF2-40B4-BE49-F238E27FC236}">
                <a16:creationId xmlns:a16="http://schemas.microsoft.com/office/drawing/2014/main" id="{49F3394D-63C5-AF84-68D0-8AA477280239}"/>
              </a:ext>
            </a:extLst>
          </p:cNvPr>
          <p:cNvSpPr/>
          <p:nvPr/>
        </p:nvSpPr>
        <p:spPr>
          <a:xfrm>
            <a:off x="864826" y="5117590"/>
            <a:ext cx="6459504" cy="144788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accent1"/>
                </a:solidFill>
                <a:latin typeface="Quattrocento Sans" panose="020B0502050000020003" pitchFamily="34" charset="0"/>
              </a:rPr>
              <a:t>El modelo </a:t>
            </a:r>
            <a:r>
              <a:rPr lang="es-ES_tradnl" sz="1400" err="1">
                <a:solidFill>
                  <a:schemeClr val="accent1"/>
                </a:solidFill>
                <a:latin typeface="Quattrocento Sans" panose="020B0502050000020003" pitchFamily="34" charset="0"/>
              </a:rPr>
              <a:t>XGBoost</a:t>
            </a:r>
            <a:r>
              <a:rPr lang="es-ES_tradnl" sz="1400">
                <a:solidFill>
                  <a:schemeClr val="accent1"/>
                </a:solidFill>
                <a:latin typeface="Quattrocento Sans" panose="020B0502050000020003" pitchFamily="34" charset="0"/>
              </a:rPr>
              <a:t> es el que mejor estima el precio de vehículos de segunda mano según sus métricas de error, cometiendo de media, un </a:t>
            </a:r>
            <a:r>
              <a:rPr lang="es-ES_tradnl" sz="1400" b="1">
                <a:solidFill>
                  <a:schemeClr val="accent1"/>
                </a:solidFill>
                <a:latin typeface="Quattrocento Sans" panose="020B0502050000020003" pitchFamily="34" charset="0"/>
              </a:rPr>
              <a:t>error inferior a 1,900$, lo que corresponde a un 6.7% de error relativo y un 6.6% de error relativo ponderado</a:t>
            </a:r>
            <a:r>
              <a:rPr lang="es-ES_tradnl" sz="1400">
                <a:solidFill>
                  <a:schemeClr val="accent1"/>
                </a:solidFill>
                <a:latin typeface="Quattrocento Sans" panose="020B0502050000020003" pitchFamily="34" charset="0"/>
              </a:rPr>
              <a:t>. De igual forma, son unos </a:t>
            </a:r>
            <a:r>
              <a:rPr lang="es-ES_tradnl" sz="1400" b="1">
                <a:solidFill>
                  <a:schemeClr val="accent1"/>
                </a:solidFill>
                <a:latin typeface="Quattrocento Sans" panose="020B0502050000020003" pitchFamily="34" charset="0"/>
              </a:rPr>
              <a:t>resultados satisfactorios</a:t>
            </a:r>
            <a:r>
              <a:rPr lang="es-ES_tradnl" sz="1400">
                <a:solidFill>
                  <a:schemeClr val="accent1"/>
                </a:solidFill>
                <a:latin typeface="Quattrocento Sans" panose="020B0502050000020003" pitchFamily="34" charset="0"/>
              </a:rPr>
              <a:t>, aunque en el análisis del error se observa como el modelo tiende a sobreestimar para precios bajos y todavía </a:t>
            </a:r>
            <a:r>
              <a:rPr lang="es-ES_tradnl" sz="1400" b="1">
                <a:solidFill>
                  <a:schemeClr val="accent1"/>
                </a:solidFill>
                <a:latin typeface="Quattrocento Sans" panose="020B0502050000020003" pitchFamily="34" charset="0"/>
              </a:rPr>
              <a:t>áreas de oportunidad para minimizar el error</a:t>
            </a:r>
            <a:r>
              <a:rPr lang="es-ES_tradnl" sz="1400">
                <a:solidFill>
                  <a:schemeClr val="accent1"/>
                </a:solidFill>
                <a:latin typeface="Quattrocento Sans" panose="020B0502050000020003" pitchFamily="34" charset="0"/>
              </a:rPr>
              <a:t>.</a:t>
            </a:r>
          </a:p>
        </p:txBody>
      </p:sp>
      <p:graphicFrame>
        <p:nvGraphicFramePr>
          <p:cNvPr id="14" name="Table 13">
            <a:extLst>
              <a:ext uri="{FF2B5EF4-FFF2-40B4-BE49-F238E27FC236}">
                <a16:creationId xmlns:a16="http://schemas.microsoft.com/office/drawing/2014/main" id="{F4308548-0A3C-192A-A4EC-FC3B00972215}"/>
              </a:ext>
            </a:extLst>
          </p:cNvPr>
          <p:cNvGraphicFramePr>
            <a:graphicFrameLocks noGrp="1"/>
          </p:cNvGraphicFramePr>
          <p:nvPr>
            <p:extLst>
              <p:ext uri="{D42A27DB-BD31-4B8C-83A1-F6EECF244321}">
                <p14:modId xmlns:p14="http://schemas.microsoft.com/office/powerpoint/2010/main" val="791647817"/>
              </p:ext>
            </p:extLst>
          </p:nvPr>
        </p:nvGraphicFramePr>
        <p:xfrm>
          <a:off x="864826" y="2440627"/>
          <a:ext cx="6459505" cy="2595880"/>
        </p:xfrm>
        <a:graphic>
          <a:graphicData uri="http://schemas.openxmlformats.org/drawingml/2006/table">
            <a:tbl>
              <a:tblPr firstRow="1" bandRow="1">
                <a:tableStyleId>{5C22544A-7EE6-4342-B048-85BDC9FD1C3A}</a:tableStyleId>
              </a:tblPr>
              <a:tblGrid>
                <a:gridCol w="1309853">
                  <a:extLst>
                    <a:ext uri="{9D8B030D-6E8A-4147-A177-3AD203B41FA5}">
                      <a16:colId xmlns:a16="http://schemas.microsoft.com/office/drawing/2014/main" val="1069286763"/>
                    </a:ext>
                  </a:extLst>
                </a:gridCol>
                <a:gridCol w="854165">
                  <a:extLst>
                    <a:ext uri="{9D8B030D-6E8A-4147-A177-3AD203B41FA5}">
                      <a16:colId xmlns:a16="http://schemas.microsoft.com/office/drawing/2014/main" val="2798594429"/>
                    </a:ext>
                  </a:extLst>
                </a:gridCol>
                <a:gridCol w="854165">
                  <a:extLst>
                    <a:ext uri="{9D8B030D-6E8A-4147-A177-3AD203B41FA5}">
                      <a16:colId xmlns:a16="http://schemas.microsoft.com/office/drawing/2014/main" val="3642030974"/>
                    </a:ext>
                  </a:extLst>
                </a:gridCol>
                <a:gridCol w="854165">
                  <a:extLst>
                    <a:ext uri="{9D8B030D-6E8A-4147-A177-3AD203B41FA5}">
                      <a16:colId xmlns:a16="http://schemas.microsoft.com/office/drawing/2014/main" val="3496728076"/>
                    </a:ext>
                  </a:extLst>
                </a:gridCol>
                <a:gridCol w="743335">
                  <a:extLst>
                    <a:ext uri="{9D8B030D-6E8A-4147-A177-3AD203B41FA5}">
                      <a16:colId xmlns:a16="http://schemas.microsoft.com/office/drawing/2014/main" val="2045383440"/>
                    </a:ext>
                  </a:extLst>
                </a:gridCol>
                <a:gridCol w="923345">
                  <a:extLst>
                    <a:ext uri="{9D8B030D-6E8A-4147-A177-3AD203B41FA5}">
                      <a16:colId xmlns:a16="http://schemas.microsoft.com/office/drawing/2014/main" val="930246500"/>
                    </a:ext>
                  </a:extLst>
                </a:gridCol>
                <a:gridCol w="920477">
                  <a:extLst>
                    <a:ext uri="{9D8B030D-6E8A-4147-A177-3AD203B41FA5}">
                      <a16:colId xmlns:a16="http://schemas.microsoft.com/office/drawing/2014/main" val="185851629"/>
                    </a:ext>
                  </a:extLst>
                </a:gridCol>
              </a:tblGrid>
              <a:tr h="370840">
                <a:tc>
                  <a:txBody>
                    <a:bodyPr/>
                    <a:lstStyle/>
                    <a:p>
                      <a:pPr algn="ctr" fontAlgn="ctr"/>
                      <a:r>
                        <a:rPr lang="es-ES_tradnl" sz="1400" b="1">
                          <a:solidFill>
                            <a:schemeClr val="accent2">
                              <a:lumMod val="75000"/>
                            </a:schemeClr>
                          </a:solidFill>
                          <a:effectLst/>
                          <a:latin typeface="Calibri (Body)"/>
                        </a:rPr>
                        <a:t>Modelo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ME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MAE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STD</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MAPE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WMAPE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RMSE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1823203"/>
                  </a:ext>
                </a:extLst>
              </a:tr>
              <a:tr h="37084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a:effectLst/>
                        </a:rPr>
                        <a:t>Regresión Lineal</a:t>
                      </a:r>
                    </a:p>
                  </a:txBody>
                  <a:tcPr marL="35091" marR="35091" marT="17546" marB="17546"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1494.4 $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3940.0 $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3444.5 $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13.9%</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13.9%</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5233.3 $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06608942"/>
                  </a:ext>
                </a:extLst>
              </a:tr>
              <a:tr h="370840">
                <a:tc>
                  <a:txBody>
                    <a:bodyPr/>
                    <a:lstStyle/>
                    <a:p>
                      <a:pPr algn="ctr" fontAlgn="ctr"/>
                      <a:r>
                        <a:rPr lang="en-US" sz="1200">
                          <a:effectLst/>
                        </a:rPr>
                        <a:t>MLP</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-146.9 $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2038.2 $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1751.2 $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7.3%</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7.2%</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2687.2 $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20397598"/>
                  </a:ext>
                </a:extLst>
              </a:tr>
              <a:tr h="370840">
                <a:tc>
                  <a:txBody>
                    <a:bodyPr/>
                    <a:lstStyle/>
                    <a:p>
                      <a:pPr algn="ctr" fontAlgn="ctr"/>
                      <a:r>
                        <a:rPr lang="en-US" sz="1200">
                          <a:effectLst/>
                        </a:rPr>
                        <a:t>KNN</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700.9 $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2866.1 $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3322.7 $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9.9%</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10.1%</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4388.0 $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41277154"/>
                  </a:ext>
                </a:extLst>
              </a:tr>
              <a:tr h="370840">
                <a:tc>
                  <a:txBody>
                    <a:bodyPr/>
                    <a:lstStyle/>
                    <a:p>
                      <a:pPr algn="ctr" fontAlgn="ctr"/>
                      <a:r>
                        <a:rPr lang="es-ES_tradnl" sz="1200">
                          <a:effectLst/>
                        </a:rPr>
                        <a:t>Árbol de decisión</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627.3 $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2810.6 $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2976.7 $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9.9%</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9.9%</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4093.9 $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35836425"/>
                  </a:ext>
                </a:extLst>
              </a:tr>
              <a:tr h="370840">
                <a:tc>
                  <a:txBody>
                    <a:bodyPr/>
                    <a:lstStyle/>
                    <a:p>
                      <a:pPr algn="ctr" fontAlgn="ctr"/>
                      <a:r>
                        <a:rPr lang="en-US" sz="1200">
                          <a:effectLst/>
                        </a:rPr>
                        <a:t>Random forest</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537.5 $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2126.9 $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2030.9 $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7.6%</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7.5%</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2940.8 $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1055851"/>
                  </a:ext>
                </a:extLst>
              </a:tr>
              <a:tr h="370840">
                <a:tc>
                  <a:txBody>
                    <a:bodyPr/>
                    <a:lstStyle/>
                    <a:p>
                      <a:pPr algn="ctr" fontAlgn="ctr"/>
                      <a:r>
                        <a:rPr lang="en-US" sz="1200" b="1">
                          <a:effectLst/>
                        </a:rPr>
                        <a:t>XGBoost</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263.9 $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1884.0 $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1746.5 $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6.7%</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6.6%</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2569.0 $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692003654"/>
                  </a:ext>
                </a:extLst>
              </a:tr>
            </a:tbl>
          </a:graphicData>
        </a:graphic>
      </p:graphicFrame>
      <p:cxnSp>
        <p:nvCxnSpPr>
          <p:cNvPr id="6" name="Straight Connector 5">
            <a:extLst>
              <a:ext uri="{FF2B5EF4-FFF2-40B4-BE49-F238E27FC236}">
                <a16:creationId xmlns:a16="http://schemas.microsoft.com/office/drawing/2014/main" id="{BDF7B169-11E1-ADDC-0A5F-998D7FC719C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2371654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2">
          <a:extLst>
            <a:ext uri="{FF2B5EF4-FFF2-40B4-BE49-F238E27FC236}">
              <a16:creationId xmlns:a16="http://schemas.microsoft.com/office/drawing/2014/main" id="{E9AA3741-A8E0-CBB7-64E9-B922279EE7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E2D0AAA-9B6E-8D6A-B39C-8320B360C3C6}"/>
              </a:ext>
            </a:extLst>
          </p:cNvPr>
          <p:cNvSpPr txBox="1"/>
          <p:nvPr/>
        </p:nvSpPr>
        <p:spPr>
          <a:xfrm>
            <a:off x="465850" y="2178371"/>
            <a:ext cx="3600000" cy="1898148"/>
          </a:xfrm>
          <a:prstGeom prst="rect">
            <a:avLst/>
          </a:prstGeom>
          <a:noFill/>
        </p:spPr>
        <p:txBody>
          <a:bodyPr wrap="square" lIns="91440" tIns="45720" rIns="9144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Se ha propuesto una </a:t>
            </a:r>
            <a:r>
              <a:rPr lang="es-ES_tradnl" sz="1100" b="1">
                <a:latin typeface="Quattrocento Sans" panose="020B0502050000020003" pitchFamily="34" charset="0"/>
                <a:cs typeface="Arial" panose="020B0604020202020204" pitchFamily="34" charset="0"/>
              </a:rPr>
              <a:t>solución completa al caso práctico del cálculo del valor residual en entidades de financiación</a:t>
            </a:r>
            <a:r>
              <a:rPr lang="es-ES_tradnl" sz="1100">
                <a:latin typeface="Quattrocento Sans" panose="020B0502050000020003" pitchFamily="34" charset="0"/>
                <a:cs typeface="Arial" panose="020B0604020202020204" pitchFamily="34" charset="0"/>
              </a:rPr>
              <a:t>. Se ha realizado un análisis profundo de los </a:t>
            </a:r>
            <a:r>
              <a:rPr lang="es-ES_tradnl" sz="1100" b="1">
                <a:latin typeface="Quattrocento Sans" panose="020B0502050000020003" pitchFamily="34" charset="0"/>
                <a:cs typeface="Arial" panose="020B0604020202020204" pitchFamily="34" charset="0"/>
              </a:rPr>
              <a:t>factores determinantes </a:t>
            </a:r>
            <a:r>
              <a:rPr lang="es-ES_tradnl" sz="1100">
                <a:latin typeface="Quattrocento Sans" panose="020B0502050000020003" pitchFamily="34" charset="0"/>
                <a:cs typeface="Arial" panose="020B0604020202020204" pitchFamily="34" charset="0"/>
              </a:rPr>
              <a:t>en el cálculo del valor residual en vehículos financiados, con foco en vehículos eléctricos. Además, se ha complementado el análisis con la propuesta e </a:t>
            </a:r>
            <a:r>
              <a:rPr lang="es-ES_tradnl" sz="1100" b="1">
                <a:latin typeface="Quattrocento Sans" panose="020B0502050000020003" pitchFamily="34" charset="0"/>
                <a:cs typeface="Arial" panose="020B0604020202020204" pitchFamily="34" charset="0"/>
              </a:rPr>
              <a:t>implementación, </a:t>
            </a:r>
            <a:r>
              <a:rPr lang="es-ES_tradnl" sz="1100">
                <a:latin typeface="Quattrocento Sans" panose="020B0502050000020003" pitchFamily="34" charset="0"/>
                <a:cs typeface="Arial" panose="020B0604020202020204" pitchFamily="34" charset="0"/>
              </a:rPr>
              <a:t>utilizando técnicas de </a:t>
            </a:r>
            <a:r>
              <a:rPr lang="es-ES_tradnl" sz="1100" b="1">
                <a:latin typeface="Quattrocento Sans" panose="020B0502050000020003" pitchFamily="34" charset="0"/>
                <a:cs typeface="Arial" panose="020B0604020202020204" pitchFamily="34" charset="0"/>
              </a:rPr>
              <a:t>Data </a:t>
            </a:r>
            <a:r>
              <a:rPr lang="es-ES_tradnl" sz="1100" b="1" err="1">
                <a:latin typeface="Quattrocento Sans" panose="020B0502050000020003" pitchFamily="34" charset="0"/>
                <a:cs typeface="Arial" panose="020B0604020202020204" pitchFamily="34" charset="0"/>
              </a:rPr>
              <a:t>Science</a:t>
            </a:r>
            <a:r>
              <a:rPr lang="es-ES_tradnl" sz="1100" b="1">
                <a:latin typeface="Quattrocento Sans" panose="020B0502050000020003" pitchFamily="34" charset="0"/>
                <a:cs typeface="Arial" panose="020B0604020202020204" pitchFamily="34" charset="0"/>
              </a:rPr>
              <a:t>, de un modelo de cálculo de valor residual </a:t>
            </a:r>
            <a:r>
              <a:rPr lang="es-ES_tradnl" sz="1100">
                <a:latin typeface="Quattrocento Sans" panose="020B0502050000020003" pitchFamily="34" charset="0"/>
                <a:cs typeface="Arial" panose="020B0604020202020204" pitchFamily="34" charset="0"/>
              </a:rPr>
              <a:t>basado en un modelo de </a:t>
            </a:r>
            <a:r>
              <a:rPr lang="es-ES_tradnl" sz="1100" b="1">
                <a:latin typeface="Quattrocento Sans" panose="020B0502050000020003" pitchFamily="34" charset="0"/>
                <a:cs typeface="Arial" panose="020B0604020202020204" pitchFamily="34" charset="0"/>
              </a:rPr>
              <a:t>Machine </a:t>
            </a:r>
            <a:r>
              <a:rPr lang="es-ES_tradnl" sz="1100" b="1" err="1">
                <a:latin typeface="Quattrocento Sans" panose="020B0502050000020003" pitchFamily="34" charset="0"/>
                <a:cs typeface="Arial" panose="020B0604020202020204" pitchFamily="34" charset="0"/>
              </a:rPr>
              <a:t>Learning</a:t>
            </a:r>
            <a:r>
              <a:rPr lang="es-ES_tradnl" sz="1100" b="1">
                <a:latin typeface="Quattrocento Sans" panose="020B0502050000020003" pitchFamily="34" charset="0"/>
                <a:cs typeface="Arial" panose="020B0604020202020204" pitchFamily="34" charset="0"/>
              </a:rPr>
              <a:t> </a:t>
            </a:r>
            <a:r>
              <a:rPr lang="es-ES_tradnl" sz="1100">
                <a:latin typeface="Quattrocento Sans" panose="020B0502050000020003" pitchFamily="34" charset="0"/>
                <a:cs typeface="Arial" panose="020B0604020202020204" pitchFamily="34" charset="0"/>
              </a:rPr>
              <a:t>de predicción de precio de los vehículos usados. </a:t>
            </a:r>
          </a:p>
        </p:txBody>
      </p:sp>
      <p:grpSp>
        <p:nvGrpSpPr>
          <p:cNvPr id="35" name="Group 34">
            <a:extLst>
              <a:ext uri="{FF2B5EF4-FFF2-40B4-BE49-F238E27FC236}">
                <a16:creationId xmlns:a16="http://schemas.microsoft.com/office/drawing/2014/main" id="{1A3AB677-92BD-322A-8B23-04FC53DB43D8}"/>
              </a:ext>
            </a:extLst>
          </p:cNvPr>
          <p:cNvGrpSpPr>
            <a:grpSpLocks noChangeAspect="1"/>
          </p:cNvGrpSpPr>
          <p:nvPr/>
        </p:nvGrpSpPr>
        <p:grpSpPr>
          <a:xfrm>
            <a:off x="465850" y="1431310"/>
            <a:ext cx="691200" cy="698112"/>
            <a:chOff x="1779323" y="1726727"/>
            <a:chExt cx="900000" cy="900000"/>
          </a:xfrm>
        </p:grpSpPr>
        <p:sp>
          <p:nvSpPr>
            <p:cNvPr id="36" name="Oval 35">
              <a:extLst>
                <a:ext uri="{FF2B5EF4-FFF2-40B4-BE49-F238E27FC236}">
                  <a16:creationId xmlns:a16="http://schemas.microsoft.com/office/drawing/2014/main" id="{E5F62EFA-D890-B7CF-09EB-70932801BAE6}"/>
                </a:ext>
              </a:extLst>
            </p:cNvPr>
            <p:cNvSpPr/>
            <p:nvPr/>
          </p:nvSpPr>
          <p:spPr bwMode="auto">
            <a:xfrm>
              <a:off x="1779323" y="1726727"/>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2569"/>
                </a:solidFill>
                <a:cs typeface="Arial" pitchFamily="34" charset="0"/>
              </a:endParaRPr>
            </a:p>
          </p:txBody>
        </p:sp>
        <p:pic>
          <p:nvPicPr>
            <p:cNvPr id="45" name="Picture 44">
              <a:extLst>
                <a:ext uri="{FF2B5EF4-FFF2-40B4-BE49-F238E27FC236}">
                  <a16:creationId xmlns:a16="http://schemas.microsoft.com/office/drawing/2014/main" id="{33094949-92A6-982D-DBDE-27AD0EFEA85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86918" y="1936721"/>
              <a:ext cx="515625" cy="510520"/>
            </a:xfrm>
            <a:prstGeom prst="rect">
              <a:avLst/>
            </a:prstGeom>
          </p:spPr>
        </p:pic>
      </p:grpSp>
      <p:sp>
        <p:nvSpPr>
          <p:cNvPr id="47" name="TextBox 16">
            <a:extLst>
              <a:ext uri="{FF2B5EF4-FFF2-40B4-BE49-F238E27FC236}">
                <a16:creationId xmlns:a16="http://schemas.microsoft.com/office/drawing/2014/main" id="{2B6EBD42-1A01-20CD-89CF-4B84C167555E}"/>
              </a:ext>
            </a:extLst>
          </p:cNvPr>
          <p:cNvSpPr txBox="1"/>
          <p:nvPr/>
        </p:nvSpPr>
        <p:spPr>
          <a:xfrm>
            <a:off x="1063718" y="1590363"/>
            <a:ext cx="2774338" cy="369332"/>
          </a:xfrm>
          <a:prstGeom prst="rect">
            <a:avLst/>
          </a:prstGeom>
          <a:noFill/>
        </p:spPr>
        <p:txBody>
          <a:bodyPr wrap="square" lIns="0"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Alcance y objetivos</a:t>
            </a:r>
          </a:p>
        </p:txBody>
      </p:sp>
      <p:sp>
        <p:nvSpPr>
          <p:cNvPr id="48" name="TextBox 47">
            <a:extLst>
              <a:ext uri="{FF2B5EF4-FFF2-40B4-BE49-F238E27FC236}">
                <a16:creationId xmlns:a16="http://schemas.microsoft.com/office/drawing/2014/main" id="{F7FF8CCB-C097-E273-819A-11AE26F6B441}"/>
              </a:ext>
            </a:extLst>
          </p:cNvPr>
          <p:cNvSpPr txBox="1"/>
          <p:nvPr/>
        </p:nvSpPr>
        <p:spPr>
          <a:xfrm>
            <a:off x="4286208" y="2178371"/>
            <a:ext cx="3522255" cy="1354730"/>
          </a:xfrm>
          <a:prstGeom prst="rect">
            <a:avLst/>
          </a:prstGeom>
          <a:noFill/>
        </p:spPr>
        <p:txBody>
          <a:bodyPr wrap="square" lIns="91440" tIns="45720" rIns="91440" bIns="45720" anchor="t">
            <a:spAutoFit/>
          </a:bodyPr>
          <a:lstStyle>
            <a:defPPr>
              <a:defRPr lang="en-US"/>
            </a:defPPr>
            <a:lvl1pPr algn="just">
              <a:lnSpc>
                <a:spcPct val="107000"/>
              </a:lnSpc>
              <a:spcAft>
                <a:spcPts val="800"/>
              </a:spcAft>
              <a:defRPr sz="1050">
                <a:latin typeface="Arial" panose="020B0604020202020204" pitchFamily="34" charset="0"/>
                <a:cs typeface="Arial" panose="020B0604020202020204" pitchFamily="34" charset="0"/>
              </a:defRPr>
            </a:lvl1pPr>
          </a:lstStyle>
          <a:p>
            <a:r>
              <a:rPr lang="es-ES_tradnl" sz="1100">
                <a:latin typeface="Quattrocento Sans" panose="020B0502050000020003" pitchFamily="34" charset="0"/>
              </a:rPr>
              <a:t>El </a:t>
            </a:r>
            <a:r>
              <a:rPr lang="es-ES_tradnl" sz="1100" b="1">
                <a:latin typeface="Quattrocento Sans" panose="020B0502050000020003" pitchFamily="34" charset="0"/>
              </a:rPr>
              <a:t>valor residual</a:t>
            </a:r>
            <a:r>
              <a:rPr lang="es-ES_tradnl" sz="1100">
                <a:latin typeface="Quattrocento Sans" panose="020B0502050000020003" pitchFamily="34" charset="0"/>
              </a:rPr>
              <a:t> de un activo es el importe que una empresa estima que podría recibir actualmente por su venta u otra forma de disposición, una vez descontados los gastos estimados asociados a dicha operación, y considerando que el activo haya alcanzado la antigüedad y las condiciones esperadas al finalizar su vida útil</a:t>
            </a:r>
          </a:p>
        </p:txBody>
      </p:sp>
      <p:sp>
        <p:nvSpPr>
          <p:cNvPr id="55" name="TextBox 16">
            <a:extLst>
              <a:ext uri="{FF2B5EF4-FFF2-40B4-BE49-F238E27FC236}">
                <a16:creationId xmlns:a16="http://schemas.microsoft.com/office/drawing/2014/main" id="{1736CCED-D948-CBFB-0538-78B0652659BF}"/>
              </a:ext>
            </a:extLst>
          </p:cNvPr>
          <p:cNvSpPr txBox="1"/>
          <p:nvPr/>
        </p:nvSpPr>
        <p:spPr>
          <a:xfrm>
            <a:off x="4617661" y="1590363"/>
            <a:ext cx="3190802" cy="369332"/>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Valor residual</a:t>
            </a:r>
          </a:p>
        </p:txBody>
      </p:sp>
      <p:sp>
        <p:nvSpPr>
          <p:cNvPr id="57" name="Oval 56">
            <a:extLst>
              <a:ext uri="{FF2B5EF4-FFF2-40B4-BE49-F238E27FC236}">
                <a16:creationId xmlns:a16="http://schemas.microsoft.com/office/drawing/2014/main" id="{2DE32321-65A7-1A9D-D499-AC4DDD85D771}"/>
              </a:ext>
            </a:extLst>
          </p:cNvPr>
          <p:cNvSpPr/>
          <p:nvPr/>
        </p:nvSpPr>
        <p:spPr bwMode="auto">
          <a:xfrm>
            <a:off x="4286210" y="1431310"/>
            <a:ext cx="691200" cy="6912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9" name="TextBox 58">
            <a:extLst>
              <a:ext uri="{FF2B5EF4-FFF2-40B4-BE49-F238E27FC236}">
                <a16:creationId xmlns:a16="http://schemas.microsoft.com/office/drawing/2014/main" id="{A898716C-84E1-2831-1A38-40C297FDE264}"/>
              </a:ext>
            </a:extLst>
          </p:cNvPr>
          <p:cNvSpPr txBox="1"/>
          <p:nvPr/>
        </p:nvSpPr>
        <p:spPr>
          <a:xfrm>
            <a:off x="8203895" y="2253446"/>
            <a:ext cx="3522255" cy="1173591"/>
          </a:xfrm>
          <a:prstGeom prst="rect">
            <a:avLst/>
          </a:prstGeom>
          <a:noFill/>
        </p:spPr>
        <p:txBody>
          <a:bodyPr wrap="square" lIns="0" tIns="45720" rIns="10800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En el mercado de automóviles, el valor residual se define como el valor que mantiene un vehículo una vez ha transcurrido un periodo de tiempo o alcanzado un cierto kilometraje. Es </a:t>
            </a:r>
            <a:r>
              <a:rPr lang="es-ES_tradnl" sz="1100" b="1">
                <a:latin typeface="Quattrocento Sans" panose="020B0502050000020003" pitchFamily="34" charset="0"/>
                <a:cs typeface="Arial" panose="020B0604020202020204" pitchFamily="34" charset="0"/>
              </a:rPr>
              <a:t>determinante en el cálculo de la cuota de arrendamiento de los contratos de leasing, renting y multiopción</a:t>
            </a:r>
            <a:r>
              <a:rPr lang="es-ES_tradnl" sz="1100">
                <a:latin typeface="Quattrocento Sans" panose="020B0502050000020003" pitchFamily="34" charset="0"/>
                <a:cs typeface="Arial" panose="020B0604020202020204" pitchFamily="34" charset="0"/>
              </a:rPr>
              <a:t>.</a:t>
            </a:r>
          </a:p>
        </p:txBody>
      </p:sp>
      <p:grpSp>
        <p:nvGrpSpPr>
          <p:cNvPr id="60" name="Group 59">
            <a:extLst>
              <a:ext uri="{FF2B5EF4-FFF2-40B4-BE49-F238E27FC236}">
                <a16:creationId xmlns:a16="http://schemas.microsoft.com/office/drawing/2014/main" id="{127776F0-3711-4E52-94AF-1FA113EB6901}"/>
              </a:ext>
            </a:extLst>
          </p:cNvPr>
          <p:cNvGrpSpPr/>
          <p:nvPr/>
        </p:nvGrpSpPr>
        <p:grpSpPr>
          <a:xfrm>
            <a:off x="8039053" y="1434766"/>
            <a:ext cx="691200" cy="691200"/>
            <a:chOff x="5566457" y="1727082"/>
            <a:chExt cx="900000" cy="900000"/>
          </a:xfrm>
        </p:grpSpPr>
        <p:sp>
          <p:nvSpPr>
            <p:cNvPr id="62" name="Oval 61">
              <a:extLst>
                <a:ext uri="{FF2B5EF4-FFF2-40B4-BE49-F238E27FC236}">
                  <a16:creationId xmlns:a16="http://schemas.microsoft.com/office/drawing/2014/main" id="{234FB237-299B-5AF3-6172-3F2BAD88DC72}"/>
                </a:ext>
              </a:extLst>
            </p:cNvPr>
            <p:cNvSpPr/>
            <p:nvPr/>
          </p:nvSpPr>
          <p:spPr bwMode="auto">
            <a:xfrm>
              <a:off x="5566457" y="1727082"/>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pic>
          <p:nvPicPr>
            <p:cNvPr id="63" name="Picture 62">
              <a:extLst>
                <a:ext uri="{FF2B5EF4-FFF2-40B4-BE49-F238E27FC236}">
                  <a16:creationId xmlns:a16="http://schemas.microsoft.com/office/drawing/2014/main" id="{4FA9322A-EFE2-BACB-3771-6020CB66499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54710" y="1915335"/>
              <a:ext cx="523497" cy="523497"/>
            </a:xfrm>
            <a:prstGeom prst="rect">
              <a:avLst/>
            </a:prstGeom>
          </p:spPr>
        </p:pic>
      </p:grpSp>
      <p:sp>
        <p:nvSpPr>
          <p:cNvPr id="195" name="TextBox 16">
            <a:extLst>
              <a:ext uri="{FF2B5EF4-FFF2-40B4-BE49-F238E27FC236}">
                <a16:creationId xmlns:a16="http://schemas.microsoft.com/office/drawing/2014/main" id="{CABB2544-2F96-5A47-FDD7-1D3E3B3E5A74}"/>
              </a:ext>
            </a:extLst>
          </p:cNvPr>
          <p:cNvSpPr txBox="1"/>
          <p:nvPr/>
        </p:nvSpPr>
        <p:spPr>
          <a:xfrm>
            <a:off x="8730253" y="1481780"/>
            <a:ext cx="3172298" cy="646331"/>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El valor residual en las entidades de financiación</a:t>
            </a:r>
          </a:p>
        </p:txBody>
      </p:sp>
      <p:sp>
        <p:nvSpPr>
          <p:cNvPr id="8" name="Rectangle 17">
            <a:extLst>
              <a:ext uri="{FF2B5EF4-FFF2-40B4-BE49-F238E27FC236}">
                <a16:creationId xmlns:a16="http://schemas.microsoft.com/office/drawing/2014/main" id="{5521F330-307D-859E-DC5A-2FE8A3238165}"/>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Resultados y conclusiones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Conclusiones</a:t>
            </a:r>
          </a:p>
        </p:txBody>
      </p:sp>
      <p:sp>
        <p:nvSpPr>
          <p:cNvPr id="9" name="Rectangle 8">
            <a:extLst>
              <a:ext uri="{FF2B5EF4-FFF2-40B4-BE49-F238E27FC236}">
                <a16:creationId xmlns:a16="http://schemas.microsoft.com/office/drawing/2014/main" id="{93690CDF-B31A-C175-CBB1-DEEA335E49B2}"/>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grpSp>
        <p:nvGrpSpPr>
          <p:cNvPr id="10" name="Group 9">
            <a:extLst>
              <a:ext uri="{FF2B5EF4-FFF2-40B4-BE49-F238E27FC236}">
                <a16:creationId xmlns:a16="http://schemas.microsoft.com/office/drawing/2014/main" id="{5652A67B-7B90-F33F-DA9E-8355FF4DD77A}"/>
              </a:ext>
            </a:extLst>
          </p:cNvPr>
          <p:cNvGrpSpPr/>
          <p:nvPr/>
        </p:nvGrpSpPr>
        <p:grpSpPr>
          <a:xfrm>
            <a:off x="1900940" y="4253609"/>
            <a:ext cx="691200" cy="691200"/>
            <a:chOff x="5566457" y="1727082"/>
            <a:chExt cx="900000" cy="900000"/>
          </a:xfrm>
        </p:grpSpPr>
        <p:sp>
          <p:nvSpPr>
            <p:cNvPr id="11" name="Oval 10">
              <a:extLst>
                <a:ext uri="{FF2B5EF4-FFF2-40B4-BE49-F238E27FC236}">
                  <a16:creationId xmlns:a16="http://schemas.microsoft.com/office/drawing/2014/main" id="{85FF4529-239C-5649-2793-ACD2A646551B}"/>
                </a:ext>
              </a:extLst>
            </p:cNvPr>
            <p:cNvSpPr/>
            <p:nvPr/>
          </p:nvSpPr>
          <p:spPr bwMode="auto">
            <a:xfrm>
              <a:off x="5566457" y="1727082"/>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pic>
          <p:nvPicPr>
            <p:cNvPr id="12" name="Picture 11">
              <a:extLst>
                <a:ext uri="{FF2B5EF4-FFF2-40B4-BE49-F238E27FC236}">
                  <a16:creationId xmlns:a16="http://schemas.microsoft.com/office/drawing/2014/main" id="{8F048A48-2678-A624-03DB-707FA08308E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692046" y="1891703"/>
              <a:ext cx="661083" cy="562500"/>
            </a:xfrm>
            <a:prstGeom prst="rect">
              <a:avLst/>
            </a:prstGeom>
          </p:spPr>
        </p:pic>
      </p:grpSp>
      <p:sp>
        <p:nvSpPr>
          <p:cNvPr id="13" name="TextBox 16">
            <a:extLst>
              <a:ext uri="{FF2B5EF4-FFF2-40B4-BE49-F238E27FC236}">
                <a16:creationId xmlns:a16="http://schemas.microsoft.com/office/drawing/2014/main" id="{50B0A1CF-B80C-33AA-3BF8-94E0E7FDD310}"/>
              </a:ext>
            </a:extLst>
          </p:cNvPr>
          <p:cNvSpPr txBox="1"/>
          <p:nvPr/>
        </p:nvSpPr>
        <p:spPr>
          <a:xfrm>
            <a:off x="2530497" y="4244771"/>
            <a:ext cx="3308345" cy="646331"/>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Componentes que influyen en el valor residual </a:t>
            </a:r>
          </a:p>
        </p:txBody>
      </p:sp>
      <p:grpSp>
        <p:nvGrpSpPr>
          <p:cNvPr id="14" name="Group 13">
            <a:extLst>
              <a:ext uri="{FF2B5EF4-FFF2-40B4-BE49-F238E27FC236}">
                <a16:creationId xmlns:a16="http://schemas.microsoft.com/office/drawing/2014/main" id="{705C1429-0850-3D2E-C614-BC885F32EAF7}"/>
              </a:ext>
            </a:extLst>
          </p:cNvPr>
          <p:cNvGrpSpPr/>
          <p:nvPr/>
        </p:nvGrpSpPr>
        <p:grpSpPr>
          <a:xfrm>
            <a:off x="6648561" y="4132600"/>
            <a:ext cx="691200" cy="691200"/>
            <a:chOff x="5566457" y="1727082"/>
            <a:chExt cx="900000" cy="900000"/>
          </a:xfrm>
        </p:grpSpPr>
        <p:sp>
          <p:nvSpPr>
            <p:cNvPr id="15" name="Oval 14">
              <a:extLst>
                <a:ext uri="{FF2B5EF4-FFF2-40B4-BE49-F238E27FC236}">
                  <a16:creationId xmlns:a16="http://schemas.microsoft.com/office/drawing/2014/main" id="{74D1BA8D-32A8-77DC-89F7-F30A3B8A828A}"/>
                </a:ext>
              </a:extLst>
            </p:cNvPr>
            <p:cNvSpPr/>
            <p:nvPr/>
          </p:nvSpPr>
          <p:spPr bwMode="auto">
            <a:xfrm>
              <a:off x="5566457" y="1727082"/>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pic>
          <p:nvPicPr>
            <p:cNvPr id="16" name="Picture 15">
              <a:extLst>
                <a:ext uri="{FF2B5EF4-FFF2-40B4-BE49-F238E27FC236}">
                  <a16:creationId xmlns:a16="http://schemas.microsoft.com/office/drawing/2014/main" id="{8B1AB619-8078-2AA8-FD07-9A7F7C6A45F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719809" y="1877737"/>
              <a:ext cx="609375" cy="615723"/>
            </a:xfrm>
            <a:prstGeom prst="rect">
              <a:avLst/>
            </a:prstGeom>
          </p:spPr>
        </p:pic>
      </p:grpSp>
      <p:sp>
        <p:nvSpPr>
          <p:cNvPr id="17" name="TextBox 16">
            <a:extLst>
              <a:ext uri="{FF2B5EF4-FFF2-40B4-BE49-F238E27FC236}">
                <a16:creationId xmlns:a16="http://schemas.microsoft.com/office/drawing/2014/main" id="{9E43C692-8CDE-A00A-9C34-46DE0C01785F}"/>
              </a:ext>
            </a:extLst>
          </p:cNvPr>
          <p:cNvSpPr txBox="1"/>
          <p:nvPr/>
        </p:nvSpPr>
        <p:spPr>
          <a:xfrm>
            <a:off x="7185757" y="4383270"/>
            <a:ext cx="3255416" cy="369332"/>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Modelo de cálculo</a:t>
            </a:r>
          </a:p>
        </p:txBody>
      </p:sp>
      <p:pic>
        <p:nvPicPr>
          <p:cNvPr id="2" name="Picture 1">
            <a:extLst>
              <a:ext uri="{FF2B5EF4-FFF2-40B4-BE49-F238E27FC236}">
                <a16:creationId xmlns:a16="http://schemas.microsoft.com/office/drawing/2014/main" id="{DD9BBF22-B459-F280-C802-84F2B18E7776}"/>
              </a:ext>
            </a:extLst>
          </p:cNvPr>
          <p:cNvPicPr>
            <a:picLocks noChangeAspect="1"/>
          </p:cNvPicPr>
          <p:nvPr/>
        </p:nvPicPr>
        <p:blipFill>
          <a:blip r:embed="rId7"/>
          <a:stretch>
            <a:fillRect/>
          </a:stretch>
        </p:blipFill>
        <p:spPr>
          <a:xfrm>
            <a:off x="4435924" y="1475145"/>
            <a:ext cx="472066" cy="567636"/>
          </a:xfrm>
          <a:prstGeom prst="rect">
            <a:avLst/>
          </a:prstGeom>
        </p:spPr>
      </p:pic>
      <p:sp>
        <p:nvSpPr>
          <p:cNvPr id="3" name="TextBox 2">
            <a:extLst>
              <a:ext uri="{FF2B5EF4-FFF2-40B4-BE49-F238E27FC236}">
                <a16:creationId xmlns:a16="http://schemas.microsoft.com/office/drawing/2014/main" id="{388E50B8-484E-EF2D-ECB8-5FFAF8B1DD9A}"/>
              </a:ext>
            </a:extLst>
          </p:cNvPr>
          <p:cNvSpPr txBox="1"/>
          <p:nvPr/>
        </p:nvSpPr>
        <p:spPr>
          <a:xfrm>
            <a:off x="6679943" y="4960925"/>
            <a:ext cx="3792612" cy="1819601"/>
          </a:xfrm>
          <a:prstGeom prst="rect">
            <a:avLst/>
          </a:prstGeom>
          <a:noFill/>
        </p:spPr>
        <p:txBody>
          <a:bodyPr wrap="square" lIns="0" tIns="45720" rIns="10800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Tras entrenar diferentes modelos predictivos y analizar sus resultados, se ha seleccionado el </a:t>
            </a:r>
            <a:r>
              <a:rPr lang="es-ES_tradnl" sz="1100" b="1">
                <a:latin typeface="Quattrocento Sans" panose="020B0502050000020003" pitchFamily="34" charset="0"/>
                <a:cs typeface="Arial" panose="020B0604020202020204" pitchFamily="34" charset="0"/>
              </a:rPr>
              <a:t>modelo </a:t>
            </a:r>
            <a:r>
              <a:rPr lang="es-ES_tradnl" sz="1100" b="1" err="1">
                <a:latin typeface="Quattrocento Sans" panose="020B0502050000020003" pitchFamily="34" charset="0"/>
                <a:cs typeface="Arial" panose="020B0604020202020204" pitchFamily="34" charset="0"/>
              </a:rPr>
              <a:t>XGBoost</a:t>
            </a:r>
            <a:r>
              <a:rPr lang="es-ES_tradnl" sz="1100" b="1">
                <a:latin typeface="Quattrocento Sans" panose="020B0502050000020003" pitchFamily="34" charset="0"/>
                <a:cs typeface="Arial" panose="020B0604020202020204" pitchFamily="34" charset="0"/>
              </a:rPr>
              <a:t> </a:t>
            </a:r>
            <a:r>
              <a:rPr lang="es-ES_tradnl" sz="1100">
                <a:latin typeface="Quattrocento Sans" panose="020B0502050000020003" pitchFamily="34" charset="0"/>
                <a:cs typeface="Arial" panose="020B0604020202020204" pitchFamily="34" charset="0"/>
              </a:rPr>
              <a:t>como </a:t>
            </a:r>
            <a:r>
              <a:rPr lang="es-ES_tradnl" sz="1100" b="1">
                <a:latin typeface="Quattrocento Sans" panose="020B0502050000020003" pitchFamily="34" charset="0"/>
                <a:cs typeface="Arial" panose="020B0604020202020204" pitchFamily="34" charset="0"/>
              </a:rPr>
              <a:t>mejor modelo de predicción de precio de vehículos de segunda mano </a:t>
            </a:r>
            <a:r>
              <a:rPr lang="es-ES_tradnl" sz="1100">
                <a:latin typeface="Quattrocento Sans" panose="020B0502050000020003" pitchFamily="34" charset="0"/>
                <a:cs typeface="Arial" panose="020B0604020202020204" pitchFamily="34" charset="0"/>
              </a:rPr>
              <a:t>(tanto eléctricos como para el resto de motorizaciones). Integrándolo al </a:t>
            </a:r>
            <a:r>
              <a:rPr lang="es-ES_tradnl" sz="1100" b="1">
                <a:latin typeface="Quattrocento Sans" panose="020B0502050000020003" pitchFamily="34" charset="0"/>
                <a:cs typeface="Arial" panose="020B0604020202020204" pitchFamily="34" charset="0"/>
              </a:rPr>
              <a:t>modelo de cálculo del valor residual</a:t>
            </a:r>
            <a:r>
              <a:rPr lang="es-ES_tradnl" sz="1100">
                <a:latin typeface="Quattrocento Sans" panose="020B0502050000020003" pitchFamily="34" charset="0"/>
                <a:cs typeface="Arial" panose="020B0604020202020204" pitchFamily="34" charset="0"/>
              </a:rPr>
              <a:t>, se ha obtenido un error relativo del 6.6%, pudiendo ser integrado y perfeccionado en diferentes entidades de crédito.</a:t>
            </a:r>
          </a:p>
          <a:p>
            <a:pPr algn="just">
              <a:lnSpc>
                <a:spcPct val="107000"/>
              </a:lnSpc>
              <a:spcAft>
                <a:spcPts val="800"/>
              </a:spcAft>
            </a:pPr>
            <a:endParaRPr lang="es-ES_tradnl" sz="1100">
              <a:latin typeface="Quattrocento Sans" panose="020B0502050000020003" pitchFamily="34" charset="0"/>
              <a:cs typeface="Arial" panose="020B0604020202020204" pitchFamily="34" charset="0"/>
            </a:endParaRPr>
          </a:p>
        </p:txBody>
      </p:sp>
      <p:sp>
        <p:nvSpPr>
          <p:cNvPr id="281" name="TextBox 280">
            <a:extLst>
              <a:ext uri="{FF2B5EF4-FFF2-40B4-BE49-F238E27FC236}">
                <a16:creationId xmlns:a16="http://schemas.microsoft.com/office/drawing/2014/main" id="{868BD8DD-51AB-20FC-3667-A4DA6B1F48A6}"/>
              </a:ext>
            </a:extLst>
          </p:cNvPr>
          <p:cNvSpPr txBox="1"/>
          <p:nvPr/>
        </p:nvSpPr>
        <p:spPr>
          <a:xfrm>
            <a:off x="1900940" y="4970161"/>
            <a:ext cx="3749089" cy="1354730"/>
          </a:xfrm>
          <a:prstGeom prst="rect">
            <a:avLst/>
          </a:prstGeom>
          <a:noFill/>
        </p:spPr>
        <p:txBody>
          <a:bodyPr wrap="square" lIns="0" tIns="45720" rIns="10800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Sin distinción por tipo de motorización, los principales componentes de nuestro modelo de cálculo son </a:t>
            </a:r>
            <a:r>
              <a:rPr lang="es-ES_tradnl" sz="1100" b="1">
                <a:latin typeface="Quattrocento Sans" panose="020B0502050000020003" pitchFamily="34" charset="0"/>
                <a:cs typeface="Arial" panose="020B0604020202020204" pitchFamily="34" charset="0"/>
              </a:rPr>
              <a:t>kilometraje</a:t>
            </a:r>
            <a:r>
              <a:rPr lang="es-ES_tradnl" sz="1100">
                <a:latin typeface="Quattrocento Sans" panose="020B0502050000020003" pitchFamily="34" charset="0"/>
                <a:cs typeface="Arial" panose="020B0604020202020204" pitchFamily="34" charset="0"/>
              </a:rPr>
              <a:t>, </a:t>
            </a:r>
            <a:r>
              <a:rPr lang="es-ES_tradnl" sz="1100" b="1">
                <a:latin typeface="Quattrocento Sans" panose="020B0502050000020003" pitchFamily="34" charset="0"/>
                <a:cs typeface="Arial" panose="020B0604020202020204" pitchFamily="34" charset="0"/>
              </a:rPr>
              <a:t>antigüedad del vehículo</a:t>
            </a:r>
            <a:r>
              <a:rPr lang="es-ES_tradnl" sz="1100">
                <a:latin typeface="Quattrocento Sans" panose="020B0502050000020003" pitchFamily="34" charset="0"/>
                <a:cs typeface="Arial" panose="020B0604020202020204" pitchFamily="34" charset="0"/>
              </a:rPr>
              <a:t>, </a:t>
            </a:r>
            <a:r>
              <a:rPr lang="es-ES_tradnl" sz="1100" b="1">
                <a:latin typeface="Quattrocento Sans" panose="020B0502050000020003" pitchFamily="34" charset="0"/>
                <a:cs typeface="Arial" panose="020B0604020202020204" pitchFamily="34" charset="0"/>
              </a:rPr>
              <a:t>marca</a:t>
            </a:r>
            <a:r>
              <a:rPr lang="es-ES_tradnl" sz="1100">
                <a:latin typeface="Quattrocento Sans" panose="020B0502050000020003" pitchFamily="34" charset="0"/>
                <a:cs typeface="Arial" panose="020B0604020202020204" pitchFamily="34" charset="0"/>
              </a:rPr>
              <a:t> y </a:t>
            </a:r>
            <a:r>
              <a:rPr lang="es-ES_tradnl" sz="1100" b="1">
                <a:latin typeface="Quattrocento Sans" panose="020B0502050000020003" pitchFamily="34" charset="0"/>
                <a:cs typeface="Arial" panose="020B0604020202020204" pitchFamily="34" charset="0"/>
              </a:rPr>
              <a:t>modelo</a:t>
            </a:r>
            <a:r>
              <a:rPr lang="es-ES_tradnl" sz="1100">
                <a:latin typeface="Quattrocento Sans" panose="020B0502050000020003" pitchFamily="34" charset="0"/>
                <a:cs typeface="Arial" panose="020B0604020202020204" pitchFamily="34" charset="0"/>
              </a:rPr>
              <a:t>. Otros factores como la motorización, el color, la tecnología y equipamiento también influyen en el valor residual de los vehículos. En el caso específico de los </a:t>
            </a:r>
            <a:r>
              <a:rPr lang="es-ES_tradnl" sz="1100" b="1">
                <a:latin typeface="Quattrocento Sans" panose="020B0502050000020003" pitchFamily="34" charset="0"/>
                <a:cs typeface="Arial" panose="020B0604020202020204" pitchFamily="34" charset="0"/>
              </a:rPr>
              <a:t>vehículos eléctricos</a:t>
            </a:r>
            <a:r>
              <a:rPr lang="es-ES_tradnl" sz="1100">
                <a:latin typeface="Quattrocento Sans" panose="020B0502050000020003" pitchFamily="34" charset="0"/>
                <a:cs typeface="Arial" panose="020B0604020202020204" pitchFamily="34" charset="0"/>
              </a:rPr>
              <a:t>,   cobra especial importancia la </a:t>
            </a:r>
            <a:r>
              <a:rPr lang="es-ES_tradnl" sz="1100" b="1">
                <a:latin typeface="Quattrocento Sans" panose="020B0502050000020003" pitchFamily="34" charset="0"/>
                <a:cs typeface="Arial" panose="020B0604020202020204" pitchFamily="34" charset="0"/>
              </a:rPr>
              <a:t>duración de las baterías</a:t>
            </a:r>
            <a:r>
              <a:rPr lang="es-ES_tradnl" sz="1100">
                <a:latin typeface="Quattrocento Sans" panose="020B0502050000020003" pitchFamily="34" charset="0"/>
                <a:cs typeface="Arial" panose="020B0604020202020204" pitchFamily="34" charset="0"/>
              </a:rPr>
              <a:t>. </a:t>
            </a:r>
          </a:p>
        </p:txBody>
      </p:sp>
      <p:cxnSp>
        <p:nvCxnSpPr>
          <p:cNvPr id="4" name="Straight Connector 3">
            <a:extLst>
              <a:ext uri="{FF2B5EF4-FFF2-40B4-BE49-F238E27FC236}">
                <a16:creationId xmlns:a16="http://schemas.microsoft.com/office/drawing/2014/main" id="{7FDE1DFF-30B2-1C8A-36E3-A6CA12506272}"/>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5" name="Rectangle 4">
            <a:extLst>
              <a:ext uri="{FF2B5EF4-FFF2-40B4-BE49-F238E27FC236}">
                <a16:creationId xmlns:a16="http://schemas.microsoft.com/office/drawing/2014/main" id="{AD7A8C1A-90EF-F97B-ADF5-C478FA7565C8}"/>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Tree>
    <p:extLst>
      <p:ext uri="{BB962C8B-B14F-4D97-AF65-F5344CB8AC3E}">
        <p14:creationId xmlns:p14="http://schemas.microsoft.com/office/powerpoint/2010/main" val="36844796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7851063-D4D2-74FC-EC89-3408F4E51C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A7256C-4ECC-1214-A5EC-285A9EEEEA5F}"/>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39EE8C04-9E30-2768-9285-6ABC5D9655C0}"/>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F6FB4C71-9C0B-179E-5BD4-34CBFE25383C}"/>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E60BA1FD-1868-398D-A7C3-8AC813C21E16}"/>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chemeClr val="bg1"/>
                </a:solidFill>
                <a:latin typeface="Segoe UI"/>
                <a:ea typeface="Lato"/>
                <a:cs typeface="Segoe UI"/>
              </a:rPr>
              <a:t>Anexo</a:t>
            </a:r>
          </a:p>
        </p:txBody>
      </p:sp>
      <p:sp>
        <p:nvSpPr>
          <p:cNvPr id="27" name="Rectangle 26">
            <a:extLst>
              <a:ext uri="{FF2B5EF4-FFF2-40B4-BE49-F238E27FC236}">
                <a16:creationId xmlns:a16="http://schemas.microsoft.com/office/drawing/2014/main" id="{13740481-2847-82EE-D86C-0B893905729A}"/>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B7CEAADA-DA09-90E2-A0B1-7FA42FEFD75A}"/>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156007FB-72B3-D60E-531B-C71F9A65C035}"/>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063AEA6B-8C21-8AA0-E68F-C19539714572}"/>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B16B255A-DD9B-A4FB-FA64-66CAC7E760E5}"/>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1429C445-7C50-08FC-9D2F-6A07D352D454}"/>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4154884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02B20-49E6-AB1E-5664-53DA32E026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5983F00-F11C-7D40-9A8F-B52485AD52E4}"/>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4" name="Rectangle 3">
            <a:extLst>
              <a:ext uri="{FF2B5EF4-FFF2-40B4-BE49-F238E27FC236}">
                <a16:creationId xmlns:a16="http://schemas.microsoft.com/office/drawing/2014/main" id="{53D3CFC7-F547-FFF7-6454-4BB334205C8A}"/>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57E4E429-F025-2192-F53D-4B8BAEF6FD04}"/>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dirty="0">
                <a:solidFill>
                  <a:srgbClr val="002569"/>
                </a:solidFill>
                <a:latin typeface="Segoe UI" panose="020B0502040204020203" pitchFamily="34" charset="0"/>
                <a:cs typeface="Segoe UI" panose="020B0502040204020203" pitchFamily="34" charset="0"/>
                <a:sym typeface="Arial"/>
              </a:rPr>
              <a:t>Anexo</a:t>
            </a:r>
          </a:p>
          <a:p>
            <a:pPr>
              <a:buSzPts val="1800"/>
            </a:pPr>
            <a:r>
              <a:rPr lang="es-ES_tradnl" sz="2000" dirty="0">
                <a:solidFill>
                  <a:srgbClr val="BFA13E"/>
                </a:solidFill>
                <a:latin typeface="Segoe UI" panose="020B0502040204020203" pitchFamily="34" charset="0"/>
                <a:cs typeface="Segoe UI" panose="020B0502040204020203" pitchFamily="34" charset="0"/>
                <a:sym typeface="Trebuchet MS"/>
              </a:rPr>
              <a:t>Bibliografía</a:t>
            </a:r>
          </a:p>
        </p:txBody>
      </p:sp>
      <p:sp>
        <p:nvSpPr>
          <p:cNvPr id="3" name="Rectangle 2">
            <a:extLst>
              <a:ext uri="{FF2B5EF4-FFF2-40B4-BE49-F238E27FC236}">
                <a16:creationId xmlns:a16="http://schemas.microsoft.com/office/drawing/2014/main" id="{23FBA527-2747-3D5A-13FE-A94F10B83F35}"/>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dirty="0">
                <a:solidFill>
                  <a:srgbClr val="C9B263"/>
                </a:solidFill>
                <a:latin typeface="Segoe UI" panose="020B0502040204020203" pitchFamily="34" charset="0"/>
                <a:cs typeface="Segoe UI" panose="020B0502040204020203" pitchFamily="34" charset="0"/>
              </a:rPr>
              <a:t>A</a:t>
            </a:r>
          </a:p>
        </p:txBody>
      </p:sp>
      <p:sp>
        <p:nvSpPr>
          <p:cNvPr id="20" name="TextBox 19">
            <a:extLst>
              <a:ext uri="{FF2B5EF4-FFF2-40B4-BE49-F238E27FC236}">
                <a16:creationId xmlns:a16="http://schemas.microsoft.com/office/drawing/2014/main" id="{66A1627D-13FA-CB71-DD90-A833036CA627}"/>
              </a:ext>
            </a:extLst>
          </p:cNvPr>
          <p:cNvSpPr txBox="1"/>
          <p:nvPr/>
        </p:nvSpPr>
        <p:spPr>
          <a:xfrm>
            <a:off x="1083570" y="1262229"/>
            <a:ext cx="9373704" cy="53294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_tradnl" sz="1200" dirty="0">
                <a:solidFill>
                  <a:schemeClr val="accent1"/>
                </a:solidFill>
                <a:latin typeface="Quattrocento Sans" panose="020B0502050000020003" pitchFamily="34" charset="0"/>
              </a:rPr>
              <a:t>Asociación Española de Renting de Vehículos (AER). (2007). El renting de vehículos en España: una trayectoria de éxito 1985–2007. </a:t>
            </a:r>
            <a:r>
              <a:rPr lang="es-ES_tradnl" sz="1200">
                <a:solidFill>
                  <a:schemeClr val="accent1"/>
                </a:solidFill>
                <a:latin typeface="Quattrocento Sans" panose="020B0502050000020003" pitchFamily="34" charset="0"/>
                <a:hlinkClick r:id="rId2"/>
              </a:rPr>
              <a:t>https://ae-renting.es/pdf/renting_libro.pdf</a:t>
            </a: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dirty="0">
                <a:solidFill>
                  <a:schemeClr val="accent1"/>
                </a:solidFill>
                <a:latin typeface="Quattrocento Sans" panose="020B0502050000020003" pitchFamily="34" charset="0"/>
              </a:rPr>
              <a:t>BMW España. (s.f.). Residual </a:t>
            </a:r>
            <a:r>
              <a:rPr lang="es-ES_tradnl" sz="1200" dirty="0" err="1">
                <a:solidFill>
                  <a:schemeClr val="accent1"/>
                </a:solidFill>
                <a:latin typeface="Quattrocento Sans" panose="020B0502050000020003" pitchFamily="34" charset="0"/>
              </a:rPr>
              <a:t>Value</a:t>
            </a:r>
            <a:r>
              <a:rPr lang="es-ES_tradnl" sz="1200" dirty="0">
                <a:solidFill>
                  <a:schemeClr val="accent1"/>
                </a:solidFill>
                <a:latin typeface="Quattrocento Sans" panose="020B0502050000020003" pitchFamily="34" charset="0"/>
              </a:rPr>
              <a:t>. </a:t>
            </a:r>
            <a:r>
              <a:rPr lang="es-ES_tradnl" sz="1200" dirty="0">
                <a:solidFill>
                  <a:schemeClr val="accent1"/>
                </a:solidFill>
                <a:latin typeface="Quattrocento Sans" panose="020B0502050000020003" pitchFamily="34" charset="0"/>
                <a:hlinkClick r:id="rId3">
                  <a:extLst>
                    <a:ext uri="{A12FA001-AC4F-418D-AE19-62706E023703}">
                      <ahyp:hlinkClr xmlns:ahyp="http://schemas.microsoft.com/office/drawing/2018/hyperlinkcolor" val="tx"/>
                    </a:ext>
                  </a:extLst>
                </a:hlinkClick>
              </a:rPr>
              <a:t>https://www.bmw.es/es/footer/footer-section/glosario-bmw/residual-value.html</a:t>
            </a: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dirty="0">
                <a:solidFill>
                  <a:schemeClr val="accent1"/>
                </a:solidFill>
                <a:latin typeface="Quattrocento Sans" panose="020B0502050000020003" pitchFamily="34" charset="0"/>
              </a:rPr>
              <a:t>Dacia España. (s.f.). Valor residual coche. </a:t>
            </a:r>
            <a:r>
              <a:rPr lang="es-ES_tradnl" sz="1200" dirty="0">
                <a:solidFill>
                  <a:schemeClr val="accent1"/>
                </a:solidFill>
                <a:latin typeface="Quattrocento Sans" panose="020B0502050000020003" pitchFamily="34" charset="0"/>
                <a:hlinkClick r:id="rId4">
                  <a:extLst>
                    <a:ext uri="{A12FA001-AC4F-418D-AE19-62706E023703}">
                      <ahyp:hlinkClr xmlns:ahyp="http://schemas.microsoft.com/office/drawing/2018/hyperlinkcolor" val="tx"/>
                    </a:ext>
                  </a:extLst>
                </a:hlinkClick>
              </a:rPr>
              <a:t>https://www.dacia.es/blog/sobre-dacia/valor-residual-coche.html</a:t>
            </a: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dirty="0">
                <a:solidFill>
                  <a:schemeClr val="accent1"/>
                </a:solidFill>
                <a:latin typeface="Quattrocento Sans" panose="020B0502050000020003" pitchFamily="34" charset="0"/>
              </a:rPr>
              <a:t>Compramos tu coche. (s.f.). Valor residual de un coche. </a:t>
            </a:r>
            <a:r>
              <a:rPr lang="es-ES_tradnl" sz="1200" dirty="0">
                <a:solidFill>
                  <a:schemeClr val="accent1"/>
                </a:solidFill>
                <a:latin typeface="Quattrocento Sans" panose="020B0502050000020003" pitchFamily="34" charset="0"/>
                <a:hlinkClick r:id="rId5">
                  <a:extLst>
                    <a:ext uri="{A12FA001-AC4F-418D-AE19-62706E023703}">
                      <ahyp:hlinkClr xmlns:ahyp="http://schemas.microsoft.com/office/drawing/2018/hyperlinkcolor" val="tx"/>
                    </a:ext>
                  </a:extLst>
                </a:hlinkClick>
              </a:rPr>
              <a:t>https://www.compramostucoche.es/tasar-coche/valor-residual-coche/</a:t>
            </a: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dirty="0">
                <a:solidFill>
                  <a:schemeClr val="accent1"/>
                </a:solidFill>
                <a:latin typeface="Quattrocento Sans" panose="020B0502050000020003" pitchFamily="34" charset="0"/>
              </a:rPr>
              <a:t>Auto 3000 Ocasión. (s.f.). </a:t>
            </a:r>
            <a:r>
              <a:rPr lang="es-ES_tradnl" sz="1200" i="1" dirty="0">
                <a:solidFill>
                  <a:schemeClr val="accent1"/>
                </a:solidFill>
                <a:latin typeface="Quattrocento Sans" panose="020B0502050000020003" pitchFamily="34" charset="0"/>
              </a:rPr>
              <a:t>¿Cómo afecta el valor residual a la venta de un coche?</a:t>
            </a:r>
            <a:r>
              <a:rPr lang="es-ES_tradnl" sz="1200" dirty="0">
                <a:solidFill>
                  <a:schemeClr val="accent1"/>
                </a:solidFill>
                <a:latin typeface="Quattrocento Sans" panose="020B0502050000020003" pitchFamily="34" charset="0"/>
              </a:rPr>
              <a:t>. </a:t>
            </a:r>
            <a:r>
              <a:rPr lang="es-ES_tradnl" sz="1200" dirty="0">
                <a:solidFill>
                  <a:schemeClr val="accent1"/>
                </a:solidFill>
                <a:latin typeface="Quattrocento Sans" panose="020B0502050000020003" pitchFamily="34" charset="0"/>
                <a:hlinkClick r:id="rId6">
                  <a:extLst>
                    <a:ext uri="{A12FA001-AC4F-418D-AE19-62706E023703}">
                      <ahyp:hlinkClr xmlns:ahyp="http://schemas.microsoft.com/office/drawing/2018/hyperlinkcolor" val="tx"/>
                    </a:ext>
                  </a:extLst>
                </a:hlinkClick>
              </a:rPr>
              <a:t>https://www.auto3000ocasion.com/noticias/como-afecta-el-valor-residual-a-la-venta-de-un-coche/</a:t>
            </a: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dirty="0">
                <a:solidFill>
                  <a:schemeClr val="accent1"/>
                </a:solidFill>
                <a:latin typeface="Quattrocento Sans" panose="020B0502050000020003" pitchFamily="34" charset="0"/>
              </a:rPr>
              <a:t>Kelley Blue Book. (2025). Kelley Blue Book: New and used car price values, expert car reviews and ratings. </a:t>
            </a:r>
            <a:r>
              <a:rPr lang="en-US" sz="1200" dirty="0">
                <a:solidFill>
                  <a:schemeClr val="accent1"/>
                </a:solidFill>
                <a:latin typeface="Quattrocento Sans" panose="020B0502050000020003" pitchFamily="34" charset="0"/>
                <a:hlinkClick r:id="rId7"/>
              </a:rPr>
              <a:t>https://www.kbb.com/</a:t>
            </a:r>
            <a:endParaRPr lang="en-US"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dirty="0">
                <a:solidFill>
                  <a:schemeClr val="accent1"/>
                </a:solidFill>
                <a:latin typeface="Quattrocento Sans" panose="020B0502050000020003" pitchFamily="34" charset="0"/>
              </a:rPr>
              <a:t>Cars.com. (2025). Cars.com: Automotive marketplace and car shopping tools. </a:t>
            </a:r>
            <a:r>
              <a:rPr lang="en-US" sz="1200" dirty="0">
                <a:solidFill>
                  <a:schemeClr val="accent1"/>
                </a:solidFill>
                <a:latin typeface="Quattrocento Sans" panose="020B0502050000020003" pitchFamily="34" charset="0"/>
                <a:hlinkClick r:id="rId8"/>
              </a:rPr>
              <a:t>https://www.cars.com/</a:t>
            </a:r>
            <a:endParaRPr lang="en-US"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dirty="0">
                <a:solidFill>
                  <a:schemeClr val="accent1"/>
                </a:solidFill>
                <a:latin typeface="Quattrocento Sans" panose="020B0502050000020003" pitchFamily="34" charset="0"/>
              </a:rPr>
              <a:t>Accounting Insights. (2025). Residual Value Impact on Asset Depreciation and Finance. </a:t>
            </a:r>
            <a:r>
              <a:rPr lang="en-US" sz="1200" u="sng" dirty="0">
                <a:solidFill>
                  <a:schemeClr val="accent1"/>
                </a:solidFill>
                <a:latin typeface="Quattrocento Sans" panose="020B0502050000020003" pitchFamily="34" charset="0"/>
                <a:hlinkClick r:id="rId9"/>
              </a:rPr>
              <a:t>https://accountinginsights.org/residual-value-impact-on-asset-depreciation-and-finance/</a:t>
            </a:r>
            <a:endParaRPr lang="en-US" sz="1200" u="sng"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dirty="0">
                <a:solidFill>
                  <a:schemeClr val="accent1"/>
                </a:solidFill>
                <a:latin typeface="Quattrocento Sans" panose="020B0502050000020003" pitchFamily="34" charset="0"/>
              </a:rPr>
              <a:t>Eurostat. (2025). </a:t>
            </a:r>
            <a:r>
              <a:rPr lang="en-US" sz="1200">
                <a:solidFill>
                  <a:schemeClr val="accent1"/>
                </a:solidFill>
                <a:latin typeface="Quattrocento Sans" panose="020B0502050000020003" pitchFamily="34" charset="0"/>
              </a:rPr>
              <a:t>Detailed datasets. Transport</a:t>
            </a:r>
            <a:r>
              <a:rPr lang="en-US" sz="1200" dirty="0">
                <a:solidFill>
                  <a:schemeClr val="accent1"/>
                </a:solidFill>
                <a:latin typeface="Quattrocento Sans" panose="020B0502050000020003" pitchFamily="34" charset="0"/>
              </a:rPr>
              <a:t>.</a:t>
            </a:r>
            <a:r>
              <a:rPr lang="en-US" sz="1200">
                <a:solidFill>
                  <a:schemeClr val="accent1"/>
                </a:solidFill>
                <a:latin typeface="Quattrocento Sans" panose="020B0502050000020003" pitchFamily="34" charset="0"/>
              </a:rPr>
              <a:t> Road</a:t>
            </a:r>
            <a:r>
              <a:rPr lang="en-US" sz="1200" dirty="0">
                <a:solidFill>
                  <a:schemeClr val="accent1"/>
                </a:solidFill>
                <a:latin typeface="Quattrocento Sans" panose="020B0502050000020003" pitchFamily="34" charset="0"/>
              </a:rPr>
              <a:t> </a:t>
            </a:r>
            <a:r>
              <a:rPr lang="en-US" sz="1200">
                <a:solidFill>
                  <a:schemeClr val="accent1"/>
                </a:solidFill>
                <a:latin typeface="Quattrocento Sans" panose="020B0502050000020003" pitchFamily="34" charset="0"/>
              </a:rPr>
              <a:t>transport.  </a:t>
            </a:r>
            <a:r>
              <a:rPr lang="en-US" sz="1200" u="sng" dirty="0">
                <a:solidFill>
                  <a:schemeClr val="accent1"/>
                </a:solidFill>
                <a:latin typeface="Quattrocento Sans" panose="020B0502050000020003" pitchFamily="34" charset="0"/>
                <a:hlinkClick r:id="rId10"/>
              </a:rPr>
              <a:t>https://ec.europa.eu/eurostat/databrowser/explore/all/transp</a:t>
            </a:r>
            <a:endParaRPr lang="en-US" sz="1200" u="sng"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dirty="0" err="1">
                <a:solidFill>
                  <a:schemeClr val="accent1"/>
                </a:solidFill>
                <a:latin typeface="Quattrocento Sans" panose="020B0502050000020003" pitchFamily="34" charset="0"/>
              </a:rPr>
              <a:t>Leaseurope</a:t>
            </a:r>
            <a:r>
              <a:rPr lang="en-US" sz="1200" dirty="0">
                <a:solidFill>
                  <a:schemeClr val="accent1"/>
                </a:solidFill>
                <a:latin typeface="Quattrocento Sans" panose="020B0502050000020003" pitchFamily="34" charset="0"/>
              </a:rPr>
              <a:t> (2024). </a:t>
            </a:r>
            <a:r>
              <a:rPr lang="en-US" sz="1200" u="sng" dirty="0">
                <a:solidFill>
                  <a:schemeClr val="accent1"/>
                </a:solidFill>
                <a:latin typeface="Quattrocento Sans" panose="020B0502050000020003" pitchFamily="34" charset="0"/>
                <a:hlinkClick r:id="rId11"/>
              </a:rPr>
              <a:t>https://www.leaseurope.org/data-research/annual-statistics/past-surveys</a:t>
            </a:r>
            <a:endParaRPr lang="en-US" sz="1200" u="sng"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dirty="0">
                <a:solidFill>
                  <a:schemeClr val="accent1"/>
                </a:solidFill>
                <a:latin typeface="Quattrocento Sans" panose="020B0502050000020003" pitchFamily="34" charset="0"/>
              </a:rPr>
              <a:t>Bureau of Transportation Statistics. (2022). New and Used Passenger Car and Light Truck Sales and Leases. </a:t>
            </a:r>
            <a:r>
              <a:rPr lang="en-US" sz="1200" dirty="0">
                <a:solidFill>
                  <a:schemeClr val="accent1"/>
                </a:solidFill>
                <a:latin typeface="Quattrocento Sans" panose="020B0502050000020003" pitchFamily="34" charset="0"/>
                <a:hlinkClick r:id="rId12"/>
              </a:rPr>
              <a:t>https://www.bts.gov/content/new-and-used-passenger-car-sales-and-leases-thousands-vehicles</a:t>
            </a:r>
            <a:endParaRPr lang="en-US" sz="1200" dirty="0">
              <a:solidFill>
                <a:schemeClr val="accent1"/>
              </a:solidFill>
              <a:latin typeface="Quattrocento Sans" panose="020B0502050000020003" pitchFamily="34" charset="0"/>
            </a:endParaRPr>
          </a:p>
          <a:p>
            <a:pPr>
              <a:lnSpc>
                <a:spcPct val="150000"/>
              </a:lnSpc>
            </a:pP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endParaRPr lang="es-ES_tradnl" sz="1200" dirty="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endParaRPr lang="es-ES_tradnl" sz="1200" dirty="0">
              <a:solidFill>
                <a:schemeClr val="accent1"/>
              </a:solidFill>
              <a:latin typeface="Quattrocento Sans" panose="020B0502050000020003" pitchFamily="34" charset="0"/>
            </a:endParaRPr>
          </a:p>
        </p:txBody>
      </p:sp>
      <p:cxnSp>
        <p:nvCxnSpPr>
          <p:cNvPr id="5" name="Straight Connector 4">
            <a:extLst>
              <a:ext uri="{FF2B5EF4-FFF2-40B4-BE49-F238E27FC236}">
                <a16:creationId xmlns:a16="http://schemas.microsoft.com/office/drawing/2014/main" id="{4668D195-DF89-14D2-F28D-AAD40C0CDF15}"/>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3546817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B41E1-A533-F068-F128-629AF20F77C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9CE89F6-F194-F691-28C4-038B9D0DBE9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E1D99DF8-C727-7790-D9A0-F2551510FC6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Anexo</a:t>
            </a:r>
          </a:p>
          <a:p>
            <a:pPr>
              <a:buSzPts val="1800"/>
            </a:pPr>
            <a:r>
              <a:rPr lang="es-ES_tradnl" sz="2000">
                <a:solidFill>
                  <a:srgbClr val="BFA13E"/>
                </a:solidFill>
                <a:latin typeface="Segoe UI"/>
                <a:cs typeface="Segoe UI"/>
                <a:sym typeface="Trebuchet MS"/>
              </a:rPr>
              <a:t>Cálculo de la cuota de arrendamiento – Ejemplo I </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FEB13CC3-8B98-5583-7B9F-F6837D5B7805}"/>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cxnSp>
        <p:nvCxnSpPr>
          <p:cNvPr id="4" name="Straight Connector 3">
            <a:extLst>
              <a:ext uri="{FF2B5EF4-FFF2-40B4-BE49-F238E27FC236}">
                <a16:creationId xmlns:a16="http://schemas.microsoft.com/office/drawing/2014/main" id="{A2DB8254-2BFC-643C-9FA9-C1DBCD279FB5}"/>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graphicFrame>
        <p:nvGraphicFramePr>
          <p:cNvPr id="8" name="Chart 7">
            <a:extLst>
              <a:ext uri="{FF2B5EF4-FFF2-40B4-BE49-F238E27FC236}">
                <a16:creationId xmlns:a16="http://schemas.microsoft.com/office/drawing/2014/main" id="{87C7C8C4-6864-3197-84CE-7B0766524800}"/>
              </a:ext>
            </a:extLst>
          </p:cNvPr>
          <p:cNvGraphicFramePr>
            <a:graphicFrameLocks/>
          </p:cNvGraphicFramePr>
          <p:nvPr>
            <p:extLst>
              <p:ext uri="{D42A27DB-BD31-4B8C-83A1-F6EECF244321}">
                <p14:modId xmlns:p14="http://schemas.microsoft.com/office/powerpoint/2010/main" val="3313038961"/>
              </p:ext>
            </p:extLst>
          </p:nvPr>
        </p:nvGraphicFramePr>
        <p:xfrm>
          <a:off x="1067469" y="2254417"/>
          <a:ext cx="7546206" cy="3684371"/>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29C796F3-ADE3-7561-AB48-BCF1BC512F60}"/>
              </a:ext>
            </a:extLst>
          </p:cNvPr>
          <p:cNvSpPr txBox="1"/>
          <p:nvPr/>
        </p:nvSpPr>
        <p:spPr>
          <a:xfrm>
            <a:off x="1631479" y="1992807"/>
            <a:ext cx="6862813" cy="523220"/>
          </a:xfrm>
          <a:prstGeom prst="rect">
            <a:avLst/>
          </a:prstGeom>
          <a:noFill/>
        </p:spPr>
        <p:txBody>
          <a:bodyPr wrap="square" rtlCol="0">
            <a:spAutoFit/>
          </a:bodyPr>
          <a:lstStyle/>
          <a:p>
            <a:pPr algn="ctr"/>
            <a:r>
              <a:rPr lang="es-ES_tradnl" sz="1400" b="1">
                <a:solidFill>
                  <a:schemeClr val="accent1"/>
                </a:solidFill>
                <a:latin typeface="Segoe Print" panose="02000600000000000000" pitchFamily="2" charset="0"/>
              </a:rPr>
              <a:t>Evolución del capital y los intereses pagados a lo largo de los años de contrato</a:t>
            </a:r>
          </a:p>
        </p:txBody>
      </p:sp>
      <p:sp>
        <p:nvSpPr>
          <p:cNvPr id="5" name="Google Shape;978;p52">
            <a:extLst>
              <a:ext uri="{FF2B5EF4-FFF2-40B4-BE49-F238E27FC236}">
                <a16:creationId xmlns:a16="http://schemas.microsoft.com/office/drawing/2014/main" id="{D4337CBE-502A-834C-65EB-D35DA95B120C}"/>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 través de una calculadora automática que hemos desarrollado, es posible conocer la cuota mensual de arrendamiento y construir un cuadro de amortización con el reparto del capital e intereses pagados a lo largo del período de vigencia de contrato</a:t>
            </a:r>
          </a:p>
        </p:txBody>
      </p:sp>
      <p:sp>
        <p:nvSpPr>
          <p:cNvPr id="7" name="TextBox 6">
            <a:extLst>
              <a:ext uri="{FF2B5EF4-FFF2-40B4-BE49-F238E27FC236}">
                <a16:creationId xmlns:a16="http://schemas.microsoft.com/office/drawing/2014/main" id="{24FC7A27-76BA-6A48-C404-02D8FFF98DF3}"/>
              </a:ext>
            </a:extLst>
          </p:cNvPr>
          <p:cNvSpPr txBox="1"/>
          <p:nvPr/>
        </p:nvSpPr>
        <p:spPr>
          <a:xfrm>
            <a:off x="9021337" y="3404105"/>
            <a:ext cx="2103194" cy="1384995"/>
          </a:xfrm>
          <a:prstGeom prst="rect">
            <a:avLst/>
          </a:prstGeom>
          <a:noFill/>
        </p:spPr>
        <p:txBody>
          <a:bodyPr wrap="square" rtlCol="0">
            <a:spAutoFit/>
          </a:bodyPr>
          <a:lstStyle/>
          <a:p>
            <a:pPr algn="ctr"/>
            <a:r>
              <a:rPr lang="es-ES_tradnl" sz="1400" b="1">
                <a:solidFill>
                  <a:schemeClr val="accent1"/>
                </a:solidFill>
                <a:latin typeface="Quattrocento Sans" panose="020B0502050000020003" pitchFamily="34" charset="0"/>
              </a:rPr>
              <a:t>La proporción de la cuota que se corresponde a intereses disminuye a medida que avanza el tiempo del contrato.</a:t>
            </a:r>
          </a:p>
        </p:txBody>
      </p:sp>
    </p:spTree>
    <p:extLst>
      <p:ext uri="{BB962C8B-B14F-4D97-AF65-F5344CB8AC3E}">
        <p14:creationId xmlns:p14="http://schemas.microsoft.com/office/powerpoint/2010/main" val="661891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58F1D-B28E-E653-2C9C-FC2DF4A935B0}"/>
            </a:ext>
          </a:extLst>
        </p:cNvPr>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8373930F-85D8-7557-2FD6-FE7F052B9547}"/>
              </a:ext>
            </a:extLst>
          </p:cNvPr>
          <p:cNvGraphicFramePr>
            <a:graphicFrameLocks noChangeAspect="1"/>
          </p:cNvGraphicFramePr>
          <p:nvPr>
            <p:extLst>
              <p:ext uri="{D42A27DB-BD31-4B8C-83A1-F6EECF244321}">
                <p14:modId xmlns:p14="http://schemas.microsoft.com/office/powerpoint/2010/main" val="3037002785"/>
              </p:ext>
            </p:extLst>
          </p:nvPr>
        </p:nvGraphicFramePr>
        <p:xfrm>
          <a:off x="10914359" y="5697294"/>
          <a:ext cx="914400" cy="806450"/>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5" name="Object 4">
                        <a:extLst>
                          <a:ext uri="{FF2B5EF4-FFF2-40B4-BE49-F238E27FC236}">
                            <a16:creationId xmlns:a16="http://schemas.microsoft.com/office/drawing/2014/main" id="{8373930F-85D8-7557-2FD6-FE7F052B9547}"/>
                          </a:ext>
                        </a:extLst>
                      </p:cNvPr>
                      <p:cNvPicPr/>
                      <p:nvPr/>
                    </p:nvPicPr>
                    <p:blipFill>
                      <a:blip r:embed="rId3"/>
                      <a:stretch>
                        <a:fillRect/>
                      </a:stretch>
                    </p:blipFill>
                    <p:spPr>
                      <a:xfrm>
                        <a:off x="10914359" y="5697294"/>
                        <a:ext cx="914400" cy="80645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1A04F5C-2EC9-EEDA-5786-1578386810F7}"/>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8F8B0A1C-8C6E-D3ED-AA7A-72EAE3FA202F}"/>
              </a:ext>
            </a:extLst>
          </p:cNvPr>
          <p:cNvSpPr>
            <a:spLocks noChangeArrowheads="1"/>
          </p:cNvSpPr>
          <p:nvPr/>
        </p:nvSpPr>
        <p:spPr bwMode="gray">
          <a:xfrm>
            <a:off x="1067469" y="455495"/>
            <a:ext cx="9690178"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Anexo</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Leasing en Europa</a:t>
            </a:r>
          </a:p>
        </p:txBody>
      </p:sp>
      <p:sp>
        <p:nvSpPr>
          <p:cNvPr id="3" name="Rectangle 2">
            <a:extLst>
              <a:ext uri="{FF2B5EF4-FFF2-40B4-BE49-F238E27FC236}">
                <a16:creationId xmlns:a16="http://schemas.microsoft.com/office/drawing/2014/main" id="{5A3E1AFD-E5F4-7EF3-E950-2B7E1F377776}"/>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graphicFrame>
        <p:nvGraphicFramePr>
          <p:cNvPr id="10" name="Gráfico 1">
            <a:extLst>
              <a:ext uri="{FF2B5EF4-FFF2-40B4-BE49-F238E27FC236}">
                <a16:creationId xmlns:a16="http://schemas.microsoft.com/office/drawing/2014/main" id="{F79AF518-750C-4373-99ED-3952B665FD46}"/>
              </a:ext>
            </a:extLst>
          </p:cNvPr>
          <p:cNvGraphicFramePr>
            <a:graphicFrameLocks/>
          </p:cNvGraphicFramePr>
          <p:nvPr>
            <p:extLst>
              <p:ext uri="{D42A27DB-BD31-4B8C-83A1-F6EECF244321}">
                <p14:modId xmlns:p14="http://schemas.microsoft.com/office/powerpoint/2010/main" val="1263023051"/>
              </p:ext>
            </p:extLst>
          </p:nvPr>
        </p:nvGraphicFramePr>
        <p:xfrm>
          <a:off x="2290762" y="2252821"/>
          <a:ext cx="7610476" cy="3551238"/>
        </p:xfrm>
        <a:graphic>
          <a:graphicData uri="http://schemas.openxmlformats.org/drawingml/2006/chart">
            <c:chart xmlns:c="http://schemas.openxmlformats.org/drawingml/2006/chart" xmlns:r="http://schemas.openxmlformats.org/officeDocument/2006/relationships" r:id="rId4"/>
          </a:graphicData>
        </a:graphic>
      </p:graphicFrame>
      <p:sp>
        <p:nvSpPr>
          <p:cNvPr id="11" name="Google Shape;978;p52">
            <a:extLst>
              <a:ext uri="{FF2B5EF4-FFF2-40B4-BE49-F238E27FC236}">
                <a16:creationId xmlns:a16="http://schemas.microsoft.com/office/drawing/2014/main" id="{C07CB6C9-5660-3779-C9EF-C9535B356F9D}"/>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Según datos de </a:t>
            </a:r>
            <a:r>
              <a:rPr lang="es-ES_tradnl" sz="1400" b="1" err="1">
                <a:solidFill>
                  <a:srgbClr val="073763"/>
                </a:solidFill>
                <a:latin typeface="Arial" panose="020B0604020202020204" pitchFamily="34" charset="0"/>
                <a:cs typeface="Arial" panose="020B0604020202020204" pitchFamily="34" charset="0"/>
                <a:sym typeface="Quattrocento Sans"/>
              </a:rPr>
              <a:t>Leaseurope</a:t>
            </a:r>
            <a:r>
              <a:rPr lang="es-ES_tradnl" sz="1400" b="1">
                <a:solidFill>
                  <a:srgbClr val="073763"/>
                </a:solidFill>
                <a:latin typeface="Arial" panose="020B0604020202020204" pitchFamily="34" charset="0"/>
                <a:cs typeface="Arial" panose="020B0604020202020204" pitchFamily="34" charset="0"/>
                <a:sym typeface="Quattrocento Sans"/>
              </a:rPr>
              <a:t>, el volumen de negocio del leasing en Europa, en particular en el mercado de vehículos, sigue aumentando y a alcanzado cifras pre-COVID.</a:t>
            </a:r>
          </a:p>
        </p:txBody>
      </p:sp>
      <p:cxnSp>
        <p:nvCxnSpPr>
          <p:cNvPr id="6" name="Straight Connector 5">
            <a:extLst>
              <a:ext uri="{FF2B5EF4-FFF2-40B4-BE49-F238E27FC236}">
                <a16:creationId xmlns:a16="http://schemas.microsoft.com/office/drawing/2014/main" id="{FEDA352E-A278-90C6-0199-51189544D004}"/>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4515783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5EF8D-1BFD-EAE5-4C60-DBF78A7367B7}"/>
            </a:ext>
          </a:extLst>
        </p:cNvPr>
        <p:cNvGrpSpPr/>
        <p:nvPr/>
      </p:nvGrpSpPr>
      <p:grpSpPr>
        <a:xfrm>
          <a:off x="0" y="0"/>
          <a:ext cx="0" cy="0"/>
          <a:chOff x="0" y="0"/>
          <a:chExt cx="0" cy="0"/>
        </a:xfrm>
      </p:grpSpPr>
      <p:graphicFrame>
        <p:nvGraphicFramePr>
          <p:cNvPr id="11" name="Object 10">
            <a:extLst>
              <a:ext uri="{FF2B5EF4-FFF2-40B4-BE49-F238E27FC236}">
                <a16:creationId xmlns:a16="http://schemas.microsoft.com/office/drawing/2014/main" id="{79BD75F9-703A-AD4F-7CD4-72F8255FD284}"/>
              </a:ext>
            </a:extLst>
          </p:cNvPr>
          <p:cNvGraphicFramePr>
            <a:graphicFrameLocks noChangeAspect="1"/>
          </p:cNvGraphicFramePr>
          <p:nvPr>
            <p:extLst>
              <p:ext uri="{D42A27DB-BD31-4B8C-83A1-F6EECF244321}">
                <p14:modId xmlns:p14="http://schemas.microsoft.com/office/powerpoint/2010/main" val="2901544026"/>
              </p:ext>
            </p:extLst>
          </p:nvPr>
        </p:nvGraphicFramePr>
        <p:xfrm>
          <a:off x="10914359" y="5700794"/>
          <a:ext cx="914400" cy="806450"/>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11" name="Object 10">
                        <a:extLst>
                          <a:ext uri="{FF2B5EF4-FFF2-40B4-BE49-F238E27FC236}">
                            <a16:creationId xmlns:a16="http://schemas.microsoft.com/office/drawing/2014/main" id="{79BD75F9-703A-AD4F-7CD4-72F8255FD284}"/>
                          </a:ext>
                        </a:extLst>
                      </p:cNvPr>
                      <p:cNvPicPr/>
                      <p:nvPr/>
                    </p:nvPicPr>
                    <p:blipFill>
                      <a:blip r:embed="rId3"/>
                      <a:stretch>
                        <a:fillRect/>
                      </a:stretch>
                    </p:blipFill>
                    <p:spPr>
                      <a:xfrm>
                        <a:off x="10914359" y="5700794"/>
                        <a:ext cx="914400" cy="80645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FFA8B42-209B-292D-DBA4-BF7E2DA65B61}"/>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D76A241D-AAC1-F2A4-2E96-DFCFC0991FA2}"/>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Anexo</a:t>
            </a:r>
          </a:p>
          <a:p>
            <a:pPr>
              <a:buSzPts val="1800"/>
            </a:pPr>
            <a:r>
              <a:rPr lang="en-US" sz="2000" err="1">
                <a:solidFill>
                  <a:srgbClr val="BFA13E"/>
                </a:solidFill>
                <a:latin typeface="Segoe UI" panose="020B0502040204020203" pitchFamily="34" charset="0"/>
                <a:cs typeface="Segoe UI" panose="020B0502040204020203" pitchFamily="34" charset="0"/>
                <a:sym typeface="Trebuchet MS"/>
              </a:rPr>
              <a:t>Evolución</a:t>
            </a:r>
            <a:r>
              <a:rPr lang="en-US" sz="2000">
                <a:solidFill>
                  <a:srgbClr val="BFA13E"/>
                </a:solidFill>
                <a:latin typeface="Segoe UI" panose="020B0502040204020203" pitchFamily="34" charset="0"/>
                <a:cs typeface="Segoe UI" panose="020B0502040204020203" pitchFamily="34" charset="0"/>
                <a:sym typeface="Trebuchet MS"/>
              </a:rPr>
              <a:t> del stock de </a:t>
            </a:r>
            <a:r>
              <a:rPr lang="en-US" sz="2000" err="1">
                <a:solidFill>
                  <a:srgbClr val="BFA13E"/>
                </a:solidFill>
                <a:latin typeface="Segoe UI" panose="020B0502040204020203" pitchFamily="34" charset="0"/>
                <a:cs typeface="Segoe UI" panose="020B0502040204020203" pitchFamily="34" charset="0"/>
                <a:sym typeface="Trebuchet MS"/>
              </a:rPr>
              <a:t>vehículos</a:t>
            </a:r>
            <a:r>
              <a:rPr lang="en-US" sz="2000">
                <a:solidFill>
                  <a:srgbClr val="BFA13E"/>
                </a:solidFill>
                <a:latin typeface="Segoe UI" panose="020B0502040204020203" pitchFamily="34" charset="0"/>
                <a:cs typeface="Segoe UI" panose="020B0502040204020203" pitchFamily="34" charset="0"/>
                <a:sym typeface="Trebuchet MS"/>
              </a:rPr>
              <a:t> </a:t>
            </a:r>
            <a:r>
              <a:rPr lang="en-US" sz="2000" err="1">
                <a:solidFill>
                  <a:srgbClr val="BFA13E"/>
                </a:solidFill>
                <a:latin typeface="Segoe UI" panose="020B0502040204020203" pitchFamily="34" charset="0"/>
                <a:cs typeface="Segoe UI" panose="020B0502040204020203" pitchFamily="34" charset="0"/>
                <a:sym typeface="Trebuchet MS"/>
              </a:rPr>
              <a:t>por</a:t>
            </a:r>
            <a:r>
              <a:rPr lang="en-US" sz="2000">
                <a:solidFill>
                  <a:srgbClr val="BFA13E"/>
                </a:solidFill>
                <a:latin typeface="Segoe UI" panose="020B0502040204020203" pitchFamily="34" charset="0"/>
                <a:cs typeface="Segoe UI" panose="020B0502040204020203" pitchFamily="34" charset="0"/>
                <a:sym typeface="Trebuchet MS"/>
              </a:rPr>
              <a:t> </a:t>
            </a:r>
            <a:r>
              <a:rPr lang="en-US" sz="2000" err="1">
                <a:solidFill>
                  <a:srgbClr val="BFA13E"/>
                </a:solidFill>
                <a:latin typeface="Segoe UI" panose="020B0502040204020203" pitchFamily="34" charset="0"/>
                <a:cs typeface="Segoe UI" panose="020B0502040204020203" pitchFamily="34" charset="0"/>
                <a:sym typeface="Trebuchet MS"/>
              </a:rPr>
              <a:t>tipo</a:t>
            </a:r>
            <a:r>
              <a:rPr lang="en-US" sz="2000">
                <a:solidFill>
                  <a:srgbClr val="BFA13E"/>
                </a:solidFill>
                <a:latin typeface="Segoe UI" panose="020B0502040204020203" pitchFamily="34" charset="0"/>
                <a:cs typeface="Segoe UI" panose="020B0502040204020203" pitchFamily="34" charset="0"/>
                <a:sym typeface="Trebuchet MS"/>
              </a:rPr>
              <a:t> de </a:t>
            </a:r>
            <a:r>
              <a:rPr lang="en-US" sz="2000" err="1">
                <a:solidFill>
                  <a:srgbClr val="BFA13E"/>
                </a:solidFill>
                <a:latin typeface="Segoe UI" panose="020B0502040204020203" pitchFamily="34" charset="0"/>
                <a:cs typeface="Segoe UI" panose="020B0502040204020203" pitchFamily="34" charset="0"/>
                <a:sym typeface="Trebuchet MS"/>
              </a:rPr>
              <a:t>motorización</a:t>
            </a:r>
            <a:r>
              <a:rPr lang="en-US" sz="2000">
                <a:solidFill>
                  <a:srgbClr val="BFA13E"/>
                </a:solidFill>
                <a:latin typeface="Segoe UI" panose="020B0502040204020203" pitchFamily="34" charset="0"/>
                <a:cs typeface="Segoe UI" panose="020B0502040204020203" pitchFamily="34" charset="0"/>
                <a:sym typeface="Trebuchet MS"/>
              </a:rPr>
              <a:t> y </a:t>
            </a:r>
            <a:r>
              <a:rPr lang="en-US" sz="2000" err="1">
                <a:solidFill>
                  <a:srgbClr val="BFA13E"/>
                </a:solidFill>
                <a:latin typeface="Segoe UI" panose="020B0502040204020203" pitchFamily="34" charset="0"/>
                <a:cs typeface="Segoe UI" panose="020B0502040204020203" pitchFamily="34" charset="0"/>
                <a:sym typeface="Trebuchet MS"/>
              </a:rPr>
              <a:t>pais</a:t>
            </a:r>
            <a:r>
              <a:rPr lang="en-US" sz="2000">
                <a:solidFill>
                  <a:srgbClr val="BFA13E"/>
                </a:solidFill>
                <a:latin typeface="Segoe UI" panose="020B0502040204020203" pitchFamily="34" charset="0"/>
                <a:cs typeface="Segoe UI" panose="020B0502040204020203" pitchFamily="34" charset="0"/>
                <a:sym typeface="Trebuchet MS"/>
              </a:rPr>
              <a:t> (EU)</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C1362672-AAD9-DD87-0B21-DB952339A17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graphicFrame>
        <p:nvGraphicFramePr>
          <p:cNvPr id="12" name="Chart 11">
            <a:extLst>
              <a:ext uri="{FF2B5EF4-FFF2-40B4-BE49-F238E27FC236}">
                <a16:creationId xmlns:a16="http://schemas.microsoft.com/office/drawing/2014/main" id="{EDC86110-CBE6-4A8F-81D3-20BF23C30E11}"/>
              </a:ext>
            </a:extLst>
          </p:cNvPr>
          <p:cNvGraphicFramePr>
            <a:graphicFrameLocks/>
          </p:cNvGraphicFramePr>
          <p:nvPr>
            <p:extLst>
              <p:ext uri="{D42A27DB-BD31-4B8C-83A1-F6EECF244321}">
                <p14:modId xmlns:p14="http://schemas.microsoft.com/office/powerpoint/2010/main" val="3322311416"/>
              </p:ext>
            </p:extLst>
          </p:nvPr>
        </p:nvGraphicFramePr>
        <p:xfrm>
          <a:off x="943955" y="1887768"/>
          <a:ext cx="5096334" cy="40162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230270BC-5160-45A9-BD38-F9F94C119CD4}"/>
              </a:ext>
            </a:extLst>
          </p:cNvPr>
          <p:cNvGraphicFramePr>
            <a:graphicFrameLocks/>
          </p:cNvGraphicFramePr>
          <p:nvPr>
            <p:extLst>
              <p:ext uri="{D42A27DB-BD31-4B8C-83A1-F6EECF244321}">
                <p14:modId xmlns:p14="http://schemas.microsoft.com/office/powerpoint/2010/main" val="3580327927"/>
              </p:ext>
            </p:extLst>
          </p:nvPr>
        </p:nvGraphicFramePr>
        <p:xfrm>
          <a:off x="6151711" y="1887768"/>
          <a:ext cx="5096334" cy="4016226"/>
        </p:xfrm>
        <a:graphic>
          <a:graphicData uri="http://schemas.openxmlformats.org/drawingml/2006/chart">
            <c:chart xmlns:c="http://schemas.openxmlformats.org/drawingml/2006/chart" xmlns:r="http://schemas.openxmlformats.org/officeDocument/2006/relationships" r:id="rId5"/>
          </a:graphicData>
        </a:graphic>
      </p:graphicFrame>
      <p:sp>
        <p:nvSpPr>
          <p:cNvPr id="17" name="Google Shape;978;p52">
            <a:extLst>
              <a:ext uri="{FF2B5EF4-FFF2-40B4-BE49-F238E27FC236}">
                <a16:creationId xmlns:a16="http://schemas.microsoft.com/office/drawing/2014/main" id="{1DEA3A58-A408-DAE2-33F6-94F42063E569}"/>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Según datos de Eurostat, el stock de vehículos en Europa continúa aumentando. En particular, las siguientes gráficas muestran la evolución del stock de vehículos y vehículos eléctricos para los principales mercados. Destaca el crecimiento exponencial del stock de vehículos eléctricos en países como Alemania, Francia, y Reino Unido.</a:t>
            </a:r>
          </a:p>
        </p:txBody>
      </p:sp>
      <p:cxnSp>
        <p:nvCxnSpPr>
          <p:cNvPr id="5" name="Straight Connector 4">
            <a:extLst>
              <a:ext uri="{FF2B5EF4-FFF2-40B4-BE49-F238E27FC236}">
                <a16:creationId xmlns:a16="http://schemas.microsoft.com/office/drawing/2014/main" id="{A4B974E7-93B8-96A7-C24B-357DC939B63F}"/>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4752303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F7452-5571-2219-E639-12FD2DB479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618B78-E5E6-E244-FD72-144C296ABEDE}"/>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D2832975-E254-0022-D843-B816AE5D705E}"/>
              </a:ext>
            </a:extLst>
          </p:cNvPr>
          <p:cNvSpPr>
            <a:spLocks noChangeArrowheads="1"/>
          </p:cNvSpPr>
          <p:nvPr/>
        </p:nvSpPr>
        <p:spPr bwMode="gray">
          <a:xfrm>
            <a:off x="1067469" y="455495"/>
            <a:ext cx="9690178"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Anexo</a:t>
            </a:r>
          </a:p>
          <a:p>
            <a:pPr>
              <a:buSzPts val="1800"/>
            </a:pPr>
            <a:r>
              <a:rPr lang="en-US" sz="2000" err="1">
                <a:solidFill>
                  <a:srgbClr val="BFA13E"/>
                </a:solidFill>
                <a:latin typeface="Segoe UI" panose="020B0502040204020203" pitchFamily="34" charset="0"/>
                <a:cs typeface="Segoe UI" panose="020B0502040204020203" pitchFamily="34" charset="0"/>
                <a:sym typeface="Trebuchet MS"/>
              </a:rPr>
              <a:t>Evolución</a:t>
            </a:r>
            <a:r>
              <a:rPr lang="en-US" sz="2000">
                <a:solidFill>
                  <a:srgbClr val="BFA13E"/>
                </a:solidFill>
                <a:latin typeface="Segoe UI" panose="020B0502040204020203" pitchFamily="34" charset="0"/>
                <a:cs typeface="Segoe UI" panose="020B0502040204020203" pitchFamily="34" charset="0"/>
                <a:sym typeface="Trebuchet MS"/>
              </a:rPr>
              <a:t> de la </a:t>
            </a:r>
            <a:r>
              <a:rPr lang="en-US" sz="2000" err="1">
                <a:solidFill>
                  <a:srgbClr val="BFA13E"/>
                </a:solidFill>
                <a:latin typeface="Segoe UI" panose="020B0502040204020203" pitchFamily="34" charset="0"/>
                <a:cs typeface="Segoe UI" panose="020B0502040204020203" pitchFamily="34" charset="0"/>
                <a:sym typeface="Trebuchet MS"/>
              </a:rPr>
              <a:t>nueva</a:t>
            </a:r>
            <a:r>
              <a:rPr lang="en-US" sz="2000">
                <a:solidFill>
                  <a:srgbClr val="BFA13E"/>
                </a:solidFill>
                <a:latin typeface="Segoe UI" panose="020B0502040204020203" pitchFamily="34" charset="0"/>
                <a:cs typeface="Segoe UI" panose="020B0502040204020203" pitchFamily="34" charset="0"/>
                <a:sym typeface="Trebuchet MS"/>
              </a:rPr>
              <a:t> </a:t>
            </a:r>
            <a:r>
              <a:rPr lang="en-US" sz="2000" err="1">
                <a:solidFill>
                  <a:srgbClr val="BFA13E"/>
                </a:solidFill>
                <a:latin typeface="Segoe UI" panose="020B0502040204020203" pitchFamily="34" charset="0"/>
                <a:cs typeface="Segoe UI" panose="020B0502040204020203" pitchFamily="34" charset="0"/>
                <a:sym typeface="Trebuchet MS"/>
              </a:rPr>
              <a:t>producción</a:t>
            </a:r>
            <a:r>
              <a:rPr lang="en-US" sz="2000">
                <a:solidFill>
                  <a:srgbClr val="BFA13E"/>
                </a:solidFill>
                <a:latin typeface="Segoe UI" panose="020B0502040204020203" pitchFamily="34" charset="0"/>
                <a:cs typeface="Segoe UI" panose="020B0502040204020203" pitchFamily="34" charset="0"/>
                <a:sym typeface="Trebuchet MS"/>
              </a:rPr>
              <a:t> de </a:t>
            </a:r>
            <a:r>
              <a:rPr lang="en-US" sz="2000" err="1">
                <a:solidFill>
                  <a:srgbClr val="BFA13E"/>
                </a:solidFill>
                <a:latin typeface="Segoe UI" panose="020B0502040204020203" pitchFamily="34" charset="0"/>
                <a:cs typeface="Segoe UI" panose="020B0502040204020203" pitchFamily="34" charset="0"/>
                <a:sym typeface="Trebuchet MS"/>
              </a:rPr>
              <a:t>vehículos</a:t>
            </a:r>
            <a:r>
              <a:rPr lang="en-US" sz="2000">
                <a:solidFill>
                  <a:srgbClr val="BFA13E"/>
                </a:solidFill>
                <a:latin typeface="Segoe UI" panose="020B0502040204020203" pitchFamily="34" charset="0"/>
                <a:cs typeface="Segoe UI" panose="020B0502040204020203" pitchFamily="34" charset="0"/>
                <a:sym typeface="Trebuchet MS"/>
              </a:rPr>
              <a:t> </a:t>
            </a:r>
            <a:r>
              <a:rPr lang="en-US" sz="2000" err="1">
                <a:solidFill>
                  <a:srgbClr val="BFA13E"/>
                </a:solidFill>
                <a:latin typeface="Segoe UI" panose="020B0502040204020203" pitchFamily="34" charset="0"/>
                <a:cs typeface="Segoe UI" panose="020B0502040204020203" pitchFamily="34" charset="0"/>
                <a:sym typeface="Trebuchet MS"/>
              </a:rPr>
              <a:t>por</a:t>
            </a:r>
            <a:r>
              <a:rPr lang="en-US" sz="2000">
                <a:solidFill>
                  <a:srgbClr val="BFA13E"/>
                </a:solidFill>
                <a:latin typeface="Segoe UI" panose="020B0502040204020203" pitchFamily="34" charset="0"/>
                <a:cs typeface="Segoe UI" panose="020B0502040204020203" pitchFamily="34" charset="0"/>
                <a:sym typeface="Trebuchet MS"/>
              </a:rPr>
              <a:t> </a:t>
            </a:r>
            <a:r>
              <a:rPr lang="en-US" sz="2000" err="1">
                <a:solidFill>
                  <a:srgbClr val="BFA13E"/>
                </a:solidFill>
                <a:latin typeface="Segoe UI" panose="020B0502040204020203" pitchFamily="34" charset="0"/>
                <a:cs typeface="Segoe UI" panose="020B0502040204020203" pitchFamily="34" charset="0"/>
                <a:sym typeface="Trebuchet MS"/>
              </a:rPr>
              <a:t>tipo</a:t>
            </a:r>
            <a:r>
              <a:rPr lang="en-US" sz="2000">
                <a:solidFill>
                  <a:srgbClr val="BFA13E"/>
                </a:solidFill>
                <a:latin typeface="Segoe UI" panose="020B0502040204020203" pitchFamily="34" charset="0"/>
                <a:cs typeface="Segoe UI" panose="020B0502040204020203" pitchFamily="34" charset="0"/>
                <a:sym typeface="Trebuchet MS"/>
              </a:rPr>
              <a:t> de </a:t>
            </a:r>
            <a:r>
              <a:rPr lang="en-US" sz="2000" err="1">
                <a:solidFill>
                  <a:srgbClr val="BFA13E"/>
                </a:solidFill>
                <a:latin typeface="Segoe UI" panose="020B0502040204020203" pitchFamily="34" charset="0"/>
                <a:cs typeface="Segoe UI" panose="020B0502040204020203" pitchFamily="34" charset="0"/>
                <a:sym typeface="Trebuchet MS"/>
              </a:rPr>
              <a:t>motorización</a:t>
            </a:r>
            <a:r>
              <a:rPr lang="en-US" sz="2000">
                <a:solidFill>
                  <a:srgbClr val="BFA13E"/>
                </a:solidFill>
                <a:latin typeface="Segoe UI" panose="020B0502040204020203" pitchFamily="34" charset="0"/>
                <a:cs typeface="Segoe UI" panose="020B0502040204020203" pitchFamily="34" charset="0"/>
                <a:sym typeface="Trebuchet MS"/>
              </a:rPr>
              <a:t> y </a:t>
            </a:r>
            <a:r>
              <a:rPr lang="en-US" sz="2000" err="1">
                <a:solidFill>
                  <a:srgbClr val="BFA13E"/>
                </a:solidFill>
                <a:latin typeface="Segoe UI" panose="020B0502040204020203" pitchFamily="34" charset="0"/>
                <a:cs typeface="Segoe UI" panose="020B0502040204020203" pitchFamily="34" charset="0"/>
                <a:sym typeface="Trebuchet MS"/>
              </a:rPr>
              <a:t>pais</a:t>
            </a:r>
            <a:r>
              <a:rPr lang="en-US" sz="2000">
                <a:solidFill>
                  <a:srgbClr val="BFA13E"/>
                </a:solidFill>
                <a:latin typeface="Segoe UI" panose="020B0502040204020203" pitchFamily="34" charset="0"/>
                <a:cs typeface="Segoe UI" panose="020B0502040204020203" pitchFamily="34" charset="0"/>
                <a:sym typeface="Trebuchet MS"/>
              </a:rPr>
              <a:t> (EU)</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DDC9FAB8-C061-87F5-FFD8-5791DC089717}"/>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graphicFrame>
        <p:nvGraphicFramePr>
          <p:cNvPr id="5" name="Object 4">
            <a:extLst>
              <a:ext uri="{FF2B5EF4-FFF2-40B4-BE49-F238E27FC236}">
                <a16:creationId xmlns:a16="http://schemas.microsoft.com/office/drawing/2014/main" id="{B49F7FE7-691F-5075-995A-E5AEB8C95D6D}"/>
              </a:ext>
            </a:extLst>
          </p:cNvPr>
          <p:cNvGraphicFramePr>
            <a:graphicFrameLocks noChangeAspect="1"/>
          </p:cNvGraphicFramePr>
          <p:nvPr>
            <p:extLst>
              <p:ext uri="{D42A27DB-BD31-4B8C-83A1-F6EECF244321}">
                <p14:modId xmlns:p14="http://schemas.microsoft.com/office/powerpoint/2010/main" val="350963799"/>
              </p:ext>
            </p:extLst>
          </p:nvPr>
        </p:nvGraphicFramePr>
        <p:xfrm>
          <a:off x="10914359" y="5701215"/>
          <a:ext cx="914400" cy="806450"/>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5" name="Object 4">
                        <a:extLst>
                          <a:ext uri="{FF2B5EF4-FFF2-40B4-BE49-F238E27FC236}">
                            <a16:creationId xmlns:a16="http://schemas.microsoft.com/office/drawing/2014/main" id="{B49F7FE7-691F-5075-995A-E5AEB8C95D6D}"/>
                          </a:ext>
                        </a:extLst>
                      </p:cNvPr>
                      <p:cNvPicPr/>
                      <p:nvPr/>
                    </p:nvPicPr>
                    <p:blipFill>
                      <a:blip r:embed="rId3"/>
                      <a:stretch>
                        <a:fillRect/>
                      </a:stretch>
                    </p:blipFill>
                    <p:spPr>
                      <a:xfrm>
                        <a:off x="10914359" y="5701215"/>
                        <a:ext cx="914400" cy="806450"/>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57C507C0-24C2-E9B8-6926-97102594306E}"/>
              </a:ext>
            </a:extLst>
          </p:cNvPr>
          <p:cNvGrpSpPr/>
          <p:nvPr/>
        </p:nvGrpSpPr>
        <p:grpSpPr>
          <a:xfrm>
            <a:off x="943955" y="1887768"/>
            <a:ext cx="10304090" cy="4015384"/>
            <a:chOff x="1067469" y="1684568"/>
            <a:chExt cx="10304090" cy="4015384"/>
          </a:xfrm>
        </p:grpSpPr>
        <p:graphicFrame>
          <p:nvGraphicFramePr>
            <p:cNvPr id="15" name="Chart 14">
              <a:extLst>
                <a:ext uri="{FF2B5EF4-FFF2-40B4-BE49-F238E27FC236}">
                  <a16:creationId xmlns:a16="http://schemas.microsoft.com/office/drawing/2014/main" id="{7FB64C4D-97EA-AB75-9F14-F6B800D0E099}"/>
                </a:ext>
              </a:extLst>
            </p:cNvPr>
            <p:cNvGraphicFramePr>
              <a:graphicFrameLocks/>
            </p:cNvGraphicFramePr>
            <p:nvPr>
              <p:extLst>
                <p:ext uri="{D42A27DB-BD31-4B8C-83A1-F6EECF244321}">
                  <p14:modId xmlns:p14="http://schemas.microsoft.com/office/powerpoint/2010/main" val="200799111"/>
                </p:ext>
              </p:extLst>
            </p:nvPr>
          </p:nvGraphicFramePr>
          <p:xfrm>
            <a:off x="1067469" y="1684568"/>
            <a:ext cx="5028531" cy="396593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590A7C29-B8DD-5BA7-8428-3642C9980716}"/>
                </a:ext>
              </a:extLst>
            </p:cNvPr>
            <p:cNvGraphicFramePr>
              <a:graphicFrameLocks/>
            </p:cNvGraphicFramePr>
            <p:nvPr>
              <p:extLst>
                <p:ext uri="{D42A27DB-BD31-4B8C-83A1-F6EECF244321}">
                  <p14:modId xmlns:p14="http://schemas.microsoft.com/office/powerpoint/2010/main" val="2775013015"/>
                </p:ext>
              </p:extLst>
            </p:nvPr>
          </p:nvGraphicFramePr>
          <p:xfrm>
            <a:off x="6163803" y="1684568"/>
            <a:ext cx="5207756" cy="4015384"/>
          </p:xfrm>
          <a:graphic>
            <a:graphicData uri="http://schemas.openxmlformats.org/drawingml/2006/chart">
              <c:chart xmlns:c="http://schemas.openxmlformats.org/drawingml/2006/chart" xmlns:r="http://schemas.openxmlformats.org/officeDocument/2006/relationships" r:id="rId5"/>
            </a:graphicData>
          </a:graphic>
        </p:graphicFrame>
      </p:grpSp>
      <p:sp>
        <p:nvSpPr>
          <p:cNvPr id="9" name="Google Shape;978;p52">
            <a:extLst>
              <a:ext uri="{FF2B5EF4-FFF2-40B4-BE49-F238E27FC236}">
                <a16:creationId xmlns:a16="http://schemas.microsoft.com/office/drawing/2014/main" id="{81A8FC20-FFA5-227E-381D-50EE19C4F168}"/>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Según datos de Eurostat, el la nueva producción de vehículos en Europa se ha recuperado de la caída de la demanda suscitada por la crisis del COVID. En particular, las siguientes gráficas muestran como la nueva producción en Alemania, Francia, y Reino Unido viene en parte impulsada por el mercado de vehículos eléctricos.</a:t>
            </a:r>
          </a:p>
        </p:txBody>
      </p:sp>
      <p:cxnSp>
        <p:nvCxnSpPr>
          <p:cNvPr id="6" name="Straight Connector 5">
            <a:extLst>
              <a:ext uri="{FF2B5EF4-FFF2-40B4-BE49-F238E27FC236}">
                <a16:creationId xmlns:a16="http://schemas.microsoft.com/office/drawing/2014/main" id="{1A062F72-F532-5ED6-E296-2C356588829F}"/>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9635482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E53D-3F23-0767-73DA-40458ED0AB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965FDF0-2086-CAB6-EAED-E73BA8032F10}"/>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4975BD63-DBB2-D510-95B0-AB23C15420F3}"/>
              </a:ext>
            </a:extLst>
          </p:cNvPr>
          <p:cNvSpPr>
            <a:spLocks noChangeArrowheads="1"/>
          </p:cNvSpPr>
          <p:nvPr/>
        </p:nvSpPr>
        <p:spPr bwMode="gray">
          <a:xfrm>
            <a:off x="1067469" y="455495"/>
            <a:ext cx="9690178"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Anexo</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Leasing en Estados Unidos</a:t>
            </a:r>
          </a:p>
        </p:txBody>
      </p:sp>
      <p:sp>
        <p:nvSpPr>
          <p:cNvPr id="3" name="Rectangle 2">
            <a:extLst>
              <a:ext uri="{FF2B5EF4-FFF2-40B4-BE49-F238E27FC236}">
                <a16:creationId xmlns:a16="http://schemas.microsoft.com/office/drawing/2014/main" id="{DBFDD072-D660-8AF9-480C-B3399051CB78}"/>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graphicFrame>
        <p:nvGraphicFramePr>
          <p:cNvPr id="5" name="Object 4">
            <a:extLst>
              <a:ext uri="{FF2B5EF4-FFF2-40B4-BE49-F238E27FC236}">
                <a16:creationId xmlns:a16="http://schemas.microsoft.com/office/drawing/2014/main" id="{56223067-444D-F340-654D-D890332F05B5}"/>
              </a:ext>
            </a:extLst>
          </p:cNvPr>
          <p:cNvGraphicFramePr>
            <a:graphicFrameLocks noChangeAspect="1"/>
          </p:cNvGraphicFramePr>
          <p:nvPr>
            <p:extLst>
              <p:ext uri="{D42A27DB-BD31-4B8C-83A1-F6EECF244321}">
                <p14:modId xmlns:p14="http://schemas.microsoft.com/office/powerpoint/2010/main" val="3284480516"/>
              </p:ext>
            </p:extLst>
          </p:nvPr>
        </p:nvGraphicFramePr>
        <p:xfrm>
          <a:off x="10914359" y="5701636"/>
          <a:ext cx="914400" cy="806450"/>
        </p:xfrm>
        <a:graphic>
          <a:graphicData uri="http://schemas.openxmlformats.org/presentationml/2006/ole">
            <mc:AlternateContent xmlns:mc="http://schemas.openxmlformats.org/markup-compatibility/2006">
              <mc:Choice xmlns:v="urn:schemas-microsoft-com:vml" Requires="v">
                <p:oleObj name="Worksheet" showAsIcon="1" r:id="rId2" imgW="914400" imgH="806349" progId="Excel.Sheet.12">
                  <p:embed/>
                </p:oleObj>
              </mc:Choice>
              <mc:Fallback>
                <p:oleObj name="Worksheet" showAsIcon="1" r:id="rId2" imgW="914400" imgH="806349" progId="Excel.Sheet.12">
                  <p:embed/>
                  <p:pic>
                    <p:nvPicPr>
                      <p:cNvPr id="5" name="Object 4">
                        <a:extLst>
                          <a:ext uri="{FF2B5EF4-FFF2-40B4-BE49-F238E27FC236}">
                            <a16:creationId xmlns:a16="http://schemas.microsoft.com/office/drawing/2014/main" id="{56223067-444D-F340-654D-D890332F05B5}"/>
                          </a:ext>
                        </a:extLst>
                      </p:cNvPr>
                      <p:cNvPicPr/>
                      <p:nvPr/>
                    </p:nvPicPr>
                    <p:blipFill>
                      <a:blip r:embed="rId3"/>
                      <a:stretch>
                        <a:fillRect/>
                      </a:stretch>
                    </p:blipFill>
                    <p:spPr>
                      <a:xfrm>
                        <a:off x="10914359" y="5701636"/>
                        <a:ext cx="914400" cy="806450"/>
                      </a:xfrm>
                      <a:prstGeom prst="rect">
                        <a:avLst/>
                      </a:prstGeom>
                    </p:spPr>
                  </p:pic>
                </p:oleObj>
              </mc:Fallback>
            </mc:AlternateContent>
          </a:graphicData>
        </a:graphic>
      </p:graphicFrame>
      <p:graphicFrame>
        <p:nvGraphicFramePr>
          <p:cNvPr id="7" name="Chart 6">
            <a:extLst>
              <a:ext uri="{FF2B5EF4-FFF2-40B4-BE49-F238E27FC236}">
                <a16:creationId xmlns:a16="http://schemas.microsoft.com/office/drawing/2014/main" id="{0FF8319C-6BB5-C8A0-3233-C1A4B400CF34}"/>
              </a:ext>
            </a:extLst>
          </p:cNvPr>
          <p:cNvGraphicFramePr>
            <a:graphicFrameLocks/>
          </p:cNvGraphicFramePr>
          <p:nvPr>
            <p:extLst>
              <p:ext uri="{D42A27DB-BD31-4B8C-83A1-F6EECF244321}">
                <p14:modId xmlns:p14="http://schemas.microsoft.com/office/powerpoint/2010/main" val="2818136315"/>
              </p:ext>
            </p:extLst>
          </p:nvPr>
        </p:nvGraphicFramePr>
        <p:xfrm>
          <a:off x="2290762" y="2344120"/>
          <a:ext cx="8355706" cy="3608241"/>
        </p:xfrm>
        <a:graphic>
          <a:graphicData uri="http://schemas.openxmlformats.org/drawingml/2006/chart">
            <c:chart xmlns:c="http://schemas.openxmlformats.org/drawingml/2006/chart" xmlns:r="http://schemas.openxmlformats.org/officeDocument/2006/relationships" r:id="rId4"/>
          </a:graphicData>
        </a:graphic>
      </p:graphicFrame>
      <p:sp>
        <p:nvSpPr>
          <p:cNvPr id="9" name="Google Shape;978;p52">
            <a:extLst>
              <a:ext uri="{FF2B5EF4-FFF2-40B4-BE49-F238E27FC236}">
                <a16:creationId xmlns:a16="http://schemas.microsoft.com/office/drawing/2014/main" id="{7CB4C47D-DDE3-B327-BF37-2772D9ED5051}"/>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Según datos de Bureau </a:t>
            </a:r>
            <a:r>
              <a:rPr lang="es-ES_tradnl" sz="1400" b="1" err="1">
                <a:solidFill>
                  <a:srgbClr val="073763"/>
                </a:solidFill>
                <a:latin typeface="Arial" panose="020B0604020202020204" pitchFamily="34" charset="0"/>
                <a:cs typeface="Arial" panose="020B0604020202020204" pitchFamily="34" charset="0"/>
                <a:sym typeface="Quattrocento Sans"/>
              </a:rPr>
              <a:t>of</a:t>
            </a:r>
            <a:r>
              <a:rPr lang="es-ES_tradnl" sz="1400" b="1">
                <a:solidFill>
                  <a:srgbClr val="073763"/>
                </a:solidFill>
                <a:latin typeface="Arial" panose="020B0604020202020204" pitchFamily="34" charset="0"/>
                <a:cs typeface="Arial" panose="020B0604020202020204" pitchFamily="34" charset="0"/>
                <a:sym typeface="Quattrocento Sans"/>
              </a:rPr>
              <a:t> </a:t>
            </a:r>
            <a:r>
              <a:rPr lang="es-ES_tradnl" sz="1400" b="1" err="1">
                <a:solidFill>
                  <a:srgbClr val="073763"/>
                </a:solidFill>
                <a:latin typeface="Arial" panose="020B0604020202020204" pitchFamily="34" charset="0"/>
                <a:cs typeface="Arial" panose="020B0604020202020204" pitchFamily="34" charset="0"/>
                <a:sym typeface="Quattrocento Sans"/>
              </a:rPr>
              <a:t>Transportation</a:t>
            </a:r>
            <a:r>
              <a:rPr lang="es-ES_tradnl" sz="1400" b="1">
                <a:solidFill>
                  <a:srgbClr val="073763"/>
                </a:solidFill>
                <a:latin typeface="Arial" panose="020B0604020202020204" pitchFamily="34" charset="0"/>
                <a:cs typeface="Arial" panose="020B0604020202020204" pitchFamily="34" charset="0"/>
                <a:sym typeface="Quattrocento Sans"/>
              </a:rPr>
              <a:t> </a:t>
            </a:r>
            <a:r>
              <a:rPr lang="es-ES_tradnl" sz="1400" b="1" err="1">
                <a:solidFill>
                  <a:srgbClr val="073763"/>
                </a:solidFill>
                <a:latin typeface="Arial" panose="020B0604020202020204" pitchFamily="34" charset="0"/>
                <a:cs typeface="Arial" panose="020B0604020202020204" pitchFamily="34" charset="0"/>
                <a:sym typeface="Quattrocento Sans"/>
              </a:rPr>
              <a:t>Statistics</a:t>
            </a:r>
            <a:r>
              <a:rPr lang="es-ES_tradnl" sz="1400" b="1">
                <a:solidFill>
                  <a:srgbClr val="073763"/>
                </a:solidFill>
                <a:latin typeface="Arial" panose="020B0604020202020204" pitchFamily="34" charset="0"/>
                <a:cs typeface="Arial" panose="020B0604020202020204" pitchFamily="34" charset="0"/>
                <a:sym typeface="Quattrocento Sans"/>
              </a:rPr>
              <a:t>, del Departamento de Transporte de EEUU, la nueva producción de ventas a fecha 2022 no se había recuperado del impacto del COVID. Destaca en la evolución histórica la crisis financiera de 2007-2008, donde se alcanzan mínimos históricos. La nueva producción de leasing de vehículos refleja una tendencia similar.</a:t>
            </a:r>
          </a:p>
        </p:txBody>
      </p:sp>
      <p:cxnSp>
        <p:nvCxnSpPr>
          <p:cNvPr id="6" name="Straight Connector 5">
            <a:extLst>
              <a:ext uri="{FF2B5EF4-FFF2-40B4-BE49-F238E27FC236}">
                <a16:creationId xmlns:a16="http://schemas.microsoft.com/office/drawing/2014/main" id="{186C37EB-43BC-89A7-2C4F-A9E654BA3DB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953461810"/>
      </p:ext>
    </p:extLst>
  </p:cSld>
  <p:clrMapOvr>
    <a:masterClrMapping/>
  </p:clrMapOvr>
</p:sld>
</file>

<file path=ppt/theme/theme1.xml><?xml version="1.0" encoding="utf-8"?>
<a:theme xmlns:a="http://schemas.openxmlformats.org/drawingml/2006/main" name="Theme2">
  <a:themeElements>
    <a:clrScheme name="Management Solutions">
      <a:dk1>
        <a:sysClr val="windowText" lastClr="000000"/>
      </a:dk1>
      <a:lt1>
        <a:sysClr val="window" lastClr="FFFFFF"/>
      </a:lt1>
      <a:dk2>
        <a:srgbClr val="041F4C"/>
      </a:dk2>
      <a:lt2>
        <a:srgbClr val="0081C6"/>
      </a:lt2>
      <a:accent1>
        <a:srgbClr val="2E4A7E"/>
      </a:accent1>
      <a:accent2>
        <a:srgbClr val="667CA5"/>
      </a:accent2>
      <a:accent3>
        <a:srgbClr val="99A8C3"/>
      </a:accent3>
      <a:accent4>
        <a:srgbClr val="EEE6C4"/>
      </a:accent4>
      <a:accent5>
        <a:srgbClr val="E5D19F"/>
      </a:accent5>
      <a:accent6>
        <a:srgbClr val="D2B057"/>
      </a:accent6>
      <a:hlink>
        <a:srgbClr val="2E4A7E"/>
      </a:hlink>
      <a:folHlink>
        <a:srgbClr val="99A8C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FF"/>
        </a:solidFill>
        <a:ln w="6350" cap="flat" cmpd="sng" algn="ctr">
          <a:solidFill>
            <a:srgbClr val="CCD3E1"/>
          </a:solidFill>
          <a:prstDash val="solid"/>
          <a:headEnd/>
          <a:tailEnd/>
        </a:ln>
        <a:effectLst>
          <a:outerShdw blurRad="50800" dist="38100" dir="2700000" algn="tl" rotWithShape="0">
            <a:prstClr val="black">
              <a:alpha val="40000"/>
            </a:prstClr>
          </a:outerShdw>
        </a:effectLst>
      </a:spPr>
      <a:bodyPr wrap="square" tIns="216000" anchor="t"/>
      <a:lstStyle>
        <a:defPPr algn="l">
          <a:spcBef>
            <a:spcPts val="600"/>
          </a:spcBef>
          <a:defRPr b="1" dirty="0">
            <a:solidFill>
              <a:srgbClr val="000000"/>
            </a:solidFill>
            <a:cs typeface="Arial" pitchFamily="34" charset="0"/>
          </a:defRPr>
        </a:defPPr>
      </a:lstStyle>
    </a:spDef>
  </a:objectDefaults>
  <a:extraClrSchemeLst/>
  <a:extLst>
    <a:ext uri="{05A4C25C-085E-4340-85A3-A5531E510DB2}">
      <thm15:themeFamily xmlns:thm15="http://schemas.microsoft.com/office/thememl/2012/main" name="Theme2" id="{8E44F81A-90C4-4658-9E51-03B0A66FAE9F}" vid="{889BD3B1-97DA-4771-85B4-06A6F04C9E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ontrol xmlns="http://schemas.microsoft.com/VisualStudio/2011/storyboarding/control">
  <Id Name="6c87b678-5ddb-4df7-a386-62add823d49c" Revision="1" Stencil="3c6fcec2-927d-4185-9410-6a742ad691f6" StencilVersion="1.0"/>
</Control>
</file>

<file path=customXml/item2.xml><?xml version="1.0" encoding="utf-8"?>
<ct:contentTypeSchema xmlns:ct="http://schemas.microsoft.com/office/2006/metadata/contentType" xmlns:ma="http://schemas.microsoft.com/office/2006/metadata/properties/metaAttributes" ct:_="" ma:_="" ma:contentTypeName="Documento" ma:contentTypeID="0x010100143D8FF8D1359B43A10B8002F4A91777" ma:contentTypeVersion="13" ma:contentTypeDescription="Crear nuevo documento." ma:contentTypeScope="" ma:versionID="03c9c6d6d0bf51104d7ec03ec411e51b">
  <xsd:schema xmlns:xsd="http://www.w3.org/2001/XMLSchema" xmlns:xs="http://www.w3.org/2001/XMLSchema" xmlns:p="http://schemas.microsoft.com/office/2006/metadata/properties" xmlns:ns3="4b5e8c9d-972d-4cc0-bc81-da59035ca9db" xmlns:ns4="41db913a-e2c5-437c-b722-6481c29a336e" targetNamespace="http://schemas.microsoft.com/office/2006/metadata/properties" ma:root="true" ma:fieldsID="9fc34508cd911e7b2281bea379505976" ns3:_="" ns4:_="">
    <xsd:import namespace="4b5e8c9d-972d-4cc0-bc81-da59035ca9db"/>
    <xsd:import namespace="41db913a-e2c5-437c-b722-6481c29a336e"/>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5e8c9d-972d-4cc0-bc81-da59035ca9db"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1db913a-e2c5-437c-b722-6481c29a336e"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activity xmlns="4b5e8c9d-972d-4cc0-bc81-da59035ca9db" xsi:nil="true"/>
  </documentManagement>
</p:properties>
</file>

<file path=customXml/itemProps1.xml><?xml version="1.0" encoding="utf-8"?>
<ds:datastoreItem xmlns:ds="http://schemas.openxmlformats.org/officeDocument/2006/customXml" ds:itemID="{0F7B76D3-E528-4F79-A69D-8018FBE9FEF1}">
  <ds:schemaRefs>
    <ds:schemaRef ds:uri="http://schemas.microsoft.com/VisualStudio/2011/storyboarding/control"/>
  </ds:schemaRefs>
</ds:datastoreItem>
</file>

<file path=customXml/itemProps2.xml><?xml version="1.0" encoding="utf-8"?>
<ds:datastoreItem xmlns:ds="http://schemas.openxmlformats.org/officeDocument/2006/customXml" ds:itemID="{E20E697C-6A10-417C-BBB7-C39F5EEFFFD1}">
  <ds:schemaRefs>
    <ds:schemaRef ds:uri="41db913a-e2c5-437c-b722-6481c29a336e"/>
    <ds:schemaRef ds:uri="4b5e8c9d-972d-4cc0-bc81-da59035ca9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37551D2-A50E-4D0F-B3B0-624E40D878C8}">
  <ds:schemaRefs>
    <ds:schemaRef ds:uri="http://schemas.microsoft.com/sharepoint/v3/contenttype/forms"/>
  </ds:schemaRefs>
</ds:datastoreItem>
</file>

<file path=customXml/itemProps4.xml><?xml version="1.0" encoding="utf-8"?>
<ds:datastoreItem xmlns:ds="http://schemas.openxmlformats.org/officeDocument/2006/customXml" ds:itemID="{D81167E7-6EEE-4795-8517-39464F54CA19}">
  <ds:schemaRefs>
    <ds:schemaRef ds:uri="4b5e8c9d-972d-4cc0-bc81-da59035ca9db"/>
    <ds:schemaRef ds:uri="http://schemas.microsoft.com/office/infopath/2007/PartnerControls"/>
    <ds:schemaRef ds:uri="http://purl.org/dc/terms/"/>
    <ds:schemaRef ds:uri="http://schemas.microsoft.com/office/2006/documentManagement/types"/>
    <ds:schemaRef ds:uri="http://purl.org/dc/dcmitype/"/>
    <ds:schemaRef ds:uri="http://purl.org/dc/elements/1.1/"/>
    <ds:schemaRef ds:uri="http://www.w3.org/XML/1998/namespace"/>
    <ds:schemaRef ds:uri="http://schemas.microsoft.com/office/2006/metadata/properties"/>
    <ds:schemaRef ds:uri="http://schemas.openxmlformats.org/package/2006/metadata/core-properties"/>
    <ds:schemaRef ds:uri="41db913a-e2c5-437c-b722-6481c29a336e"/>
  </ds:schemaRefs>
</ds:datastoreItem>
</file>

<file path=docMetadata/LabelInfo.xml><?xml version="1.0" encoding="utf-8"?>
<clbl:labelList xmlns:clbl="http://schemas.microsoft.com/office/2020/mipLabelMetadata">
  <clbl:label id="{a6bf56db-1844-4fb0-89f3-ad07c1f40c8b}" enabled="0" method="" siteId="{a6bf56db-1844-4fb0-89f3-ad07c1f40c8b}" removed="1"/>
</clbl:labelList>
</file>

<file path=docProps/app.xml><?xml version="1.0" encoding="utf-8"?>
<Properties xmlns="http://schemas.openxmlformats.org/officeDocument/2006/extended-properties" xmlns:vt="http://schemas.openxmlformats.org/officeDocument/2006/docPropsVTypes">
  <Template/>
  <TotalTime>3</TotalTime>
  <Words>14390</Words>
  <Application>Microsoft Office PowerPoint</Application>
  <PresentationFormat>Panorámica</PresentationFormat>
  <Paragraphs>1158</Paragraphs>
  <Slides>57</Slides>
  <Notes>19</Notes>
  <HiddenSlides>0</HiddenSlides>
  <MMClips>0</MMClips>
  <ScaleCrop>false</ScaleCrop>
  <HeadingPairs>
    <vt:vector size="8" baseType="variant">
      <vt:variant>
        <vt:lpstr>Fuentes usadas</vt:lpstr>
      </vt:variant>
      <vt:variant>
        <vt:i4>14</vt:i4>
      </vt:variant>
      <vt:variant>
        <vt:lpstr>Tema</vt:lpstr>
      </vt:variant>
      <vt:variant>
        <vt:i4>1</vt:i4>
      </vt:variant>
      <vt:variant>
        <vt:lpstr>Servidores OLE incrustados</vt:lpstr>
      </vt:variant>
      <vt:variant>
        <vt:i4>1</vt:i4>
      </vt:variant>
      <vt:variant>
        <vt:lpstr>Títulos de diapositiva</vt:lpstr>
      </vt:variant>
      <vt:variant>
        <vt:i4>57</vt:i4>
      </vt:variant>
    </vt:vector>
  </HeadingPairs>
  <TitlesOfParts>
    <vt:vector size="73" baseType="lpstr">
      <vt:lpstr>Aptos</vt:lpstr>
      <vt:lpstr>Arial</vt:lpstr>
      <vt:lpstr>Calibri</vt:lpstr>
      <vt:lpstr>Calibri (Body)</vt:lpstr>
      <vt:lpstr>Cambria Math</vt:lpstr>
      <vt:lpstr>Consolas</vt:lpstr>
      <vt:lpstr>Courier New</vt:lpstr>
      <vt:lpstr>Google Sans</vt:lpstr>
      <vt:lpstr>Helvetica Neue</vt:lpstr>
      <vt:lpstr>Lato</vt:lpstr>
      <vt:lpstr>Lato Light</vt:lpstr>
      <vt:lpstr>Quattrocento Sans</vt:lpstr>
      <vt:lpstr>Segoe Print</vt:lpstr>
      <vt:lpstr>Segoe UI</vt:lpstr>
      <vt:lpstr>Theme2</vt:lpstr>
      <vt:lpstr>Worksheet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Management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Francisco Jose Alcoba Garcia</dc:creator>
  <cp:lastModifiedBy>Juan Carlos Llamas Núñez</cp:lastModifiedBy>
  <cp:revision>3</cp:revision>
  <cp:lastPrinted>2023-07-18T12:46:25Z</cp:lastPrinted>
  <dcterms:created xsi:type="dcterms:W3CDTF">2020-11-13T12:59:52Z</dcterms:created>
  <dcterms:modified xsi:type="dcterms:W3CDTF">2025-05-24T10:12:13Z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0x010100143D8FF8D1359B43A10B8002F4A91777</vt:lpwstr>
  </property>
</Properties>
</file>